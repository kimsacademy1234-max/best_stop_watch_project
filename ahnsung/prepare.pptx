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8" r:id="rId4"/>
    <p:sldId id="257" r:id="rId5"/>
    <p:sldId id="261" r:id="rId6"/>
    <p:sldId id="262" r:id="rId7"/>
    <p:sldId id="263" r:id="rId8"/>
    <p:sldId id="264" r:id="rId9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6FE2C92-8311-44AC-8706-D92A60C3CB6E}">
          <p14:sldIdLst>
            <p14:sldId id="256"/>
            <p14:sldId id="260"/>
            <p14:sldId id="258"/>
            <p14:sldId id="257"/>
            <p14:sldId id="261"/>
            <p14:sldId id="262"/>
            <p14:sldId id="263"/>
          </p14:sldIdLst>
        </p14:section>
        <p14:section name="제목 없는 구역" id="{15532BE0-0BB6-4E25-AB0A-EA85941BCE68}">
          <p14:sldIdLst/>
        </p14:section>
        <p14:section name="제목 없는 구역" id="{A4807DD7-C181-49BC-8390-43FB14EB32FB}">
          <p14:sldIdLst/>
        </p14:section>
        <p14:section name="제목 없는 구역" id="{92D39CED-5211-4187-95F8-96E49D4BE09F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73" autoAdjust="0"/>
    <p:restoredTop sz="94660"/>
  </p:normalViewPr>
  <p:slideViewPr>
    <p:cSldViewPr snapToGrid="0">
      <p:cViewPr>
        <p:scale>
          <a:sx n="50" d="100"/>
          <a:sy n="50" d="100"/>
        </p:scale>
        <p:origin x="2568" y="6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39:24.58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194 230 24575,'3'0'0,"-1"0"0,0 0 0,0 0 0,1 0 0,-1 0 0,0 0 0,0-1 0,0 1 0,0-1 0,1 1 0,-1-1 0,0 0 0,0 0 0,0 0 0,0 0 0,-1-1 0,1 1 0,0 0 0,0-1 0,-1 1 0,1-1 0,-1 1 0,1-1 0,-1 0 0,0 0 0,0 0 0,1 0 0,-1 0 0,-1 0 0,2-3 0,3-10 0,-1 0 0,-1-1 0,-1 1 0,0-1 0,-1 1 0,0-1 0,-3-21 0,2 35 0,0 1 0,-1-1 0,0 0 0,1 0 0,-1 0 0,0 1 0,0-1 0,0 0 0,0 1 0,0-1 0,0 0 0,0 1 0,-1 0 0,1-1 0,-1 1 0,1 0 0,-1 0 0,1 0 0,-1 0 0,0 0 0,1 0 0,-1 0 0,0 0 0,0 1 0,-3-2 0,-5 0 0,0-1 0,-1 2 0,-14-2 0,22 3 0,-33-3 0,0 3 0,-39 3 0,74-3 0,0 0 0,0 0 0,0 0 0,0 1 0,0-1 0,0 0 0,0 1 0,0-1 0,0 1 0,0-1 0,0 1 0,0-1 0,0 1 0,0 0 0,1-1 0,-1 1 0,0 0 0,1 0 0,-1 0 0,0-1 0,0 3 0,0-1 0,0 0 0,0 1 0,1-1 0,-1 0 0,1 1 0,-1-1 0,1 0 0,0 1 0,0 3 0,1 0 0,-1 0 0,1-1 0,1 1 0,-1 0 0,1 0 0,0-1 0,4 8 0,-2-5 0,0-1 0,1 0 0,0-1 0,0 1 0,8 6 0,-9-10 0,-1 1 0,1-2 0,0 1 0,0 0 0,1-1 0,-1 0 0,0 0 0,1 0 0,-1 0 0,9 1 0,20 4-47,-10-1-612,35 2 0,-46-7-6167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39:26.71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90 0 24575,'0'636'0,"-2"-596"0,-13 77 0,4-53 0,0 18 0,-24 135 0,31-197 0,2 0 0,0 1 0,1 31 0,1 3 0,-3-36 0,1-15 0,2 0 0,-1 1 0,0-1 0,1 9 0,0-12 0,0 0 0,0 0 0,1 0 0,-1 0 0,0-1 0,0 1 0,1 0 0,-1 0 0,1 0 0,-1 0 0,0-1 0,1 1 0,0 0 0,-1 0 0,1-1 0,-1 1 0,1 0 0,0-1 0,-1 1 0,1-1 0,0 1 0,0-1 0,0 1 0,-1-1 0,1 1 0,0-1 0,0 0 0,1 1 0,8 0 0,-1 1 0,1-1 0,-1-1 0,12 0 0,-9 0 0,0 0 0,14 2 0,9 5 25,23 4-1415,-45-10-5436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39:27.47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88 0 24575,'2'0'0,"3"0"0,0 2 0,0 3 0,-4 2 0,-7 2 0,-5 0 0,-5 2 0,-1 2 0,-1 0 0,4 0 0,1-2 0,2-2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39:28.12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24575,'2'0'0,"0"0"0,0 0 0,-1 1 0,1-1 0,0 0 0,-1 1 0,1-1 0,-1 1 0,1 0 0,0-1 0,-1 1 0,1 0 0,-1 0 0,0 0 0,1 0 0,-1 0 0,0 0 0,1 1 0,-1-1 0,0 0 0,0 1 0,0-1 0,0 0 0,0 1 0,-1-1 0,1 1 0,0 0 0,0 2 0,1 5 0,1 0 0,-2 0 0,1 0 0,-1 12 0,1 1 0,-2-19 0,0 0 0,1 0 0,0 0 0,-1 1 0,1-1 0,0 0 0,1 0 0,-1-1 0,0 1 0,1 0 0,-1 0 0,1-1 0,0 1 0,0-1 0,0 1 0,1-1 0,-1 0 0,0 0 0,1 0 0,-1 0 0,1 0 0,0 0 0,0-1 0,-1 1 0,1-1 0,0 0 0,0 0 0,0 0 0,0 0 0,6 0 0,22 3 36,1-2-1,62-3 0,-4 0-1506,-52 3-5355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39:30.30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24575,'2'0'0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39:33.19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262 0 24575,'-6'6'0,"-6"7"0,-9 8 0,-7 7 0,-3 1 0,0-1 0,1 0 0,5-4 0,6-6 0,1-1 0,2-4 0,2-4 0,3-4-8191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39:33.44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24575,'6'4'0,"10"12"0,9 9 0,9 8 0,4 2 0,6 3 0,-2-3 0,-3-4 0,-6-6 0,-9-5 0,-9-6-8191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39:28.9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24575,'2'2'0,"1"7"0,0 6 0,-1 6 0,-1 4 0,2 4 0,0-2 0,0 0 0,-1-6-8191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39:29.29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14 24575,'12'-4'0,"1"1"0,-1 1 0,1 0 0,13 0 0,52 2 0,-40 0 0,-22 0 0,-9 0 0,-1-1 0,0 1 0,13 2 0,-18-1 0,1-1 0,0 0 0,-1 1 0,1 0 0,-1-1 0,1 1 0,-1 0 0,1 0 0,-1-1 0,0 1 0,1 0 0,-1 1 0,0-1 0,0 0 0,0 0 0,1 0 0,-1 1 0,-1-1 0,3 3 0,0 3 0,-1 0 0,1 1 0,-1-1 0,0 1 0,-1-1 0,1 15 0,-2 50 0,-1-43 0,1-26-52,0 26-604,-6 35-1,1-34-6169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39:29.65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24575,'0'2'0,"0"7"0,2 6 0,1 6 0,1 4 0,1 4 0,-1 4 0,-1 0 0,-1-1 0,-1-1 0,0-2 0,-1-6-8191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39:30.07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13 24575,'18'0'0,"21"-5"0,7 0 0,-32 4 0,18-1 0,37 4 0,-68-2 0,1 0 0,-1 1 0,1-1 0,0 1 0,-1-1 0,1 1 0,-1 0 0,0-1 0,1 1 0,-1 0 0,1 0 0,-1 0 0,0 0 0,0 0 0,0 0 0,0 1 0,0-1 0,0 0 0,0 1 0,0-1 0,0 1 0,1 2 0,1 3 0,-1 0 0,1 1 0,1 11 0,-2-12 0,16 119 0,-3-16 0,-11-95-1365,0-3-5461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39:34.1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24 24575,'1'-1'0,"-1"1"0,1-1 0,0 0 0,-1 1 0,1-1 0,0 1 0,0-1 0,-1 1 0,1 0 0,0-1 0,0 1 0,0 0 0,0-1 0,0 1 0,-1 0 0,1 0 0,0 0 0,2 0 0,-2 0 0,32-4 0,43 1 0,4 0 0,-58 0 0,-16 2 0,0 0 0,1 0 0,-1 0 0,1 1 0,-1 0 0,0 0 0,1 1 0,6 1 0,-11-1 0,-1 0 0,0 0 0,0-1 0,1 1 0,-1 0 0,0 0 0,0 0 0,0 1 0,0-1 0,0 0 0,0 0 0,0 0 0,-1 1 0,1-1 0,0 0 0,-1 1 0,1-1 0,-1 1 0,1-1 0,-1 1 0,0-1 0,0 2 0,1 6 0,0-1 0,-1 15 0,0-19 0,-12 115 0,4-60 0,-12 145 0,19-202 0,1 1 0,0 0 0,-1 0 0,1 0 0,-1-1 0,0 1 0,0 0 0,0-1 0,0 1 0,0-1 0,-3 5 0,3-6 0,0 0 0,-1 0 0,1 0 0,0 0 0,-1-1 0,1 1 0,0 0 0,-1 0 0,1-1 0,-1 1 0,1-1 0,-1 1 0,1-1 0,-1 0 0,1 0 0,-1 0 0,0 0 0,1 0 0,-1 0 0,1 0 0,-1 0 0,-1-1 0,-11-2-484,-25-8 0,35 10 87,-30-10-6429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39:49.58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204 0 24575,'-8'0'0,"1"0"0,-1 1 0,1 0 0,-1 0 0,1 0 0,-1 1 0,1 0 0,0 1 0,0-1 0,0 2 0,0-1 0,1 1 0,-1-1 0,1 2 0,0-1 0,0 1 0,-7 7 0,9-7 0,0 0 0,0 0 0,0 1 0,1-1 0,0 1 0,0 0 0,1 0 0,-1 0 0,-1 6 0,-1 9 0,-3 29 0,5-30 0,-19 225 0,23 1 0,2-174 0,3 1 0,20 92 0,37 169 0,-45-192 0,-1 198 0,-19 649 0,4-950 0,2 0 0,15 64 0,-2-17 0,-8-30 0,0-9 0,-3 0 0,1 53 0,-8-59 0,1 43 0,0-82 0,0 0 0,0 0 0,1 0 0,-1 0 0,0 0 0,1 0 0,-1 0 0,1-1 0,0 1 0,-1 0 0,1 0 0,0-1 0,0 1 0,0 0 0,1-1 0,-1 1 0,0-1 0,0 0 0,1 1 0,-1-1 0,3 2 0,0-1 0,0-1 0,0 1 0,0-1 0,0 0 0,0 0 0,0 0 0,0-1 0,0 1 0,4-1 0,154 0 0,-60-2 0,-69 2 0,55-7 0,-81 6 0,-3 0 0,1 0 0,-1 0 0,1 0 0,-1 0 0,6-3 0,-8 3 0,-1 0 0,1 1 0,-1-2 0,0 1 0,1 0 0,-1 0 0,0 0 0,0-1 0,0 1 0,0 0 0,0-1 0,0 1 0,0-1 0,0 1 0,-1-1 0,1 0 0,0-2 0,1-5 0,0 0 0,0 0 0,-1 0 0,0 0 0,-1-1 0,0 1 0,-3-16 0,-2-1 0,-11-35 0,4 18 0,10 32 0,1 0 0,-1 0 0,2-1 0,0-14 0,1 14 0,-1 0 0,-1 0 0,-2-19 0,-34-172 0,30 163 0,-24-72 0,-3-8 0,8-62 0,21-131 0,6 195 0,-1-333 0,1 406 0,13-77 0,19-42 0,-1 7 0,-19 79 0,24-197 0,-35 93 0,4-58 0,-1 177 0,-5-101 0,0 162 0,-1-1 0,1 1 0,0 0 0,-1 0 0,1 0 0,-1 0 0,0 0 0,0 0 0,0 0 0,0 0 0,0 1 0,0-1 0,0 0 0,0 0 0,-1 1 0,1-1 0,-1 1 0,1-1 0,-1 1 0,0 0 0,1-1 0,-1 1 0,0 0 0,0 0 0,0 0 0,0 1 0,0-1 0,-4-1 0,-4 0 0,0 1 0,-1 0 0,1 0 0,-19 2 0,11 0 0,-417 1-1365,425-2-5461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1:39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762 0 24575,'-7'9'0,"0"0"0,0-1 0,-14 11 0,0 2 0,-142 161 0,127-136 0,2 2 0,-33 63 0,-21 84 0,18 7 0,52-148 0,-38 78 0,44-109 0,0-1 0,-2-1 0,0 0 0,-2-1 0,-31 33 0,19-30-1365,4-9-5461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1:39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24575,'2'2'0,"3"9"0,2 10 0,7 8 0,6 8 0,6 2 0,-1-2 0,1-8 0,0-7 0,0-7 0,3-6 0,8-5 0,10-9 0,21-13 0,20-23 0,-4-4-8191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0:18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441 0 24575,'-4'1'0,"0"-1"0,1 1 0,-1-1 0,0 1 0,1 0 0,-1 0 0,0 1 0,1-1 0,-1 1 0,1-1 0,0 1 0,-4 3 0,-3 3 0,0 0 0,-10 11 0,14-12 0,-110 124 0,-6 8 0,29-55-1365,79-71-5461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0:20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24575,'-14'185'0,"4"-87"0,12-106 0,0 1 0,0-1 0,1 1 0,-1 0 0,2 0 0,6-11 0,0 2 0,0 1 0,16-18 0,-23 30 0,0-1 0,0 1 0,0 1 0,1-1 0,-1 0 0,5-1 0,-8 3 0,1 1 0,0 0 0,-1-1 0,1 1 0,-1 0 0,1 0 0,0-1 0,-1 1 0,1 0 0,0 0 0,-1 0 0,1 0 0,-1 0 0,1 0 0,0 0 0,-1 0 0,1 0 0,0 0 0,-1 1 0,1-1 0,0 0 0,-1 0 0,1 1 0,-1-1 0,1 0 0,-1 0 0,1 1 0,-1-1 0,1 1 0,-1-1 0,1 1 0,-1-1 0,1 1 0,-1-1 0,1 1 0,-1-1 0,0 1 0,1-1 0,-1 1 0,0-1 0,0 1 0,0 0 0,1-1 0,-1 1 0,0 0 0,0-1 0,0 1 0,0 0 0,0 0 0,0 2-44,1 1 0,-1-1 0,0 1 0,0-1 0,-1 0 0,1 1 0,-1-1 0,0 0 0,1 1 0,-1-1 0,-1 0 0,1 0 0,0 0 0,-1 0 0,0 0 0,0 0 0,0 0 0,0-1-1,0 1 1,0 0 0,-1-1 0,1 0 0,-1 0 0,1 0 0,-1 0 0,0 0 0,0 0 0,0-1 0,0 1 0,-4 0 0,-6 3-6782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0:20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24575,'2'0'0,"3"0"0,2 0 0,3 0 0,0 0 0,2 0 0,0 0 0,1 0 0,3 0 0,4 0 0,0 0 0,1-2 0,-3-3 0,-5-2 0,-5-1-8191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0:21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0 24575,'-1'10'0,"0"0"0,-1 0 0,-3 14 0,-1 4 0,-8 51 0,-3 90 0,17-165 0,-1-1 0,2 1 0,-1-1 0,0 1 0,1-1 0,-1 1 0,3 6 0,-2-9 0,-1 0 0,1 1 0,0-1 0,0 0 0,-1 0 0,1 0 0,0 0 0,0 0 0,0 0 0,1 0 0,-1 0 0,0 0 0,0 0 0,0-1 0,0 1 0,1 0 0,-1-1 0,0 1 0,1-1 0,-1 0 0,3 1 0,4 0-151,0 0-1,0-1 0,0 0 0,0-1 1,0 1-1,0-2 0,0 1 1,16-6-1,-7 1-6674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0:21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24575,'1'123'0,"-1"-122"0,0 0 0,0 1 0,0-1 0,0 1 0,1-1 0,-1 1 0,0-1 0,1 1 0,-1-1 0,2 3 0,-2-4 0,0 0 0,1 0 0,-1 0 0,0 0 0,0 0 0,0 1 0,1-1 0,-1 0 0,0 0 0,0 0 0,0 0 0,1 0 0,-1 0 0,0 0 0,0 0 0,0 1 0,1-1 0,-1 0 0,0 0 0,0 0 0,1 0 0,-1 0 0,0 0 0,0 0 0,0-1 0,1 1 0,8-6 0,-1-4 0,0-1 0,9-14 0,-12 16 0,1 1 0,-1-1 0,2 1 0,-1 1 0,15-15 0,-19 21 0,0 0 0,0-1 0,0 1 0,0 0 0,0 0 0,0 0 0,0 1 0,0-1 0,0 0 0,0 1 0,1-1 0,-1 1 0,0 0 0,0 0 0,4 0 0,-4 0 0,-1 0 0,1 1 0,-1-1 0,1 1 0,-1-1 0,1 1 0,-1 0 0,0-1 0,1 1 0,-1 0 0,0 0 0,1 0 0,-1 0 0,0 0 0,0 0 0,0 1 0,0-1 0,0 0 0,0 1 0,0-1 0,-1 0 0,2 4 0,2 6 0,-1 0 0,0 0 0,0 0 0,1 20 0,-3-19 0,1 1 0,0-1 0,6 19 0,-7-29-114,0 0 1,0 0-1,0 0 0,0 0 0,0 0 1,0 0-1,1-1 0,-1 1 0,1 0 1,-1-1-1,4 3 0,7 3-6712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0:23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38 100 24575,'0'26'0,"0"29"0,-1 1 0,-15 88 0,0-66 0,16-78 0,0 0 0,0 0 0,0-1 0,0 1 0,0 0 0,0 0 0,0 0 0,0 0 0,0 0 0,0 0 0,0 0 0,0 0 0,0 0 0,0 0 0,-1 0 0,1 0 0,0 0 0,0 0 0,0 0 0,0 0 0,0 0 0,0 0 0,0 0 0,0 0 0,0 0 0,0 0 0,0 0 0,0 0 0,0 0 0,0 0 0,0 0 0,0 0 0,0 0 0,0 0 0,0 0 0,0 0 0,0 0 0,-1 0 0,1 0 0,0 0 0,0 0 0,0 0 0,0 1 0,-1-11 0,0-14 0,0-19 0,2-1 0,11-64 0,-9 92 0,1 0 0,0 1 0,1-1 0,1 1 0,0 0 0,1 1 0,1-1 0,0 1 0,1 1 0,12-14 0,-17 22 0,1-1 0,0 1 0,0 1 0,0-1 0,0 1 0,1 0 0,8-5 0,-9 7 0,0 0 0,0 0 0,0 1 0,1-1 0,-1 1 0,0 1 0,1-1 0,-1 1 0,11 0 0,-3 0 0,1 2 0,-1 0 0,22 5 0,-31-6 0,-1 0 0,1 1 0,0-1 0,0 1 0,-1-1 0,1 1 0,-1 0 0,0 0 0,1 1 0,-1-1 0,0 1 0,0 0 0,-1 0 0,1-1 0,0 2 0,3 5 0,-5-7 0,-1 1 0,1 0 0,0-1 0,-1 1 0,0-1 0,1 1 0,-1 0 0,0-1 0,-1 1 0,1-1 0,0 1 0,-1 0 0,1-1 0,-1 1 0,0-1 0,0 1 0,0-1 0,0 1 0,0-1 0,-3 3 0,-3 6 0,0-1 0,-16 17 0,21-26 0,-5 7 0,0 0 0,-1-1 0,0 0 0,-15 9 0,19-13 0,-1-1 0,0 0 0,1 0 0,-1 0 0,0 0 0,0-1 0,0 0 0,0 0 0,-1 0 0,1-1 0,-8 1 0,4-2 0,4 1 0,0-1 0,1 1 0,-1 0 0,0 1 0,0-1 0,-9 3 0,13-2 0,0-1 0,-1 1 0,1 0 0,0-1 0,0 1 0,0 0 0,-1 0 0,1 0 0,0 0 0,0 0 0,1 0 0,-1 0 0,0 1 0,0-1 0,0 0 0,1 0 0,-1 1 0,1-1 0,-1 0 0,1 1 0,-1-1 0,1 1 0,0-1 0,0 0 0,0 1 0,0-1 0,0 1 0,0 1 0,0 1 0,1-1 0,-1 0 0,1 1 0,0-1 0,0 0 0,0 0 0,0 0 0,1 0 0,-1 0 0,1 0 0,0 0 0,0 0 0,0-1 0,0 1 0,0-1 0,1 1 0,-1-1 0,1 0 0,0 0 0,4 3 0,5 3 0,2-1 0,-1 0 0,17 6 0,-15-7-273,0 0 0,1-1 0,0-1 0,26 4 0,-30-7-6553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0:23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24575,'2'4'0,"3"4"0,2-1 0,3 2 0,3-1 0,3 0 0,-1 0 0,2 2 0,-3-1-8191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1:42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24575,'8'0'0,"21"0"0,26 0 0,36 0 0,45 0 0,39 0 0,60 0-3506,66 0 3506,43 0-3484,25 0 3484,-4 4 0,-34 4 0,-57 1 0,-72 1-1399,-66 2 1399,-57-2 198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1:46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24389,'0'1744'0,"1744"-1744"0,-1744-1744 0,-1744 1744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1:26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51 24575,'-1'15'0,"-1"0"0,0 0 0,-7 23 0,0 1 0,9-39 0,-26 165 0,28-219 0,-2 33 0,1 0 0,1 0 0,7-35 0,-2 28 0,-4 14 0,0 0 0,1 1 0,1 0 0,8-19 0,-11 29 0,0-1 0,0 1 0,1 0 0,-1 0 0,1 0 0,0 0 0,0 0 0,0 0 0,0 1 0,0-1 0,0 1 0,1 0 0,-1 0 0,1 0 0,0 1 0,-1-1 0,1 1 0,0 0 0,0 0 0,5-1 0,-5 1 0,1 1 0,-1-1 0,1 1 0,-1 0 0,1 0 0,-1 1 0,0-1 0,1 1 0,5 2 0,-8-2 0,-1-1 0,1 1 0,-1 0 0,1 0 0,-1 0 0,0 0 0,1 0 0,-1 0 0,0 0 0,0 1 0,0-1 0,0 0 0,0 1 0,0-1 0,0 1 0,-1-1 0,1 1 0,0-1 0,-1 1 0,1-1 0,-1 1 0,0 0 0,1-1 0,-1 1 0,0 0 0,0-1 0,0 4 0,0-3 0,0 0 0,-1 0 0,1 1 0,0-1 0,-1 0 0,1 0 0,-1 0 0,1 0 0,-1 0 0,0 0 0,0 0 0,0 0 0,0 0 0,0 0 0,-1-1 0,1 1 0,0 0 0,-1-1 0,0 1 0,-1 0 0,-3 2 0,1 0 0,-1-1 0,0 0 0,0-1 0,-7 3 0,5-3 0,1 1 0,0 1 0,-7 3 0,12-6 0,1 0 0,0 0 0,0 0 0,1 0 0,-1 0 0,0 0 0,0 0 0,0 1 0,1-1 0,-1 0 0,1 0 0,-1 1 0,1-1 0,-1 0 0,1 1 0,0-1 0,0 0 0,-1 1 0,1-1 0,0 1 0,0-1 0,1 0 0,-1 1 0,0-1 0,0 1 0,1-1 0,-1 0 0,0 1 0,2 1 0,1 5 0,0-1 0,1 1 0,7 10 0,-11-18 0,10 17-455,0-1 0,20 21 0,-20-27-6371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1:27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0 24575,'-1'0'0,"0"1"0,0-1 0,0 0 0,1 0 0,-1 1 0,0-1 0,0 0 0,0 1 0,1-1 0,-1 1 0,0-1 0,1 1 0,-1-1 0,0 1 0,1-1 0,-1 1 0,1 0 0,-1-1 0,0 3 0,-8 14 0,7-14 0,-6 20 0,0 0 0,-7 45 0,8-36 0,3-16 0,-5 33 0,9-48 0,0 0 0,0 0 0,0-1 0,1 1 0,-1 0 0,0 0 0,1 0 0,-1 0 0,0 0 0,1-1 0,-1 1 0,1 0 0,-1 0 0,1-1 0,-1 1 0,1 0 0,0-1 0,-1 1 0,1 0 0,0-1 0,0 1 0,-1-1 0,1 1 0,0-1 0,0 0 0,0 1 0,0-1 0,-1 0 0,1 1 0,0-1 0,0 0 0,2 0 0,4 1 0,0 0 0,0 0 0,8-1 0,-11 0 0,50-1-1365,-39 0-5461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0:00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16 24575,'-56'0'0,"-90"11"0,144-11 0,0 1 0,-1 0 0,1-1 0,0 1 0,0 0 0,-1 0 0,1 0 0,0 0 0,0 0 0,0 1 0,0-1 0,0 1 0,1-1 0,-1 1 0,0 0 0,1 0 0,-1 0 0,1 0 0,-1 0 0,1 0 0,0 0 0,0 0 0,0 0 0,0 1 0,0-1 0,0 4 0,-1 5 0,0 0 0,1 0 0,0 0 0,2 17 0,-1-15 0,3 538 0,3-469 0,0-5 0,-5 517 0,-2-289 0,13-139 0,0 0 0,-13 292 0,2-437 0,4 23 0,2 18 0,-7-38 0,-1 125 0,0-141 0,0 0 0,-1 0 0,0 0 0,-4 9 0,3-9 0,1-1 0,0 1 0,0 0 0,-1 15 0,2-12 0,-5 81 0,3-64 0,1-1 0,3 47 0,-1-73 0,0 1 0,0-1 0,0 1 0,1-1 0,-1 0 0,1 1 0,-1-1 0,1 0 0,-1 1 0,1-1 0,0 0 0,0 0 0,0 0 0,-1 1 0,1-1 0,0 0 0,0 0 0,1 0 0,-1 0 0,0-1 0,0 1 0,0 0 0,1 0 0,-1-1 0,0 1 0,1-1 0,-1 1 0,0-1 0,1 0 0,-1 1 0,3-1 0,4 1 0,1-1 0,0 1 0,-1-2 0,12-1 0,1 0 0,75-8 0,-95 10 0,19-2 0,32 2 0,-3-1 0,-48 1 0,0 0 0,0 0 0,0 0 0,1 0 0,-1 0 0,0 0 0,0 0 0,0-1 0,0 1 0,0 0 0,0-1 0,0 1 0,0-1 0,0 0 0,0 1 0,0-1 0,0 0 0,0 1 0,0-1 0,0 0 0,-1 0 0,1 0 0,0 0 0,0 0 0,-1 0 0,1 0 0,-1 0 0,1 0 0,0-1 0,-1-2 0,1 1 0,-1-1 0,0 0 0,0 0 0,0 1 0,-1-1 0,1 0 0,-2-3 0,-13-71 0,1 15 0,3-1 0,-3-76 0,14-235 0,1 167 0,-1 168 0,-1-87 0,-2 96 0,0 0 0,-9-34 0,-1 5 0,2-1 0,2 0 0,0-102 0,11-318 0,-1 449 0,10-50 0,1-19 0,-11 40 0,5-67 0,0-154 0,-8 175 0,3 38 0,-2-76 0,-8 84 0,7 54 0,2 5 0,-1 1 0,1-1 0,-1 1 0,1 0 0,-1-1 0,0 1 0,0 0 0,0-1 0,0 1 0,0 0 0,0 0 0,0 0 0,0 0 0,0 0 0,0 0 0,-1 0 0,1 0 0,0 1 0,-1-1 0,1 0 0,-1 1 0,1-1 0,0 1 0,-1 0 0,1-1 0,-1 1 0,-2 0 0,-6-1 0,0 0 0,0 1 0,-12 2 0,8-2 0,-4 1-1365,2-1-5461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0:01.2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0 24575,'0'4'0,"0"4"0,0 1 0,0 7 0,-2 8 0,-6 6 0,-3 0 0,-1-2 0,0 4 0,1-2 0,3-3 0,3-5-8191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0:01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0 24575,'0'4'0,"-2"8"0,-3 3 0,-2 5 0,-2 6 0,-2 6 0,-1 0 0,2-1 0,0-3 0,2-3 0,3-4 0,1-4 0,2-5-8191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0:01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0 24575,'-2'4'0,"-1"8"0,-1 3 0,-5 7 0,-2 3 0,0 2 0,0-1 0,2 0 0,1-2 0,-1-4 0,2-4 0,1-2 0,2-4-8191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0:02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0 24575,'0'2'0,"0"3"0,0 4 0,-2 3 0,-1 4 0,0 0 0,-1 0 0,-2-2 0,-2-3 0,0 0 0,0 0 0,1 0 0,1-2-8191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0:02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24575,'0'4'0,"0"8"0,0 3 0,0 1 0,0 7 0,-2 5 0,-3 3 0,-2 0 0,0-5 0,1-4 0,1-4 0,2-4-8191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0:02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0 24575,'0'4'0,"-2"10"0,-5 8 0,-3 2 0,0 0 0,2-1 0,0-4 0,2-3 0,1-3 0,2-3-8191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0:03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0 24575,'0'4'0,"-2"6"0,-3 6 0,0 4 0,0 3 0,-1 3 0,1 0 0,1-1 0,0-2 0,-1-4-8191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0:03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0 24575,'0'2'0,"0"5"0,0 5 0,-2 7 0,-1 3 0,-7 8 0,-3-1 0,1 0 0,1-4 0,0-4 0,2-5-8191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0:03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24575,'0'2'0,"0"5"0,0 3 0,0 2 0,0 1 0,0 2 0,0 1 0,-2 3 0,-2 1 0,-2-3-8191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0:03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24575,'0'4'0,"0"8"0,0 3 0,0 4 0,0 0 0,0 1 0,0-1 0,0 1 0,0-2 0,0-1 0,0-4-8191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0:42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238 266 24575,'-10'0'0,"1"-1"0,-1 0 0,1-1 0,0 0 0,-1-1 0,1 0 0,0 0 0,-9-5 0,-1-1 0,4 3 0,-26-14 0,37 17 0,-1 0 0,1 0 0,0-1 0,0 1 0,1-1 0,-1 0 0,1 0 0,0 0 0,-5-8 0,3 2 0,0 0 0,1 0 0,-4-15 0,7 20 0,-1-1 0,1 0 0,0 0 0,1 0 0,0 0 0,0 1 0,1-12 0,-1 15 0,1 0 0,-1 0 0,1 0 0,0 0 0,0 0 0,-1 1 0,1-1 0,0 0 0,1 1 0,-1-1 0,0 1 0,0-1 0,1 1 0,-1-1 0,1 1 0,-1 0 0,1 0 0,0 0 0,-1 0 0,1 0 0,0 0 0,0 0 0,0 1 0,-1-1 0,1 1 0,3-1 0,5-1 0,0 1 0,0 1 0,0 0 0,12 1 0,-6 0 0,7 0 0,-1-2 0,1 0 0,-1-1 0,29-6 0,-48 7 0,0 0 0,0 0 0,0 1 0,0 0 0,0-1 0,0 1 0,0 0 0,0 1 0,0-1 0,1 0 0,-2 1 0,5 1 0,-6-2 0,1 1 0,-1 0 0,0 0 0,1 0 0,-1 0 0,0 0 0,0 0 0,1 0 0,-1 0 0,0 1 0,0-1 0,0 0 0,-1 1 0,1-1 0,0 0 0,0 1 0,-1-1 0,1 1 0,-1 0 0,1-1 0,-1 1 0,0-1 0,0 1 0,0 2 0,1 5 0,0 0 0,-2 0 0,1 0 0,-1 1 0,0-1 0,-4 15 0,3-19 0,0 0 0,1 0 0,-2 0 0,1-1 0,-1 1 0,1 0 0,-1-1 0,0 0 0,-1 1 0,1-1 0,-1 0 0,-7 5 0,-12 7-1365,12-11-5461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0:43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180 224 24575,'-20'1'0,"7"-1"0,0 0 0,1 0 0,-15-3 0,24 2 0,0 0 0,-1 0 0,1 0 0,0 0 0,-1 0 0,1-1 0,0 1 0,0-1 0,0 0 0,1 0 0,-1 0 0,0 0 0,1 0 0,-1-1 0,1 1 0,-3-4 0,0-1 0,0 1 0,1-1 0,0 0 0,0 0 0,0-1 0,1 1 0,0-1 0,1 0 0,-1 0 0,1 0 0,-1-11 0,3 19 0,0-6 0,-1 1 0,1-1 0,0 0 0,1 1 0,1-8 0,-2 12 0,0-1 0,1 1 0,0-1 0,-1 1 0,1 0 0,0-1 0,-1 1 0,1 0 0,0 0 0,0-1 0,0 1 0,0 0 0,0 0 0,0 0 0,1 0 0,-1 0 0,0 0 0,0 1 0,1-1 0,-1 0 0,0 1 0,1-1 0,-1 1 0,3-1 0,7-1 0,0 0 0,13 0 0,-14 2 0,-1-1 0,1 0 0,-1 0 0,12-4 0,-15 3 0,1 0 0,0 0 0,0 1 0,0 0 0,0 0 0,0 1 0,7 0 0,-12 0 0,0 0 0,-1 1 0,1-1 0,0 0 0,0 1 0,0-1 0,0 1 0,0-1 0,-1 1 0,1 0 0,0 0 0,0 0 0,-1 0 0,1 0 0,-1 0 0,1 0 0,-1 1 0,1-1 0,-1 1 0,0-1 0,0 1 0,0-1 0,0 1 0,0-1 0,0 1 0,0 0 0,0 0 0,-1 0 0,2 2 0,-2 0 7,1 1 1,0-1-1,-1 1 0,0 0 0,0-1 1,-1 1-1,1-1 0,-1 1 0,0-1 0,0 0 1,-1 1-1,-3 7 0,-1 0-285,-1 0 0,-16 21 0,16-23-347,-7 8-6201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1:15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820 38 24575,'0'-2'0,"0"1"0,0 0 0,-1-1 0,1 1 0,0-1 0,-1 1 0,0 0 0,1-1 0,-1 1 0,0 0 0,1 0 0,-1-1 0,0 1 0,0 0 0,0 0 0,0 0 0,0 0 0,0 0 0,0 0 0,-1 0 0,1 1 0,0-1 0,0 0 0,-1 1 0,1-1 0,0 1 0,-1-1 0,1 1 0,-1 0 0,-1-1 0,-6-1 0,-1 1 0,0 0 0,-14 0 0,14 1 0,-314-1 0,152 2 0,155-2 0,10 1 0,0-1 0,1 1 0,-14 2 0,18-2 0,1 1 0,-1-1 0,1 1 0,-1-1 0,1 1 0,0-1 0,-1 1 0,1 0 0,0-1 0,-1 1 0,1 0 0,0 0 0,0 0 0,0 0 0,0 0 0,0 1 0,0-1 0,0 0 0,0 0 0,0 1 0,0-1 0,0 2 0,-18 57 0,4-11 0,3-12 0,2 1 0,-7 52 0,1 80 0,13-150 0,0 0 0,-8 27 0,-2 12 0,12-55-124,0 0 0,0 1 0,0-1 0,0 0 0,0 0 0,-1 0-1,0 0 1,0-1 0,0 1 0,-3 4 0,-3 1-6702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1:16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24575,'1'5'0,"-1"-1"0,1 1 0,0-1 0,0 0 0,0 0 0,0 1 0,4 5 0,16 27 0,-19-34 0,0 0 0,0 0 0,1 0 0,-1 0 0,1 0 0,0 0 0,0-1 0,0 1 0,0-1 0,0 0 0,0 0 0,6 2 0,-4-2 0,0-1 0,-1 1 0,1-1 0,0 0 0,0-1 0,0 0 0,0 1 0,0-1 0,6-1 0,3-2 0,1 0 0,-1 0 0,0-1 0,21-10 0,14-3 0,-16 5-1365,-19 6-5461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1:17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1314 0 24575,'-1228'0'0,"1221"0"0,0 0 0,0 1 0,0-1 0,-1 1 0,-10 4 0,16-5 0,0 1 0,1 0 0,-1 0 0,0-1 0,0 1 0,1 0 0,-1 1 0,1-1 0,-1 0 0,1 0 0,0 1 0,-1-1 0,1 1 0,0-1 0,0 1 0,0-1 0,0 1 0,0 0 0,1 0 0,-1-1 0,0 1 0,1 0 0,-1 0 0,1 0 0,-1 3 0,0 19 0,3 40 0,0-12 0,-3 20 0,2 64 0,1-122 0,0 0 0,5 15 0,2 18 0,-5 100-1365,-4-137-5461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1:18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97 24575,'4'0'0,"1"1"0,-1 0 0,-1 0 0,1 1 0,0-1 0,0 1 0,0 0 0,-1 0 0,1 0 0,-1 0 0,6 5 0,-4-3 0,1 0 0,-1-1 0,11 5 0,-10-6 4,-1-1-1,0 0 1,0 0-1,1 0 0,-1 0 1,1-1-1,-1 0 1,1 0-1,-1-1 1,0 1-1,1-1 0,-1-1 1,0 1-1,1-1 1,-1 1-1,0-1 1,0-1-1,-1 1 0,8-5 1,6-6-122,-1 0 0,0-1 0,23-26 1,-11 12-846,-13 12-5863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1:36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0 24575,'-1'8'0,"0"1"0,0-1 0,-1 0 0,-3 11 0,-1 6 0,-28 195 0,22-126 0,1 20 0,9-102-1365,0-2-5461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1:36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24575,'1'2'0,"-1"-1"0,1 1 0,-1-1 0,1 1 0,-1-1 0,1 1 0,0-1 0,1 2 0,1 3 0,1 3 0,0-1 0,0 0 0,1-1 0,9 12 0,-12-17 0,0 1 0,0-1 0,1 0 0,-1 0 0,1 0 0,-1-1 0,1 1 0,0-1 0,-1 1 0,1-1 0,0 0 0,0 0 0,0 0 0,0 0 0,0-1 0,0 1 0,4-1 0,1 0 0,0-1 0,0-1 0,0 1 0,0-1 0,0-1 0,0 1 0,-1-1 0,13-7 0,19-7 0,-9 8-57,-10 4-597,33-16 0,-37 13-6172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0:26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24575,'8'0'0,"13"0"0,19 0 0,21 0 0,16 0 0,22 0 0,21 0 0,24 0-969,11 0 969,2 0 0,-4 0 0,-16 0 0,-22 0 0,-28 0 0,-24 0 0,-22 0-7222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0:27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24575,'153'-1'0,"181"3"0,18 31 0,-240-20 0,-35-4-35,100 8-1295,-167-16-5496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0:28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24575,'1'1'0,"0"1"0,0-1 0,0 1 0,0-1 0,0 0 0,0 0 0,1 0 0,-1 0 0,0 0 0,1 0 0,-1 0 0,1 0 0,2 1 0,24 6 0,-17-5 0,61 16 0,42 14 0,-95-27 0,0 2 0,0 0 0,29 19 0,-44-25 0,-1 0 0,0 0 0,0 1 0,0-1 0,0 1 0,4 4 0,-7-6 0,1-1 0,-1 1 0,0-1 0,1 1 0,-1-1 0,0 1 0,0 0 0,0-1 0,1 1 0,-1 0 0,0-1 0,0 1 0,0 0 0,0-1 0,0 1 0,0 0 0,0-1 0,0 2 0,-1-1 0,1 0 0,-1 0 0,1-1 0,-1 1 0,0 0 0,1 0 0,-1 0 0,0 0 0,1 0 0,-1-1 0,0 1 0,0 0 0,0-1 0,-1 2 0,-16 8 0,-1-1 0,0 0 0,-37 10 0,-2 2 0,-3 7-1365,39-16-5461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1:40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24575,'2'-1'0,"-1"1"0,0-1 0,1 0 0,-1 0 0,1 1 0,-1-1 0,1 1 0,-1-1 0,1 1 0,-1 0 0,1 0 0,-1 0 0,4 0 0,0-1 0,275-5 0,-188 7 0,110-1-1365,-181 0-5461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1:41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24575,'65'-1'0,"0"0"0,109 13 0,-168-12 0,0 2 0,0-1 0,0 1 0,0-1 0,0 2 0,-1-1 0,9 5 0,-13-6 0,0-1 0,0 1 0,0 0 0,0 0 0,0 0 0,-1 0 0,1 0 0,0 0 0,0 0 0,0 0 0,-1 0 0,1 0 0,-1 0 0,1 0 0,-1 1 0,1-1 0,-1 1 0,0 0 0,0 0 0,0-1 0,0 1 0,0-1 0,-1 1 0,1-1 0,0 1 0,-1-1 0,1 1 0,-1-1 0,0 1 0,0-1 0,1 0 0,-1 1 0,0-1 0,0 0 0,-2 2 0,-4 4 0,0 0 0,0-1 0,-1 1 0,0-2 0,0 1 0,-13 5 0,-56 24 0,-36 8-1365,88-35-5461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1:41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1:43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24575,'8'0'0,"13"0"0,13 0 0,11 0 0,16 0 0,17-4 0,17-1 0,18 0 0,24 1 0,21 1-1389,12 1 1389,0 1 0,-11 0 0,-23 6 0,-30 0 0,-31 0 0,-29 0-6802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1:48.7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0 24575,'3'0'0,"0"1"0,-1-1 0,1 0 0,-1 1 0,1 0 0,-1-1 0,1 1 0,-1 0 0,1 0 0,-1 1 0,1-1 0,3 3 0,-2 0 0,0-1 0,0 1 0,0 0 0,-1 0 0,7 9 0,-4-2 0,0 0 0,-1 0 0,0 1 0,6 21 0,-9-25 0,0-1 0,0 1 0,-1-1 0,0 15 0,-1-20 0,0 0 0,0 0 0,0 0 0,0 0 0,-1 0 0,1 0 0,-1 0 0,0 0 0,1 0 0,-1 0 0,0-1 0,0 1 0,0 0 0,-1-1 0,1 1 0,0 0 0,-1-1 0,1 1 0,0-1 0,-1 0 0,0 1 0,-3 1 0,0-1 0,-1 1 0,0-1 0,0 0 0,-1-1 0,1 0 0,0 0 0,0 0 0,-9 0 0,-50-4 0,41 1 0,41 2 0,1-1 0,22 3 0,-35-2 0,0 1 0,0 0 0,-1 0 0,1 0 0,-1 1 0,1-1 0,-1 1 0,1 0 0,6 5 0,-9-5 0,-1-1 0,1 1 0,-1-1 0,0 1 0,1-1 0,-1 1 0,0 0 0,0-1 0,0 1 0,0 0 0,-1 0 0,1 0 0,0 0 0,-1 0 0,0 0 0,1 0 0,-1 4 0,0-5 0,0 1 0,0-1 0,0 1 0,0 0 0,0-1 0,0 1 0,-1-1 0,1 1 0,-1-1 0,1 0 0,-1 1 0,1-1 0,-1 1 0,0-1 0,0 0 0,0 0 0,0 1 0,0-1 0,0 0 0,0 0 0,0 0 0,0 0 0,-2 1 0,-4 1-85,1-1-1,0-1 1,0 1-1,-1-1 0,1 0 1,-1-1-1,1 1 1,-1-1-1,-7-1 1,9 1-425,-9-1-6316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1:49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24575,'29'-1'0,"-14"0"0,0 1 0,19 3 0,-33-3 0,0 0 0,1 0 0,-1 1 0,0-1 0,1 1 0,-1-1 0,0 1 0,0 0 0,1 0 0,-1-1 0,0 1 0,0 0 0,0 0 0,0 0 0,0 0 0,0 0 0,-1 0 0,1 0 0,0 0 0,0 1 0,-1-1 0,1 0 0,-1 0 0,1 1 0,-1-1 0,1 0 0,-1 1 0,0-1 0,0 0 0,1 3 0,-1-3 0,0 1 0,0-1 0,0 1 0,-1-1 0,1 1 0,0-1 0,0 1 0,-1-1 0,1 1 0,-1-1 0,1 1 0,-1-1 0,0 0 0,0 1 0,1-1 0,-1 0 0,0 0 0,0 1 0,0-1 0,-1 0 0,1 0 0,0 0 0,0 0 0,0 0 0,-1-1 0,1 1 0,-2 1 0,-6-1 0,0 1 0,-16 0 0,15-2 0,31 0 0,213-2-1365,-221 2-5461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1:55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0 24575,'-2'2'0,"-7"5"0,-8 7 0,-5 7 0,-5 7 0,-8 6 0,0-1 0,4-1 0,7-7-8191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1:55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0 24575,'0'2'0,"-2"7"0,-5 8 0,-5 7 0,-8 9 0,-12 10 0,-12 7 0,-4 4 0,-1-2 0,2-3 0,8-11 0,9-11-8191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1:55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0 24575,'-4'5'0,"-5"8"0,-8 13 0,-11 20 0,-4 6 0,-3 9 0,0 0 0,4-5 0,6-7 0,2-8 0,4-10 0,5-7 0,4-8-8191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1:58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24575,'-1'57'0,"2"64"0,-1-118 0,1 1 0,-1 0 0,1 0 0,-1 0 0,1 0 0,1 0 0,-1-1 0,0 1 0,1-1 0,3 6 0,-5-8 0,1 0 0,0 0 0,0 0 0,0 0 0,0 0 0,0 0 0,0 0 0,0 0 0,1-1 0,-1 1 0,0 0 0,0-1 0,1 1 0,-1-1 0,0 1 0,1-1 0,-1 0 0,0 1 0,1-1 0,-1 0 0,1 0 0,-1 0 0,0 0 0,1 0 0,-1 0 0,1-1 0,-1 1 0,0 0 0,1-1 0,-1 1 0,3-2 0,-1 1 0,0-1 0,0 0 0,0 0 0,0 0 0,0 0 0,0-1 0,-1 1 0,1-1 0,-1 1 0,0-1 0,1 0 0,-1 0 0,0 0 0,-1 0 0,1 0 0,2-7 0,1-5 0,-1 0 0,5-27 0,-4 13 0,4-7-1365,-1 3-5461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1:59.6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0 24575,'-7'243'0,"2"-87"0,5-142 0,0-108 0,1-38 0,-1 125 0,0 0 0,1 1 0,0-1 0,1 1 0,-1-1 0,1 1 0,4-10 0,-5 14 0,0 0 0,1 0 0,-1 0 0,0 0 0,1 0 0,-1 0 0,1 1 0,-1-1 0,1 0 0,0 1 0,0-1 0,0 1 0,0 0 0,0 0 0,0 0 0,0 0 0,0 0 0,0 0 0,0 0 0,0 1 0,1-1 0,-1 1 0,0-1 0,4 1 0,-1 1 0,0-1 0,0 1 0,0 0 0,-1 1 0,1-1 0,0 1 0,-1 0 0,1 0 0,-1 0 0,0 1 0,0-1 0,0 1 0,0 0 0,0 0 0,0 1 0,-1-1 0,0 1 0,0 0 0,0 0 0,0 0 0,0 0 0,2 7 0,-3-7 0,0 0 0,0 0 0,0 1 0,-1-1 0,0 0 0,0 1 0,0 0 0,-1-1 0,1 1 0,-2 8 0,1-9 0,-1-1 0,1 0 0,-1 0 0,0 1 0,0-1 0,0 0 0,-1 0 0,1 0 0,-1 0 0,0 0 0,1-1 0,-1 1 0,-1 0 0,1-1 0,0 1 0,-3 1 0,-16 11-36,1-1 1,-37 19-1,25-16-1222,13-6-5568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1:59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24575,'2'2'0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1:56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0 24575,'-4'10'0,"-4"6"0,-2 5 0,-1 6 0,1 1 0,2-4 0,2-2 0,1-5 0,-1-3 0,0-6-8191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1:56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238 0 24575,'-4'8'0,"-8"9"0,-9 12 0,-10 10 0,-5 8 0,-3 1 0,1-3 0,6-4 0,7-8-8191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1:56.4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0 24575,'-6'6'0,"-12"19"0,-7 8 0,-4 7 0,0 3 0,4 0 0,-1 3 0,3-4 0,6-10-8191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1:56.7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0 24575,'-2'6'0,"-13"13"0,-12 12 0,-11 14 0,-10 6 0,2 4 0,4-4 0,10-9 0,7-11 0,9-11-8191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1:56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342 0 24575,'-10'11'0,"-12"10"0,-10 15 0,-9 13 0,-5 8 0,1 3 0,-3-3 0,6-9 0,9-13 0,10-12-8191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6:09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984 0 24575,'-971'0'-1365,"958"0"-5461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6:11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0 24575,'-15'1'0,"0"0"0,0 1 0,0 1 0,0 0 0,0 1 0,0 1 0,1 0 0,0 1 0,0 0 0,-21 14 0,25-14 0,1 1 0,0-1 0,1 1 0,-15 16 0,20-21 0,1 0 0,0 1 0,1-1 0,-1 1 0,0 0 0,1-1 0,-1 1 0,1 0 0,0 0 0,0 0 0,0 0 0,0 0 0,1 0 0,-1 1 0,1-1 0,0 0 0,0 0 0,0 0 0,0 0 0,0 0 0,2 6 0,-1-7 0,0 0 0,0 1 0,0-1 0,0 0 0,1 0 0,-1 1 0,1-1 0,0 0 0,0-1 0,-1 1 0,4 2 0,25 16 0,-24-16 0,143 85 0,-139-83-170,-1 0-1,1 0 0,1-1 1,-1-1-1,1 1 0,-1-2 1,15 4-1,-13-5-6655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6:11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6:17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24575,'0'378'0,"0"-372"-273,0 0 0,-1 1 0,1-1 0,-3 10 0,-3-2-6553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6:18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24575,'0'0'0,"0"0"0,0 0 0,0 0 0,0 0 0,0 0 0,0 0 0,1 0 0,-1-1 0,0 1 0,0 0 0,0 0 0,0 0 0,0 0 0,0 0 0,0 0 0,0 0 0,0 0 0,0-1 0,0 1 0,0 0 0,0 0 0,1 0 0,-1 0 0,0 0 0,0 0 0,0 0 0,0 0 0,0 0 0,0 0 0,0 0 0,1 0 0,-1 0 0,0 0 0,0 0 0,0 0 0,0 0 0,0 0 0,0 0 0,0 0 0,1 0 0,-1 0 0,0 0 0,0 0 0,0 0 0,0 0 0,0 0 0,0 0 0,10 4 0,8 8 0,-6-2 0,2-1 0,27 15 0,-33-21 0,-1 0 0,1 0 0,0-1 0,0 0 0,0 0 0,0-1 0,16 0 0,-18 0 0,1-1 0,-1 0 0,1-1 0,-1 0 0,1 0 0,-1 0 0,0-1 0,1 0 0,-1 0 0,0 0 0,0-1 0,0 0 0,-1 0 0,1-1 0,-1 1 0,0-1 0,0 0 0,0-1 0,7-8 0,-7 9-119,11-16 372,-16 19-309,0 0 1,1 1-1,-1-1 1,1 0-1,-1 1 1,0-1-1,0 0 1,1 0-1,-1 1 1,0-1-1,0 0 1,0 0-1,0 1 1,0-1-1,0 0 1,0 0-1,0 0 1,0 1-1,0-1 1,0 0-1,-1 0 1,1 1-1,0-1 0,0 0 1,-1 0-1,0 0 1,-8-7-6771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6:27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0 395 24575,'6'0'0,"-1"1"0,1 0 0,-1 0 0,6 2 0,10 2 0,166 15 0,1-15 0,-144-4 0,192 10 0,56 1 0,165-13 0,-241 1 0,-194 2 0,0 0 0,0 1 0,25 7 0,13 2 0,122 5 0,1-15 0,-173-2 0,-6 0 0,0 0 0,0 0 0,-1 0 0,1-1 0,0 0 0,0 1 0,4-3 0,-6 3 0,-1-1 0,0 0 0,0 0 0,1 0 0,-1 0 0,0 1 0,0-2 0,0 1 0,0 0 0,0 0 0,0 0 0,-1 0 0,1-1 0,0 1 0,-1 0 0,1-1 0,-1 1 0,1 0 0,-1-1 0,1 1 0,-1-1 0,0 1 0,0-2 0,3-30 0,-2 0 0,-4-42 0,1 8 0,2 61 0,0-3 0,0 0 0,-1 0 0,0 1 0,-4-17 0,5 23 0,-2-1 0,1 0 0,0 1 0,0-1 0,-1 1 0,1-1 0,-1 1 0,0 0 0,0-1 0,0 1 0,0 0 0,0 0 0,0 1 0,-1-1 0,1 0 0,-1 1 0,1-1 0,-5-1 0,-2 0 0,0 0 0,-1 1 0,-13-3 0,-8-1 0,-37-8 0,-103-8 0,71 11 0,-474-49-886,-5 34 757,219 28 1144,335-1-1015,1 1 0,-42 9 0,61-10 0,0 0 0,1 1 0,-1 0 0,0 0 0,0 0 0,1 1 0,0 0 0,-1-1 0,1 2 0,0-1 0,0 0 0,1 1 0,-1-1 0,1 1 0,0 0 0,0 1 0,0-1 0,-2 5 0,0 1 0,0 0 0,1 1 0,0 0 0,1 0 0,0 0 0,1 0 0,-1 13 0,1 3 0,3 31 0,0-37 0,-1 1 0,-6 42 0,6-63 0,0 1 0,-1-1 0,1 1 0,0-1 0,0 1 0,0-1 0,0 1 0,0 0 0,0-1 0,1 1 0,-1-1 0,0 1 0,1-1 0,-1 1 0,1-1 0,0 1 0,-1-1 0,1 0 0,0 1 0,2 1 0,-1-1 0,0 0 0,1 0 0,-1-1 0,1 1 0,0-1 0,-1 1 0,1-1 0,0 0 0,0 0 0,3 0 0,24 6 37,0-2 0,43 2 0,7 1-1513,-59-4-5350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6:29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0 24575,'0'2'0,"0"3"0,0 2 0,-2 3 0,-3-2 0,-2 1 0,-1 1 0,-4 2 0,-2 2 0,0 0 0,0 0 0,-1-1 0,1 0 0,1-2 0,0-4 0,2-2-8191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6:29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24575,'4'2'0,"3"3"0,7 2 0,3 2 0,3 2 0,-1-1 0,-1-1 0,-3 1 0,-3 1 0,-1-2 0,0-1 0,-3 1 0,0-1 0,1 0 0,-2 0 0,0 0 0,2-3 0,-2-1-8191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6:30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24575,'0'2'0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6:41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947 0 24575,'0'1'0,"0"0"0,0-1 0,0 1 0,-1-1 0,1 1 0,0 0 0,0-1 0,-1 1 0,1-1 0,0 1 0,-1-1 0,1 1 0,0-1 0,-1 0 0,1 1 0,-1-1 0,1 1 0,-1-1 0,1 0 0,-1 1 0,1-1 0,-1 0 0,1 1 0,-1-1 0,1 0 0,-1 0 0,0 0 0,-19 5 0,17-5 0,-65 6 0,-87-3 0,100-4 0,-70 0 0,-101 2 0,186 2 0,0 3 0,-41 10 0,27-5 0,-1-1-1365,41-9-5461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6:42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0 24575,'-9'0'0,"0"1"0,-1 0 0,1 0 0,0 1 0,0 0 0,0 0 0,0 1 0,0 0 0,0 1 0,1 0 0,-14 9 0,12-8 0,1 1 0,1 1 0,-1-1 0,1 1 0,-13 14 0,20-19 0,-1 0 0,1 0 0,-1 0 0,1 0 0,-1 0 0,1 0 0,0 1 0,0-1 0,0 1 0,1-1 0,-1 0 0,0 1 0,1-1 0,0 1 0,-1 0 0,1-1 0,0 1 0,0-1 0,1 1 0,-1-1 0,0 1 0,1-1 0,0 1 0,-1-1 0,1 1 0,0-1 0,0 0 0,1 1 0,1 2 0,2 1 0,0 0 0,0 0 0,0-1 0,0 1 0,1-1 0,12 7 0,42 23 0,-28-18 0,36 25-51,16 9 199,-68-42-513,0-2-1,1 0 1,24 7-1,-30-11-6460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6:48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0 24575,'-2'2'0,"-3"3"0,-4 4 0,-5 3 0,-6 6 0,-2 1 0,-3 4 0,1-2 0,2-3 0,5-2 0,5-4-8191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6:48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0 24575,'-6'6'0,"-6"9"0,-9 6 0,-8 8 0,0-1 0,3 0 0,5-5-8191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6:49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24575,'-2'3'0,"1"-1"0,0 1 0,0-1 0,-1 1 0,1 0 0,1-1 0,-1 1 0,0 0 0,1 0 0,-1 0 0,1-1 0,0 1 0,0 0 0,0 3 0,0 3 0,-1 198 0,1-206 0,1 0 0,-1 1 0,0-1 0,0 0 0,1 0 0,-1 0 0,1 1 0,-1-1 0,1 0 0,-1 0 0,1 0 0,0 0 0,-1 0 0,1 0 0,0 0 0,0 0 0,0 0 0,0 0 0,0 0 0,0 0 0,0-1 0,0 1 0,0 0 0,0-1 0,0 1 0,1-1 0,-1 1 0,0-1 0,2 0 0,4 2 0,0-1 0,-1-1 0,1 1 0,10-2 0,-5 1 0,77 0 0,161 3 0,116 21-1257,81 4 918,-425-27 339,-8 0 0,-1 0 0,1-1 0,14-3 0,-27 3 11,0 0 0,0 0 0,0 0 0,0-1 0,0 1 0,0 0 0,0-1 0,0 1 0,0 0 0,-1-1 0,1 1 0,0-1 0,0 0 0,0 1 0,-1-1 0,1 1 0,0-1 0,-1 0 0,1 0 0,-1 1 0,1-1 0,-1 0 0,1 0 0,-1 0 0,1 0 0,-1 0 0,0 0 0,1 1 0,-1-1 0,0 0 0,0 0 0,0 0 0,0 0 0,0-2 0,0-3 198,-1 0 0,0 1 0,-1-1 1,1 0-1,-4-5 0,-1-8-253,2-21 44,3 27 0,0 1 0,-5-20 0,5 28 0,0 1 0,0 0 0,0 0 0,0 0 0,-1 0 0,1 0 0,-1 0 0,0 1 0,0-1 0,0 0 0,0 1 0,-1 0 0,1-1 0,-5-2 0,-1 0 0,0 1 0,0 0 0,-1 0 0,-16-5 0,-41-6 0,52 12 0,-42-7 5,-80-4-1,-57 9-87,161 5 33,-633 1-1418,627-1 1071,23 0-5805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6:49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0 24575,'2'0'0,"-1"2"0,-6 5 0,-7 7 0,-5 5 0,-3 2 0,-4 3 0,1-1 0,0 1 0,3-5-8191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6:50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0 24575,'-2'2'0,"-3"1"0,-2 1 0,-3 3 0,2 2 0,-4 3 0,-2 2 0,-6 3 0,2-2-8191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6:50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0 24575,'-3'0'0,"-1"0"0,-6 0 0,-4 2 0,-8 5 0,-2 3 0,-4 4 0,0 3 0,2 0 0,3-2 0,4-1 0,6-3-8191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6:50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0 24575,'0'2'0,"-4"5"0,-7 7 0,-7 6 0,-1 0 0,-2 2 0,1-3 0,3-5-8191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6:54.60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67 9830,'1'12'707,"1"0"0,0 0 0,0 1 1,8 20-1,-1-1-134,-5-16-344,-1-3 116,0-1 0,1 0 1,0 0-1,8 16 1,-10-24-195,1-1 1,-1 1 0,1-1 0,-1 0-1,1 0 1,0 0 0,0 0-1,0 0 1,1-1 0,-1 1 0,1-1-1,-1 0 1,1 0 0,0 0 0,0 0-1,0-1 1,6 2 0,19 2 1501,0-1-1,-1-2 1,59-2 0,-34-1-932,886-3-465,-920 5-256,-12-1 0,1 0 0,0 0 0,-1-1 0,11-1 0,-17 1-26,0 1 1,0 0 0,-1-1-1,1 1 1,0 0 0,-1-1-1,1 1 1,0-1 0,0 1-1,-1-1 1,1 1 0,-1-1-1,1 0 1,-1 1 0,1-1-1,-1 0 1,1 0 0,-1 1-1,1-1 1,-1 0 0,0 0-1,0 1 1,1-1 0,-1 0-1,0 0 1,0 0 0,0 0-1,0 1 1,0-1 0,0 0-1,0 0 1,0 0 0,0-1-1,-1-4-284,0 1-1,-1-1 1,-3-10 0,2 8 184,-4-15-498,-1 0 0,-1 1 1,-1 0-1,-1 0 0,-1 1 0,-1 1 1,-1 0-1,-27-30 0,38 46 700,-1 1-1,0-1 1,0 1 0,0 0-1,0 1 1,0-1-1,0 0 1,-1 1 0,1 0-1,-1 0 1,1 1-1,-1-1 1,0 1 0,0 0-1,0 0 1,0 1-1,-9-1 1,-18 2 556,1 0 0,-1 3 1,-36 7-1,-92 30 1319,85-20-1483,10-3 139,-46 12 133,87-25-678,0-1 0,-40 1 1,-59-7-63,104 2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6:55.067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752 0 9830,'-223'0'8507,"-296"0"-630,509 0-7877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6:55.49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232 0 9830,'-44'22'2152,"2"2"0,-75 57 0,115-79-2069,-1 0-1,1 0 1,0 1 0,0-1-1,0 1 1,0-1-1,0 1 1,0 0 0,1 0-1,-1 0 1,1 0-1,0 0 1,0 0 0,0 0-1,-1 6 1,2-1 252,-1 0 0,1 1 1,1-1-1,0 0 0,2 10 0,-2-11-129,1-1-1,-1 0 0,2 0 1,-1 0-1,1 0 0,0-1 1,0 1-1,0-1 0,1 1 1,0-1-1,0 0 0,0 0 1,1-1-1,-1 0 0,1 1 1,0-1-1,1-1 0,5 4 0,11 5 436,0-2-1,1 0 1,33 9-1,-47-16-583,57 17-32,-1-4 0,79 10 0,-73-16-25,-3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7:00.66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149 303 9830,'1'0'81,"53"0"2827,79 9 1,72 7 1524,1-16-120,-77-1-2573,1154 1-1740,-1270 0-37,-9 1 49,-1-1 0,1 0 0,-1 0 0,1 0-1,6-2 1,-9 2-37,0 0 0,0-1 0,0 1-1,0-1 1,0 1 0,0-1 0,0 1-1,0-1 1,0 0 0,-1 0 0,1 1-1,0-1 1,0 0 0,-1 0 0,1 0-1,0 0 1,-1 0 0,1 0 0,-1 0-1,1 0 1,-1 0 0,1-2-1,1-11-476,0 0-1,0 0 0,-1 0 0,-1 0 1,-2-19-1,0 2-212,3-5 192,-1 19 87,0 1 0,0 0 0,-5-24 0,4 37 437,0 1 1,0-1-1,0 1 1,0 0-1,0-1 1,-1 1-1,1 0 1,-1 0-1,1 0 1,-1 0-1,0 0 1,0 0-1,0 1 1,0-1-1,0 1 1,0-1-1,0 1 1,0 0-1,-1-1 1,1 1-1,0 0 0,-1 1 1,1-1-1,-1 0 1,-3 0-1,-7-1 263,-1 1-1,1 0 1,-24 2-1,20 0-129,-429 4 5043,-220-6-5219,230 0 226,304 0-184,-138 2 0,260 0 0,-2-1 0,0 1 0,1 0 0,-18 4 0,27-5 0,-1 1 0,1 0 0,0-1 0,-1 1 0,1 0 0,0 0 0,0 0 0,0 1 0,0-1 0,0 1 0,0-1 0,0 1 0,1-1 0,-1 1 0,0 0 0,1 0 0,-1 0 0,1 0 0,0 0 0,0 0 0,0 0 0,-2 5 0,1 6 0,0 0 0,1 0 0,1 0 0,0 0 0,2 20 0,1 6 0,-3-36 0,0-1 0,0 1 0,0 0 0,0 0 0,1-1 0,-1 1 0,1-1 0,0 1 0,0 0 0,0-1 0,0 0 0,0 1 0,1-1 0,-1 0 0,1 1 0,-1-1 0,1 0 0,0 0 0,0 0 0,0 0 0,0-1 0,0 1 0,3 1 0,7 4 0,0 0 0,0-1 0,0 0 0,1-1 0,0-1 0,21 5 0,83 8 0,-108-16 0,133 8 0,-121-9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7:01.283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594 0 9830,'-13'1'759,"-1"0"-1,1 0 0,0 2 1,0 0-1,-19 6 1,-61 30 2386,48-19-1734,33-15-1155,-225 105 3793,220-101-3565,-1 0 1,0-1 0,-26 8-1,32-13-438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7:01.634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9830,'6'2'864,"11"9"680,9 6-323,9 9 324,19 12 1639,13 10-1051,6 4-164,-1 0-604,-4-5-143,0-3 115,-7-8-1337,-10-10 0,-12-9 0,-10-6 0,-11-5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7:10.575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14 0 9830,'1'43'2019,"0"-21"-1308,-1-1-1,-5 37 0,2-47-177,3-11-530,0 0 0,0 0 0,0 0 0,0 0 0,0 0 0,-1 0 0,1 0 1,0 0-1,0 0 0,0 0 0,0 0 0,0 0 0,0-1 0,0 1 0,0 0 0,-1 0 0,1 0 1,0 0-1,0 0 0,0 0 0,0 0 0,0 0 0,0 0 0,0 0 0,0 0 0,0 0 1,0 0-1,0-1 0,-1 1 0,1 0 0,0 0 0,0 0 0,0 0 0,0 0 0,0 0 0,0 0 1,0 0-1,0-1 0,0 1 0,0 0 0,0 0 0,0 0 0,-3-21-185,2 10 103,0-26-216,1 33 306,1 1-1,-1 0 0,1 0 1,-1-1-1,1 1 0,0 0 1,0 0-1,3-5 1,-4 7 32,1 0 0,0-1 0,1 1 0,-1 0 0,0 0 1,0 0-1,0 0 0,1 0 0,-1 0 0,1 0 0,-1 1 0,0-1 1,1 0-1,-1 1 0,1-1 0,-1 1 0,1 0 0,2-1 1,4 0 171,-1 1 0,13 0 0,-13 1-83,-1-1-34,-1 0 0,0 0 0,1 1 0,-1 0 0,0 0 0,0 1 0,6 2 0,-9-3-53,0 0-1,0 0 1,0 0-1,0 1 1,0-1-1,0 1 1,-1-1-1,1 1 1,0 0-1,-1-1 1,1 1-1,-1 0 1,0 0-1,0 0 1,0 0-1,0 0 1,0 1-1,1 3 1,4 21 399,-4-16-396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7:11.421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34 9830,'2'0'273,"3"0"0,4 0 273,3 0-273,4-2 338,2-4 161,1-2-499,-3-2-323,-4 2 50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7:12.190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15 0 9830,'1'53'2174,"-3"-1"-1,-12 73 1,17-134-2191,0 0 1,1 0 0,0 0 0,1 0 0,8-11 0,-10 15 7,0 0-1,1 1 1,-1-1 0,1 1 0,0-1 0,1 1 0,-1 0 0,1 1 0,-1-1 0,1 1 0,0 0 0,11-5 0,-15 8 41,0 0-1,1-1 0,-1 1 1,1 0-1,-1 0 1,0 0-1,1 0 1,-1 0-1,1 0 0,-1 1 1,0-1-1,1 0 1,-1 1-1,0-1 1,1 1-1,-1-1 1,0 1-1,0 0 0,3 1 1,-1 1 68,1 0 0,0 1 0,-1-1 0,4 6-1,4 4 218,-2-4-259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7:12.749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0 0 9830,'28'78'4404,"22"34"-3078,-48-109-1278,-1 0 18,0-1 0,0 0 0,0 0 0,0 0 0,1 0 0,-1 0 0,1 0 0,-1 0 0,1-1 0,3 4 0,-4-5-69,-1 0 0,1 0 0,-1 0 1,1 0-1,-1 0 0,1-1 0,-1 1 0,1 0 1,-1 0-1,1 0 0,-1 0 0,1-1 0,-1 1 1,1 0-1,-1 0 0,0-1 0,1 1 1,-1 0-1,1-1 0,-1 1 0,0 0 0,1-1 1,-1 1-1,0-1 0,1 1 0,-1-1 1,0 1-1,0 0 0,0-1 0,1 1 0,-1-1 1,0 1-1,0-1 0,0 0 0,2-2-73,4-11-168,2-2 31,1 0 1,0 1-1,22-29 1,-30 43 255,0-1 0,1 1 1,-1-1-1,1 1 1,-1 0-1,1 0 0,0 0 1,0-1-1,-1 1 0,1 1 1,0-1-1,3-1 0,-4 2-3,0 0 0,1 0-1,-1 0 1,0 0 0,0 0-1,0 0 1,0 0-1,0 1 1,1-1 0,-1 0-1,0 1 1,0-1-1,0 1 1,0-1 0,0 1-1,0 0 1,0-1-1,-1 1 1,1 0 0,0-1-1,0 1 1,0 0 0,1 2-1,3 4 156,0 2-1,0-1 0,-1 0 1,0 1-1,-1 0 1,0 0-1,4 15 1,-4-10-42,2 0 1,6 14 0,-11-27-129,0 0 0,0-1-1,1 1 1,-1 0 0,0 0 0,1 0 0,-1-1 0,0 1 0,1 0-1,-1-1 1,1 1 0,0 0 0,-1-1 0,1 1 0,-1 0-1,1-1 1,0 1 0,0-1 0,-1 0 0,1 1 0,0-1 0,0 1-1,-1-1 1,1 0 0,0 0 0,0 1 0,0-1 0,0 0-1,1 0 1,7-5 74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47:14.968"/>
    </inkml:context>
    <inkml:brush xml:id="br0">
      <inkml:brushProperty name="width" value="0.1" units="cm"/>
      <inkml:brushProperty name="height" value="0.1" units="cm"/>
      <inkml:brushProperty name="color" value="#008C3A"/>
    </inkml:brush>
  </inkml:definitions>
  <inkml:trace contextRef="#ctx0" brushRef="#br0">2 0 9830,'2'0'273,"-3"0"273,-2 0-546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8:40.94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0,'2'0,"2"0,8 0,9 0,8 2,8 0,8 1,4 0,-1-1,-2 0,-6 0,-4-2,-7 1,-5-1,-6 0,-3 0,-5 0,-1-1,-2 1,3 0,1 0,2 0,-1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1:59:22.14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30 0,'842'0'0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23.43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0,'3'0,"3"0,8 0,10 0,14 0,7 0,10 0,14 0,20 0,14 0,6 0,-1 0,-6 0,-9 0,-11 0,-15 0,-13 0,-14 0,-11 0,-7 0,-6 0,-2 0,1 0,1 0,-2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24.71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438 4,'3'0,"3"0,6 2,6 4,10 4,3 2,-3 1,-5 0,0-1,-5 3,-5 2,-7-3,-8 0,-10 2,-15 4,-20 0,-17 3,-14 8,-7 3,2-1,6 1,12-2,13-7,14-5,21-6,18-5,18-4,14-9,8-8,2-7,1-6,-1-4,4-4,-2 0,-5 4,-3 1,-6 3,-5 3,-5 5,-5 4,-4-2,-3-4,-6 0,-9 2,-8 2,-12 0,-13-1,-4 1,3 3,2 4,6 4,10 1,12 2,13 4,16 4,5 3,6 0,3 1,1 1,0 1,-6 1,-5-2,-6-5,-12-5,-6-1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26.03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262 0,'5'3,"2"3,5 6,7 3,5 2,2 1,-3-1,-8 3,-17 0,-11-1,-7-3,-7-5,-9 1,-8 2,1 0,-3 0,-4 2,4-1,9 0,15-2,15-4,15-3,10-5,8-3,10-3,1-5,2-1,-3-1,-7-2,-7-2,-6 0,-7-1,-4 1,-8-3,-7 2,-1 2,-7 0,-5-2,-1 2,0 3,2 4,8 3,8 3,16 3,11 6,7 0,5 5,-2 0,0-2,-1-3,-2 1,-1 1,-3-2,-5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29.72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174 0,'0'3,"0"8,0 16,0 15,0 15,-5 12,-2 7,0 2,2-8,1-10,2-13,1-12,0-9,4-15,3-11,3-6,6-4,3-1,3-1,3 2,3 2,0 3,-6 5,-5 4,-6 5,-5 6,-3 3,-2 3,-1 4,-2-1,-10 0,-9-3,-4-5,0-5,-3-1,-3-3,-2-3,1-2,1-1,1 0,6-4,7-9,6-10,6-6,4-7,1 3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29.91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0,'7'0,"11"0,10 0,8 0,0 0,2 0,-2 0,-4 0,0 0,-7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30.43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0,'0'6,"0"13,0 15,0 17,0 13,0 11,0-3,0-2,0-6,0-11,0-22,3-25,3-15,3-14,3-6,5-3,1 1,1 6,5 7,0 7,0 5,-3 7,-1 5,-5 6,-5 8,-3 2,-4 0,-2 1,-7 3,-4-4,-1-6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30.64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0,'3'0,"5"3,8 5,5 5,2 0,0 0,-2 0,-1-1,0-4,3-2,-3-3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30.88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819 0,'-7'5,"-17"13,-18 7,-21 16,-20 8,-22 12,-9 0,0 3,14-10,21-11,25-10,20-11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31.23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49,'5'0,"4"-3,9 0,9-1,4 2,8 0,11 1,1 0,-6 1,-4 0,-7 0,-10-3,-8-2,-7-7,-6-1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31.53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0,'0'8,"0"12,0 14,0 14,0 9,0 2,0-3,0-3,0-9,0-4,3-6,3-8,3-10,3-6,7-6,5-3,2-2,-4-1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31.96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252 167,'2'0,"4"0,9 0,6 0,3-3,0 0,-2-3,-2 0,-5-2,-4-2,-4-1,-4-3,-2-3,-1-1,-3-1,-7 1,-11 3,-13 4,-3 4,-3 6,0 8,-4 14,1 10,0 13,5 10,8 0,10 2,8-1,6-8,4-8,5-9,13-10,13-7,10-7,11-4,2-2,6-2,13-10,2-9,-11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32.16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0,'3'0,"0"3,3 0,0 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32.60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3 47,'-3'-3,"5"0,12 0,17 0,10 1,9 1,9-5,2-1,4 1,1 0,-6 3,-8 1,-4 0,-9 2,-7 0,-13 0,-12 1,-6-1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32.89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93 0,'-3'8,"0"7,-6 18,-3 15,0 12,0 7,1 3,1-7,2-8,1-8,4-10,0-8,5-9,1-9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33.43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332 0,'-5'0,"-14"0,-10 5,-8 7,-7 12,-4 9,3 8,10 1,5 1,8-3,7-7,13-9,13-8,15-7,12-5,11-3,3-2,6 0,0-1,-4 0,-9 1,-9 1,-9-3,-8-4,-8-2,-5-3,-5-4,-1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33.73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0,'0'5,"0"15,0 14,0 12,0 8,0 0,0-1,0-7,0-6,0-8,0-14,0-10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34.26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23 0,'0'13,"0"22,0 24,0 16,0 10,-2 7,-2-3,-2-10,0-15,1-22,7-27,5-20,9-16,2-8,3-1,4 2,-1 4,1 4,-1 7,-4 8,-9 13,-8 7,-11 4,-8 3,-7 2,0-5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34.51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0,'8'8,"10"10,5 7,0 3,3 0,1 0,-1-7,-3-5,-2-7,-2-4,0-5,-2-4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34.78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579 0,'-8'3,"-10"3,-13 8,-11 16,-11 11,-15 16,-1 3,1-2,6-4,7-2,10-10,10-9,10-10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35.12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6,'8'0,"8"0,5 0,11 0,7 0,7 0,4 0,1 0,2 0,-2 0,-8 0,-11-2,-11-2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35.41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0,'0'5,"0"13,0 15,0 13,0 11,0-1,0-3,0-4,3-9,0-8,8-10,8-9,7-6,10-4,2-3,-1-2,-4 1,-7-1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35.85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203 79,'5'0,"7"0,7 0,2 0,1-2,-4-4,-7-6,-11-4,-13 2,-10 2,-8 4,-10 3,-8 2,2 2,7 6,9 8,10 6,9 6,9 3,11-3,8-6,4-5,10-6,9-5,1-1,7-3,5 0,7 0,12 0,11 0,24-7,-7-3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40.91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289 0,'0'5,"-5"7,-7 7,-4 7,-8 11,-3 8,-4 7,-1 6,0-3,-3-2,5-8,4-12,10-11,13-9,7-8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41.66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145 0,'-2'3,"-9"8,-11 10,-6 10,-1 4,5 2,5-4,10-4,8-7,20-12,17-14,11-13,4-12,4-9,-1-2,-9-1,-11 10,-11 21,-10 19,-7 19,-5 17,-2 9,-1 6,-1-3,-6-2,-6-9,-2-12,0-12,-4-9,0-10,4-8,4-10,5-9,3-5,3-2,9 0,12 7,7 4,7 3,6 5,2 1,-2 3,-4 2,-6 3,-5 2,-4 1,-3 2,-2 2,-3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42.05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116 139,'5'0,"7"0,6 0,6 0,4 0,-1-2,1-4,-5-4,-6-2,-6-1,-4-7,-10 0,-14 1,-14 3,-10 6,-3 3,0 3,1 8,7 5,10 5,9 4,8 7,5 2,3 4,8-1,7-5,11-7,5-7,5-4,6-5,-1-2,-4 0,-1-2,4-2,-5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42.29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86,'3'0,"3"0,3 0,3 0,2-2,4-2,3-4,2-4,-1 0,-2 0,-1 1,0-2,-1 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42.66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0,'0'10,"0"12,0 7,0 6,0-1,0 0,0-3,0-5,0-1,0-3,3-2,5-5,5-5,7-3,6-4,6 0,-2 3,-7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43.55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0,'3'0,"3"0,9 0,6 0,5 0,1 0,1 0,1 0,-2 0,-3 0,-3 0,-3 0,-4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44.33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0,'8'0,"18"0,10 0,8 0,9 3,-4 0,-4 1,-5-2,-4 0,-5-1,-9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44.61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67 0,'-5'8,"-2"13,0 10,0 11,-1 5,0 6,1-2,1-1,0-7,0-10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06:46.16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 0,'0'372'0,"1657"-372"0,-1657-372 0,-1657 372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49.79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892 73,'0'-3,"0"-3,-5-1,-4 1,-9 2,-4 1,0 1,-4 1,-6 1,0 0,-2 0,-1 0,3 1,3-1,0 0,0 0,2 0,-1 0,-2 0,-4 0,3 0,-3 0,-5 0,2 0,-2 0,2 0,1 0,2 0,4 0,5 0,4 0,2 0,6 3,4 3,3 8,4 13,2 6,0 11,1 8,0 8,0 5,-1 0,1-4,-1-3,0-3,0-9,0-7,0-7,0-7,0-5,0-3,0-2,0-1,0 2,2-1,4-4,6 0,6-3,5 0,9-1,10 0,7 0,14-2,20-1,8 3,20 1,14 4,12 0,3-2,4-3,0-2,-3 0,-10 2,-7 5,-17 0,-16-1,-18-1,-12-1,-10 0,-7-2,-8-2,-5-1,-2 1,-2-1,-2-1,-3 0,0-2,-1 0,1-1,2 0,-1 0,-1 0,-3-3,-3-3,-5-9,-5-9,-3-8,-2-12,-1-17,0-10,-1-6,0-6,0 1,-2 9,-1 12,1 14,-2 10,-3 5,0 7,-1 6,-2 5,1 2,0 2,-4 2,-7-4,-10-3,-6 2,-16 0,-23 0,-19 2,-25 3,-30 3,-31 2,-21 2,-18-7,-7-5,9-2,18-4,30 1,37-2,37 4,34 3,26 4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36.59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170 0,'-6'8,"-13"15,-10 14,-5 14,4 4,6-1,8-3,6-9,8-8,12-8,11-8,9-7,3-10,4-14,1-12,-1-10,-4-3,-5-7,-4-2,-5 1,-5 3,-4 6,-5 8,-6 8,-4 7,-8 10,0 12,1 10,2 13,4 9,3 2,1 2,1-4,2-3,-1-6,1-5,-1-2,1-3,-1-2,0 4,0 0,3-2,0-3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37.16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0,'0'13,"0"17,0 17,0 12,0 10,0 9,0-4,0-5,0-8,0-9,3-25,3-21,6-23,11-18,2-6,1-3,0 2,-3 6,-2 10,-3 11,-3 11,0 14,-3 8,-2 8,-4 3,-5 4,-8 2,-6-6,-2-5,-7-3,-3-6,-1-6,0-3,3-4,2-1,5-5,5-3,4-1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37.49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0,'6'0,"3"11,1 10,6 10,4 5,0-1,-1-4,0-8,-1-7,-2-6,3-6,-3-2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37.83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411 0,'-2'5,"-15"13,-6 7,-12 11,-11 11,-3 1,0 0,3-3,3-4,8-7,3-6,11-10,8-12,20-13,8-7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38.14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20,'5'0,"7"0,7 0,10 0,5 0,0 0,-1-3,0 0,-5 0,-3-3,-6 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38.48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0,'0'5,"0"20,0 14,0 12,0 9,0 1,0-4,0-2,0-7,0-7,5-8,5-9,2-9,3-7,1-5,2-3,5-1,-3-1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39.05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51 94,'10'-3,"6"-3,6-1,1-1,-3-3,-5-1,-4-2,-8 2,-7 3,-7 3,-7 2,-4 2,-2 4,-1 7,3 5,3 1,7 2,4 3,4 1,2-1,2 1,1 0,5-1,5-4,5-2,10-1,9-3,1-2,1-4,1-1,-2-3,-1 0,1 0,2-1,-3 1,-5-1,-7 1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39.25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12 0,'-5'0,"-2"0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53.29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368 69,'-5'0,"-5"0,-5 3,-3 3,-4 3,-2 3,-1 2,2 1,2-2,2-1,1 1,2 5,1 3,0 0,3 1,3 3,3-1,1 1,0-1,2-2,1-3,0-1,2 3,2 4,5-2,0-3,1-2,3-5,2-1,6-2,2-4,1-3,1-1,0-2,-2-3,-1-6,-5-7,-2-5,-3-6,-1 1,-2-1,-2 1,1 3,-1 0,1 1,0 2,4-6,0-1,-1 1,-3 1,-1 1,-3 2,-1 3,-1 9,0 12,0 15,-1 14,-2 8,-1 8,-2 7,0 2,1-2,1 2,2-2,-5-5,0-5,0-8,2-7,1-4,2-3,-1-3,-1-2,1-1,0-7,2-9,0-10,0-13,1-9,0-6,3-10,3-7,1-1,-1-5,1 3,0 1,-2 3,4 2,0 5,-2 6,-1 4,-2 6,-2 5,-1 6,-1 2,0 3,-3 3,-6 4,-4 3,-5 3,-2 1,-1 1,-1 1,-2 0,-5 4,-3 5,4 3,2 5,0 1,5 3,0 3,1 2,2 0,4-3,1 2,4 0,2 0,3-1,3-3,0-2,7-2,4-5,5-3,6-5,7-4,4-9,2-8,-3 0,-6-1,-8 0,-4-3,-4 1,-1-3,1 0,-2-1,2 1,-2-4,-2 0,1-1,0 2,-2 2,2 3,2 2,-1 1,-1 12,-1 9,-2 12,-2 8,0 8,-1 11,0 9,-1 3,1 0,0-1,0-3,-1-2,1 2,0-4,0-4,0-4,0-2,0 2,0-4,0-5,0-5,0-5,0-2,0-2,0-2,3 1,3-4,1-5,-1-7,-2-3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59.77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0,'3'3,"0"3,0 8,8 8,4 4,-1 4,0 3,-2 0,0 2,-3-1,-3 6,1 0,-2-2,-1 4,-1 2,1-4,3 0,-1-6,0-5,-2 0,-1 1,-1-1,-2 1,1 3,-2 3,1-1,0-5,0-2,-1 0,1 2,0 4,0 0,0-5,0-1,0-4,0 3,0-1,0-2,0 2,0 5,0-1,0-2,0-2,0-1,0 1,0 3,0 1,0-2,0-3,-2-4,-4-2,-4-2,-2-4,-1-4,0-4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8:49.72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79 0,'-3'0,"-4"0,-3 0,-3 0,0 0,3 1,0 2,3 2,3 2,3 1,4 3,6-1,5 0,4-1,-2-1,-3 0,-2 2,-4-1,-5 0,-3-3,-6-2,-4-2,-4-1,0-1,2 0,0-1,2-2,3-1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8:49.97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0,'3'0,"2"0,2 0,0 2,0 1,0 0,0 2,-2 0,-1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8:50.42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26 41,'1'0,"2"0,2 0,2 0,0 0,-1-1,-1-2,-1-4,-2-1,-3 1,-3 1,-2 1,-3 3,-1 0,-1 3,2 4,2 2,2 1,3 1,0 0,2 1,2-1,3 0,2-1,1-2,2-1,2-3,1 0,0-2,-1 0,1 0,0 0,-2-1,-3 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8:50.93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31,'0'1,"0"2,4 0,3-3,0-3,0-2,2-2,1-1,0 1,1 3,1 0,0 5,-1 5,-1 5,-2 2,-2 1,-3 2,-1-1,0-3,1-4,0-2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8:51.33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50 0,'-3'0,"-2"0,-1 1,-2 3,0 0,1 3,1 0,3 2,1 1,1 0,1 2,1 1,4-2,2-3,2-3,2-2,0-1,0-2,-1-2,-2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8:51.68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0,'1'2,"1"2,-1 4,2 5,0 1,-1 3,0 4,-1 0,1 1,0-1,0-2,-1-2,1-2,1-5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8:52.21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95,'3'0,"2"0,2 0,0 0,3 0,4-2,3-1,-2-2,0-1,-3-3,-2 0,-3-1,-3-1,-1-2,-4 2,-2 3,-3 2,-4 4,-1 4,1 2,2 3,3 2,2 1,1 0,2 1,0 1,0 1,2 1,3 0,1-1,1-3,2-2,3-4,-1-1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8:52.78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17 20,'0'1,"0"4,0 4,0 3,-2 2,0 3,1 0,-2-2,0-7,1-6,0-4,1-7,0-2,1-4,1-3,3 0,2 1,3 5,2 3,0 4,0 2,0 2,0 2,0-1,-2 1,-1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9:13.04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129 223,'2'0,"2"0,3 0,1 0,0 0,1 0,0 0,1 0,0 0,0 0,1 0,0 0,-1 0,-1 0,0 0,0 0,2 0,0 0,2-1,-1-1,1-1,1-3,-3-1,2-1,-2 1,0-1,0-2,-2 0,-3-1,-3 0,-1 0,-1 0,-2 2,-1 1,-2 1,-2 1,-2 1,-1-1,0 0,0 1,0 1,0 1,0-1,-1-1,0 0,-2 1,1-1,1 1,-2 1,0 1,-3-1,1 0,1-2,1 0,2 1,1 1,-1 1,0 1,1 1,-1 0,2 0,0 0,-2 1,0-1,1 0,-2 0,-1 0,-1 0,1 1,0 3,0-1,2 1,0 2,3 0,3 3,1 0,2 1,0 0,1-1,1-1,1 1,1-2,1-1,1 0,0-1,3 0,1 1,0-1,-1 0,0-1,-1-1,0-1,-1 1,-1-1,3 1,0 0,0 1,1 0,0-2,-1 0,-1 1,1-1,0 0,-1 1,-1 0,2-1,1-1,0 0,0 0,-1 0,1 1,3 3,1-1,2 1,0-1,-2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9:15.57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59 0,'-1'0,"-2"0,-2 2,0 1,0 2,0 1,1 1,2 1,0 0,2 0,-1 1,1 0,2 1,3-1,3-3,3 1,1 0,0 1,0-2,-4 0,-1 1,-4-1,-2 3,-3 0,-3 0,-2-1,-1-1,-3-1,-1-2,-1-2,0-1,1-1,1 0,3-1,3-3,5 0,2 0,2-1,7-2,3-2,2 0,2 3,-2 0,-1 0,-1-2,-3 1,-2 0,-3 0,-3 0,-1-1,-2-1,0-1,-1 1,-2 1,-2 2,-1 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9:16.82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28 0,'0'1,"0"4,0 2,0 1,0 2,0 3,0 1,-1-1,-1 1,1-2,-2 1,0-1,1-1,-1 1,0 1,0-1,2 0,0-6,0-6,2-4,2-4,2-1,3-3,1 1,2 0,1 4,-1 2,-1 2,0 2,-2 1,1 1,-2 3,-3 1,-1 2,-3 1,-2 1,-3 0,-4-1,-2 0,-1-2,1-1,0-2,0-1,1-2,-1 0,2-1,1-3,3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9:17.28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8,'1'-1,"2"-1,2 0,2 1,1 0,0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9:17.65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14 0,'0'2,"-1"2,-1 3,1 1,-2 0,0 1,1 0,0-2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9:18.17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17,'2'0,"2"-3,3-1,1 1,0 0,2 1,1 1,-1 0,0 1,-1 0,0 0,-2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9:19.22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28 0,'0'1,"0"5,0 3,0 3,-1 3,-1 3,-1-1,-1 0,-1-2,1-1,2-3,0-2,1 0,-1 0,0 1,2-2,4-2,1-3,3-1,0-1,2-1,1 0,-1 0,0-1,-2 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9:20.35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13 0,'-1'0,"-1"3,0 2,1 1,0 2,-1 1,0 2,0-3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9:24.37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69 0,'-3'0,"-3"0,-3 2,0 1,-2 3,0 2,0 0,2-2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9:24.78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91 0,'-3'2,"-3"1,-1 2,-1 0,-2 3,-2 1,1 0,-1-1,0 2,2-2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9:30.47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15,'2'0,"1"0,3 0,3 0,5 0,0 0,3 0,4 0,5 0,6 0,4 0,8 0,10 0,14 0,9 0,8 0,3 0,0 0,-2 0,-9 1,-10 3,-13 2,-14-1,-9-2,-8 0,-8-2,-4 0,-3-1,-1 0,0 0,1 0,1 0,0 0,1-1,-3 1,-9 0,-10 0,-9 0,-9 0,-7-2,-11-2,-7 1,-9 0,-4 1,-5 1,-1 0,3 1,8 0,8 0,10 0,9-1,7-1,7 1,4-1,3 0,2 0,0 0,8 0,8 1,8 0,8 1,9 0,8 0,12 0,7 0,3 0,4 1,-5-1,-7 0,-9-3,-13-1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9:33.09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257 342,'3'0,"6"0,6 0,1 0,1 0,1 0,-1 0,-1-1,4-4,-2-1,-3-4,-3-1,-3-3,-4-1,-2-1,-2 0,-1 0,-1-1,1 0,-1-1,1-2,-1 3,-2 0,-2 2,0 1,-2 0,-3 1,0 3,-2 2,-2 0,-3 0,-4 0,-1 3,1 1,-3 0,2 1,1 0,1 0,1 0,3 2,1 0,0 0,3 4,3 2,0 2,0 3,0 5,0 2,-3 3,0 2,1-1,1-1,3-3,3-2,2-2,1 0,1 1,2-2,3 1,0-1,3-1,3-2,-2-2,2-1,-1-1,7 0,0 1,0-1,-1-2,-3 0,1-1,0-2,-1 1,1 0,2 0,-1 1,2-1,-1 0,-1-1,0 1,2-1,-1 0,-1-2,1-1,0-2,0-1,-1-1,-5-1,1 0,-4-2,0 0,-1 0,-2 0,0 1,-1-1,-2-1,0-3,0-1,-1 0,-2-2,-1 3,-1 1,-1 1,-2 0,-1 0,-4 1,-3 1,-1 2,1 3,-1 2,1 1,1 1,-1 1,-1 1,-3-1,1 1,2 0,-2 4,1 1,3-1,0 0,0 2,2 1,1-1,0 0,0 2,-2 0,2-2,1 2,1 0,2-2,2 0,0 1,0 1,0 1,2 1,1-1,1 0,0-1,1 0,0-1,3 1,3 2,3 1,0-3,1-2,1 1,1-1,3-1,0 0,-1-1,0-1,0-2,2-1,3 0,0-1,0-1,-3 2,-2 1,-1-1,-1 1,-2-1,2-1,0-2,0-3,0-2,-1-2,0-1,-1-1,-3-1,-1 1,-3-2,-2 0,0-1,-1 1,0 2,-1 0,-1 2,-1 0,-1 1,0 0,-3-1,0 0,-2-1,0 0,0-1,0 1,-1 2,-1 2,0 1,0 1,-1 1,-1 2,-3 0,1 1,-2 0,0 1,0-1,-2 3,-1 3,-2 4,-3 4,0 2,3 3,2-1,2 1,2-2,2 2,3 2,3-2,4-1,1-2,2-3,2-2,-1 0,2-1,3 0,4-3,5 1,2-1,1-2,0-2,0-1,2-1,1 0,0-2,-3 1,0 0,-3-1,-1 1,-1-1,-3-1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9:34.23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0,'3'0,"2"2,3 2,0 3,1 1,4 3,2 3,3 3,5 2,6 2,7 4,3-1,4 0,3-1,0-2,-2-4,-5-2,-3-4,-2-1,-4-1,-5-2,-5 1,-4-2,-4-1,-2 0,-1-2,-3 0,-1 0,2-1,2-1,5 0,3-1,2 1,2-2,2 1,0 0,-2 0,0 0,-3 0,-4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9:34.96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70 0,'2'0,"3"0,2 0,0 0,2 0,-1 0,1 0,-2 2,2 1,1 0,-1 2,-7 2,-5 0,-6 0,-5-1,-6-2,1 0,0 2,1 2,2-1,2-2,2 0,2-1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8:39.12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272 279,'3'0,"2"0,1 0,3 0,3 0,2 0,1 0,4 0,1 0,0 0,0 0,0 0,-3 0,-1-3,-3-1,1 0,-2-1,0 0,0 1,0 0,2 2,2 1,1-3,-1 1,1-2,-3 0,-1 2,-2-1,-3 0,0-2,-1 0,-2-3,-2-2,-1 0,-2 0,0-1,0 0,0 1,-2 0,-1 2,-1 0,-1 0,-2 0,1 0,-2 0,1 2,0 1,-1 3,0 1,-1 2,-2 0,-1 0,1 0,-2-1,-1 0,-1-1,1 0,-3-4,-2-1,1 0,-1 2,0 1,2 1,-2 2,-2-1,0 0,0 1,-4 0,-2 0,-2 1,-2-1,1 1,0 0,4 1,2-1,4 1,3 2,1 1,1 0,3 3,1 1,1 1,3 0,3 0,1 0,1-1,2 2,0 0,1 0,-1 0,2 2,1 0,5 2,2 2,2 0,5 0,1-1,0-2,2-1,1-3,1-1,1 0,1-1,-2-2,0-1,-2 0,1-2,1 2,0 0,-1 0,1-1,-1 0,-1 0,-1-1,1-1,-1 0,0 0,3-1,2 0,-1 0,4 0,1 0,-2-1,-1 1,0 0,1 0,-1-1,2-2,-1-2,-3-3,-3-1,-5-2,-4 0,-5 0,-3-2,-2 0,-3 1,-3-1,-5 1,-6 0,-1-1,0 1,-2 0,0 2,-1-1,0 2,-2 1,0-1,-2 0,-3 0,-6 0,-1 0,-3-2,-2 1,-4 0,-1 3,-3 1,1 3,5 1,8 2,7 0,7 0,4 1,4-1,4 2,2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8:41.98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33 279,'-2'0,"-1"-3,0-3,0-3,0-1,-1-6,-1-4,2-1,0-2,1-3,1 1,0-1,1 0,0 3,0 4,1 4,-1 4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8:43.59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25 262,'0'-1,"0"-2,0-4,0-1,-2-2,1-2,-1-1,0-2,1-2,-2 0,-1-1,1 0,0 0,1 2,1 3,0 0,1 1,0 1,0 2,0 0,1 1,-1 1,0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8:46.07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0,'1'0,"4"0,4 0,4 0,5 0,7 0,12 0,11 0,10 0,9 0,6 0,2 0,0 0,-3 0,-5 0,-7 0,-7 0,-5 0,-5 0,-7 2,-6-1,-4 1,-5 1,-6 0,-1-1,-1 0,1-1,0-1,2 1,5-1,3 0,3-1,2 1,2 0,2 0,0 0,-1 0,-4 0,-1 0,-3 0,-4 0,-3 0,-4 0,-1 0,-3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8:46.80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0 256,'0'-1,"0"-4,0-3,0-6,0-5,0-2,1-2,1-3,0 1,1 0,-1 3,1 3,-2 3,0 2,3 4,0 2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8:47.50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0 246,'0'-2,"0"-2,0-3,0-2,0-3,0 0,0-3,0-2,0-1,0-2,0 0,0 1,0 0,0 3,0 2,0 2,0 0,0 2,0 2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8:48.26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0 268,'0'-1,"0"-2,0-4,0-1,0-3,0-5,0-3,0-5,0 0,0 1,0 0,0 3,0 1,0 0,0 0,0 2,0 2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8:48.89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0 289,'1'-1,"1"-4,0-1,-1-5,0-4,0-4,-1-2,2-5,2-1,1-1,0 0,-1 3,-2 1,1 5,0 5,-1 2,-1 4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8:42.73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24 252,'-1'0,"-2"0,-1-1,1-3,1-5,0-6,1-4,0-6,-1 1,0 0,1 2,0 2,0 5,1 1,0 2,0 1,0 2,0-1,0 1,1 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1:58:44.18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1 218,'1'0,"1"-2,-1-3,1-4,-1-5,-1-4,1-2,-3 2,1-1,-1-1,0 2,1 2,1 3,-1 2,1 2,0 0,0 0,0 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0:58.80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5,'0'-1,"2"-1,3 0,8 2,7 3,11-1,8 1,15-1,13 0,10-1,15 0,11-1,12 0,7 0,3 0,-4-1,-12 1,-15 0,-20 0,-18 0,-16 0,-12 0,-10 0,-6 0,-3 2,-1-1,1 1,-1-1,1 0,-2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0:59.86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444 0,'0'3,"0"6,0 5,-3 11,-3 8,-3 9,-1 6,-4 0,-1 1,0 4,-1-1,2-5,1 0,2 3,-2 1,-1-2,1 1,-3 2,-1 3,-2 6,1 0,2-2,3 1,3 0,-1-1,0-2,2 0,1-7,1-2,1-3,2-4,2-2,0-2,2-1,0-1,0-1,-2 1,-3-3,0-1,1 1,1 0,1-4,-1-2,1-1,-2 0,1-1,1 0,-3 2,1-1,0 0,-1-4,1 2,2-3,0 0,-1-1,1-1,-3-2,1-1,-1-1,1 0,0 0,0-2,-1-3,-1-4,0-3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1:00.45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0 108,'1'2,"4"4,2 5,1 3,0 6,2 2,1 2,-1 2,0 0,-1-4,0-3,1-6,1-5,0-5,1-6,2-5,1-6,2-5,3-7,4-4,5-7,1-1,1 1,-1 5,-3 5,-2 7,-1 6,-4 3,-4 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17.16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78,'3'0,"3"0,3 0,8 0,12 0,8-3,5 0,2 0,3 0,1-1,-2-1,1 1,1-4,2-1,1-1,1 1,-2 2,-5 2,-5 2,-1 2,-2 0,-3 1,-4 1,-4-1,-5 0,0 1,-2-1,0 0,-2 0,-1 0,4 0,3 0,1 0,-1 0,-1 0,-2 0,-2 0,-1 0,2 0,-1 0,-2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17.83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74 0,'3'3,"3"3,8 1,5 1,-1 3,1 1,1-1,-2 0,-2 1,-5 1,-12-2,-16 3,-10 4,-4 1,2 0,2-3,2-4,1-2,3 0,5-1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01.54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585 0,'-8'3,"-10"13,-7 15,-13 17,-7 11,-6 12,-8 8,-4 4,-4-2,1-7,5-8,12-13,15-15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02.26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319 0,'-8'0,"-8"3,-8 3,-11 8,-5 5,-8 12,1 0,7 1,9-3,10-4,12-3,9-6,11-5,10-5,13-6,10-13,3-15,-1-15,-3-6,-7 0,-12 24,-12 30,-9 26,-9 24,-12 20,-8 13,-2 0,-2-11,0-13,4-14,2-16,2-17,3-16,3-11,6-11,4-8,3-8,2-2,1-1,1 4,8-1,7 2,7 4,6 1,4 5,2 5,0 7,-2 5,-2 4,-3 3,-2 2,-4 0,-3 0,-2 0,-1 0,-4-1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02.72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159 233,'2'0,"4"0,6 0,3-3,2 0,4-8,-3-7,-4-6,-4-4,-4 1,-3 2,-5-3,-4 4,-6 5,-7 7,-8 5,-9 4,-4 4,0 11,4 13,8 7,9 7,7 4,6 0,7-5,6-9,6-9,12-8,7-7,2-3,2-2,-1-2,-4 0,7-7,1-5,-4-1,-6 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03.09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92,'3'0,"8"0,13-3,7 0,15-6,3-3,0-2,-7 1,-4 0,-8 0,-7 2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03.43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0,'0'6,"0"6,0 6,0 6,0 1,0 2,0-2,0 1,0-2,0-3,0 1,3-1,3-4,3 0,3 0,2-3,-2-1,3-3,1-1,6-1,12-3,0-1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24.88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0,'0'3,"0"8,0 5,0 11,0 10,0 4,0 3,0 5,0-1,0-4,0-7,0-6,0-4,0-4,0-3,0 0,0 2,0 2,0 0,0 1,0-2,0-1,0-3,0-1,0-1,0-5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26.08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0,'0'3,"0"5,0 5,0 8,0 4,0 5,0 4,0 4,0 4,0 4,0 3,0 3,0-2,0-4,0-8,0-2,0-5,0-5,0-5,0-2,0-3,0-4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26.96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157 0,'0'3,"-3"5,-3 5,-3 2,-3 2,-4-3,-3-1,3 1,1-1,0-2,1 0,2 1,1-3,2-1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27.25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0,'5'0,"4"3,1 5,4 5,4 5,3 2,-1 0,-1-3,-3-5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28.23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141 0,'-5'3,"-5"0,-5 6,-3 3,-1 5,-2 2,-1-2,4-1,5-4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28.50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0,'5'0,"5"0,2 0,5 0,3 0,2 3,3 3,-1 3,-3 3,-1-1,-2 1,-2-2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29.75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0,'5'0,"7"0,7 0,2 0,3 0,1 0,0 0,1 3,2 0,4 1,4-2,8 3,8-1,10 0,8-1,5-1,2-1,6-1,3 1,-2-2,4 1,-2 0,-4 5,-5 4,-3 1,-9-1,-2-3,-2-2,-3-1,-2-2,-2-1,-2 0,-1 0,3-1,-1 1,-2 0,-1-1,-5 1,-1 3,1 0,-1 3,4 0,5-1,6 4,4 1,3-2,-1-2,-2-3,0 0,-2-2,-3-1,-3 0,-1-1,-5 1,3 0,-3-1,1 1,-5 0,-3 0,-4 0,-2 0,-3 0,1 0,-3 0,-1 0,-3 0,-4 0,2 0,-1 0,1 0,-1 0,3 0,-1 0,4 0,-2 0,6 0,7 0,4 0,7 0,6 0,0 0,-4-3,-4 0,-8 0,-5 0,-7 1,2 1,0 0,1 1,4 0,2 0,-2 0,2 1,2-1,-5 0,4 0,-4 0,-2 0,-2-3,4-5,-4-5,-10-7,-9-1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30.66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308 0,'-2'0,"-7"6,-6 3,-4 4,-1 1,3 5,5 0,3 1,5-2,1 3,3-1,8-3,6-2,0-2,-2 1,-3 2,-6 2,-9-3,-5-4,-9-3,-4-4,0-2,-3-1,-1-2,0 1,2-1,3 0,5-2,6-3,5-4,3 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30.93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0,'3'0,"3"0,6 3,1 3,0 1,2 1,-3 3,0 1,0 4,-2 3,0 2,-2-2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31.30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82 203,'2'0,"4"0,6 0,6 0,3-6,-3-8,-4-6,-4-3,-5-4,-2 0,-10 0,-9 4,-4 7,-6 5,-2 5,2 3,2 8,5 7,7 6,4 3,5 2,1-1,3-1,0-3,2-3,7-4,4-5,1-3,2-2,3-1,-3-1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31.70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98,'0'6,"0"6,5 9,5 6,0 1,-2-1,1-13,-1-20,3-16,2-10,4-7,2-2,0 6,0 9,-1 9,-1 7,-1 5,-3 7,-4 5,-3 4,0 2,1 3,0-3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32.05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95 0,'-3'0,"-5"0,-8 0,-2 3,1 8,3 5,5 6,3 0,3 0,2-1,4-5,3-4,7-5,3-6,-1-6,0-9,-3-11,-4-6,-2 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32.27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0,'0'11,"0"7,0 10,0 10,0 4,0 2,0-4,0-6,0-5,0-4,0-3,3-5,3-6,1-4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32.70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66 76,'2'0,"4"0,4 0,2 0,1 0,0-2,-4-4,-2-9,-6-1,-5 2,-7 3,-7 3,-3 4,-3 10,2 9,6 7,4 5,5 0,4 2,2-3,4-2,9-1,10-4,7-5,1-5,-2-4,-3-3,-4-7,-5-2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33.18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0,'2'0,"2"6,-1 8,5 13,0 5,3 6,-2 3,-2-1,1-2,-2-4,2-9,-2-16,5-15,1-11,3-8,-2-3,0 4,-1 6,2 6,2 4,2 5,0 2,0 2,-1 0,-1 0,0 0,2 0,1 2,-3 3,-4 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34.03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144 1,'-3'0,"-3"2,-3 4,-6 1,-2 4,-1 8,2 4,4 0,5 1,2 0,3-3,4-4,5-5,3-10,3-10,1-9,2-10,-3-2,-3 1,-3 10,-4 14,-1 12,-1 13,-2 15,-2 8,-4 3,-2-3,-4-5,2-3,-1-5,0-8,-2-8,-2-12,0-11,4-10,6-1,10-3,6-1,4 4,2 6,2 4,-1 4,6 3,0 2,2 0,0 1,-3 0,1 0,-4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34.47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44 64,'0'2,"3"7,3 4,3-1,3-1,2-4,1-2,-2-7,-3-12,-4-5,-2-3,-5 3,-4 2,-5 4,-2 4,-3 4,0 2,-4 5,0 7,2 12,4 10,5 3,6 3,11-4,7-9,11-7,10-5,6-4,-6-4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36.45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97 1060,'0'-6,"0"-6,0-9,0-6,0-7,0-2,0-5,0-7,0-2,0-1,0-2,0-2,0 1,0 1,0-1,0 2,0 4,0 3,0 5,0 6,0 5,0 6,0 3,0 3,0 2,0-2,-5 10,-2 8,0 10,-3 8,-3 3,0 0,1-3,-1-2,2-7,5-8,7-4,8-1,5-1,3 1,1 0,0 1,-1 1,0 1,0 0,1 0,4 0,0 0,-4-2,-4-4,-6-9,-3-6,-5-5,-6-4,-4 1,-5 3,-1 4,1 2,-1 5,3 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37.79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0,'3'0,"3"0,8 0,5 0,4 0,1 0,1 0,2 0,1 0,1 0,-1 0,-4 0,-2 0,-3 0,0 0,0 0,2 0,0 0,1 0,0 0,1 0,2 0,2 0,-1 0,-3 0,1 0,-2 0,3 0,0 0,4 0,-1 0,-2 0,2 0,6 0,3 0,6 0,0 0,1 0,0 0,-4 0,1 0,1 0,0 0,1 0,3 0,-5 0,1 0,-1 0,-3 0,-2 0,0 0,-3 0,3 0,3 0,-2 0,-1 0,-2 0,-6 0,-1 0,-4 0,-2 0,-3 0,-2 0,0 0,-4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44.03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32 1,'0'12,"0"16,0 12,0 11,0 1,0 2,0 3,-2 4,-4-6,-1-9,1-16,2-14,0-19,3-11,0-6,1-2,0-2,0 0,3 2,3 1,4 3,2 3,4 6,3 3,-1 3,1 2,1 6,-2 5,-7 6,-11 0,-10 1,-6-4,-3-3,-1-4,1-3,0-1,2-2,3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44.62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0,'3'0,"3"0,1 5,4 7,0 7,-1 2,2 1,2-1,4-5,1-4,0-4,-3-7,-4-5,-5-8,-3-4,-2-2,-2-3,2 7,1 8,5 11,0 7,3 4,1 2,2-2,0-4,1-4,0-3,1-3,-3-1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45.18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82 10,'0'-3,"-5"0,-4-1,-1 4,1 5,3 3,1 6,6 0,3-2,5 0,1 0,-2 1,-2 5,-7 1,-6-4,-2-2,-2-2,-4-4,-2-5,1-4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45.42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0,'2'0,"7"3,3 3,4 3,0 3,4 2,0 1,0-2,-4-3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45.66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0,'3'0,"3"0,3 0,3 0,2 3,1 0,0 1,-1-2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46.10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380 0,'-3'0,"-5"5,-5 5,-5 5,-2 6,-2 4,-1-3,-7 4,-2 5,-2 2,-3 3,2-2,5-4,8-4,2-5,1-2,5-6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7:47.94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0,'3'0,"8"0,8 0,8 0,2 0,4 0,5 0,0 3,4 0,6 3,12 3,7 2,7 0,6-3,11-2,10-2,12-2,7-2,6 0,-3 0,-6 0,-16-1,-12 1,-11-1,-5 1,-8 0,-2 0,-4 0,-1 0,-6 0,-7 0,-5 0,-4 0,-7 0,-4 0,-5 0,-3 0,-2 0,0 3,-1 0,0 1,0-2,4 3,0-1,0 0,2-1,1-1,1-1,0-1,-1 1,-2-2,1 1,3 0,2 0,2 0,7 5,2 2,7 2,2 0,-3 0,-3 0,1-3,-3-2,0 1,-4 0,3-1,8 3,15 2,10-2,11-1,6-3,3-1,-1-1,-7 0,-7-1,-4-1,-2 1,-1 0,1-1,8 1,9 0,5 0,3 0,-7 0,-7 0,-12 0,-15 0,-12 0,-6 0,-5 0,-1 0,-1 0,3 0,1 0,1 0,0 0,-2-3,-5 0,-3 0,2 0,2 1,2 1,1 0,4 1,-1 0,1 0,-2 0,-4 1,-4-1,-3 0,-5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8:12.89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381 1113,'5'3,"2"3,2 0,5 0,3-1,0-2,1-1,-1-2,0 1,5-1,0-1,6-2,2-5,-2-5,-2 0,0-5,-6-3,0-2,-3-6,-3 1,-3-2,-4-2,-3 1,-2-2,-1 3,-2 3,1-4,-1-4,0 1,1-5,0-4,-1 1,1-3,0 3,0 1,0 7,0 3,0 4,0 2,0 3,0 1,0 3,0-1,0 0,-2 1,-4 1,-1 0,-1 1,-3 1,-1 0,-2-1,-3-1,-2 1,-5-4,-1 1,1 4,-3 2,0 3,0 4,2 2,0 2,-1 1,-4 2,-2-1,-1 1,1 0,0-1,3 0,3 0,5 1,0 1,-2 4,-4 6,2 3,3 2,2 6,3-1,3-2,5 1,3 0,4-2,-2 4,1 6,1 1,0-3,-2 2,0-1,1 0,0 0,1 1,1 0,1 3,-1-1,2 2,-1-3,0 3,0-1,0 1,0-4,0-3,0-2,0-2,0-2,0-2,3 1,0 1,3-5,3 2,-1 0,2-3,1-4,2-1,3 3,2 3,1-2,-1-3,1-3,4 2,3 2,1 3,0-3,-3 1,0-2,-2-3,1-3,-1-1,-2-2,-1-1,-2 0,2-1,0 1,-1-1,2 1,0 0,0 0,-2-3,-1-1,-1 1,0-2,-1 0,0 0,0-1,0-2,3-2,-2-3,-1-1,-1 0,1-2,-1 1,-2-1,0 0,-3-2,-3-1,3-4,0-5,-1 1,-3 2,-2 0,2 5,-1-5,-1-4,2-4,0 1,-1 1,-1 2,-1 2,-1 0,0 2,-1 2,-1 4,1-2,0-1,0 0,0-1,0-3,0 2,0 1,0 3,0 2,0-1,-3-3,-3 2,-1 3,-4-1,-5-1,-9 3,-1 3,-2 2,-2-2,2 0,3 0,1 4,-1 3,-1 2,1 3,0 0,1 1,0 1,1-1,2 1,0-1,0 1,2-1,-5 0,-2 3,0 3,0 3,-2 3,5 2,3 0,3 2,1-3,4 2,3 1,-1 0,1 1,-1-1,-1 2,1 4,2 0,3 2,2-1,2 4,0-1,-4 4,-1-2,0-2,1 0,1-3,2 1,1-2,1-2,0 1,0 0,0-2,1 4,-1 1,0 4,0 5,3 1,5-1,5-2,0-3,0-4,-2-4,-1 0,2-3,-3-2,4 2,1 0,1-3,1 2,0 1,0-3,-3-1,-1-3,1-3,2 0,4-2,2 0,2 2,0 2,-2 0,-1 3,-2-2,-1-2,-1-3,-1-1,0-3,3 0,0-1,0-1,0 1,-1-1,-1 1,0 0,-1 0,3 0,3-6,1-6,-1-4,-2 1,-3 0,-5 0,-2 1,1 1,-2 2,-2-1,-3-3,2-4,0-7,1-2,-1-3,0 1,-1 0,-2 3,-1 3,-1 0,0 3,0 1,0-3,0 0,0-2,-1-2,1-3,0 0,0 0,0 0,0 0,0 3,0 3,0 0,0 0,0-2,0-1,0-5,0-1,0 2,-2 4,-4 7,-4 3,-4 3,-3 3,-4 2,-4 1,-4 1,-6 0,0 2,2-1,1 1,-2 1,2 1,4 2,-1 0,-5 0,-1 2,4-1,0 3,1 0,2 3,2 0,4 2,0 5,1-1,2 2,1 5,1-1,1 0,4 2,3-1,3 3,1 2,0 0,2-2,1 1,1 4,0 0,1-2,0 0,0-2,1-2,-1-2,0 1,0 2,0 0,0-1,0 1,0-1,3 4,0 1,0-3,3-1,-1 0,2-1,0 1,-2-1,-1-1,-2 1,5 0,3-1,0 0,1-2,-2 1,3 2,3-3,-2-1,-1 1,1 1,0 1,1 1,1-1,-3-2,-1-3,1-2,1-3,3-3,2-1,-3 2,-1-1,3-1,0-2,0 1,0 0,0-2,2 3,0-1,-1-1,0-1,-1-1,0-1,-2 2,1 0,4 0,-1 2,0 0,0-1,1 0,-1-2,-1-1,1-1,3 0,0 0,0 0,-3-3,-1-3,-1-3,-1-1,-1 0,-2-2,1-1,1-1,-2-1,2 3,1-5,-3-2,0-1,0 4,0 2,-1 0,-4 0,0-5,-2-2,1-5,0-1,-2-1,-2-1,-1 0,-1 1,-1-1,0 1,0-3,-1 2,1-2,0-1,0-2,0 1,0 1,0 2,0-5,-6-2,0 0,-1 5,2 4,-2 4,-1 7,0 4,-1-2,-1 2,-3 1,0-6,1-1,-2-4,-4 0,-4-2,-1 2,-2 4,-1 5,0 3,0 1,0-2,0 3,1-1,1 0,3 0,2 3,1 2,2 3,-2 0,-3 2,-1 0,2 0,0 1,0-1,-3 1,-2-1,0 0,2 0,3 3,1 3,2 0,1 3,1 1,-3 5,0 0,0-1,1 4,0-3,1 0,2 2,5 1,3 2,-2 3,0 1,1-2,0 1,0-1,2-2,-1 1,1 0,1 1,1 2,-1 5,-1 0,2-3,0 3,1 3,1 0,1-4,0 2,0-2,0 2,0 3,1 0,-1-5,0 0,5-1,5-2,2-6,3-2,0-6,2 0,-1-1,0-2,0-2,-1-2,-2 1,-1 2,0 0,1-1,2-2,0 1,0 0,-1 1,0 0,1-1,0-1,-3-2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8:30.46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0,'0'3,"0"3,0 8,0 5,0 4,0 1,0-2,0-1,0-2,0-1,0-2,0-1,0 0,0 0,0-3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9:00.01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781 376,'-5'0,"-7"0,-6 0,-4 0,-2 3,-3 3,-1 6,3 3,1 2,3 1,4-1,-6 5,0-1,0 3,-3 4,0 3,-4 5,2 2,2 2,3 1,0 0,5-2,2 2,4 2,-1-1,-1 0,2 4,3-2,3 0,2-2,2-4,2-2,0-3,1-4,-1-2,1-3,-1 0,3-2,3-2,6 4,4-1,1 0,-2-3,1-1,-1-2,-1 2,-1-3,3 1,2 1,0-3,2-4,0-2,-1-2,2-2,0-2,-1-1,1 1,0 3,1 3,2-1,0 0,-2-3,-2-1,4-2,-1-4,0-9,-3-11,1-4,0-5,-4-5,-3-7,0-2,2-2,1-10,0-8,-3-3,0-3,-2 1,-1-2,-3 0,-4-5,2-1,-2 4,-1 3,0 5,-2 5,0 10,-4 6,0 7,-1 2,-1 5,-6 4,-6 2,-2 0,-4 2,0 5,-4 5,-2 5,-2 4,-3 2,-2 2,2 1,-3 3,-2 5,-2 10,-2 9,1 10,-3 14,-3 16,0 10,2 10,5-3,5-3,8-5,9-7,8-9,6-3,3-2,3-3,0-2,1 0,-1-3,3-2,3-1,3-4,2-2,5-1,1-2,1-1,-1-8,2-2,3-3,0-3,1-4,5-6,-1-3,1-1,-3 0,-2-3,2 0,1-1,5 0,2-7,5-6,-2-7,2-10,-4-6,-6-12,1-8,-3-6,-2-10,-7-3,-6-3,3-5,-1-3,-3-4,-1-5,-2-8,-2-4,-3-2,-1 4,-1 6,-1 11,-1 9,-2 18,-1 14,-4 12,-5 12,-7 10,-5 6,-4 5,-4 3,-11 8,-6 5,-4 3,-3 6,-1 6,-5 10,4 7,4 11,6 9,-1 22,2 13,2 13,3 10,10 5,9-3,10-8,7-13,4-14,6-9,7-9,10-9,9-8,10-8,6-8,4-7,0-8,1-8,1-7,-5-6,0-3,-3-2,-1-1,1-3,0-6,-5-2,-3-5,-5-9,-8-12,-5-13,-5-11,-5-12,-3-13,-3-8,-2-2,1-10,-9-5,-8-2,-3-4,-9 0,-4 9,-5 10,2 15,4 21,6 19,3 17,-1 13,1 9,-7 5,0 3,-5 0,-5 1,-3 1,-3 11,0 12,2 13,3 11,7 1,0 5,4-1,5-5,6-1,6-7,6-6,4-4,2-2,2-5,3-4,11-5,16-7,3-5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14.34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32,'5'0,"10"0,10 0,8 0,12 0,10 0,13-3,7 0,13-3,9 0,4 1,5 1,9 2,3 0,0 2,-5-1,-11 2,-12-1,-17 0,-18 0,-16 0,-9 1,-7-1,-6 0,1 0,-4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14.84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278 7,'3'-2,"5"-2,8 3,7 5,9 3,4 1,0 5,0-1,-4-2,-7 0,-8 4,-7 4,-18 7,-25 4,-29 8,-16 2,-10 1,-1 0,10-3,13-9,17-8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15.39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56,'0'-3,"8"0,5-1,13 2,25 0,31 1,39 0,41 1,37-5,30-2,24 0,12 2,-13 2,-31 0,-48 2,-48 1,-43 0,-36-3,-30 0,-18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15.81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356 0,'5'3,"7"3,12 6,7 3,3 2,-1-2,-5-3,-3-4,-6-1,-7 4,-10 2,-16 4,-27 8,-18 1,-18 2,-6-1,3-3,5-3,11-5,12-3,16-3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19.08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1059 187,'-3'0,"-3"0,-3 0,-3 0,-5 0,-1 0,-1 0,-2 0,0 0,1 0,1 0,1 0,2 0,0 3,-2 5,2 8,4 2,1 10,3 4,-1 5,3 7,-2 8,-4 11,0 8,0 7,1 3,1-1,1-10,3-3,2-6,2-2,1-10,1-4,0-8,0-7,-2-4,-1-4,0-3,-2 3,-3-2,0-2,2 2,1-1,2-1,4-3,2-2,0 0,0-1,1-1,7 0,5 2,6 0,9 0,12-2,12-3,20 0,18-2,16-2,7-1,-2-1,-13-2,-16 3,-18 0,-17 0,-14 0,-12-2,-4-5,0-15,-4-15,-2-17,-3-10,-3-8,-4-5,-2-3,-2 5,0 0,0 0,-1 3,0 4,-2 3,-1 5,1 4,0 8,1 2,1 0,1 6,-1 0,1 2,0-2,1 4,-1 5,0 4,-3 6,-3 4,-3 5,-3 0,-7 2,-10 0,-14 1,-17-3,-28-4,-31-4,-32-2,-24-5,-9-1,3 3,7 6,21 5,26 5,30 3,28 2,26 4,21 10,14 4,10 5,6 1,3 5,0 2,4 7,-1 10,-1 15,1 15,3 15,6 15,2 5,1 2,5 4,2-5,-2-3,-1-5,4-2,5-6,-2-12,-5-12,-7-14,-4-11,-2-12,1-11,-1-11,0-7,1-5,5-3,3-1,11 0,13 0,24 0,15 1,9 0,7 1,2 0,-1 0,-3 0,-16 0,-16 0,-19 0,-16 1,-11-4,-11-6,-8-11,-5-11,-4-10,0-8,-2-12,1-8,0-10,6-11,5-4,3-6,5 3,5 1,-2 5,-1 4,-4 7,-5 10,-3 11,-4 10,-2 9,-1 6,-3 5,-2 7,-1 3,-9 2,-8 3,-4-1,-5 1,-2-2,-2-2,1 0,-3 1,-6-3,-10 0,-15 1,-13-1,-9-6,-14-1,-8-3,0-2,7 2,13 6,20 7,19 7,18 5,8 5,10 6,7 10,6 12,2 9,-3 11,-4 8,-3 13,-8 9,0 13,4 4,0 3,2-1,1-3,3-6,4-13,3-12,1-11,3-12,0-10,0-10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20.22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39,'3'0,"6"0,6 0,9 0,5-2,11-2,6 1,8 0,8 2,17-1,21 2,24 0,11 0,15 0,2 0,1 0,-8 0,-15 0,-17 0,-17 0,-15 0,-16 0,-11 0,-2 0,-4 0,-3 0,-2 0,1 0,-3 0,4 0,-2 0,-3 0,-4 0,-3 0,-3 0,-6 0,-3 0,-1 0,7 0,4 0,10 0,13 0,10 0,3 0,2 0,-3 0,-4 0,-11 0,-11 0,-10 0,-7 0,-13-5,-11-2,-13 1,-4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20.94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125 0,'5'3,"7"6,9 3,4 1,5 0,6-2,-2 0,2-3,0 4,1 1,-2 2,-8 3,-11-1,-18-4,-15-2,-11 1,-14 5,-8 6,-1 3,-7 3,7-1,1 0,7-5,10-4,9-5,6-2,10-3,13-4,15-2,7-1,7-10,-3-3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21.56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32 0,'7'3,"14"3,13 3,14 3,6 2,5 1,2 1,-7-3,-4-3,-8-4,-9-2,-10 5,-14 7,-19 3,-23 9,-22 4,-9 3,-6-1,0-2,7-2,7-4,11-5,9-8,12-5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6:22.11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280 0,'-3'0,"5"6,7 8,15 8,13 11,9 1,11 6,0-4,-9-5,-11-6,-13-4,-10 2,-7-1,-16-1,-24 4,-19 2,-17 0,-14-3,-4 0,1-4,6-5,12-3,21-4,25-2,19-3,11-2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8:34.05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1,'0'2,"0"9,0 8,0 8,0 5,0 10,0 10,0 13,0 7,0 0,0-3,0-7,0-9,0-9,3-3,0-7,3-4,0-4,-1-4,4-4,3-4,7-5,3-3,6-4,3 4,4 0,3 0,7-2,5-1,7-1,7-1,6-1,0 0,3 2,-2 1,-5 0,-9 0,-5 1,-10 1,-9-1,-6 1,-6 3,-13-3,-12-7,-9-6,-1-15,1-8,2-12,5-7,1-4,3-2,2-1,0 2,0-1,1 4,0 6,-1 3,0 6,1 7,-4 3,-3 4,-3 3,-8 5,-4 2,2 2,1 1,2 4,1-1,-1 1,2 2,-6 2,-7-2,-2 0,-5 0,-9 2,-6-5,2-1,2-1,0 0,0 2,6 0,4 0,5 3,0 0,2 3,4 0,-2 0,1 2,0-1,0 0,4 1,4-1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8:34.635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0,'2'0,"9"0,13 3,10 0,7 3,12 0,2-1,-3 2,3-1,-3-2,-3 0,-4-2,0-1,1-1,-3 0,-1 0,-2 5,-3 1,-2 1,-5-2,0-2,1 0,-3 0,-4 1,-13 2,-14 0,-6-1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8:35.13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0,'10'0,"14"0,11 3,15 3,11 1,14 1,12 3,5 1,4-1,-1-2,-2-3,-3-3,-4-1,-6-1,-9-1,-15-1,-13 1,-12-1,-9 3,-12 1,-14 1,-7-2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8:35.62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0,'8'3,"7"0,10 1,13-2,13 3,13 2,6 0,5 0,-6-3,-10-1,-9-1,-10-2,-11 0,-6 0,-10 0,-8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8:36.10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0,'11'0,"10"0,13 0,10 0,12 0,5 0,9 0,2 0,-3 0,-3 0,-10 0,-12 0,-9 0,-9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8:36.58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0,'8'0,"15"0,12 0,12 0,12 0,11 0,1 0,0 0,-3 0,-10 0,-7 6,-10 1,-17-1,-12-1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8:37.037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1,'10'2,"12"2,12 1,13 2,11-2,15 1,4 0,3-1,-5-2,-10-1,-8-1,-11-1,-9 0,-10 3,-10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8:37.70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84 0,'0'10,"0"9,0 12,0 10,0 9,0 1,0 2,0 0,0-4,0-2,-2-2,-2-6,-2-2,0-4,1-5,-4-3,0 0,-2 1,2-2,2-2,2-2,2 1,1-1,-1-4,0-4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8:38.21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85 0,'2'3,"2"10,-1 10,0 10,-1 12,-1 12,0 7,-4 2,0 1,-3-1,-6-2,-2-11,0-7,0-6,3-5,3-5,2-6,1-7,0-6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8:38.66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21 0,'0'3,"0"5,0 13,0 12,0 14,0 9,0 8,0-1,0 0,0-1,0-5,0-6,0-4,0-8,0-7,0-5,0-1,-2-5,-7-7,-1-4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8:39.28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0,'0'8,"0"10,0 7,0 8,0 7,0 4,0 0,0 5,0-2,0-4,3-3,0-1,0-5,0-6,-1-1,-1-4,0-3,-1-2,0-2,0 0,0-4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02:09:03.74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499 1606,'5'0,"15"0,14 0,15 0,6 0,12 0,7 0,10 0,6 0,0 0,1 0,-8 0,-12 0,-11 0,-13 0,-12 0,-9 0,-7 0,-3 0,0 2,0 2,0 1,0 2,-1 0,1 1,-1-3,3-6,-2-13,-4-16,-1-12,1-12,-3-12,0-9,-1-8,3-4,2-8,-1 0,0-5,-2 4,0 6,-2 10,3 8,-1 15,-1 8,-3 10,-2 10,-2 4,-6 6,-8 7,-12 5,-15 4,-14 2,-11-4,-9-3,-6 0,-3 0,1 2,3 3,2 1,-4 1,-7 1,-1 0,6 0,10 0,11 1,12-1,11 0,7 3,3 6,7 14,4 13,6 14,3 9,4 10,0 13,-2 12,-7 10,-3 2,0 0,3-6,0-9,3-11,3-12,2-12,6-14,4-14,7-13,4-8,6-5,9-4,10-1,20 0,23 1,25 0,18 6,17 2,1 0,-2 2,-11-1,-22-1,-26-2,-24 1,-21 0,-17-12,-11-17,-9-23,-4-23,-1-19,-1-12,0-7,2-6,2-9,3 3,2-1,1 7,2 13,2 18,-1 20,-1 17,-3 12,-7 11,-8 8,-8 7,-9 5,-7 3,-10 1,-4 1,-4 0,-5 0,-17 1,-12 1,-8 0,-2-1,0 1,7 3,7 3,7 10,12 4,11 1,12-2,10-2,8 1,7 2,4 4,-1 8,1 3,0 8,-1 14,2 19,2 10,3 2,2-6,2-9,1-8,0-12,0-7,1-10,-1-3,1-7,-1-2,2-1,2-3,2-4,5-7,6-5,8-2,0 1,8 3,12 0,21 3,25-2,21 6,17 2,5 0,5-2,-8-5,-16-4,-22-4,-22-2,-21-2,-15 0,-12-1,-7 0,-4 1,-4-3,-3-9,-2-7,0-11,1-10,6-15,7-17,1-19,0-16,4-8,2-11,-4-1,-5 2,-6 10,-3 6,-6 14,-8 13,-11 15,-1 16,-1 15,4 10,2 10,1 8,0 4,-2 4,-4 2,-4 0,-5 0,-11 0,-17-1,-19 0,-17-1,-17 0,-7 0,-4 0,-3 0,2 0,8 0,12 5,9 7,13 6,13 6,14-1,12 2,10-2,8 0,7 4,7 2,5 2,3 5,-1 8,0 3,0 8,1 6,0 11,1 12,0 5,-1 4,2 11,-1-1,5 2,4-5,1-4,2-11,-3-8,9-3,1-11,-3-11,-1-7,1-8,2-11,-1-9,2-8,1-6,0-2,0-3,4 0,7 3,16 1,27 7,23 6,27 3,30-3,19-3,17-3,8-4,-11 2,-30 1,-40-2,-36-4,-32-10,-33-17,-21-14,-20-19,-8-17,-2-20,-10-24,-2-21,-2-12,3 2,-1 5,2 15,1 11,3 13,3 15,3 9,8 11,5 15,7 14,0 15,-2 11,-6 10,-9 1,-12 3,-18 2,-15 0,-15 1,-19-1,-26 1,-18-1,-14 1,-4-1,7 0,16 0,28 0,30 0,28 0,28 0,19 2,16 4,10 4,6-1,4 1,0 2,1-1,-5-3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09:25.3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21389,'654'0'0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09:31.3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35 198 24575,'9'485'0,"-2"6"0,-8-337 0,1-145 0,0 1 0,1 0 0,0 0 0,4 13 0,-5-20 0,1 0 0,0 0 0,1 0 0,-1-1 0,0 1 0,1-1 0,-1 1 0,1-1 0,0 1 0,0-1 0,0 0 0,0 0 0,0 0 0,1 0 0,-1 0 0,0 0 0,1-1 0,4 3 0,1-1 0,0-1 0,0 1 0,0-1 0,0-1 0,0 0 0,11 1 0,51-3 0,-41 0 0,882-4-786,-576 6 755,-226 5 167,-106-6-60,-1 0 0,1 1 0,-1-1 0,1 0 0,-1-1 0,0 1 0,5-1 0,-6 1-73,0-1 0,0 1 0,-1-1 0,1 1 0,0-1 0,-1 0 0,1 1 1,0-1-1,-1 0 0,1 1 0,-1-1 0,1 0 0,-1 0 0,1 1 0,-1-1 0,1 0 0,-1 0 0,0 0 0,0 0 0,1 1 0,-1-1 0,0 0 0,0-2 0,3-25-3,-2 0 0,-4-48 0,1 20 0,-2-479 0,26 219 0,0 13 0,-21 296 0,-1-1 0,0 0 0,0 0 0,-1 0 0,-2-10 0,3 16 0,0 1 0,-1-1 0,1 1 0,-1-1 0,0 1 0,1 0 0,-1-1 0,0 1 0,0-1 0,0 1 0,0 0 0,0 0 0,0 0 0,0 0 0,0-1 0,0 2 0,-1-1 0,1 0 0,0 0 0,-1 0 0,1 0 0,0 1 0,-1-1 0,1 1 0,-1-1 0,1 1 0,-3-1 0,-12 0 0,0 1 0,0 1 0,-23 3 0,-8 1 0,-438 2-167,333-8-506,-656 1 1513,803-1-840,1 1 0,-1 1 0,0-1 0,1 1 0,-1-1 0,1 1 0,-1 1 0,-5 1 0,8-2 0,1 0 0,-1 1 0,0-1 0,0 0 0,1 1 0,-1-1 0,1 1 0,-1-1 0,1 1 0,0 0 0,0 0 0,0-1 0,0 1 0,0 0 0,0 0 0,0 0 0,0 0 0,1 0 0,-1 0 0,0 3 0,-2 20 0,1 1 0,3 49 0,0-38 0,2 490-1365,-3-514-5461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6:34.0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83 24575,'4'94'0,"18"108"0,-10-111 0,11 52 0,6 76 0,-28-74 0,-2-88 0,8 78 0,-5-120 0,0 0 0,1 0 0,1-1 0,0 1 0,8 16 0,-10-26 0,0-1 0,1 1 0,-1-1 0,1 0 0,0 0 0,0 0 0,1 0 0,-1-1 0,1 1 0,0-1 0,0 0 0,0 0 0,0 0 0,0-1 0,1 1 0,-1-1 0,1 0 0,0 0 0,6 1 0,13 1 0,0-2 0,0 0 0,42-3 0,-27 0 0,-16 0 0,319-10 0,-317 11 0,-13 0 0,1-1 0,24-4 0,-35 5 0,1-1 0,0 1 0,-1-1 0,1 0 0,-1 0 0,1 0 0,-1 0 0,0-1 0,1 1 0,-1-1 0,0 1 0,0-1 0,0 0 0,0 0 0,0 0 0,-1 0 0,1 0 0,0 0 0,1-4 0,0-2 0,-1-1 0,0 0 0,0 0 0,-1 1 0,0-1 0,0 0 0,-1-1 0,-1-11 0,1 0 0,-19-377 0,0 32 0,20 278 0,-2-45 0,0 127 0,0 0 0,0-1 0,-1 1 0,0 0 0,0 0 0,0 0 0,-1 1 0,0-1 0,0 1 0,0-1 0,-1 1 0,0 0 0,0 0 0,0 0 0,0 1 0,-1 0 0,-9-8 0,-1 2 0,0 1 0,0 0 0,-1 1 0,0 0 0,-20-6 0,15 7 0,-1 2 0,0 0 0,-37-3 0,-67 3 0,98 5 0,-321-5 0,333 4 0,-1 2 0,1 0 0,-24 4 0,25 1 97,15-5-164,-1-1 1,1 0-1,0 1 1,-1-1 0,1 1-1,0-1 1,-1 1-1,1-1 1,0 0-1,0 1 1,-1-1-1,1 1 1,0-1 0,0 1-1,0-1 1,0 1-1,0 0 1,0-1-1,-1 1 1,1-1-1,1 2 1,2 8-6760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6:47.5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6 24575,'1'7'0,"-1"0"0,2 1 0,2 9 0,1 10 0,0 27 0,-4-29 0,9 42 0,6-4 0,-7-28 0,-1-1 0,-1 1 0,2 49 0,-10-36 0,0-32 0,1 1 0,0 0 0,4 25 0,-3-39 0,-1 0 0,1-1 0,0 0 0,0 1 0,0-1 0,0 1 0,0-1 0,0 0 0,1 0 0,-1 0 0,1 0 0,0 0 0,-1 0 0,1 0 0,0 0 0,0 0 0,2 1 0,0-1 0,0-1 0,-1 1 0,1-1 0,0 1 0,0-1 0,0 0 0,0-1 0,0 1 0,0-1 0,5 1 0,38-3 0,86-13 0,14-2 0,-132 17 0,-8 0 0,0 0 0,-1 0 0,1-1 0,-1 0 0,9-2 0,-13 2 0,0 0 0,0 1 0,0-1 0,-1 0 0,1 0 0,0 0 0,-1-1 0,1 1 0,-1 0 0,1-1 0,-1 1 0,1-1 0,-1 1 0,0-1 0,0 0 0,0 1 0,0-1 0,0 0 0,0 0 0,-1 0 0,1 0 0,0-2 0,3-18 0,-1 0 0,-1 0 0,-1 0 0,-3-34 0,0 19 0,2-57 0,-3-55 0,3 142 0,-1 0 0,1-1 0,-2 1 0,1 0 0,-1 0 0,0 0 0,0 0 0,-5-9 0,4 11 0,0 0 0,-1 1 0,1-1 0,-1 1 0,0 0 0,0 0 0,0 0 0,0 0 0,-1 0 0,0 1 0,-5-3 0,-1 0 0,-1 0 0,-1 1 0,1 1 0,-1 0 0,0 0 0,0 2 0,0-1 0,-14 0 0,-17 1 0,-49 5 0,27-1 0,-63-1 0,127-1 0,0-1 0,0 1 0,0 1 0,0-1 0,1 0 0,-1 0 0,0 1 0,0-1 0,0 1 0,1 0 0,-1-1 0,0 1 0,0 0 0,1 0 0,-1 0 0,-2 2 0,2 0 0,1-1 0,-1 0 0,1 0 0,0 1 0,0-1 0,0 0 0,0 1 0,0-1 0,0 1 0,1 0 0,-1-1 0,1 4 0,-5 40 0,4 80 0,2-76 0,2 286 0,-3-327 0,-1 1 0,-1 0 0,-3 12 0,-3 18 0,8-36 0,-1 0 0,1-1 0,0 1 0,1-1 0,-1 1 0,1-1 0,-1 1 0,3 5 0,-2-6 0,1 0 0,0 0 0,0 0 0,-1-1 0,2 1 0,-1-1 0,0 1 0,0-1 0,1 0 0,-1 0 0,1 0 0,0 0 0,-1-1 0,1 1 0,0-1 0,4 2 0,3 1 0,-1-1 0,2 0 0,16 2 0,9 0 0,55-1 0,37-8 0,-122 3 0,11 0 0,1 0 0,-1-2 0,1 0 0,-1-1 0,0-1 0,-1 0 0,1-1 0,-1-1 0,0-1 0,-1 0 0,15-11 0,-27 17 0,-1 0 0,1 0 0,-1-1 0,1 1 0,-1-1 0,0 0 0,0 1 0,0-1 0,-1 0 0,1 0 0,-1 0 0,1-1 0,-1 1 0,0 0 0,0 0 0,0-1 0,-1 1 0,1-4 0,0-6 0,-1 0 0,-1 1 0,-2-20 0,1 22 0,-9-58 0,-27-85 0,-5-25 0,22 48 0,21 128 0,0 0 0,-1 0 0,1 0 0,-1 0 0,1-1 0,-1 1 0,0 0 0,0 0 0,0 0 0,0 0 0,0 0 0,-1 1 0,1-1 0,0 0 0,-1 0 0,0 1 0,1-1 0,-1 1 0,0 0 0,0-1 0,1 1 0,-1 0 0,0 0 0,0 0 0,0 0 0,-1 0 0,1 1 0,0-1 0,0 1 0,0-1 0,0 1 0,-1 0 0,1 0 0,-3 0 0,-92 3 0,70 0 0,0-2 0,0-1 0,-27-4 0,53 4 0,-3-1 0,-1 0 0,0 1 0,0-1 0,0 1 0,0 0 0,-8 2 0,11-2 0,0 1 0,0 0 0,0 0 0,0 0 0,1 0 0,-1 0 0,0 0 0,0 1 0,1-1 0,-1 1 0,1-1 0,-1 1 0,1 0 0,0-1 0,0 1 0,0 0 0,-1 0 0,1 2 0,-7 13 0,1 0 0,0 0 0,-6 29 0,-7 58 0,16-77 0,-9 58 0,4 0 0,2 132 0,7-213 0,0 1 0,0 0 0,0 0 0,1 0 0,2 8 0,-3-12 0,1 1 0,-1-1 0,1 0 0,0 1 0,-1-1 0,1 0 0,0 0 0,0 0 0,0 1 0,0-1 0,0 0 0,0 0 0,0-1 0,0 1 0,0 0 0,1 0 0,-1 0 0,0-1 0,0 1 0,1-1 0,1 1 0,10 2 0,0 0 0,0-2 0,23 1 0,-12 0 0,151 3 0,-38-1 0,-118-2 0,-14-1 0,0 0 0,0-1 0,0 1 0,1-1 0,6-1 0,-11 1 0,0-1 0,0 1 0,1 0 0,-1-1 0,0 1 0,0-1 0,0 0 0,1 1 0,-1-1 0,0 0 0,0 1 0,0-1 0,0 0 0,0 0 0,-1 0 0,1 0 0,0 0 0,0 0 0,-1 0 0,1 0 0,0 0 0,-1-1 0,1 1 0,-1 0 0,1 0 0,-1-2 0,3-11 0,-2-1 0,0 1 0,0 0 0,-3-25 0,1 11 0,-3-215-1365,4 223-5461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6:57.4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2877 393 24485,'-1'16'0,"-3"-1"0,-1 1 0,-3-1 0,-2 0 0,-2 0 0,-2 0 0,-3 0 0,-1 0 0,-3-1 0,-1 0 0,-3 0 0,-2 0 0,-1-1 0,-3 0 0,-1 0 0,-2-1 0,-2 0 0,-1-1 0,-3 1 0,0-2 0,-3 0 0,0 0 0,-2 0 0,-2-2 0,0 1 0,-2-1 0,-1-1 0,0 0 0,-2-1 0,-1-1 0,0 0 0,-1 0 0,-1-1 0,0-1 0,-1 0 0,0-1 0,0 0 0,0-2 0,-1 1 0,1-2 0,0 1 0,-1-2 0,1 0 0,1-1 0,0 0 0,0-1 0,1-1 0,1 0 0,0 0 0,1-1 0,1-1 0,2 0 0,0-1 0,1-1 0,2 1 0,1-2 0,1 0 0,2 0 0,1 0 0,2-2 0,2 1 0,1-1 0,2 0 0,2-1 0,1 0 0,3 0 0,1-1 0,2 0 0,3 0 0,1 0 0,3-1 0,1 0 0,3 0 0,2 0 0,2 0 0,2 0 0,3-1 0,1 1 0,3-1 0,2 1 0,3 0 0,1-1 0,3 1 0,2 0 0,2 0 0,2 0 0,3 0 0,1 0 0,3 1 0,1 0 0,3 0 0,2 0 0,1 1 0,3 0 0,1 0 0,2 1 0,2 0 0,1 0 0,2 1 0,2 1 0,1-1 0,2 2 0,1-1 0,1 1 0,2 1 0,1 0 0,0 1 0,2 0 0,1 1 0,1 0 0,0 1 0,1 1 0,1 0 0,0 1 0,0 0 0,1 1 0,1 0 0,-1 1 0,0 1 0,1 0 0,-1 1 0,0 1 0,0 0 0,0 1 0,-1 0 0,0 1 0,-1 0 0,-1 1 0,0 1 0,-1 0 0,-2 1 0,0 0 0,-1 1 0,-2 0 0,0 1 0,-2 1 0,-2-1 0,0 2 0,-3-1 0,0 1 0,-3 1 0,-1 0 0,-2 0 0,-2 1 0,-1 0 0,-3 0 0,-1 1 0,-2 0 0,-3 0 0,-1 0 0,-3 1 0,-1 0 0,-3 0 0,-2 0 0,-2 0 0,-2 0 0,-3 1 0,-1-1 0,-3 0 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11.8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24575,'3'0'0,"3"0"0,6 0 0,6 0 0,5 0 0,1 0 0,0 0 0,-6 0-8191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14.8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2738 477 24271,'-1'18'0,"-3"1"0,-1 0 0,-2-1 0,-3 0 0,-1 1 0,-3-1 0,-1 0 0,-3-1 0,-2 1 0,-1-1 0,-3 0 0,-1-1 0,-2 0 0,-2 0 0,-2-1 0,-1 0 0,-2 0 0,-2-1 0,-1-1 0,-2 0 0,-1 0 0,-2-2 0,-1 1 0,-1-2 0,-1 0 0,-1 0 0,-2-1 0,0-1 0,-1-1 0,-1 0 0,-1-1 0,-1 0 0,0-2 0,0 1 0,-1-2 0,0-1 0,-1 0 0,1-1 0,-1 0 0,0-2 0,1 0 0,-1-1 0,1 0 0,0-1 0,0-2 0,1 1 0,1-2 0,0 0 0,1-1 0,1 0 0,1-1 0,0-1 0,2-1 0,1 0 0,0 0 0,3-2 0,0 1 0,2-2 0,1 0 0,2 0 0,1-1 0,2-1 0,2 0 0,1 0 0,2-1 0,2 0 0,1 0 0,3-1 0,1 0 0,3-1 0,1 1 0,3-1 0,1 0 0,3-1 0,1 1 0,3 0 0,1-1 0,3 0 0,2 1 0,2-1 0,2 0 0,3 1 0,1-1 0,3 1 0,1-1 0,3 1 0,1 0 0,3 1 0,1-1 0,3 1 0,1 0 0,3 1 0,1 0 0,2 0 0,2 1 0,1 0 0,2 0 0,2 1 0,1 1 0,2 0 0,1 1 0,2 0 0,0 0 0,3 2 0,0 0 0,1 0 0,2 1 0,0 1 0,1 1 0,1 0 0,1 1 0,0 0 0,1 2 0,1 0 0,0 0 0,0 2 0,1 0 0,-1 1 0,1 0 0,0 2 0,-1 0 0,1 1 0,-1 0 0,0 2 0,-1 0 0,0 0 0,0 2 0,-1 0 0,-1 1 0,-1 0 0,-1 1 0,0 1 0,-2 1 0,-1 0 0,-1 0 0,-1 2 0,-1 0 0,-2 0 0,-1 1 0,-2 0 0,-1 1 0,-2 1 0,-2 0 0,-1 0 0,-2 1 0,-2 0 0,-2 0 0,-1 1 0,-3 0 0,-1 1 0,-2-1 0,-3 1 0,-1 0 0,-3 1 0,-1-1 0,-3 1 0,-2-1 0,-1 1 0,-3 0 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25.5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24575,'0'6'0,"0"8"0,0 11 0,0 3 0,0 7 0,0 3 0,0 3 0,0 2 0,0-1 0,0-3 0,0-7-8191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21.9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24575,'3'0'0,"3"0"0,3 0 0,1 0-8191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39:59.6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661 0 24575,'-456'0'0,"450"0"0,1 0 0,0 1 0,-1-1 0,1 1 0,0 0 0,0 0 0,0 1 0,0-1 0,0 1 0,0 1 0,0-1 0,0 0 0,-8 7 0,8-4 0,1-1 0,-1 1 0,1 0 0,0 0 0,0 1 0,1-1 0,-1 1 0,1 0 0,0 0 0,-3 12 0,-8 21 0,7-24 0,1 0 0,1 1 0,1 0 0,0 0 0,1 0 0,-1 26 0,2-23 0,0 1 0,-1-1 0,-7 24 0,5-20 0,-6 42 0,11-62 0,0 0 0,0 1 0,0-1 0,1 0 0,-1 0 0,1 0 0,0 0 0,-1 1 0,1-1 0,1 0 0,-1-1 0,0 1 0,1 0 0,0 0 0,-1 0 0,1-1 0,2 3 0,1-1 0,-1 0 0,1 0 0,-1 0 0,1-1 0,0 0 0,0 0 0,1 0 0,8 3 0,6 0 0,0-1 0,0 0 0,0-2 0,29 2 0,93 1 0,194-17 0,-208-1 0,85-4 0,-10 1 0,24-1 0,-35 14 0,168-11 0,272-8 0,-612 20 0,1-1 0,38-9 0,17-1 0,-25 9 0,100 6 0,-126-1 0,-1 1 0,1 2 0,-1 0 0,0 2 0,-1 0 0,29 14 0,-44-16 0,-1-1 0,-1 1 0,1 0 0,-1 0 0,0 1 0,0 0 0,0 0 0,-1 0 0,6 9 0,6 10 0,15 33 0,-15-26 0,13 24 0,-2 1 0,34 99 0,-57-137 0,1-1 0,1 1 0,0-1 0,2 0 0,0-1 0,1 0 0,0-1 0,2 1 0,19 20 0,42 43 0,98 134 0,-100-120 0,-57-77 0,1-2 0,1 0 0,0 0 0,1-2 0,1 0 0,32 18 0,21 15 0,-66-42-91,0 0 0,0 0 0,0 0 0,-1 1 0,1 0 0,-1-1 0,-1 2 0,1-1 0,0 0 0,-1 1 0,0 0 0,-1-1 0,1 1 0,2 9 0,-5-5-6735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0:03.9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24575,'28'2'0,"0"1"0,29 6 0,35 4 0,42-3 0,556 36 0,263 60 0,-827-89 0,154 2 0,124-20 0,-187-2 0,-155 1 0,-24 1 0,60 4 0,-80 1 0,0 0 0,0 1 0,20 8 0,11 4 0,174 49 0,-219-65 0,0 1 0,1-1 0,-1 1 0,0 0 0,-1 0 0,1 1 0,0-1 0,-1 1 0,1 0 0,-1-1 0,0 2 0,0-1 0,0 0 0,0 1 0,2 4 0,1 3 0,0 0 0,-1 1 0,6 22 0,-7-20 0,1 0 0,0 0 0,9 14 0,18 28 0,3-2 0,82 96 0,-97-132 0,0-2 0,1 0 0,0-1 0,2-2 0,0 0 0,30 12 0,33 19 0,-71-34 0,1-1 0,0-1 0,0 0 0,1-1 0,0-1 0,1-1 0,-1 0 0,1-1 0,0-1 0,0-1 0,0-1 0,28 0 0,97-15 0,247-54 0,-375 66 0,1 0 0,-1 2 0,1 0 0,0 0 0,-1 2 0,19 3 0,25 1 0,17-1 0,206 16 0,-182-12 0,0-4 0,109-9 0,-71-16 0,-13 1 0,-78 14 0,400-49 0,-367 44 0,0 3 0,106 4 0,-100 4 0,151-18 0,-121-10 0,-76 16 0,65-9 0,301 9 0,-280 12 0,-119-2 0,1 2 0,-1-1 0,0 1 0,0 0 0,1 0 0,-1 1 0,0 0 0,0 0 0,0 1 0,-1 0 0,1 0 0,-1 1 0,1 0 0,-1 0 0,0 0 0,-1 1 0,1 0 0,-1 0 0,0 0 0,0 0 0,0 1 0,-1 0 0,0 0 0,0 0 0,-1 1 0,1-1 0,-1 1 0,-1 0 0,1 0 0,1 12 0,55 230 0,-13-51 0,25 181 0,-62-297 0,-4 1 0,-9 136 0,-1-184 0,0 0 0,-2-1 0,-2 0 0,-13 33 0,-61 127 0,48-118 0,-66 202 0,24 9 0,64-234 0,2-3 0,-4 62 0,12-77 0,-2 1 0,-1-1 0,-1 0 0,-19 49 0,22-74 0,0-1 0,-1-1 0,-1 1 0,1-1 0,-1 0 0,-1 0 0,0 0 0,0-1 0,0 0 0,-1-1 0,0 0 0,0 0 0,0 0 0,-1-1 0,0 0 0,0-1 0,0 0 0,-1 0 0,-18 3 0,-10 1 0,0-2 0,0-2 0,-72 0 0,18-7 0,0-3 0,-153-31 0,-177-66 0,314 74 0,-410-123 0,17-46 0,476 186 0,-632-279 0,301 127 0,148 64 0,199 96 0,-1 0 0,1 0 0,-1-1 0,2-1 0,-1 1 0,0-1 0,1-1 0,0 1 0,1-1 0,-1-1 0,1 1 0,-11-17 0,4-4 0,0-1 0,2-1 0,-12-42 0,16 44 0,-2 0 0,-1 0 0,-1 1 0,-19-33 0,21 45 0,-7-11 0,-32-39 0,42 58 0,1 0 0,-1 0 0,-1 1 0,1 0 0,-1 0 0,0 1 0,-1 0 0,1 1 0,-15-6 0,-155-42 0,88 37 0,65 13 0,1-2 0,0-1 0,-29-10 0,-79-36 60,-56-20-1485,162 63-5401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0:10.6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193 734 24575,'0'-429'0,"-1"404"0,-2 0 0,-1 1 0,0-1 0,-11-28 0,7 23 0,-9-55 0,17 83 0,0 0 0,-1 0 0,1 0 0,0-1 0,-1 1 0,0 0 0,0 0 0,1 0 0,-1 0 0,0 0 0,-1 0 0,1 0 0,0 0 0,-3-3 0,3 5 0,0-1 0,0 1 0,0-1 0,0 1 0,0 0 0,0 0 0,0-1 0,0 1 0,0 0 0,0 0 0,-1 0 0,1 0 0,0 0 0,0 0 0,0 0 0,0 0 0,0 1 0,0-1 0,0 0 0,0 1 0,0-1 0,0 1 0,0-1 0,0 1 0,1-1 0,-1 1 0,0 0 0,0-1 0,0 1 0,1 0 0,-1 0 0,0-1 0,1 1 0,-2 1 0,-7 9 0,1 0 0,-1 1 0,-10 22 0,-8 10 0,25-41 0,-1 0 0,1 0 0,1-1 0,-1 2 0,0-1 0,1 0 0,-1 0 0,1 0 0,0 1 0,0-1 0,0 0 0,1 1 0,-1 5 0,1-7 0,1-1 0,0 1 0,0 0 0,-1-1 0,1 1 0,0-1 0,0 1 0,1-1 0,-1 1 0,0-1 0,0 0 0,1 1 0,-1-1 0,1 0 0,-1 0 0,1 0 0,-1 0 0,1-1 0,0 1 0,-1 0 0,1-1 0,0 1 0,-1-1 0,1 1 0,0-1 0,0 0 0,3 0 0,26 5 0,1-2 0,45-1 0,-48-2 0,0 1 0,0 1 0,37 8 0,-61-9 0,-1 0 0,1 0 0,-1 0 0,1-1 0,-1 0 0,1 0 0,-1 0 0,6 0 0,-9-1 0,0 1 0,-1 0 0,1 0 0,0-1 0,-1 1 0,1 0 0,0-1 0,-1 1 0,1-1 0,0 1 0,-1-1 0,1 1 0,-1-1 0,1 1 0,-1-1 0,1 1 0,-1-1 0,0 0 0,1 1 0,-1-1 0,1 0 0,-1-1 0,0 0 0,1 0 0,-1 0 0,0 1 0,0-1 0,0 0 0,0 0 0,-1 0 0,1 0 0,0 1 0,-1-1 0,0-2 0,-3-6 11,-1 1 0,1 0 0,-2 0 0,1 1 0,-1-1 0,0 1-1,-1 1 1,0-1 0,0 1 0,-15-11 0,8 7-259,0 1 1,-1 0-1,-1 1 1,0 1-1,-22-8 1,18 9-6579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15.6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24500,'0'923'0,"923"-923"0,-923-923 0,-923 923 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09:19.5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169 0 24575,'-3'0'0,"1"1"0,0-1 0,-1 1 0,1-1 0,0 1 0,-1 0 0,1 0 0,0 0 0,0 0 0,-1 0 0,1 1 0,0-1 0,-3 4 0,-23 24 0,23-24 0,-10 13 0,-53 57 0,66-73 0,-1 0 0,1 1 0,0-1 0,1 0 0,-1 1 0,0-1 0,-1 4 0,3-5 0,0-1 0,0 1 0,-1-1 0,1 0 0,0 1 0,0-1 0,0 1 0,0-1 0,0 1 0,0-1 0,0 0 0,0 1 0,0-1 0,1 1 0,-1-1 0,0 1 0,0-1 0,0 0 0,0 1 0,1-1 0,-1 1 0,1 0 0,0-1 0,-1 1 0,1 0 0,0-1 0,0 1 0,0-1 0,0 1 0,0-1 0,0 1 0,0-1 0,0 0 0,0 0 0,1 1 0,15 1 0,0 0 0,1-1 0,-1-1 0,19-2 0,-5 1 0,-27 1-136,0 0-1,0 0 1,0-1-1,0 1 1,1-1-1,-1 0 1,0 0-1,-1 0 0,8-4 1,-1-2-6690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09:19.9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24575,'0'3'0,"0"5"0,0 8 0,0 2 0,0 5 0,0 5 0,0 1 0,0 0 0,0-2 0,0-2 0,0-4 0,0-3 0,0-1 0,0-1 0,0 1 0,0-7 0,0-5-8191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09:20.7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24575,'3'9'0,"0"-1"0,-1 1 0,0 0 0,0 0 0,-1 0 0,0 0 0,-2 16 0,2-5 0,0 127 0,0-58 0,-2-107 0,0 6 0,1 1 0,0-1 0,3-18 0,-3 28 0,1-1 0,-1 1 0,1 0 0,0-1 0,0 1 0,-1 0 0,2-1 0,-1 1 0,0 0 0,0 0 0,1 0 0,-1 0 0,1 0 0,-1 0 0,1 1 0,0-1 0,0 0 0,0 1 0,0-1 0,0 1 0,0 0 0,4-2 0,-2 2 0,0-1 0,1 1 0,-1 0 0,0 0 0,1 1 0,-1-1 0,1 1 0,-1 0 0,1 0 0,-1 1 0,7 1 0,-8-2 0,0 1 0,0 0 0,-1 0 0,1 1 0,-1-1 0,1 0 0,-1 1 0,0-1 0,1 1 0,-1 0 0,0 0 0,0 0 0,0 0 0,0 0 0,-1 0 0,1 1 0,-1-1 0,1 1 0,0 2 0,1 2 15,0 1 0,-1-1 0,0 1 0,0-1 0,-1 1 0,0 0 0,0 10 0,-1-12-139,0-1 0,0 0 1,-1 1-1,0-1 0,0 0 0,0 0 1,-1 0-1,1 1 0,-1-2 0,-1 1 1,-3 7-1,-4 1-6702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09:21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24575,'6'0'0,"3"3"0,4 3 0,1 3 0,2 1 0,0-3 0,0-1 0,-2-2-8191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09:21.3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315 0 24575,'-5'0'0,"-7"5"0,-7 8 0,-5 3 0,-1 4 0,-4 7 0,0 1 0,0-1 0,-2 4 0,3 1 0,-1-4 0,-1 0 0,5-6-8191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09:21.6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24575,'3'5'0,"3"2"0,3 0 0,3-2 0,2-1 0,1-2 0,3-1 0,1 0 0,0-1 0,0 0 0,-4-1-8191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09:21.9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24575,'0'10'0,"0"14"0,0 16 0,0 11 0,0 11 0,0-4 0,0-3 0,0-9 0,0-10 0,0-5 0,0-5 0,3-8 0,5-7 0,3-4-8191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09:22.3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138 102 24575,'11'0'0,"-2"0"0,-1 0 0,1 0 0,0-1 0,11-3 0,-18 4 0,0-1 0,0 1 0,0-1 0,0 0 0,0 1 0,-1-1 0,1 0 0,0-1 0,-1 1 0,1 0 0,0 0 0,-1-1 0,0 1 0,1-1 0,-1 1 0,0-1 0,1 1 0,-1-1 0,0 0 0,-1 0 0,1 0 0,0 1 0,0-1 0,0-2 0,-1 2 0,0 1 0,0-1 0,0 1 0,0-1 0,0 1 0,-1-1 0,1 1 0,0-1 0,-1 1 0,1-1 0,-1 1 0,0-1 0,1 1 0,-1 0 0,0-1 0,0 1 0,0 0 0,0 0 0,0 0 0,0 0 0,0-1 0,0 1 0,0 1 0,-1-1 0,1 0 0,0 0 0,-3-1 0,-3-2 0,-1 0 0,0 1 0,-12-4 0,13 5 0,1 0 0,-1 1 0,0 0 0,1 0 0,-1 1 0,0-1 0,1 1 0,-1 1 0,0 0 0,0 0 0,1 0 0,-1 0 0,1 1 0,-12 5 0,14-5 0,0 0 0,0 1 0,0-1 0,0 1 0,0 0 0,1 0 0,-1 0 0,1 0 0,0 1 0,0-1 0,0 1 0,1 0 0,-1 0 0,1 0 0,0 0 0,0 0 0,0 1 0,0-1 0,1 1 0,0-1 0,-1 10 0,1-11 0,1 0 0,0 0 0,-1 0 0,2 0 0,-1 0 0,0 1 0,1-1 0,-1 0 0,1 0 0,0 0 0,0 0 0,0 0 0,0-1 0,0 1 0,3 4 0,-2-5 0,0 0 0,0 0 0,0 0 0,1 0 0,-1 0 0,0 0 0,1-1 0,0 1 0,-1-1 0,1 0 0,0 1 0,-1-1 0,1 0 0,0-1 0,6 2 0,48 5-1365,-29-4-5461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09:22.8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 0 24575,'0'5'0,"0"5"0,0 10 0,0 7 0,0 13 0,0 3 0,0 1 0,0 3 0,0-2 0,0-3 0,0-1 0,-2-7 0,-2-10-8191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09:23.6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 24575,'2'-1'0,"0"-1"0,0 1 0,0 0 0,0 1 0,0-1 0,0 0 0,1 1 0,-1-1 0,0 1 0,0-1 0,1 1 0,-1 0 0,3 0 0,3 0 0,256-7-34,-181 7-200,1204 0-4184,-584 1 9104,-691-2-4686,-5 1 0,1 0 0,-1 0 0,0 1 0,9 1 0,-15-1 0,1-1 0,0 1 0,0-1 0,-1 1 0,1 0 0,-1 0 0,1 0 0,-1-1 0,1 1 0,-1 1 0,0-1 0,1 0 0,-1 0 0,0 0 0,0 1 0,0-1 0,0 1 0,0-1 0,0 1 0,0-1 0,0 1 0,0 1 0,2 10 0,-1-1 0,-1 1 0,0-1 0,0 1 0,-1 0 0,-3 19 0,1 2 0,-4 135 0,6-166 15,0 0 0,0 0-1,-1 0 1,0 0-1,1 0 1,-1 0 0,-2 4-1,2-6-101,0 0 0,1 1 0,-1-1 0,0 0-1,0 0 1,0 0 0,0 0 0,0 0 0,0 0-1,-1 0 1,1-1 0,0 1 0,0 0 0,-1-1-1,1 1 1,-3 0 0,-11 3-6739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09:24.3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24575,'5'0'0,"10"3"0,12 3 0,17 1 0,10 1 0,17 0 0,11 4 0,9 1 0,7 0 0,6 0 0,-6-3 0,-11-2 0,-17-4 0,-19-1 0,-18-2-8191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09:07.9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1004 61 24575,'-14'-1'0,"1"-1"0,0 1 0,-14-5 0,-14-2 0,-51-6 0,-122-13 0,-110 25 0,319 2 0,-1 1 0,1-1 0,-1 1 0,1 0 0,0 1 0,-1-1 0,1 1 0,0 0 0,-5 3 0,7-3 0,0 0 0,1 0 0,-1 0 0,1 1 0,-1-1 0,1 0 0,0 1 0,0 0 0,0-1 0,0 1 0,0 0 0,1 0 0,-1 0 0,1 1 0,-2 5 0,-3 16 0,1 0 0,-1 34 0,2-20 0,-4 30 0,-26 181 0,-28 182 0,58-396 0,-2-1 0,-17 60 0,20-84 0,0 1 0,0 0 0,1 0 0,0 0 0,0 20 0,2-28 0,1 0 0,-1 0 0,1 0 0,-1 0 0,1 0 0,1 0 0,-1 0 0,0 0 0,1 0 0,0-1 0,0 1 0,0 0 0,0-1 0,1 0 0,0 1 0,-1-1 0,1 0 0,0-1 0,0 1 0,4 3 0,-1-3 0,-1 0 0,1 0 0,0 0 0,0-1 0,0 0 0,0 0 0,10 2 0,46 2 0,-28-4 0,364 25 0,128-28 0,-514 1 0,4 0 0,-1-1 0,17-2 0,-31 3 0,-1 0 0,1 0 0,0 0 0,0 0 0,0 0 0,0 0 0,0-1 0,0 1 0,-1 0 0,1-1 0,0 1 0,0-1 0,-1 1 0,1-1 0,0 1 0,0-1 0,-1 1 0,1-1 0,-1 0 0,1 1 0,0-1 0,-1 0 0,0 0 0,1 1 0,-1-1 0,1 0 0,-1 0 0,0 0 0,1 0 0,-1 1 0,0-1 0,0 0 0,0 0 0,0 0 0,0-1 0,0-3 0,-1 1 0,0 0 0,-1-1 0,1 1 0,-1 0 0,-2-4 0,2 2 0,-3-5 0,-12-26 0,2-1 0,-14-56 0,19 38 0,1-1 0,0-68 0,11-117 0,0 111 0,-2 99 0,2-61 0,0 78 0,0-1 0,1 0 0,9-27 0,0 11 0,11-39 0,-21 63 0,0 0 0,-1 0 0,0 0 0,0 0 0,-1-1 0,-1-14 0,0 20 0,1 1 0,-1 0 0,0-1 0,0 1 0,0 0 0,0-1 0,0 1 0,-1 0 0,1 0 0,-1 0 0,1 0 0,-1 0 0,0 0 0,0 1 0,1-1 0,-1 1 0,-1-1 0,1 1 0,0-1 0,0 1 0,0 0 0,-1 0 0,-2 0 0,-6-3 0,-1 1 0,1 0 0,-19-2 0,-9 2 0,-67 2 0,54 2 0,-60-4 0,-114-16 0,169 10-1365,65 9-5461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09:09.1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0 215 24575,'1'-2'0,"-1"1"0,0 0 0,1 0 0,-1-1 0,1 1 0,-1 0 0,1 0 0,-1-1 0,1 1 0,0 0 0,0 0 0,0 0 0,0 0 0,-1 0 0,3-1 0,16-12 0,5 0 0,1 2 0,1 1 0,32-10 0,88-19 0,-72 16 0,0 3 0,107-14 0,-162 33-1365,-4 1-5461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09:09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24575,'10'1'0,"0"0"0,1 0 0,-2 1 0,1 0 0,0 1 0,0 0 0,-1 0 0,10 6 0,0 0 0,-1 2 0,31 22 0,-45-30 0,0 1 0,0 0 0,0 0 0,0 0 0,-1 0 0,0 0 0,0 1 0,0-1 0,0 1 0,-1 0 0,1 0 0,-1 0 0,2 8 0,-3-9 0,-1 0 0,1 0 0,-1 0 0,1-1 0,-1 1 0,-1 0 0,1 0 0,0 0 0,-1 0 0,0 0 0,0-1 0,0 1 0,0 0 0,-1 0 0,0-1 0,1 1 0,-1-1 0,0 0 0,-4 5 0,3-4-151,0-1-1,0 0 0,0 0 0,0 0 1,0-1-1,0 1 0,-1-1 1,-4 3-1,-3-1-6674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09:11.8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24575,'-1'76'0,"2"84"0,-1-154 0,0-3 0,0-1 0,0 1 0,0 0 0,1-1 0,-1 1 0,0-1 0,1 0 0,0 1 0,0-1 0,1 4 0,-2-6 0,0 1 0,0-1 0,1 0 0,-1 0 0,0 0 0,0 0 0,0 0 0,0 0 0,0 1 0,1-1 0,-1 0 0,0 0 0,0 0 0,0 0 0,1 0 0,-1 0 0,0 0 0,0 0 0,0 0 0,0 0 0,1 0 0,-1 0 0,0 0 0,0 0 0,0 0 0,1 0 0,-1 0 0,0 0 0,0 0 0,0 0 0,0 0 0,1 0 0,-1-1 0,0 1 0,0 0 0,0 0 0,0 0 0,1 0 0,5-7 0,-3 4 0,9-10 0,21-18 0,-28 28 0,-1-1 0,1 1 0,0 0 0,0 0 0,0 0 0,1 1 0,-1 0 0,11-3 0,-15 5 0,1 0 0,-1-1 0,0 1 0,0 0 0,1 1 0,-1-1 0,0 0 0,0 0 0,0 0 0,1 1 0,-1-1 0,0 1 0,0-1 0,0 1 0,0-1 0,0 1 0,0-1 0,0 1 0,0 0 0,0 0 0,0 0 0,0-1 0,0 1 0,-1 0 0,1 0 0,0 0 0,-1 0 0,1 0 0,-1 1 0,1-1 0,-1 0 0,1 0 0,-1 0 0,0 0 0,1 0 0,-1 2 0,1-1 0,-1 1 0,0-1 0,0 0 0,1 0 0,-1 0 0,-1 0 0,1 0 0,0 0 0,0 1 0,-1-1 0,1 0 0,-1 0 0,0 0 0,1 0 0,-1 0 0,0 0 0,0 0 0,0-1 0,-1 1 0,-1 2 0,1-2 0,-1 0 0,0-1 0,0 1 0,0-1 0,0 1 0,0-1 0,-1 0 0,1 0 0,0-1 0,0 1 0,-1 0 0,1-1 0,-4 0 0,1 0 0,0 0 0,-1 0 0,1-1 0,0 0 0,-12-3 0,14 2-151,1 1-1,-1-1 0,1 0 0,-1 0 1,1 0-1,0 0 0,0 0 1,-5-6-1,-3-5-6674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09:12.1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24575,'3'0'0,"3"0"0,3 0 0,3 0 0,2 3 0,1 0 0,1 3 0,-1 0 0,-1-1-8191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09:12.5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322 0 24575,'-6'0'0,"-8"0"0,-6 3 0,-6 3 0,-4 6 0,-3 3 0,0 2 0,3-2 0,-2 2 0,2 0 0,2 3 0,5 0 0,6-3-8191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09:12.9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50 24575,'3'-3'0,"3"-3"0,11-1 0,8 1 0,5 2 0,-1 1 0,-2 1 0,-3 1 0,-3 1 0,-3 0 0,-4-7 0,-4-3-8191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09:13.3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 1 24575,'0'1'0,"-1"1"0,1 0 0,-1 0 0,1-1 0,-1 1 0,0 0 0,0 0 0,-1 2 0,-3 5 0,-2 9 0,2 1 0,0 0 0,-5 37 0,3 60 0,6-87 0,0-18 0,-1 0 0,0-1 0,0 1 0,-6 15 0,0-3 0,8-22-59,0 0 0,-1-1-1,1 1 1,0 0-1,0 0 1,0 0 0,0-1-1,0 1 1,-1 0 0,1 0-1,1 0 1,-1-1 0,0 1-1,0 0 1,0 0-1,0 0 1,1-1 0,-1 1-1,0 0 1,0 0 0,1-1-1,0 2 1,4 2-6767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09:13.9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 95 24575,'16'0'0,"-9"0"0,1 1 0,-1-2 0,0 1 0,0-1 0,9-2 0,-14 3 0,1-1 0,-1 0 0,0 0 0,-1 0 0,1 0 0,0 0 0,0-1 0,0 1 0,-1 0 0,1-1 0,0 1 0,-1-1 0,1 0 0,-1 1 0,0-1 0,0 0 0,0 0 0,0 0 0,0 0 0,0 0 0,1-4 0,-1 5 0,-1 0 0,1-1 0,-1 1 0,1-1 0,-1 1 0,0-1 0,1 0 0,-1 1 0,0-1 0,0 1 0,0-1 0,0 1 0,0-1 0,-1 1 0,1-1 0,0 1 0,-1-1 0,1 1 0,-1-1 0,0 1 0,1-1 0,-1 1 0,0 0 0,0-1 0,0 1 0,0 0 0,0 0 0,0-1 0,0 1 0,0 0 0,0 0 0,-1 0 0,1 1 0,0-1 0,-1 0 0,1 0 0,0 1 0,-1-1 0,1 1 0,-1-1 0,1 1 0,-1 0 0,0-1 0,-1 1 0,-2-1 0,0 0 0,0 1 0,0-1 0,1 1 0,-1 0 0,0 1 0,0-1 0,0 1 0,0 0 0,-7 2 0,10-2 0,-1 0 0,1 1 0,-1-1 0,1 1 0,0-1 0,0 1 0,-1 0 0,1 0 0,1 0 0,-1 0 0,0 0 0,0 0 0,1 0 0,-1 1 0,1-1 0,0 1 0,0-1 0,-1 1 0,2-1 0,-2 4 0,1-2 0,0 0 0,0-1 0,0 1 0,1 0 0,0 0 0,0 0 0,0 0 0,0 0 0,0 0 0,1 4 0,0-6 0,0 0 0,0 0 0,-1 0 0,1 0 0,0 0 0,1-1 0,-1 1 0,0 0 0,0 0 0,1-1 0,-1 1 0,1-1 0,0 1 0,-1-1 0,1 0 0,0 1 0,0-1 0,-1 0 0,1 0 0,3 0 0,4 3 0,1-1 0,0-1 0,0 0 0,0 0 0,17 0 0,54-3 0,-50 0 0,173-3-1365,-186 4-5461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6:07.7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354 93 24575,'-3'2'0,"-1"1"0,1-1 0,0 1 0,0 0 0,0 0 0,0 0 0,0 0 0,1 0 0,-1 0 0,1 1 0,0 0 0,0-1 0,0 1 0,1 0 0,-1 0 0,-1 6 0,-1 8 0,0-1 0,-1 27 0,5-42 0,-6 263 0,8-175 0,11 252 0,-7-286 0,2-1 0,3 0 0,2-1 0,23 58 0,-20-69 0,21 58 0,-32-85 0,-2 0 0,0 1 0,0 0 0,0 23 0,-3-9 0,0 0 0,-2 0 0,-1 0 0,-8 33 0,9-58 0,0 1 0,1 0 0,-1 0 0,2 0 0,-1 0 0,1 0 0,0 0 0,1 0 0,-1 0 0,1 0 0,1-1 0,-1 1 0,1 0 0,1-1 0,-1 1 0,1-1 0,4 8 0,2 0 0,0-1 0,1 0 0,1-1 0,0 0 0,1 0 0,0-1 0,14 9 0,-3-3 0,2-2 0,0 0 0,31 13 0,-33-19 0,1 0 0,0-2 0,1-1 0,44 6 0,-29-8 0,0-3 0,51-3 0,-77 0 0,1 0 0,-1-1 0,0 0 0,0-1 0,19-8 0,64-36 0,-18 7 0,-52 29 0,111-44 0,-135 55 0,0 0 0,0 0 0,-1 0 0,1-1 0,0 1 0,0-1 0,-1 0 0,1 0 0,-1 0 0,1 0 0,-1 0 0,3-4 0,-2 3 0,-1-1 0,-1 1 0,1-1 0,0 0 0,-1 0 0,0 1 0,0-1 0,0 0 0,1-7 0,1-42 0,-5-101 0,0 116 0,1 0 0,-14-506 0,16 504 0,1 0 0,2 0 0,1 1 0,19-68 0,-9 64 0,33-68 0,-44 103 0,-1 3 0,-1 0 0,1 0 0,-1-1 0,2-9 0,-3 14 0,-1 0 0,0-1 0,0 1 0,0-1 0,0 1 0,0-1 0,0 1 0,0-1 0,-1 1 0,1-1 0,0 1 0,-1-1 0,1 1 0,-1-1 0,0 1 0,1 0 0,-1-1 0,0 1 0,0 0 0,0 0 0,0 0 0,-2-2 0,-5-4 0,-1 0 0,-1 1 0,1 0 0,-1 1 0,0 0 0,0 1 0,0 0 0,-15-4 0,-92-15 0,92 19 0,-322-47-160,-25-4-368,178 18 528,191 36 28,0 1 1,0-1-1,0 1 0,0 0 0,-1 0 1,1 0-1,0 0 0,0 1 0,0-1 1,0 1-1,0 0 0,-1 0 0,1 0 1,1 0-1,-1 1 0,0-1 0,-4 3 1,4-1-15,0 0-1,0 0 1,1 0 0,-1 1 0,1-1 0,-1 0-1,1 1 1,0 0 0,1-1 0,-1 1 0,1 0-1,-3 8 1,-105 379-14,67-242 0,-26 96 0,54-181 0,-12 122 0,25 57 0,3-117 0,-2-124 0,0 1 0,0 0 0,0 0 0,1 0 0,-1 0 0,1-1 0,-1 1 0,1 0 0,2 4 0,-2-6 0,0 1 0,0-1 0,0 0 0,0 0 0,1 1 0,-1-1 0,0 0 0,1 0 0,-1 0 0,1-1 0,-1 1 0,1 0 0,-1 0 0,1-1 0,-1 1 0,1-1 0,0 1 0,1-1 0,101 13 0,-31-6 0,410 22 0,209 27-1019,-366-9 1019,-320-46 11,-2 0-15,1-1 1,-1 1 0,0-1-1,1 0 1,-1 0 0,0 0-1,6-2 1,-9 2 9,0-1 0,0 1 0,0-1 1,0 1-1,0-1 0,0 0 0,0 0 0,0 1 1,0-1-1,0 0 0,0 0 0,0 0 0,-1 0 1,1 0-1,0 0 0,-1 0 0,1-1 0,-1 1 1,1 0-1,-1 0 0,0 0 0,1 0 1,-1-1-1,0 1 0,0 0 0,0 0 0,0-1 1,0 1-1,0-1 0,0-17 201,-1 1 0,-1-1 0,-6-25 0,2 12-186,-26-183-368,10-2 0,7-333 1,21 394 324,1-95 911,-7 247-877,0 0 1,0 1 0,-1-1 0,1 1-1,-1-1 1,0 0 0,0 1-1,0 0 1,-1-1 0,1 1-1,-1 0 1,0-1 0,0 1-1,-3-4 1,-2 0-19,1 1 0,-1 0 0,-1 0 0,-9-6 0,7 5 19,7 5-13,0-1 0,0 0 0,0 1 0,1-1 0,-1 0 0,1-1 0,-4-6 0,-7-7 0,12 15 0,0 1 0,-1-1 0,1 1 0,-1 0 0,1 0 0,-1 0 0,1 0 0,-1 0 0,0 0 0,0 0 0,1 1 0,-1-1 0,-2 0 0,-27-2 0,23 2 0,-200-3 12,-22-1-171,-324-48-578,306 8 737,27 5 0,216 39-43,-10-2 228,-1 1 1,0 1-1,1 0 1,-25 3-1,38-2-185,0 0 0,0 1 0,0-1 0,0 1 0,0 0 0,0 0 0,0 0 0,0 0 0,1 0 0,-1 0 0,0 0 0,0 0 0,1 1 0,-1-1 0,1 1 0,-1-1 0,1 1 0,0 0 0,0 0 0,-1-1 0,1 1 0,-1 3 0,0 2 0,0 0 0,0 0 0,0 1 0,1-1 0,-1 11 0,-4 260-15,8-181-174,1 1243 256,-3-1335-61,-1-1-1,2 1 1,-1 0-1,0-1 1,1 1-1,0-1 1,0 1-1,1-1 1,-1 1-1,1-1 1,0 0-1,0 0 1,0 0-1,0 0 0,1 0 1,0 0-1,0-1 1,0 1-1,0-1 1,0 0-1,1 0 1,-1 0-1,1 0 1,4 2-1,33 18-5,1-2 0,78 27 0,-106-43 0,28 10 0,2-1 0,0-2 0,1-2 0,56 6 0,277-6-396,-224-10-659,343 13 702,-22 0-115,-462-13 468,-6 0 0,0 1 0,0-1 0,0-1 0,0 1 0,0-1 0,0 0 0,0-1 0,9-3 0,-14 4 50,0 0 0,-1 0 0,1 0 1,-1 0-1,1 0 0,-1-1 0,1 1 0,-1-1 0,0 1 1,1-1-1,-1 1 0,0-1 0,0 0 0,0 1 1,-1-1-1,1 0 0,0 0 0,0 0 0,-1 0 0,1-3 1,0-4 144,-1 1 0,1-1 0,-3-13 0,2 18-240,-7-59 290,-19-72 1,4 24-496,-43-344-974,31 204 1238,-32-253-171,41 296 23,22 185 199,1 0-112,-7-26 1,7 42 235,0 0 0,-1 0-1,1 1 1,-1-1 0,-1 0 0,1 1 0,-9-11 0,9 14-161,1 0 0,-1 1 0,0-1 0,-1 1 0,1-1 1,0 1-1,-1 0 0,1 0 0,-8-2 0,-37-10-67,39 11 57,-217-34-18,100 20 0,-228-35-453,-5 24 214,312 26 222,0 3 0,-59 8 0,92-7 66,0 1-1,1 0 0,-1 1 0,1 0 1,0 1-1,0 0 0,0 2 0,1-1 1,0 1-1,0 1 0,1 0 1,-11 10-1,18-14-37,0 1 1,1-1-1,0 1 1,0-1-1,0 1 1,0 0-1,1 0 1,0 0-1,0 0 1,-2 8-1,0 6-21,-2 32-1,3-28 21,-12 389-441,16-309-210,-1 1051 1695,1-1152-1053,-1-1 0,0 1 0,0 0-1,1 0 1,-1 0 0,1-1 0,-1 1 0,1 0 0,0-1-1,-1 1 1,1 0 0,0-1 0,0 1 0,1-1-1,-1 1 1,0-1 0,0 0 0,1 0 0,-1 1 0,0-1-1,1 0 1,-1 0 0,3 1 0,2 1-1,1 0-1,-1-1 1,1 1 0,0-2 0,8 3-1,27 2 1,0-1 0,65-2 0,-51-2 0,90 2-336,47 0-1009,48 1 457,356 11-2015,300 5 2066,-943-21 5636,-51 0-4654,75 1-6971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6:09.2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1022 0 24575,'-13'0'0,"-17"0"0,-20 0 0,-28 0 0,-33 0 0,-18 0 0,-13 0-1265,5 0 1265,15 0 0,26 0 0,26 0 309,26 0-7544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6:09.7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396 0 24575,'-8'4'0,"-1"0"0,0 1 0,1 0 0,-15 10 0,6-2 0,-236 166 0,253-179 0,-9 6 0,0 0 0,1 1 0,-1 0 0,2 0 0,-10 11 0,16-16 0,0-1 0,0 1 0,0-1 0,0 1 0,0 0 0,0 0 0,1-1 0,-1 1 0,0 0 0,1 0 0,0 0 0,-1-1 0,1 1 0,0 0 0,0 4 0,1-4 0,-1-1 0,1 1 0,0 0 0,0 0 0,0 0 0,0 0 0,0-1 0,0 1 0,0-1 0,1 1 0,-1-1 0,0 1 0,1-1 0,0 0 0,-1 1 0,1-1 0,0 0 0,2 1 0,4 3 0,1-1 0,0 0 0,1 0 0,-1-1 0,14 3 0,52 5 0,-53-8 0,258 13 0,-150-11 0,-83-1-1365,-15 2-5461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6:11.6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227 134 24575,'-1'65'0,"2"69"0,-1-132 0,1 0 0,-1 0 0,0 0 0,1 0 0,-1 0 0,1 0 0,0 0 0,0 0 0,-1-1 0,1 1 0,0 0 0,1-1 0,-1 1 0,0-1 0,0 1 0,1-1 0,-1 1 0,1-1 0,-1 0 0,1 0 0,0 0 0,-1 0 0,1 0 0,0 0 0,0 0 0,-1 0 0,1-1 0,3 2 0,6 0 0,-1-1 0,0 0 0,1 0 0,13-1 0,-9 0 0,465-2 0,-103 0 0,-303 3 0,90-3 0,-159 2 0,-1 0 0,1-1 0,-1 0 0,0 0 0,1 0 0,-1 0 0,5-3 0,-7 3 0,0 0 0,-1 0 0,1-1 0,0 1 0,0 0 0,-1-1 0,1 0 0,-1 1 0,1-1 0,-1 0 0,0 1 0,0-1 0,0 0 0,0 0 0,0 0 0,1-3 0,0-3 0,0 0 0,0 0 0,-1 0 0,1-17 0,-5-35 0,2 38 0,0-4 0,-4-44 0,4 62 0,0 1 0,-1-1 0,0 0 0,0 1 0,-1 0 0,-5-12 0,7 17 0,-1 0 0,1 0 0,-1 0 0,0 0 0,0 0 0,0 1 0,0-1 0,0 0 0,0 1 0,0-1 0,0 1 0,0 0 0,-1 0 0,1 0 0,-1 0 0,1 0 0,-4 0 0,-5-1 0,1 0 0,-1 2 0,-10-1 0,6 1 0,-344-6 0,1 33 0,254-12 0,-152 21 0,-3-22 0,254-14-119,-18-2 372,22 2-299,1 0 1,-1 0 0,0 0-1,1 0 1,-1 0-1,1 0 1,-1-1-1,1 1 1,-1 0 0,1 0-1,-1-1 1,1 1-1,0 0 1,-1-1 0,1 1-1,-1 0 1,1-1-1,0 1 1,-1 0-1,1-1 1,0 1 0,-1-1-1,1 1 1,0-1-1,0 1 1,-1-1 0,1 1-1,0-1 1,0 1-1,0-1 1,0 1-1,0-2 1,2-8-6781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6:12.1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231 0 24575,'0'8'0,"-5"15"0,-4 17 0,-4 12 0,1 10 0,3 7 0,-1 3 0,-3-1 0,-2 3 0,-1-3 0,-6-2 0,-1 0 0,0-11 0,2-7 0,4-15 0,5-19 0,5-17 0,3-9-8191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6:12.4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36 24575,'10'2'0,"9"7"0,3 4 0,4 5 0,2 1 0,2 2 0,3-5 0,-1-3 0,-1-5 0,-1-9 0,-2-7 0,-7-9 0,2-13 0,1-19 0,-3-1-8191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6:13.1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 55 24575,'-32'389'0,"31"-378"0,-3 24 0,3-15 0,-2-1 0,0 1 0,-7 22 0,8-39 0,0-6 0,0-5 0,1 0 0,1 0 0,-1-15 0,1 8 0,3-55 0,3 1 0,15-73 0,-12 89 0,-4 22 0,7-41 0,-10 62 0,1 1 0,0-1 0,0 1 0,1 0 0,6-10 0,-9 18 0,0-1 0,0 0 0,0 0 0,0 1 0,1-1 0,-1 1 0,1-1 0,-1 1 0,1 0 0,-1-1 0,1 1 0,0 0 0,-1 0 0,1 0 0,0 0 0,0 1 0,0-1 0,0 0 0,0 1 0,0-1 0,0 1 0,0 0 0,0 0 0,0-1 0,0 1 0,0 1 0,0-1 0,0 0 0,0 0 0,0 1 0,0-1 0,0 1 0,0 0 0,-1-1 0,3 2 0,2 1 0,0 1 0,-1-1 0,0 1 0,1 0 0,-1 0 0,-1 0 0,1 1 0,-1 0 0,7 8 0,-8-8 0,1 1 0,-1-1 0,0 1 0,2 5 0,-4-10 0,-1 0 0,1 0 0,-1 0 0,0 0 0,1 1 0,-1-1 0,0 0 0,0 0 0,0 0 0,0 0 0,0 0 0,0 0 0,0 0 0,0 0 0,0 0 0,0 1 0,-1-1 0,1 0 0,0 0 0,-1 0 0,1 0 0,-1 0 0,1 0 0,-1-1 0,0 1 0,1 0 0,-1 0 0,0 0 0,0 0 0,1-1 0,-3 2 0,-4 1 0,0 0 0,0-1 0,0 1 0,-1-2 0,1 1 0,-1-1 0,1 0 0,-12 0 0,-17 2 0,-41 17-478,65-17-409,-9 3-5939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6:13.6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76 94 24575,'-9'10'0,"2"-1"0,-1 1 0,1 1 0,1 0 0,0 0 0,0 0 0,1 0 0,0 1 0,1 0 0,1 0 0,0 0 0,0 0 0,0 18 0,3-28 0,-1 1 0,1-1 0,0 0 0,0 0 0,0 0 0,1 0 0,-1 0 0,0 0 0,1 0 0,0 0 0,-1 0 0,1 0 0,0 0 0,0 0 0,0 0 0,0-1 0,0 1 0,1 0 0,0 1 0,0-2 0,-1 0 0,0 0 0,1-1 0,-1 1 0,0 0 0,1-1 0,-1 1 0,1-1 0,-1 1 0,1-1 0,-1 0 0,1 0 0,0 0 0,-1 0 0,1 0 0,-1 0 0,1 0 0,-1 0 0,1 0 0,-1-1 0,1 1 0,-1-1 0,1 1 0,-1-1 0,0 1 0,2-2 0,4-2 0,-1 0 0,-1 0 0,1-1 0,-1 1 0,0-1 0,0-1 0,0 1 0,-1 0 0,1-1 0,-1 0 0,-1 0 0,1-1 0,-1 1 0,3-8 0,2-9 0,0 0 0,7-45 0,-12 55 0,0 0 0,-2 0 0,1-1 0,-2 1 0,-1-21 0,1 33 0,0 1 0,0 0 0,0-1 0,0 1 0,0 0 0,0-1 0,0 1 0,0 0 0,0-1 0,0 1 0,0 0 0,0 0 0,0-1 0,0 1 0,0 0 0,0-1 0,-1 1 0,1 0 0,0-1 0,0 1 0,0 0 0,0 0 0,-1 0 0,1-1 0,0 1 0,0 0 0,-1 0 0,1-1 0,0 1 0,0 0 0,-1 0 0,1 0 0,0 0 0,-1 0 0,1-1 0,-1 2 0,0-1 0,1 1 0,-1 0 0,1-1 0,-1 1 0,1 0 0,-1-1 0,1 1 0,0 0 0,-1-1 0,1 1 0,0 0 0,-1 1 0,-3 10 0,1 1 0,0 0 0,-2 24 0,2 43 0,3-56 0,-1-17 0,1 0 0,0 0 0,0-1 0,0 1 0,3 10 0,-3-16 0,1 1 0,-1-1 0,0 0 0,1 1 0,0-1 0,-1 0 0,1 1 0,0-1 0,-1 0 0,1 0 0,0 0 0,0 0 0,0 0 0,0 0 0,0 0 0,0 0 0,0 0 0,1 0 0,-1 0 0,0-1 0,0 1 0,1-1 0,-1 1 0,0-1 0,1 1 0,-1-1 0,2 1 0,11-1-1365,-2 0-5461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6:14.2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24575,'0'49'0,"1"57"0,-1-101 0,0 0 0,1 0 0,0 0 0,0 0 0,0 0 0,1 0 0,0 0 0,0 0 0,0-1 0,0 1 0,4 4 0,-5-8 0,0 1 0,0-1 0,0 0 0,0 0 0,0 0 0,1 0 0,-1 0 0,0 0 0,1 0 0,-1 0 0,1-1 0,-1 1 0,1 0 0,-1-1 0,3 1 0,-1-1 0,-1 0 0,0 0 0,0 0 0,0 0 0,0 0 0,0-1 0,0 1 0,0-1 0,0 1 0,0-1 0,0 0 0,0 0 0,0 0 0,0 0 0,2-2 0,2-1 0,0-1 0,0-1 0,-1 1 0,0-1 0,0 0 0,0 0 0,0-1 0,-1 1 0,0-1 0,-1 0 0,1 0 0,-1 0 0,-1-1 0,1 1 0,2-15 0,-5 22 0,-1 0 0,1 0 0,0 0 0,0 0 0,0 0 0,0-1 0,0 1 0,0 0 0,0 0 0,0 0 0,0 0 0,0 0 0,0 0 0,0 0 0,0 0 0,0 0 0,0 0 0,0 0 0,0 0 0,0 0 0,0 0 0,0 0 0,0 0 0,0 0 0,0 0 0,0 0 0,0 0 0,0 0 0,0 0 0,0 0 0,0 0 0,0 0 0,0 0 0,0 0 0,0 0 0,0 0 0,0 0 0,0 0 0,-3 6 0,-1 11 0,4-16 9,0 1-1,0-1 1,0 1-1,0-1 1,0 1 0,0 0-1,1-1 1,-1 0-1,0 1 1,1-1-1,0 1 1,-1-1-1,2 2 1,-2-2-53,1-1 1,-1 1-1,0-1 0,1 0 1,-1 1-1,1-1 0,-1 1 1,1-1-1,-1 0 0,1 1 1,0-1-1,-1 0 0,1 0 1,-1 0-1,1 1 0,0-1 0,-1 0 1,1 0-1,-1 0 0,1 0 1,0 0-1,-1 0 0,1 0 1,0 0-1,-1 0 0,1 0 1,-1-1-1,1 1 0,0 0 1,-1 0-1,1 0 0,-1-1 1,2 0-1,9-5-6782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6:14.6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 0 24575,'0'3'0,"0"8"0,0 5 0,0 5 0,3 4 0,5 3 0,5 0 0,2-3 0,-3-6 0,-8-6 0,-11-4 0,-7-5 0,-4-3 0,-1-1 0,-1-1 0,1 0 0,4-3 0,4 0-8191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6:15.2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 48 24575,'20'0'0,"3"-1"0,-1 2 0,0 0 0,35 7 0,-55-7 0,-1-1 0,1 0 0,-1 1 0,1-1 0,0 0 0,-1 0 0,1 0 0,-1 0 0,1-1 0,0 1 0,-1 0 0,1-1 0,-1 1 0,1-1 0,1 0 0,-3 1 0,1-1 0,0 1 0,-1-1 0,1 1 0,-1-1 0,0 0 0,1 1 0,-1-1 0,1 0 0,-1 1 0,0-1 0,1 0 0,-1 1 0,0-1 0,0 0 0,0 1 0,0-1 0,1 0 0,-1 0 0,0 1 0,0-1 0,0 0 0,-1 0 0,1 1 0,0-1 0,0 0 0,0 0 0,0 1 0,-1-1 0,1 0 0,0 1 0,-1-1 0,1 0 0,-1 0 0,0-1 0,-1 0 0,1 0 0,-1 0 0,0 1 0,1-1 0,-1 0 0,0 1 0,0 0 0,0-1 0,0 1 0,0 0 0,0 0 0,0 0 0,0 0 0,-1 0 0,1 1 0,0-1 0,-4 0 0,-6-1 0,0 0 0,-14 1 0,22 1 0,-1-1 0,-1 1 0,1 1 0,0-1 0,0 1 0,-1-1 0,1 1 0,0 1 0,0-1 0,0 1 0,0 0 0,-6 4 0,8-4 0,-1 0 0,1 0 0,1 1 0,-1 0 0,0-1 0,0 1 0,1 0 0,0 0 0,0 1 0,-1-1 0,2 0 0,-1 1 0,0-1 0,1 1 0,0-1 0,-2 6 0,2-3 0,-1 1 0,1-1 0,0 1 0,0-1 0,1 1 0,0 0 0,0-1 0,1 1 0,1 6 0,-1-10 0,-1 0 0,1-1 0,0 1 0,0 0 0,1-1 0,-1 1 0,0-1 0,1 1 0,0-1 0,-1 0 0,1 0 0,0 0 0,0 0 0,0 0 0,1 0 0,-1 0 0,0-1 0,1 1 0,-1-1 0,1 0 0,-1 1 0,1-1 0,3 1 0,5 0-105,-1 0 0,1 0 0,0-1 0,0 0 0,0 0 0,0-2 0,0 1 0,-1-1 0,1-1 0,0 0 0,-1-1 0,20-6 0,18-12-6721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6:15.3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 0 24575,'0'3'0,"-2"6"0,-4 1 0,-14-1 0,-3-2-8191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04.2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24575,'16'0'0,"40"0"0,46 0 0,43 0 0,39 0-3225,31 0 3225,14 0-1961,-15 0 1961,-30 0 0,-39 0 313,-44 0-3631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6:58.8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684 0 24575,'-39'2'0,"0"2"0,0 2 0,1 1 0,-41 13 0,24-5 0,1 3 0,0 2 0,1 2 0,-58 35 0,99-50 0,1 0 0,0 1 0,1 0 0,0 1 0,0 0 0,-12 14 0,18-17 0,0 0 0,0 0 0,0 0 0,1 1 0,0-1 0,0 1 0,1 0 0,-1 0 0,1 0 0,1 0 0,0 0 0,0 0 0,0 9 0,1-10 0,0 1 0,0-1 0,0 1 0,1-1 0,0 1 0,1-1 0,3 10 0,-4-13 0,1 1 0,-1-1 0,1 0 0,0-1 0,0 1 0,1 0 0,-1 0 0,0-1 0,1 0 0,-1 1 0,1-1 0,0 0 0,0 0 0,0 0 0,0-1 0,4 3 0,13 3 0,0 0 0,1 0 0,27 3 0,69 5 0,-106-14 0,801 47-2771,1-42 2193,-790-6 615,35 0-213,97-2-154,-147 1 341,35-2-36,-40 2 44,0 1-1,0-1 1,1 0-1,-1 0 1,0 0-1,0-1 1,0 1-1,0-1 1,4-3-1,-6 5 22,0-1 0,0 0 1,0-1-1,0 1 0,0 0 0,0 0 0,-1 0 1,1 0-1,0-1 0,-1 1 0,1 0 0,0-1 1,-1 1-1,0-1 0,1 1 0,-1 0 0,0-3 0,0 1 77,0 0 0,0 0 0,0 0-1,-1 0 1,1 0 0,-1 0 0,0 1-1,-1-4 1,-2-3 138,0 1 0,0 0-1,-1 0 1,-9-11 0,7 10-153,-1 0 0,-1 1 0,1 0 0,-2 0 0,-11-8 0,-54-27-125,70 41 33,-206-92-39,-6 18-814,114 44 769,-2 4 1,0 5 0,-122-11 0,144 28 66,-1 2 1,0 5 0,0 3-1,-131 24 1,199-25 119,7-2-187,1 0 1,-1 1 0,1 0 0,0 1-1,0 0 1,0 0 0,-10 6 0,7 0-6448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6:59.5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228 0 24575,'-24'19'0,"0"0"0,1 2 0,-37 44 0,42-45 0,-29 43 0,43-57 0,-1 1 0,2 0 0,-1 1 0,1-1 0,0 0 0,1 1 0,0 0 0,0-1 0,1 1 0,0 0 0,-1 10 0,3-14 0,-1 0 0,1-1 0,-1 1 0,1 0 0,0-1 0,0 1 0,1-1 0,-1 1 0,1-1 0,0 0 0,0 1 0,0-1 0,0 0 0,0 0 0,1 0 0,-1-1 0,1 1 0,0-1 0,5 5 0,3-1 0,0 1 0,0-2 0,0 1 0,23 6 0,19 4 4,0-3 0,97 11-1,112-6-139,435-12-489,-690-6 625,84-5 0,-77 3 0,0 0 0,0-1 0,0-1 0,16-5 0,-27 7 18,0 1 0,0 0 0,-1-1 0,1 1 0,0-1 0,0 0 0,-1 0 0,1 0 0,-1 0 0,0 0 0,1 0 0,-1-1 0,0 1 0,-1-1 0,1 0 0,3-5 0,-4 3 19,0 1 0,0 0 0,0-1 0,0 0 0,-1 1 0,1-1 0,-1 1 0,0-1 0,-1 0 0,1 1 0,-2-5 0,0 1-37,0 0 0,0 0 0,-1 0 0,0 0 0,-1 1 0,0 0 0,0-1 0,0 1 0,-1 1 0,0-1 0,-1 1 0,1 0 0,-1 0 0,0 0 0,0 1 0,-13-8 0,-4-1 0,0 1 0,-1 2 0,-49-17 0,-5 3-120,0 4-1,-1 4 0,-124-11 1,-250 16-21,272 23 141,142-7 0,0 3 0,-61 17 0,69-12-1261,11-2-5046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00.2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432 0 24575,'-18'1'0,"0"1"0,1 0 0,-1 1 0,1 1 0,0 0 0,-18 8 0,-5 5 0,-49 27 0,66-32 0,0 2 0,-30 23 0,47-33 0,1 0 0,0 1 0,0 0 0,0 0 0,1 1 0,-1-1 0,1 1 0,1 0 0,-1 0 0,1 0 0,0 0 0,0 1 0,1-1 0,-4 14 0,6-16 0,0-1 0,0 1 0,0 0 0,0-1 0,0 1 0,1 0 0,-1 0 0,1-1 0,0 1 0,0-1 0,1 1 0,-1-1 0,1 1 0,0-1 0,-1 0 0,2 0 0,-1 0 0,0 0 0,0 0 0,1 0 0,3 3 0,3 1 0,0 0 0,1-1 0,0 0 0,0 0 0,19 7 0,6 0 0,0-1 0,1-2 0,0-2 0,44 5 0,150 3 0,165-15 0,-323-2 0,142-8 0,-166 5 0,-1-3 0,66-19 0,-92 20 0,-1-1 0,34-17 0,-47 20 0,0 0 0,0 0 0,-1 0 0,0-1 0,0 0 0,0 0 0,0-1 0,-1 0 0,0 0 0,6-9 0,-9 12 0,-1 1 0,0-1 0,1 0 0,-1 0 0,0 1 0,-1-1 0,1 0 0,0 0 0,-1 0 0,1 0 0,-1 0 0,0 0 0,0 0 0,0 0 0,-1 0 0,1 0 0,-1 0 0,1 0 0,-1 0 0,0 0 0,0 0 0,0 1 0,-1-1 0,1 0 0,-1 1 0,1-1 0,-4-3 0,-1 0 0,0-1 0,-1 1 0,0 0 0,0 0 0,0 1 0,-1 0 0,-15-8 0,3 4 0,0 1 0,0 1 0,-29-7 0,-65-7 0,100 19 0,-473-39-805,-4 42 887,377 0-125,72 0-1194,12-1-4951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04.7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24575,'2'0'0,"9"0"0,31 0 0,40 3 0,46 0 0,64 8 0,80 7-4142,78 16 4142,50 3-3706,11-6 3706,-21-8 0,-55-7 0,-77-7-1972,-83-5 3601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05.2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24575,'5'0'0,"5"0"0,13 0 0,18 3 0,28 0 0,34 1 0,24-2 0,17 0-981,5-1 981,-13 0 0,-16-1 0,-19 0 0,-19 0 0,-20 0 0,-18 0 0,-17 0-7210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05.6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24575,'13'0'0,"12"0"0,15 0 0,11 0 0,1 0 0,1 0 0,0 0 0,0 3 0,-1 0 0,-3 0 0,5 0 0,-3-1 0,0-1 0,-5 0 0,-5-1 0,-8 0 0,-9 0-8191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26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24575,'0'7'0,"0"-1"0,1 1 0,0 0 0,0-1 0,0 1 0,1-1 0,0 1 0,0-1 0,1 0 0,0 0 0,0 0 0,0 0 0,1 0 0,-1-1 0,1 0 0,1 1 0,-1-1 0,1-1 0,0 1 0,0-1 0,0 0 0,1 0 0,-1 0 0,1-1 0,0 0 0,0 0 0,0 0 0,1-1 0,-1 0 0,0 0 0,13 1 0,-7-2 0,0 0 0,1-1 0,-1 0 0,0-1 0,1-1 0,-1 1 0,19-7 0,-21 4 0,0 1 0,0-2 0,-1 0 0,1 0 0,-1 0 0,0-1 0,-1-1 0,0 0 0,9-8 0,23-31-1365,-24 24-5461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18.8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24575,'3'0'0,"5"0"0,5 0 0,0 0-8191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19.8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24575,'0'294'0,"1"-273"0,-1-21 0,0 0 0,0 0 0,0 0 0,0 0 0,0 0 0,0 0 0,1-1 0,-1 1 0,0 0 0,0 0 0,0 0 0,0 0 0,0 0 0,0 0 0,0 0 0,1 0 0,-1 0 0,0 0 0,0 0 0,0 0 0,0 0 0,0 0 0,1 0 0,-1 0 0,0 0 0,0 0 0,0 0 0,0 0 0,0 0 0,0 0 0,1 0 0,-1 0 0,0 0 0,0 0 0,0 0 0,0 0 0,0 0 0,0 0 0,1 0 0,-1 0 0,0 1 0,0-1 0,0 0 0,0 0 0,0 0 0,0 0 0,0 0 0,0 0 0,0 0 0,0 1 0,1-1 0,-1 0 0,0 0 0,0 0 0,0 0 0,0 0 0,0 1 0,0-1 0,0 0 0,0 0 0,0 0 0,0 0 0,0 0 0,0 0 0,0 1 0,0-1 0,-1 0 0,7-10 0,-6 9 0,12-26 0,12-25 0,-20 46 0,0-1 0,0 1 0,0 0 0,0 1 0,9-9 0,-13 14 0,1-1 0,0 0 0,0 0 0,-1 1 0,1-1 0,0 0 0,0 1 0,0-1 0,0 1 0,0-1 0,0 1 0,0 0 0,0-1 0,0 1 0,0 0 0,0 0 0,0 0 0,0-1 0,0 1 0,0 0 0,2 1 0,-2-1 0,0 1 0,0-1 0,0 1 0,0-1 0,0 1 0,0-1 0,0 1 0,-1 0 0,1-1 0,0 1 0,-1 0 0,1 0 0,0 0 0,-1 0 0,1 0 0,-1-1 0,1 1 0,-1 2 0,1-1 0,0 0 0,0 1 0,-1-1 0,1 1 0,-1-1 0,1 1 0,-1-1 0,0 1 0,0-1 0,0 1 0,-1-1 0,1 1 0,-1-1 0,1 1 0,-1-1 0,0 1 0,-1 3 0,-10 5-1365,-1-4-5461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20.2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24575,'3'3'0,"0"3"0,0 9 0,3 6 0,2 3 0,2-3 0,3-8 0,-2-8 0,-2-8 0,0-3 0,1 4 0,1 3 0,-1 1-8191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20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24575,'3'2'0,"5"4"0,5 1 0,8-1 0,2-2 0,-2-1-8191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20.6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243 0 24575,'-3'0'0,"-5"8"0,-5 5 0,-5 6 0,-7 6 0,-5 6 0,1-1 0,-1-3 0,1-1 0,1-1 0,10-12 0,6-6-8191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21.1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24575,'0'3'0,"0"3"0,2 1 0,4-1 0,3-2 0,1-1-8191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21.4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24575,'3'0'0,"0"3"0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21.7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24575,'3'0'0,"3"0"0,6 3 0,1 0-8191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22.1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24575,'3'0'0,"3"0"0,3 3 0,0 0-8191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22.3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24575,'3'0'0,"3"0"0,0 0-8191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22.5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24575,'5'0'0,"5"0"0,0 0-8191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22.8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24575,'3'0'0,"3"0"0,3 0 0,1 0-8191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24.9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156 17 24575,'0'-1'0,"0"1"0,0-1 0,-1 1 0,1-1 0,0 0 0,0 1 0,-1-1 0,1 1 0,0 0 0,-1-1 0,1 1 0,0-1 0,-1 1 0,1-1 0,-1 1 0,1 0 0,-1-1 0,1 1 0,0 0 0,-1 0 0,0-1 0,1 1 0,-1 0 0,1 0 0,-1 0 0,1-1 0,-2 1 0,-17-3 0,17 3 0,-19-2 0,-1 1 0,-22 2 0,42 0 0,0-1 0,1 0 0,-1 1 0,1-1 0,-1 1 0,1-1 0,-1 1 0,1 0 0,0 0 0,-1 0 0,1 0 0,0 0 0,-1 0 0,1 0 0,0 0 0,0 0 0,0 0 0,0 1 0,0-1 0,0 0 0,1 1 0,-1-1 0,0 1 0,1-1 0,-1 1 0,1-1 0,-1 1 0,0 3 0,0 4 0,0 1 0,0-1 0,1 18 0,1-15 0,2 254 0,-3-264 0,0-1 0,0 1 0,0 0 0,0-1 0,0 1 0,0-1 0,1 1 0,-1 0 0,0-1 0,1 1 0,0-1 0,-1 1 0,1-1 0,0 1 0,-1-1 0,1 0 0,0 1 0,0-1 0,0 0 0,1 0 0,-1 1 0,0-1 0,0 0 0,1 0 0,-1-1 0,0 1 0,1 0 0,-1 0 0,1 0 0,-1-1 0,1 1 0,-1-1 0,1 0 0,2 1 0,20 2 0,0 0 0,0-2 0,38-3 0,-24 0 0,-33 2 0,0 0 0,-1 0 0,1-1 0,0 0 0,9-2 0,-13 3 0,0-1 0,0 0 0,1 1 0,-1-1 0,0 0 0,0 0 0,0 0 0,0 0 0,0 0 0,0 0 0,0 0 0,0 0 0,-1 0 0,1 0 0,0-1 0,-1 1 0,1 0 0,-1 0 0,1-1 0,-1 1 0,1 0 0,-1-1 0,0 1 0,0-3 0,2-25 0,-4-52 0,-1 26 0,3 38 0,0 3 0,0 1 0,-1-1 0,0 0 0,-1 0 0,-1 1 0,-6-23 0,8 34 4,-1-1 0,1 1 0,0 0 0,-1 0 0,1 0 0,-1 0 0,0 0 0,1 0 0,-1 0 0,0 1 0,0-1 0,0 1 0,0-1 0,-1 1 0,1 0 0,0 0 0,0 0 0,-1 0 0,1 0 0,-1 0 0,-4 0 0,-3 0-187,-1 0 0,0 1 0,-19 1-1,16 0-536,-5 0-6106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27.2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 0 24575,'0'3'0,"-3"6"0,0 3 0,-3 9 0,-3 5 0,-2-2 0,-2-2 0,1-5-8191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27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 1 24575,'0'5'0,"-3"9"0,-6 8 0,-1 0-8191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27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110 0 24575,'-2'0'0,"-2"3"0,-4 8 0,-4 2 0,0 8 0,0-1 0,-1-1 0,-1-1 0,2-1 0,1-3 0,2-5-8191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29.6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333 0 24575,'-11'11'0,"-21"23"0,-7 14 0,-11 12 0,-2 6 0,3 5 0,7-5 0,11-10 0,11-13 0,13-19 0,17-18 0,21-19 0,5-6-8191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29.9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155 0 24575,'-7'6'0,"-6"3"0,-8 9 0,-6 8 0,-3 9 0,0-1 0,9-4 0,15-9 0,14-12 0,5-8-8191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30.1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186 0 24575,'0'6'0,"-3"6"0,-5 6 0,-8 6 0,-10 4 0,-4 2 0,-2-2 0,2-5 0,6-9 0,7-7-8191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30.3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185 0 24575,'0'3'0,"-10"11"0,-14 16 0,-6 10 0,0 7 0,-2 11 0,3-3 0,11-14 0,7-16-8191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30.4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628 0 24575,'-5'6'0,"-12"13"0,-19 21 0,-19 15 0,-30 12 0,-36 12 0,-37 3-2195,7-12-3801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0:14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244 258 24575,'-10'183'0,"10"-181"0,-1 1 0,1-1 0,0 1 0,0-1 0,0 1 0,0-1 0,0 1 0,0 0 0,1-1 0,-1 1 0,1-1 0,0 0 0,0 1 0,0-1 0,0 0 0,0 1 0,0-1 0,3 3 0,-1-3 0,0 1 0,0-1 0,0 0 0,0-1 0,0 1 0,0 0 0,1-1 0,-1 0 0,1 0 0,-1 0 0,1 0 0,-1 0 0,6 0 0,60 5 0,0-3 0,86-7 0,44 0 0,-188 6 0,-1 0 0,0 0 0,0 1 0,0 0 0,0 1 0,0 0 0,-1 0 0,1 1 0,-1 0 0,-1 1 0,11 8 0,-4-3 0,1-1 0,19 8 0,-32-16 0,0-1 0,1 0 0,-1 1 0,1-1 0,-1-1 0,1 1 0,-1 0 0,1-1 0,-1 0 0,1 0 0,-1 0 0,1 0 0,-1 0 0,1-1 0,5-1 0,-7 1 0,0 0 0,0 0 0,0-1 0,0 1 0,0 0 0,0-1 0,0 0 0,0 1 0,-1-1 0,1 0 0,-1 0 0,1 0 0,-1 0 0,0 0 0,1 0 0,-1 0 0,0-1 0,-1 1 0,1 0 0,0-1 0,-1 1 0,1 0 0,-1-4 0,3-20 0,-1-50 0,0-10 0,1 66 0,-2 11 0,0-1 0,0 1 0,-1-1 0,0 1 0,-2-19 0,1 25 0,0 0 0,0 0 0,0 0 0,-1 0 0,1 0 0,-1 0 0,0 0 0,0 1 0,0-1 0,0 0 0,0 1 0,0 0 0,-1-1 0,1 1 0,-1 0 0,1 0 0,-1 1 0,0-1 0,0 0 0,0 1 0,-4-2 0,-18-5 0,0 2 0,-1 0 0,0 1 0,1 2 0,-29-1 0,-35-5 0,-38-16 0,-144-48 0,15 2 0,233 66-682,-47-5-1,53 9-6143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24.1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2884 0 24575,'-59'18'0,"-1"-4"0,0-1 0,-104 6 0,-190-12 0,110-5 0,-67 12 0,-322 55 0,566-57 0,-186 23 0,246-34 0,0 1 0,0-1 0,0 1 0,0 0 0,0 1 0,0 0 0,1 0 0,-1 0 0,1 1 0,0 0 0,0 0 0,0 1 0,0 0 0,-5 5 0,0 3 0,-1-1 0,2 2 0,0-1 0,0 1 0,-7 16 0,3-1 0,-12 38 0,3-7 0,-36 96 0,-40 162 0,-17 170 0,54-170 0,14 3 0,-11 617 0,64 763 0,-3-1588 0,5-1 0,39 204 0,-44-305 0,1 0 0,-1-1 0,1 1 0,1-1 0,0 0 0,1 0 0,0 0 0,0-1 0,1 1 0,0-1 0,1 0 0,0-1 0,0 0 0,1 0 0,0-1 0,0 1 0,1-2 0,-1 1 0,2-1 0,-1-1 0,1 0 0,0 0 0,0-1 0,0 0 0,12 3 0,39 8 0,1-3 0,84 6 0,-60-9 0,441 28 27,4-33-746,-366-4 23,3978-3-3027,-3923 4 6258,231 29-1,-449-30-2533,0 1 1,0-1 0,0 0-1,0 0 1,-1 0-1,1 0 1,0 0 0,0 0-1,0-1 1,0 1-1,0-1 1,-1 1 0,1-1-1,0 1 1,0-1-1,-1 0 1,1 0 0,0 0-1,-1 0 1,1 0-1,-1 0 1,0-1 0,1 1-1,-1 0 1,0-1-1,0 1 1,0-1 0,2-2-1,0-4-2,0 1 0,0-1 0,-1 0 0,0 0 0,1-14 0,-2 16 3,10-99-2,-1-151 0,-9 177 0,1-181-330,-1-65-991,-1-66 513,-29-1444-1585,-15 542 1157,42 1205 1222,-8-126 97,6 175 849,-2 0 0,-2 1 0,-15-49-1,22 84-841,0 0 0,0 1 0,-1-1 0,1 0 0,-1 1 0,1 0 0,-1-1 0,0 1 0,0 0 0,0 0 0,0 0 0,0 0 0,-1 0 0,1 1 0,0-1 0,-1 0 0,1 1 0,-1 0 0,0 0 0,1 0 0,-1 0 0,-3-1 0,-6 0-59,0 1 0,0 0 0,0 0 0,-14 2 0,-5-1 36,-529-65-67,268 23 0,-400-52-175,-193-22-292,-2 48 199,549 71-946,326-2-4853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10.1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163 0 24575,'147'1'0,"-141"-1"0,0 0 0,0 1 0,0 0 0,0 0 0,0 1 0,11 4 0,-15-6 0,-1 1 0,0 0 0,1-1 0,-1 1 0,0 0 0,0 0 0,1 0 0,-1 0 0,0 0 0,0 0 0,0 0 0,0 0 0,0 0 0,0 0 0,-1 1 0,1-1 0,0 0 0,-1 1 0,1-1 0,-1 0 0,1 1 0,-1-1 0,0 1 0,1-1 0,-1 1 0,0-1 0,0 0 0,0 1 0,0-1 0,0 1 0,0-1 0,-1 1 0,0 1 0,0 1 0,0-1 0,-1 1 0,1-1 0,-1 0 0,0 0 0,0 0 0,0 0 0,-1 0 0,1 0 0,-1-1 0,1 1 0,-1-1 0,-5 4 0,-4 2 0,0-1 0,-16 7 0,-3 0 0,0-1 0,-1-2 0,0-2 0,0-1 0,-1-1 0,0-1 0,-40 0 0,132-6 0,-8 0 0,0-1 0,82-15 0,-127 15-195,1-1 0,-1 1 0,0-2 0,1 1 0,-1-1 0,7-4 0,1-4-6631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10.5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 0 24575,'-2'0'0,"-7"0"0,-3 5 0,-6 7 0,0 4 0,4 2 0,9-2 0,8-4 0,7-4 0,5-3 0,4-3 0,1-1 0,2-1 0,-2-1-8191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10.7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 0 24575,'-3'5'0,"0"13"0,0 10 0,-2 8 0,-1 9 0,-1 7 0,0-4 0,2-1 0,-4-3 0,0-16 0,1-11-8191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11.2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 0 24575,'-3'83'0,"-3"0"0,-19 92 0,19-148 0,3-19 0,6-16 0,3-2 0,0 1 0,0 0 0,1 0 0,0 0 0,0 1 0,1 0 0,0 0 0,1 1 0,-1 0 0,13-7 0,-19 13 0,0 0 0,1 0 0,-1 0 0,0 0 0,1 1 0,-1-1 0,1 1 0,-1 0 0,1-1 0,3 1 0,-6 0 0,1 1 0,0-1 0,-1 0 0,1 0 0,0 0 0,-1 0 0,1 0 0,-1 1 0,1-1 0,0 0 0,-1 0 0,1 1 0,-1-1 0,1 0 0,-1 1 0,1-1 0,-1 1 0,1-1 0,-1 1 0,0-1 0,1 1 0,-1-1 0,0 1 0,1-1 0,-1 1 0,0-1 0,1 1 0,-1 0 0,0-1 0,0 1 0,0-1 0,0 1 0,0 0 0,1-1 0,-1 1 0,0 0 0,-1-1 0,1 1 0,0 0 0,0-1 0,0 1 0,0-1 0,0 1 0,-1 0 0,1 0 0,-2 3 11,1 0 0,-1-1 0,0 1 0,0-1 0,0 1 0,0-1-1,-1 0 1,1 0 0,-1 0 0,-6 6 0,3-4-308,-1 0 0,0 0 0,0-1 0,-11 6 0,3-3-6529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11.4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24575,'3'0'0,"5"0"0,5 0 0,2 0 0,-1 3 0,-3 0-8191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11.6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24575,'0'11'0,"0"5"0,0 1-8191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7:12.2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 0 24575,'-2'5'0,"0"0"0,1 0 0,0 0 0,0 0 0,0 0 0,0 0 0,1 10 0,-1-1 0,-6 388 0,8-305 0,-1-82 0,-1-5 0,1 0 0,1 0 0,0 0 0,3 18 0,-3-26 0,-1 0 0,1 0 0,0 0 0,0-1 0,0 1 0,0 0 0,0 0 0,0-1 0,0 1 0,0 0 0,1-1 0,-1 1 0,1-1 0,-1 0 0,1 1 0,-1-1 0,1 0 0,0 0 0,0 0 0,0 0 0,-1 0 0,1 0 0,0-1 0,0 1 0,0-1 0,0 1 0,0-1 0,4 0 0,8 0-396,-1-1 0,23-3 0,-35 3 219,17-1-6649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6:21.4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 24575,'0'-1'0,"0"1"0,0-1 0,0 1 0,1-1 0,-1 1 0,0 0 0,0-1 0,0 1 0,0-1 0,1 1 0,-1 0 0,0-1 0,0 1 0,1 0 0,-1-1 0,0 1 0,1 0 0,-1 0 0,0-1 0,1 1 0,-1 0 0,1 0 0,-1-1 0,0 1 0,1 0 0,-1 0 0,1 0 0,14-3 0,-13 3 0,52-4 0,56 3 0,-55 2 0,697-1-1365,-738 0-5461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6:21.9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 0 24575,'23'0'0,"1"1"0,-1 1 0,37 8 0,-49-8 0,-1 2 0,0-1 0,0 1 0,-1 0 0,1 1 0,-1 0 0,0 1 0,0 0 0,-1 0 0,9 9 0,-13-12 0,-1 0 0,-1 0 0,1 0 0,0 1 0,-1-1 0,3 5 0,-5-7 0,1 0 0,-1 0 0,1 0 0,-1 1 0,0-1 0,1 0 0,-1 0 0,0 0 0,0 0 0,0 1 0,0-1 0,0 0 0,0 0 0,0 0 0,0 0 0,-1 0 0,1 1 0,0-1 0,-1 0 0,1 0 0,-1 0 0,1 0 0,-1 0 0,1 0 0,-1 0 0,0 0 0,0 1 0,-2 0 0,0 1 0,0-1 0,0 0 0,0 0 0,0 0 0,0 0 0,-1 0 0,1-1 0,-5 2 0,-36 7 0,26-6 0,-21 5-455,0 2 0,-44 19 0,57-19-6371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6:22.8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334 46 24575,'-13'-1'0,"4"1"0,-1 0 0,1 1 0,0-1 0,-14 4 0,21-3 0,0-1 0,-1 1 0,1 0 0,-1 0 0,1 0 0,0 1 0,0-1 0,0 0 0,0 1 0,0 0 0,0-1 0,0 1 0,0 0 0,1 0 0,-1 0 0,0 0 0,1 0 0,0 0 0,0 0 0,-1 1 0,0 2 0,0 4 0,-1 0 0,1 1 0,0-1 0,0 18 0,2 42 0,0-39 0,1 50 0,5 165 0,-5-234 0,-1-2 0,1 1 0,0-1 0,4 14 0,-4-21 0,-1 0 0,1 0 0,0 0 0,0 0 0,0 0 0,0 0 0,0 0 0,0 0 0,1-1 0,-1 1 0,0-1 0,1 1 0,-1-1 0,1 1 0,0-1 0,0 0 0,-1 1 0,1-1 0,0 0 0,3 1 0,5 0 0,-1 0 0,1-1 0,0 0 0,-1 0 0,1-1 0,16-2 0,-3 1 0,493-8 0,-502 10 0,26 5 0,-1-1 0,-37-5 0,-1 0 0,0 0 0,0 0 0,0 0 0,0 0 0,0 0 0,0 0 0,0-1 0,1 1 0,-1 0 0,0-1 0,0 1 0,0-1 0,0 1 0,0-1 0,-1 1 0,1-1 0,0 0 0,0 1 0,0-1 0,0 0 0,-1 0 0,1 0 0,0 0 0,-1 0 0,1 0 0,-1 1 0,1-1 0,-1-1 0,1 0 0,1-3 0,-1-1 0,0 0 0,0 1 0,0-12 0,-1 11 0,3-35 0,-3 0 0,-7-56 0,4 74 0,-1 1 0,-1 0 0,-1 0 0,-1 1 0,-19-40 0,15 40 0,-2-1 0,0 2 0,-1 0 0,-1 1 0,-1 0 0,-35-31 0,38 39 0,0 1 0,0 1 0,-1 0 0,0 1 0,-1 0 0,0 1 0,0 1 0,-1 0 0,1 1 0,-1 1 0,-20-3 0,-13 3 0,-1 3 0,-81 7 0,78-2 0,-216 30-645,238-29-75,-7 1-6106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6:23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272 0 24575,'-6'0'0,"-8"6"0,-3 3 0,-3 6 0,-4 6 0,-5 6 0,-3 5 0,1 1 0,1-2 0,3-3 0,3-5 0,7-5-8191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6:23.9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226 0 24575,'-8'3'0,"-12"5"0,-9 8 0,-4 2 0,-2 5 0,-3 2 0,3 0 0,8-4-8191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6:24.0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569 0 24575,'0'3'0,"0"5"0,-6 5 0,-16 5 0,-18 7 0,-18 5 0,-22 9 0,-23 2 0,-30 9 0,7-4-8191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6:51.7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24575,'8'0'0,"5"0"0,5 0 0,13 0 0,14 0 0,12 0 0,18 0 0,26 0 0,25 7 0,19 6-1070,16 6 1070,-4 1 0,-20-1 0,-32-6 0,-31-1 0,-32-2 0,-35-5 0,-18-1-7121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6:52.0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24575,'6'3'0,"6"3"0,11 3 0,16 1 0,11-2 0,9 0 0,9-1 0,5-2 0,3-1 0,4-2 0,2-1 0,-1-1 0,-3 0 0,-11-1 0,-10 1 0,-16 0-8191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6:52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24575,'5'0'0,"14"5"0,18 4 0,20 1 0,19 4 0,27 2 0,22 6 0,20 2-1118,18-1 1118,3-1 0,-5 0 0,-20-1 0,-29-3 0,-33-11 0,-31-6-7073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6:52.9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290 0 24575,'0'9'0,"1"0"0,0 0 0,0 0 0,1-1 0,0 1 0,0-1 0,1 1 0,0-1 0,7 12 0,-4-9 0,1 0 0,1-1 0,0 0 0,0 0 0,19 16 0,-3-6 0,2-2 0,0 0 0,2-2 0,41 19 0,68 25 0,-136-59 0,4 1 0,-1 0 0,0 0 0,-1 1 0,8 5 0,-11-8 0,1 0 0,-1 1 0,1-1 0,-1 1 0,0-1 0,1 1 0,-1-1 0,1 1 0,-1-1 0,0 1 0,0-1 0,1 1 0,-1-1 0,0 1 0,0 0 0,0-1 0,1 1 0,-1-1 0,0 1 0,0 0 0,0-1 0,0 1 0,0 0 0,0-1 0,-1 1 0,1-1 0,0 1 0,0 0 0,0-1 0,0 1 0,-1-1 0,1 1 0,0-1 0,-1 1 0,1 0 0,0-1 0,-1 0 0,1 1 0,-1-1 0,1 1 0,-1-1 0,1 1 0,-1-1 0,0 1 0,-7 5 0,-1-1 0,0 0 0,0-1 0,-13 5 0,-1 1 0,-111 50 0,-250 113 0,371-167 0,-4 3 0,-1-2 0,-21 7 0,19-11-1365,11-6-5461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6:53.4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24575,'0'3'0,"3"8"0,11 3 0,16-2 0,13-2 0,15-3 0,16-3 0,7-2 0,17-1 0,12-1 0,11-1 0,10 1 0,4-1-763,-3 1 763,-14-1 0,-24 1 0,-36 0 0,-28 0-7428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16:53.7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24575,'0'5'0,"11"4"0,18 4 0,18-1 0,18 0 0,17-2 0,20-2 0,21-3 0,13-2-776,-1-2 776,-13-1 0,-20 0 0,-24-1 0,-26 1-7415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0:16.9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569 1618 24575,'-1'2'0,"1"0"0,0 1 0,1-1 0,-1 0 0,0 1 0,1-1 0,-1 0 0,1 0 0,0 1 0,-1-1 0,1 0 0,0 0 0,1 0 0,-1 0 0,0 0 0,0 0 0,1-1 0,-1 1 0,1 0 0,0-1 0,-1 1 0,1-1 0,0 1 0,0-1 0,0 0 0,0 0 0,0 0 0,0 0 0,0 0 0,1 0 0,-1-1 0,0 1 0,0-1 0,4 1 0,-1 0 0,0-1 0,0 0 0,0-1 0,0 1 0,0-1 0,0 0 0,0 0 0,-1 0 0,1-1 0,0 1 0,-1-1 0,1 0 0,-1-1 0,1 1 0,4-4 0,3-6 0,0 1 0,-1-2 0,0 1 0,-1-2 0,0 1 0,-1-1 0,-1-1 0,12-26 0,42-131 0,-38 84 0,-4-1 0,-4-1 0,-3-1 0,-5 0 0,-6-167 0,-2 246 0,-1 1 0,0-1 0,-1 0 0,-6-20 0,6 28 0,1 1 0,-1-1 0,0 0 0,0 1 0,0 0 0,0-1 0,-1 1 0,1 0 0,-1 0 0,0 0 0,0 1 0,0-1 0,0 1 0,0-1 0,-1 1 0,1 0 0,-8-3 0,-18-5 0,-1 0 0,-1 2 0,-40-5 0,-94-4 0,126 13 0,-1 3 0,1 1 0,-1 1 0,1 3 0,-48 10 0,73-11 0,0 1 0,0 1 0,1 1 0,0 0 0,0 0 0,1 1 0,-20 14 0,24-14 0,0 0 0,1 0 0,0 1 0,0 0 0,1 0 0,-1 1 0,2 0 0,-1 0 0,2 0 0,-1 1 0,-5 15 0,1 12 0,1 1 0,2 0 0,2 0 0,1 0 0,2 1 0,7 69 0,-4-83 0,2 0 0,0-1 0,2 0 0,0 0 0,2 0 0,0 0 0,22 40 0,-22-50 0,1-1 0,0 0 0,0-1 0,1 0 0,1-1 0,0 0 0,0 0 0,1-1 0,0-1 0,1 0 0,0-1 0,1 0 0,25 10 0,6-2 0,1-2 0,1-2 0,-1-3 0,58 6 0,193-1 0,-273-14 0,15 1 0,229-2 0,-223-2 0,1-2 0,-1-2 0,80-23 0,-113 26 0,0 0 0,1-1 0,-2 0 0,1-1 0,-1 0 0,1-1 0,-2-1 0,1 1 0,-1-2 0,0 1 0,-1-2 0,0 1 0,-1-1 0,1 0 0,-2-1 0,0 0 0,0 0 0,-1-1 0,0 1 0,-1-1 0,0-1 0,-1 1 0,-1-1 0,0 1 0,0-1 0,0-18 0,-1-4 0,-2-1 0,-1 1 0,-2-1 0,-1 1 0,-2 0 0,-1 0 0,-21-59 0,5 35 0,-1 1 0,-4 0 0,-49-77 0,56 103 0,0 0 0,-32-33 0,45 56 0,0 1 0,0 1 0,0 0 0,-1 0 0,0 0 0,-1 1 0,1 0 0,-1 1 0,0 0 0,0 1 0,-1 0 0,-13-3 0,-22 2 0,1 2 0,-1 2 0,1 2 0,-53 8 0,80-7 0,-9 0 0,-1 2 0,1 1 0,0 1 0,0 1 0,1 2 0,0 0 0,0 2 0,1 0 0,1 2 0,0 1 0,1 1 0,0 1 0,1 1 0,1 1 0,0 1 0,2 0 0,0 2 0,2 0 0,0 1 0,1 1 0,-13 25 0,11-9 0,1-1 0,3 2 0,1 0 0,2 1 0,2 0 0,1 1 0,2-1 0,3 1 0,1 56 0,2-84 0,1 0 0,1 0 0,0 0 0,1-1 0,0 1 0,1-1 0,1 1 0,0-1 0,1-1 0,0 1 0,11 15 0,-12-20 0,1 0 0,1-1 0,-1 1 0,1-1 0,0 0 0,1-1 0,-1 0 0,1 0 0,1-1 0,-1 0 0,1 0 0,0-1 0,0 0 0,0 0 0,0-1 0,19 3 0,28 1 0,0-2 0,106-6 0,108-33 0,-201 21 0,106-36 0,-148 39 0,-1 0 0,0-2 0,0-1 0,-1-1 0,-1-1 0,40-33 0,-55 40 0,0-2 0,0 0 0,0 0 0,-2 0 0,1-1 0,-1 0 0,-1-1 0,0 1 0,7-20 0,-7 13 0,-2 0 0,1-1 0,-2 1 0,-1-1 0,0 1 0,-1-20 0,-3-1 0,-2-1 0,-2 2 0,-1-1 0,-2 1 0,-24-64 0,22 73 0,-1 0 0,-1 1 0,-2 1 0,-1 0 0,0 1 0,-26-29 0,30 41 0,-1 0 0,-1 1 0,-1 0 0,1 2 0,-2-1 0,0 2 0,0 0 0,-1 1 0,0 1 0,0 0 0,-27-7 0,3 5 0,0 1 0,-82-5 0,-84 11 0,169 3 0,0 2 0,1 2 0,0 1 0,0 2 0,0 2 0,1 1 0,0 1 0,1 3 0,0 0 0,1 3 0,1 0 0,1 3 0,-32 24 0,31-19 0,2 2 0,1 1 0,2 2 0,1 0 0,1 2 0,-27 42 0,39-51 0,2 0 0,0 1 0,1 0 0,2 1 0,0 0 0,2 0 0,1 1 0,0 0 0,2 0 0,-1 45 0,5-54 0,1 0 0,0 0 0,2 1 0,0-1 0,0-1 0,2 1 0,0-1 0,11 23 0,-7-21 0,1 0 0,2-1 0,-1 0 0,2-1 0,0 0 0,26 23 0,-4-7 0,1-3 0,1 0 0,2-3 0,0-1 0,2-1 0,1-3 0,0-1 0,2-3 0,0-1 0,1-2 0,0-2 0,1-2 0,0-2 0,0-3 0,48 1 0,-80-6 0,0-1 0,-1 0 0,1-1 0,-1 0 0,0-1 0,0-1 0,0 0 0,0-1 0,0 0 0,-1-1 0,21-13 0,-18 8 0,-2 1 0,0-2 0,0 0 0,-1-1 0,0 0 0,-1 0 0,-1-1 0,16-29 0,-5 1 0,-2-1 0,-2 0 0,-2-1 0,-1 0 0,-3-2 0,7-54 0,-6-12 0,-1-158 0,-12 212 0,-2 0 0,-15-84 0,14 119 0,-1 2 0,-1-1 0,-1 1 0,-1 0 0,-1 0 0,-1 1 0,-1 0 0,0 1 0,-20-26 0,24 38 0,1 1 0,-1 0 0,0 0 0,-1 0 0,1 1 0,-1 0 0,0 0 0,-1 1 0,1 0 0,-1 1 0,0 0 0,1 0 0,-1 1 0,-12-2 0,-13 0 0,0 1 0,-53 4 0,46 0 0,-30-1 0,-191 9 0,252-7 0,-1-1 0,1 2 0,-1-1 0,1 1 0,0 1 0,0 0 0,0 0 0,0 1 0,1 0 0,0 1 0,-9 7 0,7-4 0,1 0 0,1 1 0,0 1 0,0 0 0,1 0 0,0 0 0,1 1 0,-7 14 0,2 1 0,1 1 0,1 0 0,1 0 0,1 1 0,2 0 0,1 1 0,-1 30 0,5-38 0,1 0 0,0 0 0,2 0 0,1 0 0,0 0 0,2-1 0,0 1 0,1-1 0,2 0 0,11 22 0,-15-34 0,2-1 0,-1 0 0,1 0 0,1 0 0,-1-1 0,1 0 0,1-1 0,-1 1 0,15 8 0,6 1 0,47 22 0,-51-28 0,-13-5-33,0-1-1,1-1 1,20 4 0,-12-3-1199,-3 0-5594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0:18.5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24575,'4'122'0,"5"-1"0,5-1 0,39 155 0,133 337 0,-88-307 0,-4-10 0,-84-267 0,0 0 0,2-1 0,1 0 0,1-1 0,1-1 0,34 44 0,-42-63 0,0-1 0,0 1 0,0-1 0,0 0 0,1-1 0,0 0 0,0 0 0,0-1 0,1 0 0,-1 0 0,16 2 0,30 12 0,17 8 0,116 27 0,79-1 0,-92-20 0,-151-26 0,5 1 0,39 3 0,-60-9 0,-1 0 0,1 0 0,0 0 0,-1 0 0,1-1 0,-1 0 0,1-1 0,-1 0 0,1 0 0,-1 0 0,9-5 0,-13 6-57,0-1 0,0 1 1,0-1-1,0 0 0,0 0 0,0 0 0,-1 0 0,1 0 0,-1 0 0,1 0 0,-1 0 1,0-1-1,0 1 0,0-1 0,0 1 0,-1 0 0,1-1 0,0 0 0,-1 1 1,0-1-1,0 1 0,0-1 0,0-2 0,-1-16-6769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0:18.8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551 0 24575,'3'3'0,"3"4"0,2 3 0,1 3 0,3 6 0,2-2 0,-2 0 0,-2 0 0,-3 0 0,-3 6 0,-14 1 0,-16 0 0,-24-1 0,-24-5 0,-19-5 0,-23-5 0,-24-4 0,13-2-8191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1:54.2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24575,'3'0'0,"24"0"0,15 0 0,28 0 0,18 0 0,24 0 0,18 0 0,7 0 0,10 0 0,-7 0 0,-12 0 0,-13 0 0,-16 0 0,-18 0 0,-14 0 0,-13 0 0,-13 0 0,-13 0-8191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1:54.5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24575,'0'1'0,"1"1"0,-1 0 0,0-1 0,1 1 0,-1-1 0,1 1 0,0 0 0,-1-1 0,1 0 0,0 1 0,0-1 0,0 1 0,0-1 0,0 0 0,0 0 0,0 0 0,1 1 0,1 0 0,28 17 0,-25-15 0,45 21 0,65 23 0,13 5 0,-100-39 0,-17-10 0,-1 1 0,1 1 0,-1 0 0,0 0 0,-1 1 0,1 0 0,-1 1 0,10 11 0,-19-18 0,0 0 0,0 0 0,-1 0 0,1 1 0,0-1 0,-1 0 0,1 1 0,-1-1 0,1 1 0,-1-1 0,0 1 0,0-1 0,1 0 0,-1 1 0,0-1 0,0 1 0,-1-1 0,1 1 0,0-1 0,0 1 0,-1-1 0,1 0 0,-1 1 0,1-1 0,-1 0 0,1 1 0,-1-1 0,0 0 0,0 1 0,0-1 0,0 0 0,0 0 0,0 0 0,0 0 0,0 0 0,0 0 0,0 0 0,-3 1 0,-6 5 0,0 0 0,-1-1 0,-19 8 0,18-8 0,-50 27-23,29-15-425,-1-1 1,-38 13 0,51-24-6379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1:54.9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605 1 24575,'-3'6'0,"-3"16"0,-7 24 0,-13 31 0,-11 22 0,-9 12 0,-13 4 0,-4-9 0,-6-8 0,3-15 0,4-7 0,9-14 0,12-14 0,6-16 0,10-12-8191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1:55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132 1 24575,'-2'116'0,"5"123"0,-3-236 0,1 0 0,-1 1 0,1-1 0,0 0 0,0 1 0,0-1 0,0 0 0,1 0 0,-1 0 0,1 0 0,0 0 0,0-1 0,0 1 0,0 0 0,0-1 0,0 1 0,1-1 0,-1 0 0,1 0 0,0 0 0,0 0 0,0 0 0,-1-1 0,2 1 0,-1-1 0,0 0 0,0 0 0,0 0 0,5 1 0,10 1 0,0-1 0,0-1 0,0-1 0,26-2 0,-11 1 0,-29 1 0,1 0 0,-1 0 0,0 0 0,0 1 0,0 0 0,0-1 0,0 2 0,0-1 0,0 0 0,0 1 0,5 2 0,-8-3 0,0-1 0,-1 1 0,1-1 0,0 1 0,-1 0 0,1-1 0,-1 1 0,1 0 0,-1 0 0,1-1 0,-1 1 0,1 0 0,-1 0 0,0 0 0,1-1 0,-1 1 0,0 0 0,0 0 0,0 0 0,0 0 0,0 1 0,0 0 0,-1 1 0,1-1 0,-1 0 0,0 0 0,1 0 0,-1 0 0,0 0 0,-1 0 0,1 0 0,0 0 0,0-1 0,-3 3 0,-6 7 0,0-2 0,-1 1 0,-1-1 0,1-1 0,-1 0 0,0-1 0,-1 0 0,-20 7 0,-5 1 0,-69 15 0,101-28 14,0-1-1,0 0 0,-1 0 0,1 0 1,0-1-1,-1 0 0,1 0 1,-11-3-1,14 2-91,0 1 0,0-2 0,0 1-1,0 0 1,0-1 0,0 1 0,0-1 0,1 0 0,-1 0-1,0 0 1,1 0 0,0-1 0,0 1 0,0 0 0,0-1-1,0 0 1,0 1 0,-2-5 0,-7-17-6748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1:55.7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24575,'9'0'0,"8"0"0,10 0 0,10 0 0,0 0 0,6 0 0,2 0 0,1 0 0,2 0 0,-2 0 0,-2 0 0,-1 0 0,1 3 0,0 3 0,-9 2-8191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38.7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0 612 24575,'295'-25'0,"-59"2"0,621 17 0,-517 8 0,-128 0 0,551-16 0,-481 10 0,-242 9 0,-2 1 0,63 19 0,8 1 0,165 13 0,-5-1 0,-163-19 0,1-5 0,147 1 0,-252-15 0,0 0 0,0 0 0,1 0 0,-1 0 0,0 0 0,0-1 0,0 1 0,0-1 0,0 1 0,0-1 0,0 0 0,0 0 0,0 0 0,0 0 0,0 0 0,0 0 0,0 0 0,-1-1 0,1 1 0,0 0 0,1-4 0,-1 1 0,0 0 0,0 0 0,-1 0 0,0-1 0,0 1 0,0 0 0,-1 0 0,1-1 0,-1 1 0,0-5 0,-4-306 0,-4 206 0,-1-44 0,9 151 0,0-1 0,0 1 0,0-1 0,0 0 0,-1 1 0,1-1 0,-1 1 0,0-1 0,1 1 0,-1-1 0,0 1 0,0-1 0,-1 1 0,1 0 0,0-1 0,-1 1 0,-3-3 0,3 3 0,-1 0 0,1 1 0,-1 0 0,1-1 0,-1 1 0,0 0 0,1 0 0,-1 1 0,0-1 0,0 0 0,1 1 0,-1 0 0,0 0 0,0 0 0,0 0 0,-3 0 0,-13 4 0,1 0 0,0 1 0,0 0 0,0 2 0,1 0 0,0 1 0,0 1 0,-16 11 0,-8 3 0,-18 13 0,59-36 0,0 0 0,0 0 0,-1 0 0,1 0 0,0 0 0,0 0 0,0 0 0,0 0 0,0 1 0,0-1 0,0 0 0,0 0 0,0 0 0,0 0 0,-1 0 0,1 0 0,0 0 0,0 0 0,0 0 0,0 0 0,0 0 0,0 0 0,0 1 0,0-1 0,0 0 0,0 0 0,0 0 0,0 0 0,0 0 0,0 0 0,0 0 0,0 0 0,0 0 0,0 1 0,0-1 0,0 0 0,0 0 0,0 0 0,0 0 0,0 0 0,0 0 0,0 0 0,0 0 0,0 0 0,0 1 0,0-1 0,0 0 0,0 0 0,0 0 0,1 0 0,-1 0 0,0 0 0,0 0 0,0 0 0,0 0 0,0 0 0,0 0 0,0 0 0,0 0 0,0 0 0,1 1 0,9 1 0,15-2 0,-25 0 0,403-17 0,-342 14 0,-43 3 0,23-3 0,-39 3 0,0 0 0,0-1 0,0 1 0,0-1 0,0 1 0,0-1 0,-1 0 0,1 0 0,0 0 0,0 0 0,-1 0 0,1 0 0,0 0 0,-1-1 0,0 1 0,2-2 0,-2 2 0,-1 1 0,0-1 0,1 0 0,-1 1 0,0-1 0,0 0 0,0 1 0,0-1 0,0 0 0,1 1 0,-1-1 0,0 0 0,0 0 0,-1 1 0,1-1 0,0 0 0,0 1 0,0-1 0,0 0 0,-1 1 0,1-1 0,0 0 0,-1 1 0,1-1 0,0 1 0,-1-1 0,1 0 0,-1 1 0,1-1 0,-1 1 0,1-1 0,-1 1 0,1 0 0,-1-1 0,1 1 0,-2-1 0,-28-15 0,26 14 0,-36-15-341,-1 1 0,0 2-1,-77-15 1,100 26-6485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1:56.5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69 24575,'44'-2'0,"69"-12"0,-7-1 0,847-19-333,-812 33-61,860-1-971,-974 2-4734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1:56.8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161 7 24575,'1'0'0,"-1"-1"0,0 1 0,0-1 0,1 1 0,-1 0 0,0-1 0,1 1 0,-1-1 0,1 1 0,-1 0 0,0 0 0,1-1 0,-1 1 0,1 0 0,-1 0 0,1-1 0,-1 1 0,1 0 0,-1 0 0,1 0 0,-1 0 0,1 0 0,-1 0 0,1 0 0,-1 0 0,1 0 0,-1 0 0,1 0 0,-1 0 0,1 0 0,-1 0 0,1 1 0,23 2 0,-22-2 0,28 4 0,-1 2 0,0 1 0,0 2 0,-1 0 0,0 2 0,-1 1 0,45 29 0,-67-39 0,-1 1 0,0-1 0,0 1 0,0 0 0,-1-1 0,1 2 0,-1-1 0,0 0 0,0 1 0,0-1 0,-1 1 0,1 0 0,-1 0 0,-1 0 0,1 0 0,-1 0 0,1 0 0,-1 1 0,0 6 0,-2-5 0,1 0 0,-1 1 0,-1-1 0,1 0 0,-1 0 0,-1-1 0,1 1 0,-1 0 0,0-1 0,-1 1 0,1-1 0,-1 0 0,0 0 0,-6 5 0,-1 1 0,0-1 0,-1 0 0,-1-1 0,0 0 0,0 0 0,-1-2 0,0 0 0,-21 9 0,-15 4 0,-61 15 0,12-9-1365,9-6-5461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1:57.2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 24575,'1844'0'-560,"-1818"0"560,104-3 0,-107-1-1272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1:57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24575,'14'0'0,"22"11"0,23 10 0,18 13 0,-1 1 0,-5-4 0,-9-3 0,-14-4 0,-17-3 0,-12 4 0,-10 0 0,-12 7 0,-9 5 0,-16 4 0,-7 0 0,-8 3 0,-12 0 0,4-9-8191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1:57.8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24575,'11'0'0,"22"0"0,27 0 0,39 3 0,46 0 0,40 1 0,33 2 0,17 0-840,-6-1 840,-22 7 0,-37 2 0,-39-2 0,-36 0 0,-34-1-7351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1:58.1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24575,'9'0'0,"11"2"0,16 14 0,15 9 0,6 6 0,3 0 0,-7 2 0,-11-3 0,-11-3 0,-10 2 0,-12 2 0,-19 2 0,-28-3 0,-36-5 0,-25-5 0,3-6-8191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1:58.4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24575,'9'0'0,"20"5"0,25 6 0,29 0 0,30-1 0,24 0 0,23 4 0,23 6 0,13 7 0,9 3 0,-10-4 0,-30-1 0,-40-4 0,-39-3 0,-33-5-8191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1:58.7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24575,'11'0'0,"13"3"0,5 3 0,6 5 0,6 5 0,-1 0 0,-5 4 0,-8 0 0,-8 1 0,-9-1 0,-4 1 0,-8 7 0,-11 4 0,-18 2 0,-18-1 0,-18-1 0,2-6-8191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1:59.0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24575,'9'0'0,"16"0"0,31 3 0,29 1 0,34-1 0,35 0 0,33-1 0,15 0 0,1-2 0,-19 1 0,-29-1 0,-39 2 0,-39 2-8191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1:59.2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24575,'9'2'0,"11"2"0,20 9 0,5 4 0,2 0 0,-2 2 0,-6 5 0,-9 3 0,-10 3 0,-8 5 0,-7 5 0,-12 5 0,-17-3 0,-21-6 0,-18-8 0,0-10 0,9-7-8191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00.7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24575,'9'3'0,"23"1"0,31-1 0,38 0 0,29 0 0,28-2 0,25 0 0,20-1 0,9 0 0,-4 0 0,-17 2 0,-29 2 0,-36 5 0,-35 2 0,-29-2 0,-22-2 0,-19-2-8191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01.0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24575,'15'0'0,"24"0"0,26 6 0,17 10 0,8 9 0,-8 2 0,-12 0 0,-16-2 0,-16 4 0,-21 2 0,-27 5 0,-24 2 0,-18-3 0,-13-1 0,-18-7 0,-7-8 0,10-6-8191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01.4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612 1 24575,'-3'0'0,"-6"9"0,-20 34 0,-15 27 0,-13 19 0,-11 12 0,1-3 0,6-9 0,4-20 0,7-19 0,8-18 0,6-14 0,4-10 0,0-13 0,7-5-8191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01.9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225 0 24575,'3'4'0,"-1"1"0,0-1 0,0 1 0,-1-1 0,1 1 0,-1 0 0,0 0 0,0 0 0,0-1 0,-1 1 0,0 0 0,0 0 0,-1 5 0,2 5 0,-1 44 0,0-34 0,3 40 0,-2-63 0,0 1 0,0 0 0,0 0 0,0 0 0,1 0 0,-1-1 0,1 1 0,-1-1 0,1 1 0,0-1 0,0 1 0,0-1 0,0 0 0,1 0 0,-1 0 0,1 0 0,-1-1 0,1 1 0,-1-1 0,5 2 0,7 4 0,1-2 0,27 8 0,-19-7 0,-21-5 0,9 2 0,0 1 0,0 1 0,10 5 0,-19-9 0,-1 0 0,1 0 0,0 0 0,-1 0 0,1 1 0,-1-1 0,1 1 0,-1-1 0,1 1 0,1 3 0,-3-5 0,1 1 0,-1 0 0,0 0 0,0 0 0,0-1 0,0 1 0,1 0 0,-1 0 0,0 0 0,0-1 0,-1 1 0,1 0 0,0 0 0,0 0 0,0-1 0,0 1 0,-1 0 0,1 0 0,0-1 0,-1 1 0,1 0 0,-1 0 0,1-1 0,-1 1 0,1-1 0,-1 1 0,0 1 0,-2 0 0,-1 1 0,1 0 0,-1-1 0,1 0 0,-1 0 0,0 0 0,0 0 0,0 0 0,0-1 0,-7 2 0,-47 6 0,38-7 0,-23 4-273,-1-1 0,0-3 0,-1-1 0,-68-8 0,78-1-6553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02.1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24575,'8'0'0,"7"0"0,8 0 0,4 0 0,6 0 0,2 0 0,5 0 0,-2 0 0,1 3 0,-2 4 0,-9 0-8191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04.1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222 0 24575,'1'100'0,"-18"453"0,-56 93 0,30-210 0,27-243 0,0-70 0,-34 129 0,48-246-34,0-8 55,0-14-1,1-26-1392,1-16-5454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05.0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185 0 24575,'16'19'0,"0"0"0,24 39 0,3 4 0,468 544 0,-106-196 0,-394-401 0,-7-7 0,0 1 0,-1 0 0,1 1 0,-1-1 0,0 0 0,4 7 0,-6-9 0,-1-1 0,0 1 0,1 0 0,-1 0 0,0 0 0,0 0 0,0 0 0,1 0 0,-1 0 0,0 0 0,0 0 0,0 0 0,0 0 0,-1 0 0,1 0 0,0 0 0,0 0 0,-1 0 0,1-1 0,0 1 0,-1 0 0,1 0 0,-1 0 0,1 0 0,-1-1 0,1 1 0,-1 0 0,0 0 0,1-1 0,-1 1 0,0 0 0,0-1 0,1 1 0,-1-1 0,0 1 0,-2 0 0,-119 71 0,19-12 0,-248 170 0,248-154 0,-121 113 0,166-134 0,1 2 0,3 3 0,-69 100 0,119-154 0,0 0 0,0 0 0,1 0 0,0 1 0,0-1 0,0 1 0,1 0 0,0 0 0,1 0 0,-1 0 0,1 1 0,1-1 0,-1 8 0,1-10-195,0-1 0,-1 0 0,0 0 0,0 1 0,0-1 0,-2 6 0,-5 8-6631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06.4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59 24575,'11'0'0,"16"0"0,12 0 0,10-3 0,12 0 0,12-7 0,9 0 0,4 0 0,0 3 0,-4 2 0,-10 2 0,-14 2 0,-15 0 0,-11 2 0,-11-4 0,-9 0-8191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06.8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9 24575,'1'-1'0,"1"0"0,0 0 0,-1 0 0,1 0 0,0 1 0,0-1 0,0 0 0,-1 1 0,1-1 0,0 1 0,0 0 0,0-1 0,0 1 0,0 0 0,0 0 0,0 0 0,0 1 0,0-1 0,0 0 0,0 1 0,3 1 0,42 17 0,-39-15 0,8 3 0,3 2 0,0 0 0,0 1 0,21 16 0,-37-23 0,1-1 0,-1 0 0,0 1 0,0 0 0,0 0 0,0 0 0,-1 0 0,1 0 0,-1 0 0,0 1 0,0-1 0,0 1 0,0-1 0,-1 1 0,0 0 0,1 0 0,-1 0 0,0 0 0,-1 0 0,1 0 0,-1 0 0,0 0 0,0 7 0,-3-1 0,0-1 0,0 1 0,-1-1 0,0 0 0,-1 0 0,0-1 0,-1 1 0,1-1 0,-1 0 0,-1 0 0,0-1 0,-8 8 0,-12 8 0,0-1 0,-33 20 0,45-32-455,0-1 0,-30 12 0,16-10-6371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07.3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93 1 24575,'-2'16'0,"1"0"0,-2 0 0,-6 23 0,5-29 0,2 0 0,-1-1 0,1 1 0,1 0 0,0 1 0,0-1 0,1 0 0,0 0 0,0 0 0,2 0 0,2 16 0,-3-24 0,0 0 0,0 0 0,0 0 0,0-1 0,0 1 0,1 0 0,-1 0 0,0-1 0,1 1 0,-1-1 0,1 0 0,0 1 0,-1-1 0,1 0 0,0 0 0,2 1 0,35 10 0,-33-11 0,-1 0 0,1 1 0,-1 0 0,1 0 0,9 4 0,-14-5 0,0 0 0,1 0 0,-1 1 0,0-1 0,0 0 0,0 0 0,0 1 0,0-1 0,0 0 0,0 1 0,0-1 0,-1 1 0,1-1 0,0 1 0,-1-1 0,1 1 0,-1 0 0,0-1 0,0 1 0,1 0 0,-1-1 0,0 1 0,0 0 0,-1 1 0,1 1 0,-1-1 0,0 0 0,0 1 0,-1-1 0,1 0 0,-1 0 0,0 0 0,1 0 0,-1 0 0,0 0 0,-1-1 0,1 1 0,0-1 0,-1 1 0,0-1 0,1 0 0,-1 0 0,0 0 0,0 0 0,0-1 0,0 1 0,0-1 0,-1 1 0,1-1 0,-4 0 0,-5 3 0,0-1 0,0 0 0,0-1 0,0 0 0,-22-1 0,12-3-1365,7-2-5461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07.5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24575,'6'0'0,"13"0"0,7 0 0,12 0 0,13 3 0,13 4 0,6 0 0,8 6 0,-4-1 0,-9-1 0,-15-3-8191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07.9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1 24575,'0'2123'0,"-2"-2099"0,0-16 0,-1-14 0,-3-63-492,5 52-381,-1-46-5953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09.1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148 1 24575,'5'3'0,"0"0"0,0 0 0,-1 1 0,1 0 0,5 6 0,13 11 0,285 225 0,-228-179 0,-30-32 0,-36-26 0,-1 0 0,0 1 0,13 12 0,-23-18 0,1-1 0,-1 1 0,0 0 0,0 1 0,0-1 0,-1 0 0,0 1 0,0-1 0,0 1 0,0 0 0,-1-1 0,1 1 0,-1 0 0,0 7 0,0 217 0,-4-113 0,3 484 0,0-594 0,-1-1 0,1 1 0,-1-1 0,1 0 0,-1 1 0,-1-1 0,1 0 0,-1 0 0,0 0 0,0 0 0,-1 0 0,-5 7 0,1-3 0,0-1 0,-1 0 0,0 0 0,0-1 0,-12 8 0,-104 67 0,-142 71 0,226-132 0,5-2 0,11-7 0,0 1 0,-24 18 0,42-26 0,0 0 0,0 0 0,0 0 0,1 1 0,0 0 0,0 0 0,1 0 0,0 1 0,0-1 0,0 1 0,1 0 0,-3 8 0,-23 57-1365,23-57-5461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09.6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24575,'0'9'0,"6"14"0,1 9 0,1 13 0,-2 20 0,4 21 0,0 23 0,1 12 0,8 12 0,4 6 0,-3-6 0,-2-9 0,-3-13 0,-5-23 0,-4-18 0,-3-18 0,-2-12 0,-1-12-8191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10.3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1 117 24575,'174'-8'0,"195"-33"0,-321 35 0,456-27 0,-498 33 0,-4 0-62,0 0 0,-1 0 0,1 0 0,0 0 0,0 0 0,-1 0 0,1 0 0,0-1 0,-1 1 0,1-1 0,0 0 0,-1 1-1,1-1 1,-1 0 0,1 0 0,-1 0 0,1 0 0,-1 0 0,1 0 0,-1 0 0,1-2 0,5-11-6764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10.7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210 1 24575,'0'6'0,"3"7"0,3 5 0,5 5 0,-1 1 0,-1 0 0,-3-2 0,-5-1 0,-14-2 0,-16 2 0,-10 0 0,0 0 0,0-2 0,2 3 0,3-3 0,8-5-8191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12.4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104 1 24575,'-4'83'0,"-24"134"0,11-106 0,11-59 0,-9 50 0,9-88 0,0-21 0,-2-25 0,-1-64 0,5-143 0,4 200 0,0 34 0,0 0 0,0 0 0,1-1 0,0 1 0,0 0 0,0 0 0,0 0 0,1 0 0,2-6 0,-3 9 0,1 0 0,-1 0 0,1 0 0,0 0 0,-1 0 0,1 1 0,0-1 0,0 0 0,0 1 0,1 0 0,-1-1 0,0 1 0,0 0 0,1 0 0,-1 0 0,0 0 0,1 1 0,-1-1 0,1 0 0,4 1 0,44-4 0,0 3 0,91 9 0,-141-8 0,0 0 0,0 0 0,0 0 0,0 0 0,0 0 0,1 0 0,-1 0 0,0 1 0,0-1 0,0 0 0,0 1 0,0-1 0,0 0 0,0 1 0,0-1 0,0 1 0,0 0 0,0-1 0,-1 1 0,1 0 0,0 0 0,0-1 0,-1 1 0,1 0 0,0 0 0,-1 0 0,2 1 0,-2 0 0,0-1 0,-1 1 0,1-1 0,0 1 0,-1-1 0,1 1 0,0-1 0,-1 0 0,0 1 0,1-1 0,-1 1 0,0-1 0,0 0 0,1 0 0,-1 0 0,-2 3 0,-6 5 0,0-1 0,0 1 0,-16 10 0,-71 40-1365,71-45-5461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12.7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 1 24575,'-3'0'0,"1"0"0,-1 0 0,1 0 0,0 1 0,-1-1 0,1 1 0,-1 0 0,1 0 0,0 0 0,0 0 0,-1 0 0,1 0 0,0 0 0,0 1 0,0-1 0,0 1 0,0 0 0,-1 2 0,0-1 0,0 1 0,1 0 0,-1 0 0,1 0 0,0 0 0,0 1 0,0-1 0,1 1 0,-2 5 0,2-1 0,-1 0 0,1-1 0,1 1 0,0 0 0,0-1 0,1 1 0,0 0 0,0 0 0,1-1 0,4 14 0,-4-19 0,-1 1 0,1-1 0,0 0 0,1 0 0,-1 0 0,0-1 0,1 1 0,0-1 0,-1 1 0,1-1 0,0 0 0,0 0 0,0 0 0,1 0 0,-1 0 0,0-1 0,1 0 0,-1 1 0,1-1 0,-1-1 0,1 1 0,5 0 0,11 1 0,-1-1 0,0-1 0,24-3 0,-8 1 0,119 0-1365,-134 2-5461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13.9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209 641 24575,'-1'-42'0,"-2"0"0,-2 0 0,-18-75 0,-14-97 0,37 212 0,0 0 0,0 0 0,0 1 0,0-1 0,-1 0 0,1 0 0,-1 1 0,1-1 0,-1 0 0,0 1 0,1-1 0,-1 0 0,0 1 0,0-1 0,0 1 0,0 0 0,0-1 0,-1 1 0,-1-2 0,2 3 0,0-1 0,0 1 0,0 0 0,-1 0 0,1-1 0,0 1 0,0 0 0,0 0 0,0 0 0,-1 0 0,1 1 0,0-1 0,0 0 0,0 0 0,0 1 0,0-1 0,0 1 0,-1-1 0,1 1 0,0-1 0,-1 2 0,-4 2 0,0 1 0,1 0 0,0 0 0,0 0 0,0 0 0,1 1 0,0 0 0,-5 7 0,-39 77 0,48-89 0,0-1 0,0 1 0,-1-1 0,1 1 0,0 0 0,0 0 0,0-1 0,0 1 0,0 0 0,0-1 0,0 1 0,0 0 0,0-1 0,0 1 0,0 0 0,0-1 0,1 1 0,-1 0 0,0-1 0,0 1 0,1 0 0,-1-1 0,0 1 0,1-1 0,-1 1 0,1-1 0,-1 1 0,1-1 0,-1 1 0,1-1 0,-1 1 0,1-1 0,-1 1 0,1-1 0,0 0 0,-1 1 0,1-1 0,0 0 0,-1 0 0,1 0 0,0 1 0,-1-1 0,1 0 0,0 0 0,-1 0 0,1 0 0,0 0 0,0 0 0,43 3 0,-38-3 0,37 1 0,-5 1 0,-1-2 0,1-2 0,43-7 0,-79 9 0,0 0 0,0-1 0,0 1 0,0 0 0,-1-1 0,1 0 0,0 0 0,0 1 0,0-1 0,-1 0 0,1 0 0,0-1 0,-1 1 0,1 0 0,-1 0 0,1-1 0,-1 1 0,0-1 0,1 1 0,-1-1 0,0 0 0,0 0 0,0 1 0,-1-1 0,1 0 0,0 0 0,-1 0 0,1 0 0,-1 0 0,1 0 0,-1 0 0,0 0 0,0 0 0,0 0 0,0 0 0,0 0 0,0 1 0,-1-1 0,1 0 0,-1 0 0,1 0 0,-2-3 0,-3-9 0,-1 1 0,-1-1 0,0 1 0,-14-19 0,15 22 0,-66-95-1365,35 56-5461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17.3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446 1412 24575,'41'0'0,"0"-1"0,1-2 0,-1-2 0,0-1 0,-1-3 0,0-1 0,0-2 0,72-33 0,-84 32 0,80-43 0,-94 47 0,0 0 0,-1-1 0,1 0 0,-2-1 0,12-14 0,-20 21 0,-1 0 0,-1-1 0,1 1 0,0-1 0,-1 0 0,0 0 0,0 0 0,-1 0 0,1 0 0,0-6 0,4-57 0,-5 37 0,13-496 0,-15 476 0,2 26 0,-2-1 0,-1 1 0,-11-48 0,11 63 0,-1 1 0,-1 0 0,1-1 0,-1 1 0,-1 1 0,0-1 0,0 1 0,-1 0 0,0 0 0,0 0 0,-1 1 0,0 0 0,-9-7 0,-11-6 0,0 2 0,-2 1 0,0 1 0,-1 2 0,0 0 0,-42-11 0,27 13 0,0 1 0,0 3 0,-92-6 0,122 14 0,-1 0 0,1 0 0,-1 2 0,1 0 0,0 1 0,-16 4 0,22-4 0,0 1 0,1 0 0,-1 0 0,1 1 0,0 0 0,0 0 0,0 1 0,1 0 0,0 0 0,0 1 0,-6 8 0,-9 14 0,1 1 0,1 1 0,-29 63 0,-32 107 0,46-104 0,-34 151 0,60-203 0,2-1 0,2 1 0,2 0 0,2 1 0,9 87 0,-4-111-124,1-1 0,1 1 0,1-1 0,0 0 0,2-1 0,1 0-1,0 0 1,1-1 0,1 0 0,19 22 0,4-1-6702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18.6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243 164 24575,'-27'14'0,"0"1"0,1 1 0,-38 32 0,61-46 0,1 0 0,0 1 0,0-1 0,0 1 0,0-1 0,0 1 0,0 0 0,1 0 0,-1-1 0,1 1 0,0 0 0,0 1 0,0-1 0,0 0 0,1 0 0,-1 0 0,1 0 0,0 1 0,0-1 0,0 0 0,0 0 0,1 0 0,-1 1 0,1-1 0,0 0 0,0 0 0,0 0 0,0 0 0,0 0 0,2 3 0,2 2 0,0 0 0,0 0 0,0-1 0,1 0 0,0 0 0,0 0 0,1-1 0,0 1 0,11 7 0,2-1 0,0-1 0,0-1 0,2-1 0,-1-1 0,1-1 0,0 0 0,1-2 0,0-1 0,0 0 0,0-2 0,25 1 0,-45-4 0,0 0 0,0 0 0,-1 0 0,1 0 0,0 0 0,0-1 0,0 1 0,-1-1 0,1 0 0,0 0 0,-1 0 0,1 0 0,-1 0 0,1-1 0,-1 1 0,1-1 0,-1 1 0,4-5 0,-4 3 0,1-1 0,-1 0 0,1 0 0,-1 0 0,-1-1 0,1 1 0,-1 0 0,1-1 0,-1 1 0,0-1 0,0-5 0,3-22 0,-2-1 0,0 1 0,-7-63 0,3 76 0,-1 1 0,-1 0 0,0 0 0,-1 1 0,-1-1 0,-1 1 0,0 0 0,-15-23 0,18 35 0,0-1 0,-1 1 0,0 0 0,0 0 0,0 0 0,0 1 0,-1-1 0,0 2 0,0-1 0,0 0 0,0 1 0,-1 0 0,1 1 0,-1-1 0,-12-2 0,2 2 0,-1 1 0,1 1 0,0 0 0,-1 1 0,-22 3 0,30-2 0,0 2 0,0-1 0,0 1 0,0 1 0,0-1 0,1 2 0,-1-1 0,1 1 0,0 1 0,1 0 0,-1 0 0,1 1 0,0 0 0,1 0 0,0 0 0,0 1 0,0 1 0,1-1 0,0 1 0,-6 14 0,4-9 0,1 1 0,1-1 0,1 1 0,0 1 0,0-1 0,2 1 0,0 0 0,1 0 0,0 0 0,2 0 0,0 0 0,3 29 0,-2-40 0,0-1 0,0 0 0,0 1 0,1-1 0,-1 0 0,1 0 0,0 1 0,1-2 0,-1 1 0,1 0 0,-1 0 0,1-1 0,0 1 0,5 3 0,-2-2 0,0-1 0,0-1 0,0 1 0,0-1 0,0 0 0,1 0 0,-1-1 0,12 3 0,9 0 0,0-2 0,1-1 0,51-2 0,-48-1 0,-21 1 0,1 0 0,0-1 0,0 0 0,0-1 0,-1 0 0,1-1 0,-1 0 0,0-1 0,15-6 0,-19 6 0,0 0 0,0-1 0,0 0 0,0 1 0,-1-2 0,0 1 0,0-1 0,0 0 0,-1 0 0,1 0 0,-2 0 0,1-1 0,-1 0 0,5-12 0,-5 10 0,0 0 0,0-1 0,-1 1 0,0-1 0,-1 0 0,0 0 0,-1 1 0,0-1 0,-1-16 0,0 23 0,0-1 0,1 1 0,-1 0 0,0 0 0,0 0 0,0 0 0,-1 0 0,1 1 0,-1-1 0,0 0 0,0 1 0,0-1 0,0 1 0,0-1 0,0 1 0,-1 0 0,1 0 0,-1 0 0,1 0 0,-1 0 0,0 1 0,0-1 0,1 1 0,-1 0 0,0 0 0,-1 0 0,1 0 0,0 0 0,0 1 0,0 0 0,0-1 0,-6 1 0,5 0-136,0 1-1,0-1 1,0 0-1,0 1 1,0 0-1,0 0 1,0 0-1,0 1 0,-4 1 1,-7 6-6690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19.3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24575,'5'0'0,"12"0"0,13 0 0,17 0 0,14 0 0,26 0 0,32 0 0,40 0 0,38 0 0,35 0 0,27 0-1240,10 0 1240,-1 0 0,-32 3 0,-46 4 0,-57 0-6951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19.7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404 0 24575,'-5'3'0,"-9"7"0,-9 18 0,-14 25 0,-10 21 0,-5 18 0,-1 8 0,6-5 0,7-13 0,5-14 0,6-16 0,7-17-8191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21.5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24575,'0'20'0,"0"-1"0,1 1 0,1 0 0,8 35 0,-8-50 0,-1 0 0,1 0 0,1 0 0,-1 0 0,1-1 0,-1 1 0,1-1 0,1 1 0,-1-1 0,0 0 0,1 0 0,0-1 0,0 1 0,0-1 0,1 0 0,-1 0 0,1 0 0,-1 0 0,1-1 0,0 0 0,0 0 0,10 2 0,3-1 0,0 0 0,0-2 0,0 0 0,0-1 0,1 0 0,-1-2 0,0 0 0,18-5 0,-15-1-1365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44.6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184 1 24575,'-5'11'0,"-6"16"0,-9 20 0,-4 14 0,0 8 0,-3 1 0,1-9 0,4-6 0,7-9 0,5-13-8191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44.8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24575,'0'2'0,"3"11"0,4 8 0,9 9 0,11 0 0,9-6 0,7-6 0,8-7 0,18-11 0,-2-5-8191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5:42:51.7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 24575,'0'-5'0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55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0 2033,'0'0'16002,"1"9"-15266,-1 5-203,-2 0-1,0 0 0,0 0 0,-2-1 0,1 1 1,-2-1-1,-8 18 0,-37 80 744,28-64-668,20-40-649,2-8-1279,0-4 506,0-37-5080,1 13-769,-1 3-2670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56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3169,'0'0'19745,"17"-3"-19624,51-11-52,-59 12-82,-1 0 1,1 1-1,-1 0 0,10 1 0,-8 0-94,-10 0 100,0 0-1,1 0 0,-1 0 1,0 0-1,0 0 0,1 1 1,-1-1-1,0 0 0,1 0 1,-1 0-1,0 0 0,0 0 1,1 1-1,-1-1 0,0 0 1,0 0-1,0 0 0,1 1 1,-1-1-1,0 0 0,0 0 1,0 1-1,0-1 0,0 0 1,1 0-1,-1 1 0,0-1 1,0 0-1,0 1 0,0-1 1,1 10 23,-1-8-30,0 0 15,2 18 156,-2 0 0,0 0 1,-1 0-1,-7 39 0,-42 94 1791,49-150-893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56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111 0 16055,'0'0'6998,"-14"6"-6928,-42 19-28,54-24-35,1-1 0,-1 1 0,0 0 0,1 0 0,0 0-1,-1 0 1,1 1 0,0-1 0,0 0 0,-1 0 0,1 1 0,0-1-1,0 1 1,1-1 0,-1 1 0,0-1 0,0 1 0,1 0 0,-1-1-1,1 1 1,-1 0 0,1-1 0,0 3 0,-2 4 98,-2 4 107,2-5-4,0 0 0,0-1-1,0 1 1,1 0 0,0 0-1,1 0 1,-1 0 0,1 0-1,1 8 1,-1-15-210,1 1 0,-1-1 0,1 1 0,-1-1 0,0 1 0,1-1 0,-1 1 0,1-1-1,-1 0 1,1 1 0,-1-1 0,1 0 0,-1 0 0,1 1 0,0-1 0,-1 0 0,1 0 0,-1 0 0,1 0 0,0 1 0,-1-1 0,1 0 0,-1 0 0,2 0 0,20-1-535,-13 1-233,-8 0 623,0 0 1,0 0-1,0 0 1,0 0-1,0 0 1,0-1 0,0 1-1,0 0 1,0 0-1,-1-1 1,1 1-1,0-1 1,0 1-1,0-1 1,0 1-1,0-1 1,-1 1-1,1-1 1,0 0-1,0 1 1,-1-1-1,1 0 1,-1 0 0,2-1-1,-1-1-641,0 0 0,0 0 0,0 0 0,0 0 0,-1 0 0,1-5 0,3-16-6236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57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14391,'0'0'6453,"1"19"-3777,6 122-392,3 94-1102,-10-207-2225,-3-56-3549,1-39 3747,2 60 812,0 4 51,1 0-1,-1 0 1,1 0-1,0 0 1,0 0 0,0 0-1,0 0 1,0 0-1,1 0 1,-1 0-1,1 1 1,0-1-1,0 1 1,0-1-1,0 1 1,0 0-1,3-3 1,6-4 267,0 1 1,19-11-1,-18 11-133,9-3 13,-15 8-342,-1 0-1,1 0 1,9-8-1,-19 20-12334,-9 5 5949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57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9284,'0'0'15751,"101"81"-14934,-79-58-321,-3-1-432,-4-3-64,-4-2-64,-3-6-704,0-2-1441,-6 8-11141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00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14 480,'0'0'19711,"5"-1"-19189,23-3 335,-10 1-1221,25-1 0,-51 4-8473,0-1 4991,-11 1 1170,19 0 2690,-1 0 0,1 0 0,0 0 0,0 0 0,0 0 1,-1 0-1,1 0 0,0 1 0,0-1 0,-1 0 1,1 0-1,0 0 0,0 0 0,0 1 0,0-1 0,0 0 1,-1 0-1,1 1 0,0-1 0,0 0 0,0 0 1,0 1-1,0-1 0,0 0 0,0 0 0,0 1 0,0-1 1,0 0-1,0 0 0,0 1 0,-1 10 1693,1-9-897,-1 47 7040,-3-2-3870,1-21-3235,-2 1-1,0-1 1,-14 34 0,18-57-731,0 1-1,0-1 1,-1 0-1,1 0 1,-1 0-1,0 0 1,0 0-1,-3 3 1,3-5-211,1 1-1,0-1 1,-1 0 0,1 0 0,-1 0-1,0 0 1,1-1 0,-1 1 0,0 0 0,0-1-1,1 1 1,-1-1 0,0 0 0,0 1 0,0-1-1,-3 0 1,5-11-408,1 10 664,-1 0 1,1 0 0,-1 0 0,1 0-1,-1 0 1,1 0 0,0 0 0,-1 0 0,1 0-1,0 1 1,0-1 0,0 0 0,0 1 0,0-1-1,1 0 1,17-8 355,-14 7-327,34-10 210,-32 10-487,1 1-1,-1-2 0,0 1 0,0-1 1,0 0-1,-1 0 0,13-9 1,-17 11-155,-1 0 0,0 0 0,0 0 0,0 0 1,0-1-1,0 1 0,0-1 0,-1 1 0,2-2 0,1-11-4896,-2-5-1427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01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10901,'0'0'5872,"0"17"-3468,1 58-1030,6 51 1182,-7-99-2540,0-26-369,0-2-527,0-71-4498,0-1 4494,0 71 934,0 1-1,0-1 0,0 1 0,0-1 1,1 0-1,-1 1 0,0-1 1,1 1-1,-1-1 0,1 1 0,0-1 1,-1 1-1,1 0 0,0-1 0,0 1 1,0 0-1,0-1 0,0 1 0,0 0 1,0 0-1,0 0 0,3-1 0,-2 0 135,1 1 1,0 0-1,0 0 0,0 0 0,0 0 0,0 0 1,0 1-1,0-1 0,0 1 0,6 0 0,-8 0-121,0 1-1,0-1 0,0 1 0,0 0 1,-1-1-1,1 1 0,0-1 1,0 1-1,0 0 0,0 0 1,-1 0-1,1-1 0,0 1 0,-1 0 1,1 0-1,0 0 0,-1 0 1,1 0-1,-1 0 0,0 0 0,1 0 1,-1 1-1,0 0 0,7 28 970,-5-13-1034,0 25 1,-2-42-130,0 1-1,0-1 1,0 1 0,0-1-1,-1 1 1,1-1 0,0 1-1,0-1 1,0 0 0,-1 1-1,1-1 1,0 1 0,-1-1-1,1 0 1,0 1 0,-1-1 0,1 0-1,0 1 1,-1-1 0,1 0-1,0 0 1,-1 0 0,1 1-1,-1-1 1,1 0 0,-1 0-1,1 0 1,0 0 0,-1 0-1,1 1 1,-1-1 0,1 0-1,-1 0 1,1 0 0,-2-1-1,-19 0-6677,21 0 6533,-19-3-8934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01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0 448,'0'0'15869,"2"15"-13780,-2-11-1978,16 116 2120,-14-107-2001,-2-9-208,0-1 0,1 1-1,-1-1 1,1 1 0,0-1 0,0 1-1,0-1 1,0 1 0,1-1 0,-1 0-1,4 5 1,-5-8-49,20-3-71,5-12-527,-8 3-4276,-13 7 299,-3 1-2350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01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12294,'0'0'7801,"-1"15"-7497,0-1-237,-2 79 325,3-93-389,0 6 33,0-1 1,1 0-1,1 10 0,-2-13-45,1-1 0,-1 0 0,1 1 0,-1-1 0,1 0-1,-1 1 1,1-1 0,0 0 0,0 0 0,0 0-1,0 0 1,-1 0 0,1 0 0,1 0 0,-1 0 0,0 0-1,0 0 1,0-1 0,2 2 0,27 9-529,-9-9-5589,-22-14-1601,-9-2 2675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01.8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96,'0'0'20489,"36"0"-19816,-22 0-561,-3-4-112,0 4-64,-4-2-1729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02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5571,'-6'106'15559,"8"-103"-14583,18-3-800,9 0-352,7 0-448,-3 0-2161,-1 0-3666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58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16968,'0'0'6123,"0"13"-4856,0-3-1084,0-3-61,0 0 0,0 1 0,1-1 0,0 0 0,0 0 0,0 0 0,1 0 0,0 0 1,1 0-1,5 12 0,20 25 777,17 34-200,-43-74-655,-1 0 1,1 0-1,-1 0 0,1 6 1,-2-9-41,1 0 1,-1 1 0,0-1-1,0 0 1,0 0-1,0 0 1,0 0 0,0 0-1,0 1 1,-1-1 0,1 0-1,0 0 1,0 0-1,-1 0 1,1 0 0,-1 0-1,1 0 1,-1 0 0,1 0-1,-1 0 1,0 0-1,-1 1 1,-1 0-24,-1-1 0,0 1 0,1-1 0,-1 0 0,0 0 0,0 0 0,0 0-1,0-1 1,-5 0 0,0 1-239,-1-1 0,-17-3-1,27 3 253,-1 0 0,0 0-1,0-1 1,0 1 0,0 0-1,0-1 1,0 1 0,0-1-1,0 1 1,1-1 0,-1 1-1,0-1 1,0 1 0,1-1-1,-1 0 1,0 0 0,1 1-1,-1-1 1,1 0 0,-1 0-1,1 0 1,-1 0 0,1 1-1,0-1 1,-1 0 0,1 0-1,0-2 1,-1-1-36,1-1 0,-1 1 1,1 0-1,1-8 0,0 7 7,-1 2 37,1-1 0,0 1 0,0-1 0,0 1 0,0-1 1,1 1-1,-1 0 0,1-1 0,0 1 0,0 0 0,3-3 0,4-5 81,17-15 0,-8 7 3,-2 3-41,-7 7-36,1-1 1,-1-1-1,-1 0 0,9-14 0,-16 25-9,-1-1 0,1 0 0,-1 0 0,1 0 0,-1 0 1,1-1-1,-1 1 0,0 0 0,0 0 0,1 0 0,-1 0 0,0 0 0,0 0 1,0-1-1,0 1 0,0 0 0,0 0 0,-1 0 0,1 0 0,0 0 0,0 0 0,-1 0 1,0-2-1,0 2-23,0 0 1,0 0-1,0 0 1,0 0-1,0 0 1,-1 0-1,1 1 1,0-1-1,0 0 1,-1 1-1,1-1 1,0 1 0,-1-1-1,1 1 1,-3-1-1,-1 1-347,1-1 0,-1 1 0,1 0 0,-1 0 1,1 1-1,-1-1 0,1 1 0,0 0 0,-1 0 0,-7 3 0,-8 12-6262,10-10 792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58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0 10101,'0'0'5984,"-15"0"-3066,-47 2-1432,59-2-1464,0 0-1,-1 1 0,1 0 0,0-1 1,0 1-1,-1 0 0,1 1 0,0-1 1,0 0-1,0 1 0,1 0 0,-1 0 1,0-1-1,1 2 0,-1-1 1,1 0-1,-1 0 0,1 1 0,-4 5 1,4-4 167,0 0 0,0 0 0,0 1 0,0-1 0,1 1 0,-1 0 0,1-1 0,1 1 0,-1 0 0,0 8 1,1-12-153,1 0 0,-1 1 0,0-1 1,0 0-1,1 0 0,-1 0 0,1 0 1,-1 0-1,1 0 0,0 0 1,-1 0-1,1-1 0,0 1 0,-1 0 1,1 0-1,0 0 0,0-1 0,0 1 1,0 0-1,0-1 0,0 1 1,0-1-1,0 1 0,0-1 0,0 0 1,2 1-1,4 1-2,-1 0 0,1-1 1,8 1-1,1 0-96,1 0 0,0-2 0,-1 0 0,23-3 1,-37 2-130,0 1 1,0-1 0,0 1-1,0-1 1,-1 0 0,1 0 0,0 1-1,-1-2 1,1 1 0,0 0-1,-1 0 1,1 0 0,1-3-1,-2 3-262,0 0 0,0-1 0,0 1-1,-1 0 1,1-1 0,0 1 0,-1-1-1,1 1 1,-1-1 0,1-2 0,0-12-6589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59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13094,'0'0'2140,"0"15"741,0 2-2008,2 87 2723,13 47-470,0 23-2363,-15-151-1510,5-30-5535,-5-20-2789,0 15 1323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59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13942,'0'0'6305,"1"15"-3632,-1 3-2101,0 9 80,5 31-1,-2-31-422,2 15 97,-3-33-3100,0-17 2842,0 0 1,0 1 0,1-1-1,1 1 1,-1-1 0,1 1-1,0 0 1,1 1 0,7-10-1,-4 8 40,0 0 0,0 0-1,1 0 1,0 1 0,0 1 0,13-7-1,-6 1-526,-9 1-5495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59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13286,'0'0'11653,"21"83"-11653,-3-68-176,-7-4-2225,-3-4-2625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02.7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 13654,'0'0'8116,"63"-3"-8596,-54-6-2338,-4 1-1936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03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0 8164,'10'10'3903,"17"22"0,-26-31-3639,0 0 0,-1 1 0,1-1 0,-1 1 0,1-1 0,-1 1-1,1-1 1,-1 1 0,0 0 0,0-1 0,0 1 0,0-1 0,0 1 0,0-1 0,-1 1 0,1-1 0,0 1 0,-1-1 0,1 1 0,-1-1-1,-1 3 1,0 3 989,-1 8-123,0 0-1,1 0 1,1 27-1,0-11-877,1-27-385,0 0-1,-1 0 1,0 0-1,0 0 0,0 0 1,0 0-1,0 0 1,-1-1-1,0 1 0,1 0 1,-1-1-1,-5 6 1,3-4-427,0-1 0,0 0 0,-1 0 0,1 0 0,-1-1 0,0 0 0,0 0 0,-6 3 0,2-3 945,19-4 1714,1-1-1455,0 1 0,0-2 0,14-4 0,-15 4-513,0 0 0,0 1 0,1 0 0,15-1 0,-19 3-271,6 0-3159,-12 0 3008,-1 0 1,0 0 0,1-1 0,-1 1 0,0 0-1,1 0 1,-1 0 0,0 0 0,0-1-1,1 1 1,-1 0 0,0 0 0,0-1 0,1 1-1,-1 0 1,0 0 0,0-1 0,0 1 0,1 0-1,-1-1 1,0 1 0,0 0 0,0-1-1,0 1 1,0 0 0,0-1 0,0 1 0,0 0-1,0-1 1,0 1 0,0-1 0,0-7-7591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03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8356,'0'0'9359,"0"16"-7286,0 101 1307,-1-83-2171,4 73 845,-2-85-1996,-1-22-178,0-4-445,0-191-4373,0 194 4999,0 0 1,0 0-1,0 1 1,0-1 0,0 0-1,1 0 1,-1 0-1,0 1 1,0-1 0,1 0-1,-1 0 1,1 1-1,-1-1 1,0 0-1,1 1 1,0-1 0,-1 0-1,1 1 1,-1-1-1,1 1 1,0-1 0,1 0 25,0 0 0,0 0 0,0 0 0,0 0 1,0 0-1,0 1 0,0-1 0,3 1 0,1-1 40,0 0-1,0 1 0,0 0 0,0 1 1,8 0-1,-13 0-118,0-1 1,0 0-1,0 1 1,0-1-1,0 1 1,0-1-1,0 1 0,0 0 1,-1-1-1,1 1 1,0 0-1,0-1 1,-1 1-1,1 0 0,0 0 1,-1 0-1,1 0 1,-1 0-1,1-1 1,-1 1-1,1 0 1,-1 0-1,0 0 0,1 0 1,-1 0-1,0 0 1,0 2-1,1 4 11,-1-1-1,1 1 0,-2 9 1,0-4 15,1-1-17,-1-1 0,-1 1 0,1-1 0,-2 1-1,0-1 1,-4 12 0,0-5-356,0-1 0,-20 30 0,27-45 64,-1 1 0,-1-1 1,1 1-1,0-1 0,0 0 1,0 0-1,-1 1 0,-1 0 0,1-1-252,1 0 0,0-1-1,-1 1 1,1-1 0,0 0-1,-1 1 1,1-1 0,-1 0-1,1 0 1,-3 0 0,-9 0-5716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04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11429,'0'0'9439,"3"13"-8308,1 6-837,-1-6-5,-1 1 1,-1-1-1,1 27 1,-2 87 916,9-127-1092,71-6 1837,-74 7-2258,7-1 92,-7-3-6955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04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209 0 7027,'0'0'17352,"-85"23"-15255,62-17-2097,-4 0-1328,-5 3-1218,-10-2-7026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05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4610,'0'0'11942,"1"13"-9621,6 103 1769,-7 24-5331,4-140 521,137 0 421,-140 0-58,-1 0 254,0 0-1,0 0 1,0 0-1,0 0 1,0 0-1,1 0 0,-1 0 1,0 0-1,0 0 1,0 0-1,1-10-10811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06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9028,'0'0'13526,"80"-13"-12933,-51 11-497,-1-1 128,-6 0-128,-3 1-96,-4 2-32,-6 0-881,1 0-1792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06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10949,'0'0'12470,"45"2"-12598,-35 1-2017,-7 1-2674,-3 3-5105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11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11077,'0'0'8271,"-4"1"-8071,0 0-198,-5 2 63,19-2 177,4 0 588,23 4 1,7 0-171,245-3 659,-150-3-1181,-67 3 1225,-29 0-4046,-15-2-6490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23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1809,'0'0'4386,"13"-4"-3957,89-29 1876,-99 32-1836,9-9 8536,-7 13-8653,-1 0-1,1 0 0,-1 1 1,0 0-1,0 0 1,0 0-1,-1 0 1,6 8-1,-4-5-120,-1-2-103,6 8 316,13 22 0,-21-30-421,1-1 0,-1 1 0,-1 0 0,1-1 0,0 1 0,-1 0 0,0 0 0,0 0 0,0 8 0,-2-10-20,1-1 1,-1 1 0,0-1 0,0 1 0,0-1 0,0 1-1,0-1 1,0 0 0,-1 1 0,1-1 0,-1 0 0,0 0 0,1 0-1,-1 0 1,0 0 0,0-1 0,0 1 0,-1-1 0,-3 3-1,-1 1-157,-1-1-1,0 0 1,0 0-1,-17 4 0,11-5-635,-23-1 0,32-1 309,23-1 379,-13 0 134,9 0-29,-1 0 0,1 1 0,-1 1 0,23 5 1,-35-6-10,0-1 1,-1 0 0,1 0 0,0 1 0,0-1 0,-1 1 0,1-1-1,0 0 1,-1 1 0,1-1 0,-1 1 0,1 0 0,0-1 0,-1 1-1,1-1 1,-1 1 0,0 0 0,1-1 0,-1 1 0,1 0 0,-1-1-1,0 1 1,0 0 0,1 0 0,-1 0 0,0-1 0,0 1-1,0 0 1,0 0 0,0-1 0,0 1 0,0 0 0,0 0 0,0 0-1,0-1 1,-1 2 0,1 0 10,-1 0 0,1-1-1,-1 1 1,0-1 0,0 1 0,1 0-1,-1-1 1,0 0 0,0 1-1,0-1 1,-1 1 0,1-1 0,0 0-1,0 0 1,-3 2 0,-37 17 0,40-20-105,1 0 0,0 0 0,0 0 0,0 0 0,-1 0 0,1 1-1,0-1 1,0 0 0,-1 0 0,1 0 0,0 0 0,0 0 0,-1 0 0,1 0 0,0 0-1,-1 0 1,1 0 0,0 0 0,0 0 0,-1 0 0,1 0 0,0 0 0,0 0 0,-1 0 0,1 0-1,0-1 1,0 1 0,-1 0 0,1 0 0,0 0 0,0 0 0,0 0 0,-1-1 0,1 1-1,0 0 1,0 0 0,0 0 0,0-1 0,-1 1 0,1 0 0,0 0 0,0-1 0,0 1-1,0 0 1,0 0 0,0-1 0,0 1 0,0-16-6032,0 11 3652,0-4-2959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23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82 1905,'0'0'13299,"-3"-7"-11983,-10-22-431,12 28-864,1 1 1,-1-1-1,0 0 0,0 1 0,0-1 0,1 1 1,-1-1-1,0 1 0,0-1 0,0 1 0,0-1 1,0 1-1,0 0 0,0 0 0,0-1 0,0 1 1,0 0-1,0 0 0,0 0 0,0 0 0,0 0 1,0 0-1,0 0 0,0 1 0,0-1 0,0 0 1,0 0-1,0 1 0,0-1 0,0 1 0,1-1 1,-1 1-1,0-1 0,0 1 0,0 0 0,-3 3 30,0 0-1,1 1 0,0-1 1,0 1-1,0 0 1,0 0-1,1 0 0,0 0 1,0 0-1,0 0 0,1 1 1,0-1-1,0 0 1,0 1-1,0-1 0,1 8 1,1-12-52,-1-1 1,1 0-1,-1 1 1,1-1 0,-1 0-1,1 0 1,-1 0-1,1 1 1,-1-1-1,1 0 1,-1 0 0,1 0-1,-1 0 1,1 0-1,-1 0 1,1 0-1,0 0 1,-1 0 0,1 0-1,-1 0 1,1-1-1,-1 1 1,1 0-1,0-1 1,2 0-12,0-1 0,-1 1-1,1-1 1,0 0 0,-1 0-1,1 0 1,-1-1 0,0 1 0,1-1-1,-1 1 1,2-5 0,3-3-380,8-20 0,11-37-1564,-25 66 2295,-1 5 51,0 5-302,0 25 819,-5 36 0,-1-16-24,1 64 0,6-118-1436,0 0 0,-1 0-1,1 0 1,0-1 0,0 1-1,0 0 1,0 0 0,-1 0 0,1-1-1,0 1 1,0 0 0,1-1-1,2-9-5494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24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9028,'0'0'7540,"-18"89"-6852,18-70-448,-2-5-144,1-2-80,1-2-16,-2-6-64,2-11-10101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24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4194,'70'-27'3409,"-70"27"-3352,0 0 0,1-1-1,-1 1 1,1 0-1,-1 0 1,1 0-1,-1-1 1,1 1 0,0 0-1,-1 0 1,1 0-1,-1 0 1,1 0-1,-1 0 1,1 0-1,-1 0 1,1 0 0,-1 0-1,1 1 1,-1-1-1,1 0 1,-1 0-1,1 0 1,-1 0-1,1 1 1,-1-1 0,1 1-1,-1 8 1342,-1-6-636,1 24 3214,-1-16-3417,0 0 0,2 0 0,-1-1 0,4 21 0,-3-30-565,-1-1 1,1 0-1,-1 1 1,0-1-1,1 0 1,-1 1-1,1-1 1,-1 0 0,1 0-1,-1 0 1,1 1-1,-1-1 1,1 0-1,-1 0 1,1 0-1,-1 0 1,1 0-1,-1 0 1,1 0 0,-1 0-1,1 0 1,16 0-90,-12 0 118,1-1-36,-4 1-23,0 0 0,0 0 0,0-1 0,-1 1-1,1 1 1,0-1 0,3 1 0,-6 16 338,-1-14-298,0 1 0,0-1 0,0 0 0,-1 1 0,0-1 0,1 0 0,-1 0 0,0-1 0,0 1 0,0-1 0,-1 1 0,1-1 0,-1 0 0,1 0 0,-7 2 0,9-4-371,0 0 0,-1 1 0,1-1 1,0 0-1,0 0 0,-1 0 0,1 0 1,0 0-1,-1 0 0,1 0 0,0-1 0,0 1 1,-1 0-1,1-1 0,0 1 0,-2-2 1,-6-11-3689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24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6467,'0'0'6595,"71"-12"-6547,-60 11-48,-3-2-1185,-5 0-2304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25.5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0 10837,'0'0'5843,"0"15"-5729,-3 74 84,3-78-207,-1-9-23,1 1 1,0 0-1,0-1 1,0 1 0,0 0-1,1 0 1,-1-1 0,1 1-1,-1 0 1,1-1 0,0 1-1,0-1 1,2 4 0,-1-4-182,0 1 1,1-1 0,-1 0 0,1 0 0,0 0 0,0 0-1,0-1 1,0 1 0,4 1 0,-3-2 257,0 1 0,0 1 0,0-1 0,0 0 0,5 6 0,-5-5 10,0 1 0,-1 0 0,0 0 0,0 0 0,3 5 0,-5-8-6,0 0 0,-1 1 0,1-1 0,-1 1 0,1-1 0,-1 1 0,0-1 0,1 1 0,-1 0 0,0-1 0,0 1 0,0-1 0,0 1 0,-1-1 0,1 1 0,0-1 0,0 1 0,-1-1 0,1 1 0,-1-1 0,0 1 0,0 1 0,-2 0 39,1 1 0,-1-1 1,0 1-1,0-1 1,0 0-1,0 0 0,0 0 1,-1-1-1,1 1 0,-1-1 1,0 0-1,-7 4 1,4-4-183,0 1 0,0-1 0,0 0 0,0-1 0,0 0 0,0 0 0,-9 0 0,14-1-175,0 0-1,1 0 0,-1-1 1,0 1-1,0 0 1,1-1-1,-1 1 1,0-1-1,1 0 0,-1 0 1,0 0-1,1 1 1,-1-2-1,1 1 0,0 0 1,-1 0-1,1 0 1,0 0-1,0-1 1,-2-1-1,-16-19-5573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25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7171,'0'0'6115,"87"-30"-6595,-81 24-2498,-2-3-3168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26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0 9428,'0'0'8588,"-8"14"-8324,-4 11-183,-31 57 60,41-79-155,1-1 8,-1 1-1,1-1 1,0 0-1,0 0 1,0 1-1,0-1 1,0 0-1,1 1 0,-1-1 1,0 6-1,23-6 22,-21-2-11,120 1-105,-120-1-24,-1 0 1,1 0 0,-1 0-1,1 0 1,-1 0 0,0 0-1,1 0 1,-1 0 0,1 0-1,-1 0 1,1 0 0,-1 0-1,1 0 1,-1 0-1,1 0 1,-1-1 0,1 1-1,-1 0 1,0 0 0,1-1-1,-1 1 1,1 0 0,-1 0-1,0-1 1,1 1 0,-1 0-1,0-1 1,1 1 0,-1 0-1,0-1 1,0 1 0,1-1-1,-1 1 1,0-1-1,0 1 1,0 0 0,0-1-1,0 1 1,1-1 0,-1 0-1,0-11-4386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26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0 0 7748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26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7748,'5'87'2032,"-5"-48"-111,0-6 593,0 0-129,0-1-2353,0-15 0,0-2-32,0-7-1521,2-3-1248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26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0 5763,'0'0'6435,"-14"5"-5560,-44 18-395,57-22-442,-1 0 0,0 0 0,1 0 1,-1-1-1,0 2 0,1-1 0,0 0 0,-1 0 1,1 0-1,0 1 0,-1-1 0,1 1 0,0-1 0,0 1 1,0-1-1,0 1 0,1 0 0,-1-1 0,0 1 1,1 0-1,-1 2 0,-1 3 96,0 1 12,0 0 0,1 1 1,0 0-1,0-1 1,1 1-1,1 10 0,0 2 492,-1-20-646,0-1 1,0 1-1,0-1 1,0 1-1,0 0 0,0-1 1,0 1-1,0-1 1,1 1-1,-1-1 1,0 1-1,0-1 1,1 1-1,-1-1 1,0 1-1,1-1 0,-1 0 1,1 1-1,-1-1 1,0 1-1,1-1 1,-1 0-1,1 1 1,-1-1-1,1 0 0,-1 0 1,1 1-1,-1-1 1,1 0-1,-1 0 1,1 0-1,-1 0 1,1 0-1,0 0 1,-1 0-1,1 0 0,-1 0 1,1 0-1,-1 0 1,1 0-1,0 0 1,0 0-263,1 0 1,-1-1 0,0 1 0,0 0 0,0-1 0,0 1-1,1 0 1,-1-1 0,0 0 0,0 1 0,0-1-1,0 1 1,0-1 0,0 0 0,0 0 0,0 0-1,-1 0 1,2-1 0,2-13-4389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26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0 8756,'0'0'2153,"0"13"51,0-5-1731,0 17 1393,-5 40-1,-1 7 18,4-47-1545,0-1-1,-1 1 1,-8 24 0,2-32-1225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19 224,'0'0'8980,"21"-18"-8980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28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0 5779,'0'0'4666,"-2"13"-3204,-14 74 1030,14-69-2123,-1 0 1,-1-1-1,-1 1 1,0-1-1,-11 24 1,16-40-387,-1 0 1,1 0-1,-1-1 1,1 1-1,-1 0 1,1 0-1,-1-1 1,1 1-1,-1 0 1,1 0-1,-1-1 1,0 1-1,0-1 1,0 1-1,0-1-15,1 0 0,0 0 0,0 0 0,0 0 0,-1-1-1,1 1 1,0 0 0,0 0 0,0-1 0,0 1 0,0 0 0,0 0 0,-1 0 0,1-1 0,0 1-1,0 0 1,0-1 0,0 1 0,0 0 0,0 0 0,0-1 0,0 1 0,0 0 0,0 0-1,0-1 1,0 1 0,0 0 0,0 0 0,1-1 0,-1-2-13,0 0 0,1 0 0,-1 0-1,1 0 1,0 0 0,0 1 0,0-1 0,2-3 0,7-6 501,0 1 0,0 1 0,1 0 1,12-9-1,0-6 1067,-20 23-2162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28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7427,'0'0'10696,"-1"14"-9554,-2 43-302,3-53-647,-1 1 0,1-1 1,1 0-1,0 8 0,0-12-133,-1 1 1,0 0 0,1 0 0,-1 0 0,1 0-1,-1 0 1,1 0 0,0-1 0,-1 1-1,1 0 1,0 0 0,1 0 0,-2 0-32,1-1 1073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30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3346,'0'0'6101,"0"-17"-1958,1 15-4010,-1 1 0,0-1 0,0 0 0,1 0 0,-1 1 0,1-1 0,0 1-1,-1-1 1,1 0 0,0 1 0,0-1 0,0 1 0,0 0 0,0-1 0,0 1 0,2-2 0,26-19-48,-9 7 49,-10 8 186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30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0 0 3442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30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15 3442,'-3'-15'3073,"3"34"-1392,0-3 1040,6-2 1681,0-2-3890,-4-8-288,0-3-224,1 1 0,-2-2-496,1 0-1745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32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0 616 2417,'0'0'7998,"10"-2"-7042,128-15 2629,-8 9-1417,95-3 712,88 2-1517,-312 9-795,-6 0 91,4-1-651,-1 0 0,0 0-1,1 1 1,-1-1-1,1 0 1,-1 0 0,1-1-1,0 1 1,-1 0 0,1 0-1,0-1 1,0 1-1,0-1 1,0 1 0,0-1-1,0 1 1,0-1 0,1 1-1,-1-1 1,0 0-1,1 0 1,-1 1 0,1-4-1,-2-5-24,1 0 1,1 0-1,0-11 0,0 1-8,-3-14 21,-2 1 1,-1 0-1,-1 0 0,-18-48 0,17 57 4,1 0 0,1-1 0,-5-47 0,10 70 21,1 0 1,0 0-1,-1 0 0,0 0 0,0 0 0,1 0 0,-1 0 0,0 0 0,0 1 0,-1-1 0,1 0 0,0 1 1,-1-1-1,1 0 0,-3-1 0,-3-3 148,-18-12 0,10 8-220,6 5 67,1 0 0,-1 0-1,0 1 1,0 0 0,-1 1 0,1 0 0,-1 0 0,0 1 0,0 0 0,-19 0 0,-3 1-5,1 2 0,-35 5 0,17 0-82,0 2 1,1 3-1,0 2 1,-49 20 0,77-24-83,13-6 148,-1 1 0,1-1-1,-10 2 1,17-5 0,0 0 1,-1 0-1,1 1 0,-1-1 0,1 0 0,0 0 0,-1 1 1,1-1-1,0 0 0,0 1 0,-1-1 0,1 0 1,0 1-1,0-1 0,-1 1 0,1-1 0,0 0 0,0 1 1,0-1-1,0 1 0,-1-1 0,1 0 0,0 1 0,0-1 1,0 1-1,0 0 0,1 14-105,-1-10 115,2 31 124,11 61 0,-2-32 147,-4-6-173,18 111 101,-20-155-206,-4-12-1,-1-1 1,1 1-1,0-1 0,-1 1 0,1-1 0,-1 4 0,15-6-349,1-1 355,0-1 1,0 0-1,16-6 0,-1 1 11,166-41 688,-189 46-1036,1 0 0,-1 0 0,1 0 0,13 0 0,-18 2-3265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48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6 80,'0'0'3487,"0"-6"1064,-6 158-1582,1 1-2091,2 192 558,3-332-1302,4 22 0,-2-23 104,1 22 0,-3 20 509,0-54-611,1 0-125,1 0-1,-1 0 0,0 0 1,0 0-1,0-1 0,0 1 1,1 0-1,-1-1 0,0 1 1,0-1-1,0 1 0,1-2 1,11-3-15,93-9 101,-55 6-56,79-3 0,26 4 49,20-5-122,-140 17 134,-36-16-17,0-16-87,0-43-55,-2-1 0,-14-84 0,8 96 13,2 0-1,4-78 1,2 124 43,0 2 14,-1-1-1,-3-19 1,3 27-10,0-1 0,0 1 1,0 0-1,-1 0 1,0 0-1,0 0 0,0 1 1,0-1-1,0 0 1,-5-4-1,5 7 4,-1-1 0,1 1 0,-1 0 0,1 0 0,-1 1 0,1-1 0,-1 0 0,0 1 0,1 0 0,-1-1 0,0 1 0,1 0 0,-4 1-1,-3-1 14,-107-1 1299,99 2-1141,-1 1 0,1 0 0,0 2 0,-27 8 0,-13 10 44,16-6-62,-72 18 0,104-32-133,8-2-19,5-2-4784,6-3 1460,3 0-379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49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313 0 7075,'0'0'4237,"-7"15"-3466,-23 46-11,-7 32 548,10-24-388,10-32-375,-2-2 1,-25 35-1,28-48-392,0 0-1,-2-2 1,-38 36-1,53-54-148,1 0 0,0 0 0,-1 0 0,1-1 0,-1 1 0,1-1 0,-6 3 0,8-4-44,0-6-7497,0-3 3648,3-1-1994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49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8052,'0'0'5287,"0"15"-3705,1 104-181,-1-118-1389,0 1 1,0-1-1,0 1 0,0-1 0,0 1 1,1-1-1,-1 0 0,1 1 1,-1-1-1,1 0 0,-1 1 0,1-1 1,0 0-1,0 0 0,0 1 0,0-1 1,-1 0-1,1 0 0,1 0 1,0 1-1,-1-2-38,0 1 0,0-1 0,1 1 0,-1-1 0,0 0 0,0 1 0,1-1 0,-1 0 0,0 0 0,1 0 0,-1 0 0,0 0 0,0 0 0,1-1 0,-1 1 0,0 0 0,1-1 0,-1 1 0,0 0 0,0-1 0,0 0 0,0 1 0,0-1 0,2-1 0,7-5-488,-1-1 1,1-1-1,-2 1 1,12-15-1,-3 4-1099,21-28-3402,-22 23 1162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49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0 6051,'0'0'3135,"-2"13"-2316,-2 10-581,0-4 60,-3 32 1,7-51-311,0 0 0,0 0 0,0 1 0,0-1 1,0 0-1,0 0 0,0 1 0,0-1 0,0 0 1,0 0-1,0 1 0,0-1 0,0 0 0,0 0 0,0 1 1,0-1-1,0 0 0,0 0 0,0 1 0,0-1 1,0 0-1,1 0 0,-1 0 0,0 1 0,0-1 1,0 0-1,0 0 0,1 0 0,-1 0 0,0 1 1,0-1-1,0 0 0,1 0 0,-1 0 0,9-3-804,8-10-750,-16 10 1518,1 1 0,0 0 1,0-1-1,0 1 1,1 0-1,-1 0 1,1 0-1,-1 0 0,1 0 1,-1 1-1,1-1 1,0 1-1,0 0 0,0-1 1,0 1-1,0 1 1,0-1-1,0 0 0,0 1 1,0 0-1,0-1 1,0 1-1,0 0 0,6 1 1,-9 0 68,1-1 0,0 1 0,0-1 0,-1 0 0,1 1 0,0 0 0,-1-1 1,1 1-1,-1-1 0,1 1 0,-1 0 0,1-1 0,-1 1 0,0 0 0,1-1 0,-1 1 0,0 0 1,1 0-1,-1 0 0,0-1 0,0 1 0,0 0 0,0 0 0,1 0 0,-1-1 0,0 1 0,-1 1 0,2 1 66,-1-1-1,0 1 0,0 0 0,-1-1 0,1 1 0,-1 0 0,1-1 1,-2 4-1,0-2-13,-1 0 1,0 0-1,0 0 0,0 0 1,-1-1-1,-4 5 1,-24 19 322,29-24-383,0-1 1,0 1 0,-1-1-1,1 0 1,0 0 0,-1 0-1,1 0 1,-1 0 0,0-1-1,0 0 1,1 0 0,-1 0-1,0 0 1,0 0 0,-7-1-1,10 0-111,0 0 0,1 0 0,-1-1 0,0 1-1,1 0 1,-1-1 0,1 1 0,-1 0 0,0-1-1,1 1 1,-1-1 0,1 1 0,-1-1 0,1 1 0,0-1-1,-1 1 1,1-1 0,-1 1 0,1-1 0,0 0 0,-1 1-1,1-1 1,0 0 0,0 1 0,0-1 0,-1-1-1,0-1-497,-5-17-4000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7443,'0'0'1009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50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0 7139,'0'0'4269,"-12"15"-3143,-37 47-569,-10 14-282,58-75-502,3-2-976,11-3 1209,20-9 0,7-2 62,19 3-1170,-58 12 977,-1 0 5,0 0 0,1 0-1,-1 0 1,0 0 0,0 0-1,1-1 1,-1 1 0,0 0-1,0 0 1,1 0 0,-1 0-1,0 0 1,0 0 0,1 0-1,-1-1 1,0 1 0,0 0-1,0 0 1,1 0 0,-1-1-1,0 1 1,0 0 0,0 0-1,0 0 1,0-1 0,1 1-1,-1 0 1,0 0 0,0-1-1,0-4-2912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50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0 0 3938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50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3938,'-24'22'2865,"24"13"-1328,0 4 512,0 3 1712,0-5-3488,3-18-81,1-3-176,-1-6-16,2-1-80,-2-5-1361,0-4-976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50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0 3265,'0'0'5011,"-69"80"-4243,67-60 0,2-3-239,0-1 47,0-4-352,10-4-192,-1-3 16,-1-2-48,4-3-80,-3 0-16,-1-6-800,4-10-625,-4-4-1296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51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7123,'0'0'2759,"0"14"-857,0 85 1358,0-47-2606,-7 55-1,4-74-1112,2-19-3390,0-23-673,-2-6 2471,-1 0 842,4 13 1041,-2-6 593,1 1 0,1-1 0,-1-9 0,1 15-231,0 0 0,0 0 0,1 0 0,-1 0 0,1 0-1,-1 0 1,1 0 0,0 0 0,-1 0 0,1 1 0,0-1-1,0 0 1,0 0 0,0 1 0,1-1 0,-1 1 0,0-1 0,3-1-1,2-1 318,0 1 0,12-6 0,14-8-102,-30 16-634,0 0 1,-1-1 0,1 1 0,0-1-1,-1 1 1,1-1 0,-1 1 0,0-1-1,1 0 1,-1 0 0,0 1 0,1-5 0,-1-3-2917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51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7235,'0'0'8420,"79"78"-8276,-65-72-144,1-3-256,-4-3-3057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51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14166,'0'0'2994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53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3730,'0'0'7715,"-1"4"-6690,-2 28 2472,3 66 0,0-46-2570,2 62 97,-1-108-1605,1-9-1692,2-11-998,-3-8-881,-1-4-679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08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24575,'0'12'0,"0"37"0,-9 78 0,-13-16-1365,18-91-5461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09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24575,'0'-1'0,"0"0"0,1 1 0,-1-1 0,0 0 0,0 1 0,1-1 0,-1 0 0,0 1 0,1-1 0,-1 0 0,0 1 0,1-1 0,-1 1 0,1-1 0,-1 1 0,1-1 0,-1 1 0,1-1 0,0 1 0,-1 0 0,1-1 0,-1 1 0,1 0 0,0-1 0,-1 1 0,2 0 0,21-6 0,-16 5 0,8-2 0,1 0 0,-1 1 0,0 1 0,1 0 0,27 3 0,-42-2 0,1 0 0,-1 1 0,1-1 0,-1 0 0,1 1 0,-1-1 0,0 1 0,1-1 0,-1 1 0,0-1 0,1 1 0,-1 0 0,0 0 0,0 0 0,1 0 0,-1 0 0,0 0 0,0 0 0,0 0 0,0 0 0,1 2 0,-2-1 0,1-1 0,-1 1 0,0 0 0,1-1 0,-1 1 0,0 0 0,0 0 0,0-1 0,0 1 0,0 0 0,0 0 0,-1-1 0,1 1 0,-1 0 0,0 2 0,-2 3 0,0-1 0,0 1 0,-1-1 0,0 0 0,0 0 0,-1 0 0,-6 7 0,8-10 0,-1-1 0,1 1 0,-1-1 0,1 0 0,-1 0 0,0 0 0,1-1 0,-1 1 0,0-1 0,0 0 0,0 0 0,0 0 0,-7 0 0,2 0 0,0-1 0,1 0 0,-1-1 0,0 0 0,-12-3 0,20 4 0,1 0 0,-1 0 0,0 0 0,0-1 0,1 1 0,-1 0 0,0 0 0,0-1 0,1 1 0,-1 0 0,0-1 0,1 1 0,-1-1 0,0 1 0,1-1 0,-1 1 0,1-1 0,-1 1 0,1-1 0,-1-1 0,1 2 0,0 0 0,0-1 0,0 1 0,0-1 0,0 1 0,0-1 0,0 1 0,0-1 0,1 1 0,-1-1 0,0 1 0,0 0 0,1-1 0,-1 1 0,0-1 0,0 1 0,1 0 0,-1-1 0,0 1 0,1 0 0,-1-1 0,1 1 0,0 0 0,2-3 0,1 1 0,0 0 0,0 0 0,0 1 0,0-1 0,4 0 0,7-1 0,0 1 0,-1 1 0,1 0 0,19 2 0,-33-1 0,1 1 0,0-1 0,-1 1 0,1-1 0,0 1 0,-1-1 0,1 1 0,-1 0 0,1 0 0,-1 0 0,1 0 0,-1 0 0,0 0 0,1 0 0,-1 1 0,0-1 0,0 0 0,0 1 0,0-1 0,0 1 0,0-1 0,0 1 0,-1-1 0,1 1 0,0-1 0,0 4 0,0 0 0,0-1 0,0 0 0,-1 1 0,1-1 0,-1 1 0,0-1 0,0 1 0,-1-1 0,0 7 0,0-9 0,1-1 0,-1 0 0,0 1 0,1-1 0,-1 1 0,0-1 0,0 0 0,0 0 0,0 1 0,0-1 0,0 0 0,0 0 0,0 0 0,-1 0 0,1 0 0,0-1 0,-1 1 0,1 0 0,-1-1 0,1 1 0,0 0 0,-1-1 0,1 0 0,-1 1 0,0-1 0,-2 0 0,-5 1 0,0-1 0,-1 0 0,-12-1 0,7 0 0,13 1-62,-1 0 0,0-1 0,0 1 0,0 0 0,1-1 0,-1 0 0,0 0 0,1 1 0,-1-2 0,0 1 0,1 0 0,-1 0-1,1-1 1,0 0 0,-1 1 0,1-1 0,0 0 0,0 0 0,0 0 0,0 0 0,-2-4 0,-1-4-6764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22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0 24575,'-3'1'0,"1"-1"0,-1 1 0,0-1 0,0 1 0,0 0 0,0 0 0,1 0 0,-1 1 0,0-1 0,-3 3 0,0 0 0,0 1 0,-10 9 0,14-12 0,0 1 0,0-1 0,-1 1 0,1 0 0,1 0 0,-1 0 0,0 0 0,1 0 0,-2 4 0,3-6 0,0 0 0,-1 0 0,1 0 0,0 0 0,0 0 0,0 0 0,0 0 0,0 0 0,0 0 0,0 0 0,1 0 0,-1 0 0,0 0 0,0 0 0,1 0 0,-1 0 0,1 0 0,-1 0 0,1 0 0,-1 0 0,1 0 0,0-1 0,-1 1 0,1 0 0,0 0 0,0-1 0,-1 1 0,1 0 0,0-1 0,0 1 0,0-1 0,0 1 0,1 0 0,6 2 0,0-1 0,-1 1 0,11 0 0,11 5 0,-19-4-227,1-1-1,0 0 1,0 0-1,0-1 1,20 1-1,-23-3-6598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23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24575,'0'4'0,"-2"6"0,0 8 0,0 3 0,0 5 0,1 4 0,0-1 0,-1 0 0,0-5 0,0-3 0,0-5 0,1-1 0,1 0 0,-2-2 0,0-1-8191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23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24575,'0'1'0,"1"-1"0,0 0 0,-1 1 0,0-1 0,1 0 0,-1 1 0,1-1 0,-1 1 0,1-1 0,-1 1 0,0-1 0,1 1 0,-1-1 0,0 1 0,0-1 0,1 1 0,-1 0 0,0-1 0,0 1 0,0-1 0,0 1 0,0 0 0,0-1 0,0 1 0,0-1 0,0 1 0,0 0 0,0 1 0,2 13 0,-1 0 0,-1 1 0,-1-1 0,0 0 0,-1 0 0,0 0 0,-1 0 0,-1-1 0,0 1 0,-7 14 0,8-23 0,3-7 0,8-12 0,5 1 2,0 0 0,1 1 0,0 0-1,1 1 1,25-12 0,7-6-1378,-39 23-5450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24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24575,'1'5'0,"-1"0"0,1 0 0,0 0 0,0-1 0,1 1 0,-1-1 0,1 1 0,0-1 0,0 0 0,1 1 0,2 3 0,6 8 0,19 19 0,-18-21 0,-4-6 0,-1 1 0,2-1 0,-1 0 0,1-1 0,14 9 0,-13-9-1365,-2-2-5461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25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24575,'2'-1'0,"2"-1"0,3-1 0,5 2 0,5 0 0,3 0 0,3 0 0,4 1 0,-2 0 0,-5 0-8191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25.5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206 0 24575,'-4'5'0,"0"0"0,0 0 0,1 0 0,0 0 0,0 1 0,0 0 0,1-1 0,0 1 0,0 0 0,-2 10 0,-7 21 0,10-35 0,-1 1 0,1-1 0,-1 1 0,1-1 0,-1 0 0,0 0 0,0 0 0,0 0 0,0 0 0,-1 0 0,1 0 0,0-1 0,-1 1 0,1-1 0,-1 0 0,0 0 0,-2 2 0,-7 0 0,0 0 0,-21 3 0,22-4 0,-4 0 0,11-2 0,1 0 0,-1 0 0,1 1 0,-1-1 0,1 1 0,0 0 0,-1 0 0,1 0 0,-4 3 0,7-4 0,0 0 0,0 0 0,0 0 0,0 0 0,0 0 0,0 0 0,0 0 0,0 1 0,0-1 0,0 0 0,0 0 0,0 0 0,0 0 0,0 0 0,0 0 0,1 0 0,-1 0 0,0 0 0,0 1 0,0-1 0,0 0 0,0 0 0,0 0 0,0 0 0,0 0 0,0 0 0,0 0 0,1 0 0,-1 0 0,0 0 0,0 0 0,0 0 0,0 0 0,0 0 0,0 0 0,0 0 0,0 0 0,1 0 0,-1 0 0,0 0 0,0 0 0,0 0 0,0 0 0,0 0 0,0 0 0,0 0 0,1 0 0,-1 0 0,0 0 0,0 0 0,21 3 0,41-1 0,-10 0 0,29 3-1365,-73-4-5461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26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24575,'0'209'0,"2"-230"0,0 0 0,1 0 0,1 0 0,9-28 0,-11 45 0,-1-1 0,1 0 0,0 1 0,0 0 0,0-1 0,1 1 0,-1 0 0,1 0 0,0 0 0,0 0 0,5-3 0,-6 5 0,0 0 0,1 1 0,-1-1 0,1 1 0,0 0 0,-1 0 0,1 0 0,0 0 0,0 0 0,0 0 0,0 1 0,-1-1 0,1 1 0,0 0 0,0 0 0,0 0 0,0 0 0,0 1 0,4 0 0,-4 0 0,0-1 0,0 1 0,-1 0 0,1 0 0,0 0 0,-1 0 0,1 1 0,-1-1 0,0 1 0,1-1 0,-1 1 0,0 0 0,0 0 0,0 0 0,0 0 0,0 0 0,-1 0 0,1 1 0,-1-1 0,1 1 0,-1-1 0,1 4 0,-1-3 0,0-1 0,-1 1 0,0 0 0,1-1 0,-1 1 0,0-1 0,0 1 0,-1-1 0,1 1 0,0 0 0,-1-1 0,0 1 0,1-1 0,-1 0 0,0 1 0,0-1 0,0 0 0,-1 1 0,1-1 0,-1 0 0,1 0 0,-1 0 0,0 0 0,-2 2 0,-3 1-105,0 0 0,1-1 0,-2 0 0,1 0 0,0 0 0,-1-1 0,0-1 0,1 1 0,-1-1 0,0 0 0,0-1 0,-11 1 0,1-1-6721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26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24575,'1'2'0,"0"0"0,0 0 0,0 1 0,0-1 0,0 0 0,-1 0 0,1 0 0,-1 1 0,0-1 0,1 0 0,-1 0 0,0 1 0,-1 2 0,2 3 0,1 155 0,-2-162 0,0 1 0,0-1 0,0 0 0,1 0 0,-1 0 0,0 0 0,1 0 0,-1 1 0,0-1 0,1 0 0,-1 0 0,1 0 0,0 0 0,-1 0 0,1 0 0,0-1 0,-1 1 0,1 0 0,0 0 0,0 0 0,0-1 0,0 1 0,0 0 0,0-1 0,0 1 0,0-1 0,0 1 0,0-1 0,0 0 0,0 1 0,2-1 0,3 1 0,0 0 0,0-1 0,0 0 0,0 0 0,6-2 0,3 1 0,-11 1-80,-1 0 0,0 0-1,1 0 1,-1-1 0,0 1-1,1-1 1,-1 0 0,0 0-1,0 0 1,0 0 0,0-1 0,0 1-1,0-1 1,0 0 0,0 0-1,2-2 1,1-4-6746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27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24575,'1'23'0,"1"-2"0,1 1 0,1 0 0,7 22 0,-11-42 0,1 0 0,-1-1 0,1 1 0,-1-1 0,1 1 0,0 0 0,0-1 0,0 0 0,0 1 0,0-1 0,0 0 0,0 1 0,0-1 0,0 0 0,1 0 0,-1 0 0,0 0 0,1 0 0,-1 0 0,3 1 0,1-1 0,0 0 0,-1 0 0,1 0 0,0 0 0,8-1 0,12 2 0,15 5-1365,-24-4-5461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27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24575,'2'0'0,"2"0"0,2 0 0,3 0 0,3 0 0,2 0 0,-1 0 0,2 0 0,-1 2 0,-3 0-8191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27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24575,'2'2'0,"2"2"0,5 0 0,2 0 0,4-2 0,0 0 0,-1-1 0,0 0 0,1-1 0,1 0 0,1 0 0,-1 0-8191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38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24575,'2'2'0,"1"0"0,5 0 0,2 0 0,4-1 0,2 0 0,3-1 0,0 0 0,-5 0-8191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38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0 24575,'-2'0'0,"0"2"0,0 3 0,0 3 0,1 4 0,0 2 0,1 4 0,0 0 0,0 4 0,0 2 0,0-1 0,0-2 0,-1-3 0,-5-5 0,-2-5 0,0-3-8191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39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24575,'2'0'0,"6"0"0,5 0 0,5 0 0,7 0 0,1 0 0,-2 0 0,-3 0-8191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39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24575,'0'5'0,"1"0"0,0 0 0,0 0 0,0-1 0,3 8 0,2 5 0,3 17 0,-3-11 0,0 0 0,-1 0 0,-1 1 0,1 27 0,-7-40 0,2-11 0,0 0 0,0 0 0,0 0 0,0 0 0,0 0 0,0 1 0,0-1 0,0 0 0,-1 0 0,1 0 0,0 0 0,0 0 0,0 0 0,0 0 0,0 0 0,0 0 0,0 0 0,0 1 0,0-1 0,-1 0 0,1 0 0,0 0 0,0 0 0,0 0 0,0 0 0,0 0 0,0 0 0,0 0 0,-1 0 0,1 0 0,0 0 0,0 0 0,0 0 0,0 0 0,0 0 0,0 0 0,0 0 0,-1 0 0,1-1 0,-1 0 0,0 0 0,0 1 0,1-1 0,-1 0 0,1 0 0,-1 0 0,1 0 0,-1 0 0,1 0 0,-1 0 0,1 0 0,0 0 0,-1-1 0,-1-11 0,-1 0 0,2 0 0,-1-24 0,2 31 0,0 0 0,1 1 0,0-1 0,0 1 0,0-1 0,0 1 0,1 0 0,0-1 0,0 1 0,1 0 0,5-9 0,-7 13 0,1-1 0,0 1 0,-1-1 0,1 1 0,0 0 0,0 0 0,0-1 0,0 2 0,0-1 0,0 0 0,1 0 0,-1 0 0,0 1 0,0 0 0,0-1 0,1 1 0,-1 0 0,0 0 0,5 0 0,-5 0 0,0 0 0,0 1 0,1-1 0,-1 1 0,0-1 0,0 1 0,0-1 0,0 1 0,0 0 0,0 0 0,0 0 0,0 0 0,0 1 0,0-1 0,0 0 0,-1 1 0,1-1 0,0 1 0,2 3 0,-3-3 5,0 0-1,0-1 1,0 1 0,-1 0-1,1 0 1,0 0-1,-1 0 1,1 0 0,-1 0-1,0 0 1,0 0 0,0 1-1,0-1 1,0 0-1,0 0 1,0 0 0,-1 0-1,1 0 1,-1 0-1,1 0 1,-1 0 0,0 0-1,0 0 1,0-1-1,-2 4 1,0-1-170,-1 1 0,0-2 0,0 1 0,0 0 0,-1-1 0,1 0 0,-1 0 0,-7 3 0,-5 3-6661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40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24575,'-1'39'0,"2"42"0,-1-79 0,1-1 0,-1 0 0,0 0 0,0 0 0,1 1 0,-1-1 0,1 0 0,-1 0 0,1 0 0,0 0 0,-1 0 0,1 0 0,0 0 0,0 0 0,0 0 0,0 0 0,0-1 0,-1 1 0,2 0 0,-1 0 0,0-1 0,0 1 0,0-1 0,0 1 0,0-1 0,0 1 0,1-1 0,-1 0 0,0 0 0,0 1 0,2-1 0,5 1 0,1-1 0,-1 0 0,14-1 0,-9 0 0,-7 1-100,-1 0-5,-1 0-1,1 0 1,0 0-1,0-1 1,-1 1 0,1-1-1,0-1 1,-1 1-1,1 0 1,-1-1-1,6-3 1,-3-1-6721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40.6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24575,'-1'53'0,"2"55"0,-1-106 0,0-1 0,0 1 0,1-1 0,-1 1 0,1-1 0,-1 0 0,1 1 0,-1-1 0,1 1 0,0-1 0,-1 0 0,1 1 0,0-1 0,0 0 0,0 0 0,0 0 0,0 0 0,1 0 0,-1 0 0,0 0 0,0 0 0,1 0 0,-1-1 0,0 1 0,1 0 0,-1-1 0,1 1 0,2 0 0,4 1 0,1-1 0,-1 0 0,1 0 0,9-1 0,-2 0 0,43 2-1365,-47-2-5461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40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24575,'2'0'0,"3"0"0,5 0 0,3 0 0,3 0 0,1 0 0,-2 0 0,-1 0 0,-1 0 0,-4 0-8191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41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24575,'0'4'0,"2"2"0,2 0 0,2-1 0,1-1 0,3-1 0,4-2 0,1 0 0,1-1 0,-1 0 0,-2 0 0,-1 0 0,-2-1-8191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09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2401,'0'0'7750,"3"0"-7371,31-7 1259,-7 0-500,56-4 0,58 9-1064,-66 2-18,82-10 1,-55-5-25,-37 4 24,88-3 0,-27 13 52,-70 1-5283,-46 0 2110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29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24575,'0'2'0,"0"8"0,0 6 0,0 5 0,0 6 0,-1 4 0,-2 1 0,1-3 0,1-7 0,0-8-8191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30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24575,'6'0'0,"-1"1"0,0-1 0,0 1 0,0 0 0,0 0 0,0 0 0,0 0 0,0 1 0,-1 0 0,7 3 0,-9-3 0,0-1 0,0 0 0,-1 0 0,1 1 0,-1-1 0,1 1 0,-1 0 0,1-1 0,-1 1 0,0 0 0,0 0 0,0 0 0,0 0 0,0 0 0,0 0 0,0 0 0,-1 0 0,1 0 0,-1 0 0,1 0 0,-1 0 0,0 1 0,0-1 0,0 0 0,0 0 0,-1 4 0,1-4 0,-1-1 0,1 0 0,-1 1 0,1-1 0,-1 1 0,1-1 0,-1 0 0,0 0 0,0 1 0,0-1 0,1 0 0,-1 0 0,0 0 0,0 0 0,-1 0 0,1 0 0,0 0 0,0 0 0,0-1 0,-1 1 0,1 0 0,0-1 0,-1 1 0,1-1 0,-1 1 0,1-1 0,-3 1 0,-4 0 0,1-1 0,-1 1 0,0-1 0,-7-1 0,9 0 0,29 0 0,-7 0 0,-1 0 0,1 1 0,23 4 0,-37-4 0,-1 0 0,0 1 0,1-1 0,-1 1 0,0 0 0,0-1 0,0 1 0,0 0 0,1 0 0,-1 0 0,0 0 0,0 0 0,-1 0 0,1 0 0,0 0 0,0 0 0,0 0 0,-1 0 0,1 1 0,-1-1 0,1 0 0,-1 1 0,1-1 0,-1 0 0,0 1 0,1-1 0,-1 0 0,0 1 0,0-1 0,0 0 0,0 1 0,0-1 0,-1 1 0,1-1 0,0 0 0,-1 1 0,1-1 0,-1 0 0,1 0 0,-1 1 0,1-1 0,-1 0 0,0 0 0,0 0 0,0 0 0,1 0 0,-1 0 0,0 0 0,0 0 0,0 0 0,-1 0 0,1 0 0,0-1 0,0 1 0,0 0 0,-2 0 0,-5 1-38,0 0 0,0-1 0,0 1-1,0-2 1,0 1 0,0-1 0,-15-2 0,7 1-1022,6 1-5766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30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0 24575,'-3'1'0,"0"-1"0,0 0 0,1 1 0,-1 0 0,0 0 0,0 0 0,0 0 0,1 0 0,-4 2 0,-23 17 0,25-17 0,3-3 0,-10 9 0,0-1 0,-14 15 0,23-21 0,0 0 0,0 0 0,0 0 0,0 1 0,1-1 0,-1 1 0,1-1 0,-1 1 0,1-1 0,0 1 0,0 0 0,0 0 0,0-1 0,1 1 0,-1 0 0,1 0 0,0 0 0,0 5 0,0-6 0,1-1 0,-1 1 0,1-1 0,0 1 0,0-1 0,0 1 0,0-1 0,0 1 0,0-1 0,0 0 0,0 0 0,1 1 0,-1-1 0,1 0 0,-1 0 0,0 0 0,1 0 0,0-1 0,-1 1 0,1 0 0,-1-1 0,1 1 0,3 0 0,4 1 0,1 0 0,18 1 0,-25-3 0,2 1-124,-1-1 0,1 0 0,0 0 0,-1-1 0,1 1 0,0-1-1,-1 0 1,1 0 0,-1-1 0,5-1 0,0-1-6702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31.2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24575,'-1'102'0,"3"107"0,-1-196-1365,1-2-5461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31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24575,'1'40'0,"0"-21"0,-1 0 0,0 0 0,-4 20 0,1-30 0,1 1 0,-2-1 0,-7 16 0,-1 2 0,12-27 0,0 0 0,0 0 0,0 0 0,0 0 0,0 0 0,0 0 0,0 0 0,0 1 0,0-1 0,-1 0 0,1 0 0,0 0 0,0 0 0,0 0 0,0 0 0,0 0 0,0 0 0,0 0 0,0 0 0,0 1 0,0-1 0,0 0 0,0 0 0,0 0 0,0 0 0,0 0 0,0 0 0,0 0 0,0 0 0,0 0 0,0 0 0,0 1 0,1-1 0,-1 0 0,0 0 0,0 0 0,0 0 0,0 0 0,0 0 0,0 0 0,0 0 0,0 0 0,0 0 0,0 0 0,0 0 0,0 0 0,0 0 0,1 1 0,-1-1 0,0 0 0,0 0 0,0 0 0,0 0 0,0 0 0,0 0 0,0 0 0,0 0 0,0 0 0,8-4 0,12-9 0,-18 11 0,6-4 0,21-15 0,0 1 0,44-21 0,-67 38 0,-1 1 0,1 0 0,7-1 0,-12 2 0,0 1 0,0 0 0,1 0 0,-1-1 0,0 1 0,1 0 0,-1 0 0,0 0 0,0 1 0,1-1 0,-1 0 0,0 0 0,0 1 0,1-1 0,-1 0 0,0 1 0,0 0 0,0-1 0,1 1 0,0 1 0,0 3-1365,-3-1-5461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1:32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24575,'0'2'0,"2"3"0,0 3 0,3 4 0,3-2 0,-1 1 0,1-1 0,0 0 0,1-2 0,0-2 0,0-1 0,0 1 0,3 0 0,-1 2 0,1 2 0,-1-1 0,-2-1-8191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10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12 107 5587,'0'0'10138,"-3"0"-8930,-6-2-455,14 0 252,22-3-12,-24 4-1073,145-25 996,143-18-336,5 38-420,-188 7 937,-106-9-1260,15 2-4738,-9 4 1804,4-4-2647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43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0 880,'0'0'0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43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0 848,'0'0'1281,"-81"82"-673,44-44-608,1 1-1937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56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0 552 8436,'0'0'11026,"14"-8"-10119,49-24-176,-55 28-590,0 0 0,1 1-1,-1 1 1,0-1 0,11 0 0,0-1-17,266-52 242,-219 44-353,-7 2 11,5-3-35,0 3 0,80-1 1,-127 11 9,0-1-1,-1 0 1,1-1 0,26-7 0,-13 1 31,36-13 20,-46 15-57,0 0-1,0 1 0,0 1 1,0 0-1,1 2 1,29 0-1,-23-2 87,-4-1-25,3-1-34,-20 5-18,1-1-1,-1 1 0,0 0 1,9 0-1,-15 1 12,3-1-50,0 1-1,0-1 0,0 1 1,0 0-1,0 0 0,0 0 1,4 1-1,-5 1 37,-1 0 0,1-1-1,-1 1 1,0 0 0,0 0 0,0 0 0,0 0 0,0 0 0,0 0-1,0 0 1,0 3 0,6 29 93,-6-26-74,7 56 126,-3 1 1,-5 71-1,0-77 434,2-44-549,-1-14-35,0-1 0,-1 0 0,1 0 0,0 1 0,0-1 0,0 0-1,0 0 1,0 0 0,0 0 0,0 0 0,-1 0 0,3-1 0,0 1 13,0-1 3,0 1-1,-1 0 1,1-1-1,0 0 1,-1 0-1,1 0 1,-1 0-1,3-1 1,17-6 8,17 0 5,56-7 635,32 10-381,69-8-167,-70-7-92,-48 6 6,110-5 0,-113 15-4,16-1 11,41 2-18,-125 4-24,10-1-52,-17-1 62,1 1 0,-1 0 1,1 0-1,-1 0 0,1 0 0,-1-1 0,1 1 0,-1 0 0,0 0 0,1-1 0,-1 1 0,1 0 0,-1-1 1,0 1-1,1-1 0,-1 1 0,0 0 0,0-1 0,1 1 0,-1-1 0,0 1 0,0-1 0,1 1 0,-1-1 1,0 1-1,0-1 0,0 1 0,0-1 0,0 0 0,2-131-82,-4 70-208,3 17 194,6-53 0,-6 93 126,1-4 250,9 8-169,-8 1-147,194-7 920,-64-1-861,44-4 27,-119 6-9,58-15-1,-64 10-57,1 3 0,78-3 0,-94 8 40,0-2-1,54-15 0,-41 9-23,79-8-1,-65 9 38,-2 0-33,-16 4-32,48-13 0,-58 11 66,5-2-86,-40 10 122,-1-1-46,0 0-26,0 1 99,0 4-51,0-2-39,-4 229 502,3-124-492,5-30 0,-4-64-73,0-12 44,3-2 22,0 1 0,1 0 0,-1-1 0,0 0 0,0 0 0,1 0 0,-1 0 0,5-4 0,11-3 120,268-56 366,-198 47-417,224-15 90,-236 27-140,98-8 52,-122 11-52,18 0-137,-13 1 14,-32 1 16,24 6-76,-44-4 106,-8 1-181,-9 0-495,4-1-37,1 0-1,0 1 1,-1-1 0,1 1-1,1 1 1,-1-1 0,-10 8-1,-20 13-5570,-9-4-1079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04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8388,'0'0'5560,"-2"18"-4080,-2 2-1096,1 0 116,0 0 1,1 1-1,1 39 0,7 8 771,2 33 316,-2-48-1238,-3-91-1725,-2 27 1296,2-1 0,-1 1 0,1 0 0,1 0-1,0 1 1,1-1 0,0 1 0,0 0 0,1 0 0,12-16 0,-17 26 73,-1-1 0,0 1 0,1-1 0,-1 1 0,1-1 0,-1 1 0,1-1 0,-1 1 0,1 0 0,-1-1 0,1 1 0,0 0 0,-1-1 0,1 1 0,-1 0 0,2 0 0,-2 0 4,0 0 1,1 0 0,-1 0 0,0 0 0,0 0-1,0 0 1,1 0 0,-1 0 0,0 1-1,0-1 1,0 0 0,1 0 0,-1 0 0,0 1-1,0-1 1,0 0 0,0 0 0,0 0 0,1 1-1,-1-1 1,0 0 0,0 0 0,0 0-1,0 1 1,0-1 0,0 0 0,0 0 0,0 1-1,0 26-10,-1-18 34,2 18 2,0-10-10,-1-1 0,-4 26 0,4-39-216,-1-1 0,0 1 0,0-1 0,0 1 0,0-1 1,0 0-1,-1 1 0,1-1 0,-3 3 0,-4 7-1466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04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0 288,'0'0'14762,"1"11"-14229,0 33-349,-1-42-178,0-1 0,0 1 1,0-1-1,0 1 0,0-1 0,0 1 0,0-1 0,1 1 0,-1-1 1,1 1-1,-1-1 0,1 0 0,0 1 0,-1-1 0,3 2 0,-3-2-11,1-1 0,0 1-1,-1-1 1,1 0-1,0 0 1,0 1-1,-1-1 1,1 0 0,0 0-1,0 0 1,-1 1-1,1-1 1,0 0-1,0 0 1,-1 0-1,1-1 1,0 1 0,0 0-1,-1 0 1,1 0-1,1-1 1,-1 1-7,-1-1 0,1 1 0,0 0 0,-1-1 0,1 1 0,-1-1 0,1 1 1,0-1-1,-1 0 0,1 1 0,-1-1 0,0 0 0,1 1 0,-1-1 0,1 0 0,-1 1 0,0-1 0,0 0 1,1-1-1,3-17-132,-4 17 123,3-26-176,-2 27 704,-1 2-432,0 1 0,1-1 1,-1 0-1,1 0 1,0 0-1,-1 0 0,1 0 1,0 0-1,1 2 1,-2-3-43,4 4-68,-1 1 1,1-1 0,0-1-1,7 6 1,4-2-2309,2-4-3861,-9-3 84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05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8900,'0'0'8148,"5"71"-8084,11-64-128,0 2-1153,2-3-768,-2-6-2081,-5 0-207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05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0 6659,'0'0'7841,"-10"14"-7086,-3 3-527,-5 7 332,-23 39-1,38-58-458,-22 36 320,2 0 0,-24 65 0,41-86-753,4-6-3824,10-14-4568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06.2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1569,'0'0'32,"154"-68"-16,-78 36-16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10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0 432 9652,'0'0'4218,"5"-12"-2553,13-34 277,-18 44-1584,1 1-1,-1-1 0,1 1 0,0-1 1,-1 1-1,1 0 0,0-1 1,2-1-1,-3 3-207,0 0 0,0-1 0,1 1 1,-1 0-1,0 0 0,0 0 0,1 0 0,-1 0 0,0 0 0,0 0 1,0 0-1,1 0 0,-1 0 0,0 0 0,0 0 0,1 0 1,-1 0-1,0 0 0,0 0 0,0 0 0,1 0 0,-1 0 1,0 0-1,0 0 0,1 1 0,3 0 801,240-1-458,-222-1-459,25-5-1,-25 3-20,28 0 1,60-4-37,4 1-10,130 9 17,-112 5 16,-141-4 317,7-3-330,1 0 0,-1 0 0,0 0 0,0 0 0,0-1 1,0 1-1,0-1 0,0 1 0,0-1 0,0 1 0,-3-1 0,-8 3-1040,12-3 1054,0 0 1,1 0 0,-1 0-1,1 0 1,-1 0 0,1 0-1,-1 0 1,1 0 0,-1 0 0,1 0-1,-1-1 1,1 1 0,-1 0-1,1 0 1,-1 0 0,1-1-1,-1 1 1,1 0 0,-1 0 0,1-1-1,-1 1 1,1-1 0,0 1-1,-1 0 1,1-1 0,0 1-1,-1-1 1,1 1 0,0-1-1,0 1 1,-1 0 0,1-1 0,0 0-1,0 1 1,0-1 0,0 1-1,0-1 1,-1 1 0,1-1-1,0 1 1,0-1 0,0 1 0,0-1-1,1 1 1,-1-1 0,0 1-1,0-1 1,0-7-38,-6-50 91,-3-76-54,8 125 4,0 0-1,0 0 1,-1 1 0,0-1-1,-1 1 1,0-1 0,-7-12-1,7 16 22,3 5 25,0 0 0,-1 0 1,1 0-1,0-1 0,0 1 0,-1 0 1,1 0-1,0 0 0,0-1 0,0 1 1,-1 0-1,1 0 0,0-1 0,0 1 1,0 0-1,0 0 0,0-1 0,0 1 1,0 0-1,0-1 0,-1 1 0,1 0 0,0 0 1,0-1-1,0 1 0,72-5 8,35-4 80,-42 2-58,100 3 1,-124 4-101,40 3-5,-80-3 28,-1 0 0,1 1 0,-1-1 0,1 0 0,-1 0 1,1 0-1,-1 1 0,1-1 0,-1 0 0,1 1 0,-1-1 0,1 0 1,-1 1-1,1-1 0,-1 1 0,0-1 0,1 1 0,-1-1 0,0 1 1,0-1-1,1 1 0,-1-1 0,0 1 0,0-1 0,0 1 0,1-1 1,-1 1-1,0 0 0,0-1 0,0 1 0,0-1 0,0 1 0,0-1 1,0 1-1,0 0 0,-1 0 0,-2 25-5,-9 16 200,6-21 40,-4 27 0,6-6 46,1 49-1,3-86-272,-1 0 0,1 0 0,-1-1 0,0 1 0,-3 6 0,2-6-31,1-1 0,0 1-1,0 0 1,0-1 0,0 8 0,1-12 35,1 0-19,9-1 15,0 0 0,-1 0-1,13-4 1,15-1 16,-13 3-21,91-6 79,92 0-54,-71 5 13,-101 4 22,-33 0-66,0 0-1,0 0 0,-1 1 1,1-1-1,0 1 0,0-1 1,3 3-1,7 1 3,19 0 43,0-1 1,46-2 0,-53-1 152,-24-3-154,2-30 3,-2-41-1,-1 30-118,-2-137-44,3 181 110,0-1 0,0 0 0,1 1 0,-1-1 0,0 0 0,0 0 0,0 1 0,1-1 0,-1 1 0,0-1 0,1 0 0,-1 1 0,1-1 0,-1 1 0,1-1 0,-1 1 0,1-1 0,-1 1 0,1-1 0,-1 1 0,1-1 0,0 1 0,-1 0 0,1-1-1,0 1 1,-1 0 0,1 0 0,0-1 0,-1 1 0,1 0 0,0 0 0,0 0 0,5-1-5,0 1 1,0-1-1,7 2 0,-1-1 29,101-6 108,77-1 36,-55 7-211,-135 0 64,1 0-21,0 0 0,0 1 1,0-1-1,0 0 0,-1 0 0,1 0 0,0 1 0,0-1 0,0 0 0,-1 1 0,1-1 0,0 1 0,-1-1 0,1 1 0,0-1 1,-1 1-1,1-1 0,-1 1 0,1 0 0,0-1 0,-1 1 0,0 0 0,1 0 0,-1-1 0,1 1 0,-1 0 0,0 0 0,0 0 1,1-1-1,-1 1 0,0 0 0,0 1 0,2 5 19,-1 1-1,1 12 1,-2-15-10,3 190 66,-4-112-97,1-79 27,0-1 0,0 0 0,0 1 1,0-1-1,-1 1 0,0-1 0,0 0 1,0 0-1,-2 7 0,3-10 1,0 0 0,0 0 0,-1 0 0,1 0 0,0 0 0,0 0 0,0 1 0,0-1 0,0 0 0,0 0 0,0 0 0,0 0 0,0 0 0,0 1 0,0-1 0,0 0 0,0 0 0,0 0 0,0 0 0,0 1 0,0-1 0,0 0 0,0 0 0,0 0 0,0 0 0,0 0 0,0 1 0,0-1 0,0 0 0,0 0 1,0 0-1,0 0 0,0 0 0,0 1 0,0-1 0,1 0 0,-1 0 0,0 0 0,0 0 0,0 0 0,0 0 0,0 0 0,0 0 0,1 1 0,-1-1 0,0 0 0,0 0 0,0 0 0,0 0 0,0 0 0,1 0 0,-1 0 0,0 0 0,10 0 3,-8-1-1,161-14 754,363-1 697,-512 16-1639,15 0-247,31 4 0,-52-3-418,0 0 0,0 1 0,-1-1 0,1 2 0,-1-1 0,1 1-1,-1 1 1,13 7 0,6 8-8722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22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2486 1953,'0'0'5672,"5"-3"-5285,27-20 872,-29 21-1067,1 0-1,-1 1 1,1 0-1,0 0 1,0 0-1,-1 0 1,1 1 0,0-1-1,7 1 1,1 0 240,9-3-135,0-1 1,0-1-1,0 0 1,25-11 0,76-42 111,-46 15-350,-2-4 0,-2-4 1,118-107-1,-127 98-51,-3-4 0,-4-2 0,61-91 0,-53 58 5,94-201 1,-124 223-279,-3-1 1,28-118 0,-48 147-41,-2-1 0,-2 1 0,-2-1 0,-3-1 0,-5-68 0,0 94 209,-1 1 0,-1-1 0,-1 1 0,-2 0-1,0 0 1,-1 1 0,-2 0 0,0 0 0,-1 1 0,-1 1 0,-2 0-1,-30-34 1,22 31 42,0 1-1,-2 2 0,0 0 0,-2 2 0,0 0 0,-1 2 0,0 2 1,-2 0-1,-43-15 0,30 17 14,1 1-1,-2 3 1,-48-5-1,22 8-20,-87 3-1,115 5 86,-1 2 0,0 2 1,1 2-1,1 1 0,-1 2 0,1 3 0,1 0 0,-52 28 0,53-21 8,2 1 1,0 2-1,1 1 0,2 2 0,1 1 1,1 2-1,1 1 0,2 1 0,1 2 0,2 1 1,1 1-1,2 1 0,1 1 0,2 0 0,2 2 1,2 1-1,1 0 0,2 0 0,-7 46 1,11-26 154,2 0 1,3 1 0,6 79 0,2-86 15,3-1 0,2 0 0,2-1 0,34 97 1,-17-77-50,4-2 1,72 119 0,-76-147-171,1-1 0,2-2-1,1-1 1,51 46 0,-56-61-138,1-1 1,1-2-1,1-1 0,0-1 1,2-1-1,0-2 1,36 12-1,-18-12-167,1-1 0,82 11 0,107-5-2903,-79-19-2789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36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0 5154,'0'0'9509,"3"0"-9437,-2 0-43,0 0-1,0 0 1,0 1 0,0-1 0,0 0 0,0 1-1,0-1 1,0 0 0,-1 1 0,1-1 0,0 1-1,0-1 1,0 1 0,0 0 0,0-1 0,-1 1-1,2 1 1,0 1 63,0 0-1,0 0 1,0 0-1,0 0 0,1 5 1,1 3 96,-1-1-1,4 22 1,-3 3-1,-2 0 1,-3 56-1,0-59-114,-15 127 264,-13-1-240,14-83-27,3-15-45,-1 3 0,3 0-1,-4 95 1,14-154-29,0 0-1,0-1 1,1 1 0,-1-1 0,1 1-1,-1-1 1,1 1 0,2 5 0,-2-8 1,0 0-1,0 0 1,0 1 0,0-1 0,0 0 0,0 0 0,0 0 0,1 0-1,-1 0 1,0 0 0,1 0 0,-1 0 0,0-1 0,1 1 0,-1-1-1,1 1 1,-1-1 0,1 1 0,-1-1 0,3 1 0,7 0 4,-1 0 1,1-1 0,-1 0 0,1 0 0,-1-1-1,1 0 1,-1-1 0,14-4 0,9-5 9,39-19-1,27-9-55,-69 32-60,0 0-1,0 2 1,35-1 0,92 3-477,-143 4 494,220 15-1786,-84-3 1269,-149-13 620,-1 0-1,1 0 1,0 0 0,0 0 0,-1 0-1,1 0 1,0 0 0,-1 0 0,1-1-1,0 1 1,-1 0 0,1 0-1,0-1 1,-1 1 0,1-1 0,0 1-1,-1 0 1,1-1 0,-1 1 0,1-1-1,-1 0 1,1 1 0,-1-1-1,0 1 1,1-1 0,-1 0 0,0 1-1,1-1 1,-1 0 0,0 1-1,0-1 1,1 0 0,-1 1 0,0-1-1,0 0 1,0 0 0,2-6 24,1-2 1,10-23 8,-1-1-1,-3 0 1,0-1-1,4-35 1,0-171 104,-6 180-111,-2 27 62,-2-1 0,-1 1 0,-3-37 0,1 66-18,-1 1 0,0-1 0,0 0-1,0 0 1,0 1 0,-1-1 0,0 0 0,0 1-1,0 0 1,0-1 0,0 1 0,0 0-1,-1 0 1,0 0 0,1 0 0,-1 1-1,0-1 1,0 1 0,-1 0 0,1 0 0,-6-3-1,-5-1 180,1 0 1,-1 2-1,0 0 0,-25-4 0,-42-3 575,-145-1 0,172 11-428,-207-1 665,188 2-3153,60-1-1783,-1-2-2290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36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0 217 8436,'0'0'3425,"136"-68"-2496,-59 35-369,7 0-384,2 5-160,4 5 48,2 6-64,-4 7-800,-11 5-1041,-18 5-1200,-22 0-2674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37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0 222 8660,'0'0'5731,"124"-82"-4627,-46 47-624,6 4-272,1-1-160,-7 9-32,-4 8-16,-10 11-608,-6 4-1745,-16 3-2113,-18 6-1857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37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0 217 1201,'0'0'12261,"132"-45"-11476,-47 6-337,9-4-304,2 7-144,-1 11-432,-16 9-3986,-15 3-4787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39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1 272,'0'0'3060,"-15"15"-2540,-3 5-266,-72 73 930,41-50 189,-69 46 0,4-4 78,88-65-3529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39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0 5202,'0'0'1929,"-8"13"-1139,3-6-620,-7 13 285,0 0 0,2 1 0,-10 25 0,18-41-452,1 1 0,0-1 1,0 1-1,1-1 0,-1 11 0,1-16-12,1 1 1,-1-1-1,0 1 1,0-1-1,0 0 1,0 1-1,1-1 1,-1 1-1,0-1 1,0 0-1,1 1 1,-1-1-1,0 0 1,1 1-1,-1-1 0,0 0 1,1 0-1,-1 1 1,0-1-1,1 0 1,-1 0-1,1 0 1,-1 1-1,0-1 1,1 0-1,-1 0 1,1 0-1,-1 0 1,1 0-1,-1 0 1,0 0-1,1 0 1,19 0 22,-13 0-33,1-1-99,1-1 0,-1 1 0,1-2 0,-1 1 0,0-1-1,1 0 1,-2-1 0,10-5 0,7-2-1166,1-1-875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40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 1 6195,'0'0'568,"-14"5"192,-86 39 1826,3 8-379,9-5-1640,78-43-682,-1 0 0,0-1-1,0 0 1,0 0 0,0-1-1,0-1 1,0 1 0,-19-2-1,30 0-209,-1-3-2788,1-6 533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40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0 6099,'0'0'5242,"-15"10"-4353,-47 32-433,59-40-411,0 0 0,0 0 0,0 0 1,1 1-1,-1-1 0,1 1 0,0 0 1,-1-1-1,-2 7 0,4-7-38,1 1-1,-1-1 0,0 0 1,1 0-1,0 0 1,0 1-1,0-1 1,0 0-1,0 4 1,0 3-95,0-8 84,1-1-1,-1 1 1,0 0-1,1 0 1,-1 0-1,1 0 1,-1 0-1,1 0 1,-1-1-1,1 1 1,-1 0-1,1 0 1,0-1-1,-1 1 1,1 0-1,0-1 1,0 1-1,-1-1 1,1 1-1,0-1 1,0 1-1,0-1 1,0 1-1,0-1 1,0 0-1,0 0 1,0 0-1,0 1 1,1-1-1,32 2 70,-32-2-43,110 0-2850,-88-4 24,-3-5-1670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40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463 0 5555,'0'0'1024,"-15"4"315,0 0-925,-10 3 788,-42 17 0,-56 24 1655,90-37-2188,-61 13 1,73-21-686,-1 0 0,-23-1 0,44-3-322,1 0 0,0 0 0,-1 0 0,1 0 0,0-1 0,0 1 0,0 0 0,0 0 0,0 0 0,0 0 0,0-2 0,0 1-211,0-9-2068,0-6-1251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41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1489,'0'0'11130,"-14"9"-10153,-46 29-465,29-16-315,30-21-188,0 0 1,0 0-1,0 1 0,0-1 1,0 0-1,1 0 0,-1 1 1,0-1-1,1 1 1,-1-1-1,0 2 0,1-2-18,0-1-1,0 1 1,0-1-1,-1 1 1,1-1 0,0 1-1,0-1 1,0 1-1,0-1 1,0 1-1,0-1 1,0 1-1,0-1 1,0 0-1,1 1 1,-1-1-1,0 1 1,0-1 0,0 1-1,0-1 1,1 1-1,-1-1 1,0 0-1,1 1 1,-1-1-1,0 1 1,0-1-1,1 0 1,-1 1-1,1-1 1,-1 0 0,0 0-1,1 1 1,-1-1-1,1 0 1,0 1-1,19 2 86,-15-2-79,130 9-961,-46-9-5758,-58-1 1437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41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458 0 5523,'0'0'2008,"-17"4"-452,-56 12 98,34-6-511,0 1 0,0 1 0,-51 26 1,80-34-1038,-3 2 62,1-1 1,0-1-1,-1 0 0,0 0 0,0-2 0,0 1 0,0-2 0,-16 1 0,28-2-216,0 0 0,1 0 1,-1 0-1,0 0 0,0 0 0,1 0 0,-1 0 0,0 0 1,0 0-1,1-1 0,-1 1 0,0 0 0,1-1 0,-1 1 1,0 0-1,1-1 0,-1 1 0,0-1 0,1 1 1,-1-1-1,0 0 0,0 0-598,1-1 1,-1 1-1,1-1 1,-1 1-1,1 0 1,0-1-1,0 1 1,-1-1-1,1 1 1,1-3-1,-1-11-2627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2:41.7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 5378,'0'0'6062,"-14"11"-5022,-46 40-341,55-47-557,0 0-1,1 0 1,0 1 0,0-1-1,0 1 1,0 0-1,1 1 1,-3 5-1,5-8-103,0 0 0,0 0-1,0 0 1,0 0 0,1 0-1,0 0 1,-1 0 0,1 0-1,0 0 1,1 0 0,-1 0-1,2 5 1,-2-7-43,0 0 0,0-1 0,1 1 0,-1-1 0,0 1 1,1-1-1,-1 0 0,0 1 0,1-1 0,-1 1 0,1-1 0,-1 0 0,0 1 1,1-1-1,-1 0 0,1 1 0,-1-1 0,1 0 0,-1 0 0,1 1 0,0-1 1,-1 0-1,1 0 0,-1 0 0,1 0 0,17 1 19,-15-1-21,8-1 59,0 0 0,0 0 0,0-1-1,20-7 1,1 0-290,-14 6-1624,0 0 0,1 1 0,25 0-1,-18 2-3659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25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188 142 4338,'0'0'8756,"-2"-4"-8436,2 3-317,-1 1-1,1-1 1,0 0 0,-1 1-1,1-1 1,0 0 0,-1 1-1,1-1 1,-1 0-1,1 1 1,-1-1 0,1 1-1,-1-1 1,1 1 0,-2-1-1,2 1 2,-1 0-1,1 1 0,0-1 1,0 0-1,-1 1 0,1-1 0,0 0 1,0 1-1,0-1 0,0 1 1,0-1-1,0 0 0,0 1 1,-1-1-1,1 0 0,0 1 1,0-1-1,0 1 0,1-1 1,-1 0-1,0 1 0,5 44 350,-3-30-133,10 95 415,-5 1 0,-7 122 0,-6-182-591,3-34 19,-1 26 1,16-48-5,20-8-51,1 1 1,0 2 0,51-9-1,107-6-15,-188 24 6,217-19-189,288 12-1,-305 24 209,17 1 7,-2-16 25,-207-1-50,-6 0 1,0 0 1,0 0-1,1-1 1,-1 1 0,0-1-1,9-3 1,-13 4 9,-1-1 0,1 1 0,0 0 0,-1-1 0,1 1 0,0-1 0,-1 1 0,1-1 0,-1 1-1,1-1 1,-1 0 0,1 1 0,-1-1 0,0 1 0,1-1 0,-1 0 0,0 0 0,0 1 0,1-1 0,-1 0 0,0 1 0,0-1 0,0-1 0,0-19 316,-1 13-325,-6-58 42,0 4-34,-18-159-10,17 166 0,5 35 28,-1 0 0,-8-29 0,10 42-16,-1 1 1,0-1 0,0 1 0,0 0-1,-1 0 1,0 0 0,0 0 0,0 1-1,-1-1 1,-10-8 0,5 7 45,-1 0 1,0 0 0,0 1 0,0 0-1,-1 1 1,0 1 0,0 0 0,0 0-1,-1 1 1,-17-2 0,-15 1 69,-73 2 1,70 3-101,-2-1 1,-250 6 83,-149 27-48,1 18-32,403-45-32,-189 30-2,234-36-1,-1 0 0,0 0 0,0 1 0,1-1 0,-1 0 0,0 0 0,1 0 0,-1 0 0,0 1 0,1-1 0,-1 0 0,1 1 0,-1-1 0,0 0 0,1 1 0,-1-1 0,1 1 0,-2 0 0,2 0-1,0-1 0,0 0 0,0 1 0,0-1 0,1 0 0,-1 1 0,0-1 0,0 0 0,0 1-1,0-1 1,0 0 0,0 1 0,1-1 0,-1 0 0,0 1 0,0-1 0,0 0 0,1 0 0,-1 1 0,0-1 0,0 0 0,1 0 0,-1 0-1,0 1 1,1-1 0,27 14-557,-25-12 394,32 14-1951,16 7-2845,-17-15 1188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26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54 5747,'0'0'3996,"-10"20"-2731,3-4-941,-5 8 100,2-1 0,0 2 0,2 0 0,-7 32-1,4 9 214,-2 91 0,11 68-137,2-153-361,0-71-144,0-1-1,0 1 0,-1 0 0,1 0 1,1-1-1,-1 1 0,0 0 0,0-1 1,0 1-1,0 0 0,0 0 0,1-1 1,-1 1-1,0 0 0,1-1 0,-1 1 1,0-1-1,1 1 0,-1 0 0,1-1 1,0 1-1,0 0-3,0-1-1,1 1 1,-1-1 0,0 0-1,1 0 1,-1 1 0,0-1 0,1 0-1,2-1 1,0 1 39,18 0 63,0-1 1,36-8-1,-25 5-74,0 1 0,0 1 0,34 3 0,-12 0-2,585-6 71,-585 3-81,135-4 26,-129 1 21,67-14-1,-7-11 9,-120 30-24,0-1 0,0 1 0,0 0 1,0 0-1,0-1 0,0 1 0,0 0 0,0-1 1,0 1-1,-1-1 0,1 1 0,0-1 1,0 1-1,0-1 0,-1 0 0,1 1 1,0-1-1,-1 0 0,1 0 0,-1 1 1,1-1-1,-1 0 0,1 0 0,0-1 0,-1 0 41,0 1-1,0 0 1,-1-1-1,1 1 1,0 0-1,-1 0 0,1-1 1,0 1-1,-1 0 1,0 0-1,1 0 1,-1-1-1,0 1 0,1 0 1,-1 0-1,-1-1 1,-2-3-60,0 0 1,1 0-1,-1-1 1,1 1-1,0-1 1,1 0-1,-4-10 1,4 6-18,0 0 0,1 0-1,0 0 1,1-12 0,0-15 12,-4-93 21,2 114-33,0 1 0,-1 0-1,-1 0 1,-1 0 0,0 0 0,-9-19-1,6 20-11,0 1 0,0 0 0,-2 0 0,1 1 0,-2 0 0,0 0 0,-18-15 0,12 14 82,-1 1 0,0 1 0,-1 0 0,-39-16 0,19 13 56,0 3 0,-1 1 0,0 1 1,0 3-1,-59-2 0,-20 4-116,-226 25 0,295-16-45,-139 23-19,189-28 33,-1 0 1,1 0 0,0 0 0,-1 0 0,1 0 0,0 0 0,-1 1 0,1-1 0,0 0 0,0 0 0,-1 0 0,1 0 0,0 0 0,-1 1 0,1-1 0,0 0 0,0 0 0,-1 1 0,1-1-1,0 0 1,0 0 0,0 1 0,-1-1 0,1 1 0,0-1-74,0 0 0,0 1-1,1-1 1,-1 1 0,0-1-1,0 0 1,0 1 0,1-1 0,-1 0-1,0 1 1,0-1 0,1 0-1,-1 0 1,0 1 0,1-1 0,-1 0-1,0 0 1,1 1 0,-1-1-1,0 0 1,1 0 0,-1 0-1,1 0 1,-1 1 0,12 2-1172,-1 1 1,0-1 0,1-1-1,-1 0 1,1-1-1,21 0 1,18 0-5361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27.5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41 7059,'0'0'1670,"1"13"136,0-3-1432,2 22 1472,-3 53 0,-36 159 896,14-115-2117,-20 102 10,41-231-634,0 15 15,1-15-16,1 1-1,-1-1 1,1 0 0,-1 0 0,1 1 0,-1-1 0,1 0 0,-1 0-1,1 0 1,-1 0 0,1 0 0,0 0 0,-1 0 0,1 0-1,-1 0 1,1 0 0,-1 0 0,2 0 0,2 0 0,51-1 7,8 1 20,66 7 0,336 16-134,-463-35 193,11-101-37,0-24-45,-6 37 27,0-21 5,-7 110-34,1-1 14,-1 1 1,0 0 0,-1 0 0,-1-1 0,0 1 0,-6-20 0,3 18 95,0 1 1,-1 0 0,-1 1 0,1-1 0,-2 1 0,0 1 0,0-1-1,-1 1 1,0 1 0,-1-1 0,0 2 0,0-1 0,-1 2-1,0-1 1,0 1 0,-20-8 0,2 3-48,0 2 1,-1 1-1,0 1 0,-1 1 1,-52-4-1,-159 5-414,206 7 258,5 1-1159,-1 1 0,-43 10 0,3 1-3239,-3-6-2356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40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182 490 896,'0'0'3514,"3"2"-3479,11 8 5463,-18-8-3981,4-2-1505,0 0-1,-1 0 1,1 0 0,0 0-1,-1 0 1,1 0-1,0 0 1,-1 0 0,1 0-1,-1 0 1,1 0 0,0-1-1,-1 1 1,1 0 0,0 0-1,-1 0 1,1 0 0,0-1-1,0 1 1,-1 0 0,1 0-1,0-1 1,-1 1-1,1 0 1,0-1 0,-4-6 338,1 2-230,0 0-1,0-1 0,1 1 1,-3-7-1,-20-92 1271,21 89-1352,1 0 0,1 1 0,1-1 0,0 0 0,1 0 0,2-17 0,-1 17-15,-1-1 0,0 0 0,-1 0 0,-5-27 0,5 38-15,-1 0 1,0 0-1,0 1 0,0-1 0,-1 1 0,1 0 0,-6-6 0,4 3 7,2 5 2,1-1-1,-1 0 0,1 0 0,0 0 0,0 1 0,1-1 1,-1 0-1,0 0 0,1 0 0,0 0 0,0 0 1,0-1-1,0 1 0,1-4 0,36 3 723,29-9-751,8-2-3,-74 16 12,1-1 0,-1 0-1,0 0 1,0 0-1,1 0 1,-1 0 0,0 1-1,0-1 1,1 0-1,-1 0 1,0 1-1,0-1 1,0 0 0,0 0-1,1 1 1,-1-1-1,0 0 1,0 0 0,0 1-1,0-1 1,0 0-1,0 1 1,0-1-1,0 0 1,0 1 0,0-1-1,0 0 1,0 0-1,0 1 1,0-1 0,0 1-1,0 15-141,0-11 141,8 233 969,-6-214-520,15 155 767,-17-179-1166,0 0-1,0 1 1,0-1 0,0 1-1,0-1 1,0 1 0,0-1-1,0 1 1,0-1-1,0 1 1,-1-1 0,1 1-1,0-1 1,0 0 0,0 1-1,-1-1 1,1 1 0,0-1-1,-1 0 1,1 1-1,0-1 1,-1 0 0,0 1-1,-13 6 274,-22-2-423,31-5 173,-59 7-139,-21 1-124,28-6-4064,42-4-216,-4-9-1899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41.3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 4258,'0'0'5074,"0"4"-4255,-8 95 2775,5-44-3158,-4 149 147,12-204-615,-1-1 53,-1 0 0,0 1 0,1-2-1,-1 1 1,0 0 0,0 0 0,6-4 0,23-17 95,-12 7-116,-7 7-3,0 1 1,21-9-1,-27 13 6,0 1 0,1 0 0,-1 0 0,1 1 0,-1 0 0,14-1 0,-6 2 12,1 1 0,0 0-1,-1 1 1,1 0 0,23 8-1,-38-10 632,-2 0-603,0-1 0,0 0-1,0 1 1,0-1 0,0 0 0,0 0 0,0 0-1,0 0 1,0 0 0,0 0 0,0 0 0,1 0 0,-1-1-1,0-1 1,-1 0 25,-2-4-50,0 0 1,1 0-1,-1-1 1,2 1 0,-4-15-1,-5-43-40,4 17-3,6 41 30,-1 0 0,0 0 0,0 0 0,0 0 0,-6-10 0,6 14-1,1 1 0,0 0 0,-1 1 0,0-1 0,1 0 0,-1 0 0,0 1 0,0-1 0,0 1 0,0-1 0,0 1 0,0 0 0,0 0 0,-1 0 0,1 0 0,0 0 0,0 0 0,-1 1 0,1-1 0,-4 1 0,-9-1 37,0 0 0,0 2 0,1-1 0,-1 2 0,0 0 0,-22 7 0,6 0-59,-58 28 0,87-36-223,1 0 1,-1 0-1,0 0 1,0 0-1,1 0 0,-1 1 1,0-1-1,1 1 1,0-1-1,-1 1 0,1-1 1,0 1-1,0 0 1,0-1-1,-2 4 0,-2 1-3502,-2-5-1035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32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0 928,'0'0'929,"27"83"-865,-20-57 0,-5-7-64,-2-9 16,0-6 48,-7-4 608,-3 0-672,-9-20-576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33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284 103 5266,'0'0'7993,"-14"-7"-6635,-46-22-296,58 28-989,-1 0 0,0-1-1,1 1 1,-1 0 0,0 1 0,0-1-1,1 1 1,-1-1 0,0 1 0,0 0-1,0 0 1,-4 0 0,-2 1 176,2 0-143,-1 0 0,1 0 0,0 1 0,0 0 0,0 0 0,0 1 0,1 0-1,-1 0 1,-7 5 0,4-2-57,-1-1 0,-14 5 0,22-9-47,-2 1 5,-1-1-1,1 0 1,0 0-1,-9 1 1,15 9-66,23 189 369,-1-11-25,-22-182-288,0 0 0,0-1 0,1 1 0,0 0 0,0-1 0,1 1 0,-1-1 0,1 0 0,1 0 0,-1 0 0,1 0 0,0 0 0,1-1 0,-1 0 0,1 0 0,0 0 0,0 0 0,1-1 0,-1 0 0,1 0 0,11 5 0,-12-7-1,-1-1 0,1 0 1,-1 0-1,1-1 0,-1 1 1,1-1-1,0 0 0,5-1 1,5 1 9,4-2-2,0 0 1,0-1-1,-1-1 0,0-1 1,25-10-1,26-7 2,-31 16 17,-27 4-10,-1 1 1,0-1-1,0-1 1,11-4 0,-20 6-1,-1-1 1,1 0 0,0 1 0,-1-1 0,1 0 0,-1 1 0,0-1 0,0 0 0,1 1 0,-1-4 0,0 0 14,5-66 151,-6-113-1,0 158-156,-2 0 0,-12-47-1,10 56-5,0-1 0,-2 1 0,0 0 0,-17-29 0,21 42 20,1 0 0,0 0 0,-1 1 1,0 0-1,0-1 0,0 1 0,0 0 1,0 0-1,-1 1 0,1-1 0,-1 1 1,0-1-1,0 1 0,0 1 0,0-1 1,0 0-1,0 1 0,0 0 0,-1 0 1,1 0-1,-8 0 0,6 1-171,-1 0-1,0 0 0,1 1 1,-1 0-1,1 0 0,-1 0 1,1 1-1,0 0 0,0 1 1,0-1-1,0 1 1,0 0-1,0 1 0,1-1 1,-1 1-1,1 0 0,0 0 1,-6 7-1,-24 28-8908,9-20 1913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33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88 4706,'0'0'7844,"-6"-11"-6478,-19-32 42,19 32 676,58 11-317,16 1-1276,103-12-1,-161 8-1524,3-4-8881,-12 4 5974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34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0 7732,'0'0'7061,"9"15"-6564,29 46-129,-35-56-339,1 0 0,0-1 1,-1 1-1,1-1 0,1 1 1,5 3-1,2 3 51,-11-11-58,-1 1 0,1-1 0,0 1 0,-1 0 0,1-1 0,-1 1 0,1 0-1,-1-1 1,1 1 0,-1 0 0,0 0 0,1-1 0,-1 1 0,0 0 0,0 0 0,0 0-1,1 0 1,-1 0 0,0-1 0,0 1 0,0 0 0,0 0 0,0 0 0,-1 0-1,1-1 1,0 1 0,0 0 0,0 0 0,-1 0 0,1 0 0,0-1 0,-1 1 0,1 0-1,-1 0 1,1-1 0,-1 2 0,-3 1 101,1 0 0,0 0 0,-1 0 0,1 0-1,-7 3 1,4-2-194,-4 3 113,-36 26 30,42-29-101,0 0-1,0-1 1,0 1 0,1 1-1,0-1 1,0 0 0,0 1 0,-3 5-1,1 9-1605,5-18 1412,0 0 1,0-1 0,0 1 0,0-1-1,0 1 1,0-1 0,0 1-1,0-1 1,0 1 0,0-1 0,0 1-1,1-1 1,-1 1 0,0-1 0,0 1-1,0-1 1,1 1 0,-1-1 0,0 1-1,0-1 1,1 1 0,-1-1 0,0 0-1,1 1 1,-1-1 0,1 0 0,-1 1-1,1-1 1,-1 0 0,0 1-1,2-1 1,5 1-3177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34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0 864,'0'0'12059,"2"18"-11058,4 55-497,-4 10 561,-2-60-873,0-39-733,-1 6 400,1 1 0,0-1 1,1 0-1,0 1 0,3-11 0,-4 18 142,1 0-1,-1 0 0,1 0 1,0 1-1,0-1 0,0 0 1,0 0-1,0 1 0,0-1 1,0 0-1,1 1 1,-1-1-1,0 1 0,1 0 1,0-1-1,-1 1 0,1 0 1,0 0-1,-1 0 1,1 0-1,0 0 0,0 1 1,0-1-1,0 0 0,0 1 1,0-1-1,0 1 0,0 0 1,0 0-1,3 0 1,-4 0-4,0 0 1,0 0 0,0 1 0,0-1 0,-1 1 0,1-1 0,0 1-1,0-1 1,0 1 0,0-1 0,-1 1 0,1-1 0,0 1-1,0 0 1,-1 0 0,1-1 0,-1 1 0,1 0 0,-1 0 0,1 0-1,-1 0 1,1 0 0,-1-1 0,0 1 0,1 0 0,-1 0 0,0 0-1,0 0 1,1 2 0,0 4 33,0 1-1,0 12 1,-1-19-21,1 12 44,-1-1 36,0 1 0,-2 22 0,1-31-38,1 0 0,-1-1 0,0 1 0,-1 0 0,1-1 0,0 1 0,-1-1-1,0 1 1,0-1 0,0 0 0,0 0 0,-1 0 0,-4 5 0,7-8-60,0 0-1,-1 1 1,1-1-1,0 0 1,0 0-1,0 0 1,-1 1 0,1-1-1,0 0 1,0 0-1,-1 0 1,1 0-1,0 0 1,0 0-1,-1 1 1,1-1 0,0 0-1,-1 0 1,1 0-1,0 0 1,0 0-1,-1 0 1,1 0-1,0 0 1,-1 0 0,1 0-1,0 0 1,0 0-1,-1 0 1,1-1-1,0 1 1,-1 0 0,1 0-1,0 0 1,0 0-1,-1 0 1,1-1-1,0 1 1,0 0-1,0 0 1,-1 0 0,1-1-1,0 1 1,0 0-1,0 0 1,-1 0-1,1-1 1,0 1-1,-4-15-1589,3 14 1334,0-8-1267,-1 0 0,1-16-1,1 3-1282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35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6435,'0'0'7606,"2"10"-6763,6 47-195,-8-57-651,0 0-1,0 0 1,0 0-1,0 0 1,0 0-1,0 0 1,0 0-1,0 0 1,0 0-1,0 0 1,0 0-1,0 0 1,0 0-1,0-1 1,0 1-1,0 0 1,0 0-1,0 0 1,0 0-1,0 0 1,0 0-1,0 0 1,0 0-1,0 0 1,0 0-1,0 0 1,0 0-1,0 0 1,0 0-1,0 0 1,0 0-1,0 0 0,0 0 1,0 0-1,1 0 1,-1 0-1,0 0 1,0 0-1,0 0 1,0 0-1,0 0 1,0 0-1,0 0 1,0 0-1,0 0 1,0 0-1,0 0 1,0 0-1,0 0 1,0 0-1,0 0 1,0 0-1,0 0 1,0 0-1,0 0 1,0 0-1,0 0 1,0 0-1,0 0 1,0 0-1,0 0 1,0 1-1,0-1 1,0 0-1,4-7-266,3-11-162,-6 14 383,-1 3 36,0 0 0,1 0-1,-1 0 1,0 0 0,1 0-1,-1 0 1,1 0 0,-1 0-1,1 0 1,0 0 0,-1 0-1,1 1 1,0-1 0,-1 0-1,1 0 1,0 1 0,0-1-1,0 0 1,0 1 0,0-1-1,0 1 1,0-1 0,0 1-1,0-1 1,0 1 0,0 0-1,0-1 1,0 1-1,2 0 1,-3 0 18,1 1-1,-1-1 0,1 0 1,-1 1-1,1-1 1,-1 1-1,1-1 0,-1 0 1,1 1-1,-1-1 0,1 1 1,-1 0-1,0-1 1,1 1-1,-1-1 0,0 1 1,1 0-1,-1-1 1,0 2-1,6 15 448,-6-16-376,1 4 69,-1-4-155,0-1 0,0 1 0,0-1 1,0 1-1,0-1 0,0 1 0,0-1 0,0 1 1,0-1-1,0 1 0,1-1 0,-1 1 0,0-1 1,0 1-1,0-1 0,1 1 0,-1-1 1,0 1-1,1-1 0,-1 1 0,0-1 0,1 0 1,-1 1-1,1-1 0,-1 0 0,1 1 0,-1-1 1,0 0-1,2 1 0,-1-3-296,0 0 0,-1 1 0,1-1 1,0 0-1,0 0 0,-1 0 0,1 1 0,-1-1 0,0 0 1,1-2-1,0 0-358,3-16-2276,-1-1-1895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35.2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6307,'0'0'5346,"19"68"-5218,-12-67-128,-1 4 0,4-4-48,0-1-2097,-2 0-656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35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0 6083,'94'27'1777,"-76"-22"1579,-24 0-923,-28 45-1783,-25 32 133,35-54-625,11-10-129,-1-1 0,-2-1 0,1 0 1,-24 18-1,36-32-37,2-2-6,0 1 0,0 0 0,0 0 0,0-1 0,0 1 0,0-1 1,0 1-1,0-1 0,-2 1 0,2-1-362,6 0-2321,-3-1 2575,1 1 1,-1-1-1,0 0 1,1 0-1,-1 0 1,0 0-1,1 0 0,-1 0 1,3-3-1,3-1-31,-4 4 4514,1 0-8264,-3 1 3530,0 0-2105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45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1235 7 3105,'0'0'1276,"-1"-2"-1266,-3-1-781,2 1 3725,-1 8-490,3-5-2469,-4 11 1203,-12 21-1,11-23-960,0 0-1,1 0 0,-5 16 1,0 17 211,7-27-150,-2-1 1,1 1-1,-2-1 0,-11 27 0,2-13 126,9-19-286,0 0 1,0 0-1,0 0 0,-9 9 0,7-12-29,0 0-1,-1 0 1,0-1-1,-13 8 0,-12 10 172,-48 37-9,66-51-191,-1 0 0,0-2 1,-26 11-1,28-15 145,0-1 0,0-1-1,0 0 1,-24 1 0,-251 32 348,216-25-368,-24 5 54,80-13-165,1-1 0,-1 0 0,-24-2 0,2-1-8,33 2-70,-1-1 0,0 0 0,1 0 0,-1-1 0,-10-4 0,14 5-14,0 0 1,0 0-1,0 1 1,0-1 0,0 1-1,0-1 1,-6 1-1,7 0 0,0 0 0,1 0 0,-1 0 0,0 0 0,0 0 0,0 0 0,1-1 0,-1 1 0,0-1-1,1 1 1,-1-1 0,-2-1 0,-4-3-39,0 0 0,-15-5 0,10 4 20,12 6-23,2 0-215,0-1 253,0 1 1,0 0-1,0 0 0,0 0 0,-1 0 0,1 0 1,0 0-1,0 0 0,0 0 0,0 0 1,0 0-1,0 0 0,0 0 0,0 1 1,1 0-1,15 8 8,-9-5-20,37 15 28,-43-17-12,1 0 0,-1 1 0,1-1 0,-1 1 0,0 0 0,0 0 0,3 4 0,1 3-18,-3-5 24,0 0 1,-1 1-1,1-1 1,-1 1-1,-1 0 1,1 0 0,1 8-1,1 5 30,15 37-19,-16-52-1237,-11-6-10559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46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0 231 2737,'0'0'9738,"2"-15"-8684,5-51-107,-6 58-723,1 1 0,-1-1 0,1 0 0,1 0 0,-1 1 1,1-1-1,1 1 0,6-12 0,-7 16-207,-1 0 1,1 0-1,0 0 0,0 1 0,0-1 1,0 1-1,1 0 0,-1 0 1,1 0-1,-1 0 0,1 0 1,7-1-1,3-3 6,-14 5-9,1 0 0,0 1 0,-1-1-1,1 0 1,0 0 0,-1 0 0,1 0 0,-1 0 0,1 1-1,-1-1 1,0 0 0,1 0 0,-1 0 0,0 0 0,0 0 0,0 0-1,0-1 1,0 1 0,0 0 0,0-2 0,0-1 50,2-1-1295,-1 5 967,-1 0 0,0 0 0,0 0 0,1 0 0,-1 0 0,0 0 0,1 0 1,-1 0-1,0 0 0,0 0 0,1 0 0,-1 0 0,0 0 0,0 0 0,1 0 0,-1 0 0,0 0 0,0 0 0,1 0 1,-1 0-1,0 0 0,0 1 0,0-1 0,1 0 0,-1 0 0,0 0 0,0 0 0,0 1 0,1-1 0,-1 0 1,3 4-5708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47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25 2785,'0'0'10232,"-9"-5"-9779,2 0-364,-1 1 0,-12-6 0,20 10-80,-1 0-1,0 0 1,1 0 0,-1 0-1,0-1 1,0 1 0,1 0-1,-1 0 1,0 0 0,1 1 0,-1-1-1,0 0 1,0 0 0,1 0-1,-1 0 1,0 1 0,1-1-1,-1 0 1,1 1 0,-1-1-1,0 0 1,1 1 0,-1-1-1,0 2 1,-8 12 193,7-10-146,-2 2-28,1 0-1,1 0 1,-1 1 0,1-1 0,0 1-1,0 0 1,1 0 0,0 0 0,0 13-1,1-19-30,0-1 1,0 1-1,0-1 0,0 1 0,1-1 0,-1 1 0,0-1 1,0 1-1,1-1 0,-1 1 0,0-1 0,1 0 0,-1 1 1,1-1-1,-1 0 0,0 1 0,1-1 0,-1 0 0,1 1 1,-1-1-1,1 0 0,-1 0 0,1 0 0,-1 1 0,1-1 1,-1 0-1,1 0 0,-1 0 0,1 0 0,0 0 0,0 0 1,22 0 56,-16 0-18,20 0 44,-27 15 14,0-11-54,-1 0 0,0 0 0,1 0 0,-2-1 1,1 1-1,0 0 0,-1 0 0,1-1 0,-1 1 1,-4 4-1,-4 7 18,-13 13-1,20-24-51,-6 5 16,1 0 1,-2 0 0,1-1-1,-1-1 1,-15 10 0,14-14-82,11-3 0,0 0 0,0 0 1,-1 0-1,1-1 1,0 1-1,0 0 0,-1 0 1,1 0-1,0 0 0,0 0 1,-1-1-1,1 1 0,0 0 1,0 0-1,0 0 0,0-1 1,-1 1-1,1 0 1,0 0-1,0-1 0,0 1 1,0 0-1,0-1 0,-1-2-637,1 1 0,0-1-1,-1 0 1,1 1 0,1-6 0,0-1-658,-1-21-3793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47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2 608,'0'0'9220,"39"-2"-8883,-33 5-337,-1 10-48,0 6-16,-2 2 64,2-2-1249,-4 0-1280,1-12-2449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47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17 3602,'0'0'6280,"12"8"-5899,36 23-143,-31-24-12,-16-7-219,-1 0 0,0 0 0,1 0 0,-1 0-1,0 0 1,1 0 0,-1 0 0,0 0 0,0 0 0,1 0 0,-1 0 0,0 0 0,1-1 0,-1 1 0,0 0 0,1 0 0,-1 0 0,0 0 0,0 0 0,1-1-1,-1 1 1,0 0 0,0 0 0,1-1 0,-1 1 0,0-1 10,1 0-1,-1-1 1,0 1-1,1 0 1,-1 0-1,0-1 1,0 1-1,0 0 1,0-1-1,0 1 1,-1 0-1,1-2 1,-1-3 10,1 5-46,0-1 0,0 1 0,0-1-1,-1 1 1,1-1 0,0 1 0,-1-1 0,1 1-1,-1 0 1,0-1 0,1 1 0,-1 0 0,0-1-1,0 1 1,0 0 0,0 0 0,0 0 0,0 0-1,0 0 1,0 0 0,0 0 0,0 0 0,-1 0-1,1 0 1,0 1 0,-1-1 0,1 1 0,0-1-1,-1 1 1,-2-1 0,2 0 2,0 1 0,0 0 1,-1 0-1,1-1 0,0 1 0,0 1 1,-1-1-1,1 0 0,0 1 0,0-1 1,0 1-1,0-1 0,-1 1 0,1 0 1,0 0-1,0 0 0,0 0 0,1 0 1,-1 1-1,-2 1 0,-1 3 241,1-1-1,0 1 1,0 0-1,0 0 1,1 1-1,0-1 1,0 1-1,0 0 1,1 0-1,0 0 1,1 0-1,-1 0 1,1 0-1,1 0 1,-1 1-1,1-1 1,2 13-1,-2-19-212,1 0 0,-1 0-1,1-1 1,-1 1 0,1 0 0,-1 0-1,1 0 1,0 0 0,-1 0 0,1-1-1,0 1 1,0 0 0,0-1 0,0 1-1,-1 0 1,1-1 0,0 1 0,0-1-1,0 0 1,0 1 0,0-1 0,0 0-1,0 1 1,0-1 0,0 0 0,0 0-1,1 0 1,0 0 0,2 0-14,0 1 1,0-2-1,1 1 0,-1 0 1,0-1-1,7-1 1,-7 0-321,-1 0 0,1 0 1,-1-1-1,1 1 1,-1-1-1,0 0 0,0 1 1,0-2-1,0 1 0,0 0 1,-1 0-1,0-1 1,4-5-1,5-14-3100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48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6915,'0'0'4738,"0"15"-3881,1 7-614,-2 51 295,1-67-435,-1-1-1,0 1 1,0-1-1,-1 1 1,-3 9-1,4-14-100,2-5-380,0 0 1,-1 0 0,0 0 0,0 1-1,-1-7 1,1-17 146,1 22 233,0 0 0,0 0 0,1 1 0,0-1 0,4-8 0,-4 10 7,-1 0 0,1 1 0,0-1 0,-1 1 0,1-1 1,0 1-1,1 0 0,-1 0 0,0 0 0,5-3 0,-7 4-5,1 1 0,-1 0 0,1-1-1,-1 1 1,1 0 0,-1 0 0,1 0 0,-1-1-1,1 1 1,-1 0 0,1 0 0,-1 0-1,1 0 1,0 0 0,-1 0 0,1 0 0,-1 0-1,1 0 1,-1 0 0,1 0 0,-1 0 0,1 0-1,-1 1 1,1-1 0,-1 0 0,1 0 0,-1 1-1,1-1 1,-1 0 0,1 0 0,-1 1-1,1-1 1,-1 0 0,0 1 0,1-1 0,-1 1-1,0-1 1,1 1 0,-1-1 0,0 1 0,0-1-1,1 1 1,-1-1 0,0 1 0,0-1-1,0 1 1,0-1 0,1 1 0,-1 0 0,0 5-1,1 0 0,-1 0 0,0 12 0,-1-5-183,4-2-1045,-3-11 1057,0 1 0,0-1 1,0 0-1,0 0 0,1 1 0,-1-1 1,0 0-1,0 0 0,0 0 0,1 0 1,-1 1-1,0-1 0,0 0 0,0 0 1,1 0-1,-1 0 0,0 0 0,0 1 1,1-1-1,-1 0 0,0 0 0,0 0 1,1 0-1,-1 0 0,3 0-4775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48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0 5715,'0'0'2833,"-15"1"-2420,-45 3-52,56-4-339,1 1 1,0 0 0,0-1-1,0 1 1,0 0 0,0 1-1,0-1 1,0 0-1,1 1 1,-1 0 0,0 0-1,1 0 1,-1 0 0,1 0-1,0 0 1,-1 0 0,-1 4-1,1-3 48,2-1-54,0 0 1,0 0-1,-1 0 0,1 0 0,0 1 0,1-1 1,-1 0-1,0 1 0,1-1 0,-1 1 0,1-1 1,0 0-1,0 1 0,0-1 0,0 5 0,0-3-19,0-3 7,0-1 0,1 1-1,-1-1 1,0 1-1,0-1 1,0 1 0,1-1-1,-1 1 1,0-1 0,1 0-1,-1 1 1,0-1 0,1 0-1,-1 1 1,0-1 0,1 0-1,-1 1 1,1-1 0,-1 0-1,1 1 1,-1-1-1,1 0 1,-1 0 0,1 0-1,-1 0 1,1 0 0,-1 1-1,1-1 1,-1 0 0,1 0-1,0 0 1,21 0 57,-17 0-15,-3 0-49,0 0-79,1 0-1,0 0 1,0-1-1,-1 1 0,1 0 1,2-2-1,-3 2-89,-1-1 0,0 1 0,0-1 0,-1 1 0,1-1 0,0 0 0,0 1 0,0-1 0,0 0 0,-1 0 0,1 0 0,0 0 0,0 0 0,-1 0 0,1 0 0,-1 0 0,1 0 0,-1-1 0,5-14-4001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48.5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5266,'0'0'1537,"8"87"-112,-5-45-305,-1 1-431,-2-3-465,0-2 80,0-6-288,0-8 16,0-8-32,2-10-945,-1-6-815,4 0-1506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49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0 5250,'0'0'2948,"-14"13"-2179,-41 42 2,51-51-595,0 0 0,0 1 0,0 0 0,1 0 0,-1 0 0,-3 8 0,2-2 275,2-6-208,2-3-128,0-1 0,0 1 0,0 0 0,0-1 0,0 1 0,1 0 0,-1 0-1,1-1 1,-1 1 0,1 0 0,0 0 0,-1 3 0,13-9-91,-5-2-70,0-1 0,0 0 1,-1 0-1,9-13 0,13-16-2027,-25 32 1587,-3 16 510,0-4 59,-2 29 988,-2-1 1,-11 45-1,9-49-289,2-10-213,-1-1-1,-10 26 0,12-40-496,0 0 0,0 0-1,0-1 1,-1 1 0,0-1 0,0 0 0,-1-1-1,1 1 1,-1-1 0,-8 8 0,12-13-71,1 0 0,0 1 0,0-1 1,-1 0-1,1 1 0,0-1 0,-1 0 0,1 0 1,0 1-1,-1-1 0,1 0 0,0 0 0,-1 0 1,1 0-1,0 1 0,-1-1 0,1 0 0,-1 0 1,1 0-1,0 0 0,-1 0 0,1 0 0,-1 0 1,1 0-1,-1 0 0,1 0 0,0 0 0,-1 0 1,1 0-1,0-1 0,-1 1 0,1 0 0,-1 0 1,1 0-1,0-1 0,-1 1 0,1 0 0,0 0 1,-1-1-1,1 1 0,0 0 0,0 0 0,-1-1 1,1 1-1,-1-1 0,1-2-24,-1 1 1,0-1-1,0 1 1,1-1-1,-1-4 1,1 3-40,-4-109-2404,5 79 2222,-1 33 254,0 0 0,0 0 0,0 0 0,0 0 0,0 0 0,0 0 0,1 0 0,-1 0 0,0 1 0,1-1 0,-1 0 0,1 0 0,-1 0 1,1 0-1,-1 1 0,1-1 0,0 0 0,-1 0 0,2 0 0,0 0 38,0-1 1,0 1-1,0 0 0,0 0 1,1 0-1,-1 1 1,0-1-1,3 0 1,4-1 83,1 1 0,0 0 1,10 1-1,-16 0-175,3 0-161,-1-1 0,1 0 1,-1 0-1,13-3 0,22-13-5217,-24 8 2249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49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49 6563,'0'0'5205,"1"10"-4965,5 27-120,-6-36-116,0 0 0,0-1 0,0 1 0,1-1 0,-1 1 0,0-1-1,1 1 1,-1-1 0,0 1 0,1-1 0,-1 1 0,1-1 0,-1 1 0,0-1-1,1 0 1,-1 1 0,1-1 0,-1 0 0,1 1 0,0-1 0,-1 0 0,1 0 0,-1 1-1,1-1 1,0 0 0,-1 0 0,1 0 0,-1 0 0,2 0 0,13-2 277,-14 0-250,1 1-1,-1 0 1,1 0 0,-1-1 0,0 1 0,0-1 0,1 1 0,-1-1-1,0 0 1,0 1 0,-1-1 0,1 0 0,0 0 0,-1 1 0,1-1 0,-1 0-1,1 0 1,-1 0 0,0-3 0,1-3-11,0 1 0,-1 0 0,-1 0 0,0-9 0,1 15-15,-1 0-1,0 0 0,1 0 0,-1 0 0,1 0 1,-1 0-1,0 0 0,0 0 0,1 1 0,-1-1 0,0 0 1,0 0-1,0 1 0,0-1 0,0 0 0,0 1 1,0-1-1,0 1 0,0-1 0,-1 1 0,0-1 0,-25-5 169,-17 5 843,44 13-1432,0-10 167,0 0 0,0 0 0,1 0 0,-1 0 0,1 0 0,-1 1 0,1-1 0,0 0 0,0 0 0,0 0 0,0-1 0,0 1 0,0 0 0,3 3 0,9 7-3129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49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8836,'0'0'1409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50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0 156 3265,'0'0'5929,"17"0"-4750,-9 0-994,38 1 1208,0-3-1,75-13 0,-3-14 8,48-12 327,182-13-1163,-300 48-544,-4 1 12,63 0 0,-107 5 376,-3 0 1078,-62 0-1350,65 0-204,-1 0 0,1 0 0,-1 1 0,0-1 0,1 0 0,-1 0 0,1 0 0,-1 1 0,0-1 1,1 0-1,-1 0 0,1 1 0,-1-1 0,1 1 0,-1-1 0,1 0 0,-1 1 0,1-1 0,0 1 0,-1-1 0,1 1 0,-1 0 0,-6 15-2425,1-2-350,-5 2-2170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55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142 117 2321,'0'0'10501,"-7"-12"-9197,-21-40-346,27 50-831,0-1 0,0 1 0,0-1 0,0 0 0,0 1 0,0-1 0,1 0 0,-1 0 0,1 1 0,0-1 0,0 0 0,0 0 0,1-4 0,0-3 1193,-1 9-581,5 3 29,0 3-691,0 0 0,0 0 0,-1 1 0,1 0 0,-1-1 0,-1 2 0,1-1 0,-1 0 0,0 1 0,-1-1 0,1 1 0,1 8-1,-3-8-68,-1-1-1,1 1 1,-1-1-1,-1 13 0,0-16-4,1 0-1,-1 0 1,0 0-1,0 0 1,0 0-1,0 0 1,-1-1-1,1 1 1,-1 0-1,1-1 1,-1 1-1,-2 2 1,-4 3-4,0-1 0,-1 0 0,0 0 0,-16 9 0,-40 16-79,51-26 10,26-11-24,0 0-1,0 1 1,1 1 0,0 0-1,-1 0 1,1 1-1,21 0 1,22 2-3983,-19 0-4308,-30 0 1350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56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0 7619,'0'0'6294,"-6"12"-5942,-22 40-42,23-42-258,0-1 1,-1-1-1,0 1 1,-1-1-1,-10 10 0,12-13-46,5-4-142,8-2 42,-2 0 183,0-1 0,1 0-1,5-3 1,-7 3-245,0 0-1,0 0 1,0 1 0,1 0 0,-1 0 0,8-1-1,-12 2-78,-1 0 0,0 0 0,1 0 0,-1 0-1,1 0 1,-1 0 0,1 0 0,-1 0 0,0 0-1,1-1 1,-1 1 0,1 0 0,-1 0 0,0 0-1,1-1 1,-1 1 0,0 0 0,1 0 0,-1-1-1,0 1 1,1 0 0,-1-1 0,0 1 0,1-1-1,-1-3-3312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56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0 0 6163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56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33 6163,'-28'-33'1232,"28"56"-959,0 6 1199,4 4 577,-4-1-1008,0-9-225,0-1-464,0-5-224,0-1-112,0-3-16,0-4-1232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56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0 7700,'0'0'1368,"-1"14"-122,1 1-833,-6 80 2578,1-43-1681,3-14-471,-3 0-1,-11 51 1,16-92-909,1-1-1,-1 0 1,0 0-1,0 0 1,0-5 0,0 5 66,-1-1-1,1 1 1,1-1 0,0-6 0,1 4-3,0 1 0,0-1 0,0 1 0,1 0 0,0 0 0,0 0 0,8-9 0,-11 14 3,1 1 0,-1-1-1,1 1 1,-1 0 0,1-1-1,0 1 1,-1-1 0,1 1 0,0 0-1,0-1 1,-1 1 0,1 0 0,0 0-1,0 0 1,-1 0 0,1-1-1,0 1 1,0 0 0,-1 0 0,1 0-1,0 1 1,0-1 0,-1 0 0,1 0-1,0 0 1,0 0 0,-1 1-1,1-1 1,0 0 0,-1 1 0,1-1-1,0 1 1,-1-1 0,1 1 0,-1-1-1,1 1 1,0 0 0,3 2-4,-1 1 0,0 0 1,0-1-1,3 7 0,-5-9 17,1 3-10,0-1 0,0 0 0,0 1 0,-1 0 0,1-1 0,-1 1 0,2 6 0,-3-9 6,0 1 0,0-1 1,0 0-1,0 0 0,0 0 0,0 1 1,0-1-1,0 0 0,-1 0 0,1 0 1,0 0-1,-1 1 0,1-1 0,-1 0 1,1 0-1,-1 0 0,1 0 0,-1 0 1,0 0-1,0 0 0,1 0 0,-1-1 1,0 1-1,0 0 0,0 0 0,0-1 1,-2 2-1,-2 0-75,0 1-1,-1-1 1,0-1 0,1 1 0,-1-1-1,0 0 1,0-1 0,1 1-1,-1-1 1,0 0 0,-8-1 0,13 1-51,0-1 1,0 1 0,0 0-1,1-1 1,-1 1 0,0 0 0,1-1-1,-1 1 1,0-1 0,1 1-1,-1-1 1,0 0 0,1 1-1,-1-1 1,1 0 0,-1 1-1,1-1 1,-1 0 0,1 1 0,0-1-1,-1 0 1,1 0 0,0 1-1,-1-1 1,1 0 0,0 0-1,0-1 1,0 1-226,-1 0 0,1 0 1,0 0-1,0 0 0,0-1 0,0 1 0,0 0 0,0 0 0,0 0 1,1 0-1,-1 0 0,0-1 0,1 1 0,-1 0 0,0 0 0,1 0 1,0 0-1,-1 0 0,1 0 0,0-1 0,7-4-3922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57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6867,'0'0'4946,"55"-2"-4834,-38 2-112,-1 0-16,0 0-16,1 0-1632,-13 0-305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57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7075,'0'0'8292,"-1"13"-8121,-3 93 320,4 29-897,20-139 729,-8 0-562,0 2 0,0 0 1,22-1-1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57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7219,'0'0'5795,"23"-7"-5795,-19 7-64,1 0-480,-3 3-1601,1 10-1201,-3-2-2881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57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9284,'0'0'3682,"0"90"-3618,0-64-64,0-2-960,0-5-2226,0-4-2497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58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802 0 720,'0'0'14794,"-10"0"-13679,6 0-1027,-147 3 3143,23 9-1205,-45 5-1544,128-10-410,-71 1 0,103-8-42,1 2-1,-17 2 1,-17 3 81,-28-2 294,73-5-439,9 0-3776,1 1 2412,-1-1-1478,-1 0 0,15-2 0,-10-2-2249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59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0 4402,'0'0'8228,"-7"13"-6780,-41 81 860,18-38-1966,31-55-352,0-1 0,0 1 1,0-1-1,0 0 0,0 1 1,0-1-1,0 0 0,0 0 1,0 0-1,0 1 1,0-1-1,0 0 0,0 0 1,2-1-1,20 1-99,-12-4 228,9-1-1471,-20 5 1108,1 0 0,0-1-1,0 1 1,-1 0 0,1 0 0,0 1 0,-1-1 0,1 0 0,0 0-1,-1 0 1,1 0 0,0 0 0,-1 1 0,1-1 0,-1 0 0,1 1 0,0-1-1,-1 0 1,1 1 0,-1-1 0,1 1 0,-1-1 0,1 1 0,0 0 0,5 13-2539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59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39 7139,'0'0'7804,"12"4"-7588,37 11-29,-46-14-172,-1 0 0,0-1-1,1 1 1,-1 0 0,1-1 0,-1 0 0,1 0 0,-1 1 0,1-2 0,-1 1 0,1 0 0,2-1 0,-4 1-2,0-1 0,-1 0-1,1 1 1,-1-1 0,1 0 0,-1 1 0,1-1 0,-1 0 0,0 1-1,1-1 1,-1 0 0,0 0 0,1 0 0,-1 1 0,0-1 0,0 0 0,0 0-1,0 0 1,0 1 0,0-1 0,0 0 0,0 0 0,0 0 0,0 0 0,0 1-1,-1-2 1,1 0-12,-1 1 0,1-1 0,-1 1 0,0-1 0,0 1 0,0-1 0,0 1 0,0-1 0,0 1 0,0 0 0,-1 0 0,1-1 0,0 1 0,-1 0 0,1 0 0,-1 0 0,1 1 0,-1-1 0,-2-1 0,-1-1-80,-1 1 0,1 0 0,-1 1-1,-11-3 1,14 3 62,-1 1-1,0 0 1,-1 0 0,1 0 0,0 0-1,0 0 1,1 1 0,-1 0-1,0 0 1,0 0 0,-7 3-1,9-3 66,0 1 0,0-1 0,0 1 0,0-1 0,0 1 0,0 0 0,1 0-1,-1 0 1,1 0 0,-1 0 0,1 0 0,0 0 0,0 0 0,0 0 0,0 1-1,0-1 1,0 0 0,1 1 0,-1-1 0,0 5 0,0 7 306,0 1 0,0-1 0,3 22 0,-1-33-309,-1-1 0,1 0 0,0 0 0,0 0 0,0 0 0,0 0 0,0 0 0,0 0 0,0-1 0,1 1 0,-1 0 0,1-1 0,-1 1 0,1 0 0,0-1 0,-1 0 0,1 0 0,0 1 0,0-1 0,0 0 0,0 0 0,0-1 0,0 1 0,5 1 0,-4-1-64,0-1-1,0 1 1,0-1-1,0 1 1,0-1-1,0 0 1,0 0-1,0 0 1,0-1-1,0 1 1,0-1-1,0 0 1,0 1-1,0-1 1,0-1-1,-1 1 1,6-3-1,-5 1-561,0 0-1,1 0 1,-2 0 0,1 0-1,0-1 1,-1 1-1,1-1 1,-1 1 0,0-1-1,0 0 1,0 0-1,1-5 1,-2-12-4517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3:59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9028,'0'0'3164,"0"16"-1563,0 92 533,0-41-546,-1-100-1573,0 16 2,1 1 0,1-1-1,3-25 1,-4 41-16,5-15 29,-5 15-29,0 1 1,0-1-1,0 1 0,1-1 0,-1 0 0,0 1 0,1-1 0,-1 1 0,0-1 0,1 1 0,-1-1 0,0 1 1,1-1-1,-1 1 0,1-1 0,-1 1 0,1 0 0,-1-1 0,1 1 0,-1 0 0,1-1 0,0 1 0,0 0-25,0 0-37,0 0 61,0 1-1,0-1 1,0 0 0,0 1 0,0-1-1,0 1 1,0-1 0,0 1 0,1 0-1,-2 0 4,14 11-2342,-9-7-1079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4:00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0 0 8692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4:00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8692,'18'0'551,"0"1"1,33 6-1,-50-7-508,0 1 0,0-1 0,0 0 1,0 1-1,0 0 0,0-1 0,0 1 0,0 0 0,0-1 0,0 1 0,0 0 0,-1 0 1,1 0-1,0 0 0,-1-1 0,1 1 0,-1 0 0,1 0 0,-1 0 0,1 0 0,-1 1 1,1-1-1,-1 0 0,0 1 0,1 3 200,-1-1 0,0 1 0,0-1 0,-1 8 0,1-1 519,0 25 1460,-2 52-747,0-82-1423,-1-8-120,-2-9-164,2-5 228,1 1-1,1-1 1,0 0 0,0 0-1,3-18 1,-2 33 8,1 0 1,-1-1-1,0 1 0,0-1 1,1 1-1,-1 0 1,1-1-1,-1 1 1,1 0-1,-1-1 1,1 1-1,0 0 1,0 0-1,0-1 0,0 1 1,-1 0-1,3-1 1,-2 1 112,0 2-161,0-1 1,0 0-1,1 0 1,-1 0-1,0 1 0,0-1 1,0 1-1,1-1 0,-1 1 1,0-1-1,0 1 0,0 0 1,0-1-1,0 1 0,0 0 1,1 1-1,13 18-4837,-12-15 2663,0 1-2560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4:00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5 1697,'0'0'10429,"-4"9"-9205,-11 29-175,14-35-929,0 1 1,0 0-1,0-1 0,0 1 1,1 0-1,0-1 1,0 1-1,0 0 1,0 0-1,0-1 1,1 1-1,1 6 1,-2-9-106,1-1-1,0 1 1,-1 0 0,1 0 0,0-1 0,-1 1 0,1-1 0,0 1 0,0 0 0,-1-1-1,1 1 1,0-1 0,0 0 0,0 1 0,0-1 0,0 0 0,0 1 0,0-1 0,0 0 0,0 0-1,0 0 1,1 0 0,0 0-13,0 0 0,0 0 0,1 0 0,-1 0 0,0 0 0,0 0 0,1-1 0,-1 1 0,3-2 0,-2 0 29,0 0-1,0 0 1,0-1-1,-1 1 1,1-1-1,-1 1 1,1-1-1,-1 0 1,0 0-1,0 0 1,0 0-1,2-5 1,-2 3-73,0 0 0,0-1 0,0 1 0,-1 0 0,0-1 1,0 1-1,1-10 0,-3 14 33,1 0-1,0 0 1,0 0 0,0 0-1,0 1 1,-1-1 0,1 0 0,-1 0-1,1 0 1,0 0 0,-1 1 0,1-1-1,-1 0 1,0 0 0,1 1 0,-1-1-1,1 0 1,-1 1 0,0-1-1,0 1 1,1-1 0,-1 1 0,0-1-1,0 1 1,0-1 0,0 1 0,1 0-1,-1 0 1,0-1 0,0 1-1,0 0 1,-1 0 0,-5-1-64,0 0 0,0 1 1,-10 1-1,6-1-320,8 0 252,1 0-1,-1 1 1,0-1-1,0 0 1,1 1 0,-1 0-1,-4 1 1,6-1-692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4:01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1297,'0'0'5141,"4"14"-3034,1 6-1548,0 0 626,13 36 1,-13-44-589,-1 1 0,0-1 0,-1 1 0,-1 0 1,0 0-1,1 24 0,-3-35-579,0-1-1,0 0 1,0 0-1,0 1 0,0-1 1,-1 0-1,1 0 1,0 1-1,-1-1 1,1 0-1,-1 0 1,1 0-1,-1 1 0,1-1 1,-1 0-1,0 0 1,0 0-1,1 0 1,-1 0-1,0 0 1,0 0-1,0-1 1,0 1-1,0 0 0,0 0 1,0-1-1,0 1 1,-1-1-1,1 1 1,0-1-1,0 1 1,0-1-1,-1 0 0,1 1 1,0-1-1,-2 0 1,2 0-24,0 0 1,1 0-1,-1-1 1,1 1 0,-1 0-1,0 0 1,1-1-1,-1 1 1,1-1-1,-1 1 1,1 0-1,-1-1 1,1 1 0,-1-1-1,1 1 1,-1-1-1,1 1 1,-1-1-1,1 1 1,0-1 0,-1 0-1,1 1 1,0-1-1,0 1 1,0-1-1,-1-1 1,-3-18-120,4 18 122,-3-24-59,2-1 0,3-29-1,-2 54 66,0 1 0,1-1 0,-1 0-1,1 0 1,0 0 0,-1 0 0,1 1 0,0-1-1,0 0 1,0 1 0,0-1 0,0 1 0,1-1-1,-1 1 1,0-1 0,1 1 0,-1 0 0,1 0-1,-1 0 1,1 0 0,-1 0 0,1 0 0,0 0-1,0 0 1,2 0 0,-2 0-13,0 0 0,0 1 0,0-1 0,0 1 0,0 0 0,0 0 0,0 0 0,0 0 0,0 0 0,0 0 0,0 0 1,0 0-1,0 1 0,0-1 0,-1 1 0,1 0 0,0-1 0,0 1 0,0 0 0,-1 0 0,1 0 0,0 0 0,-1 1 0,3 1 0,1 4-1021,0-1-1,7 13 0,-5-3-2524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4:52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89 128 6979,'0'0'819,"2"-8"-2009,8-22 521,-10 30 604,0 0 0,0 0 0,0 0 1,0 0-1,1-1 0,-1 1 0,0 0 1,0 0-1,0 0 0,0 0 0,0-1 1,0 1-1,0 0 0,0 0 0,0 0 1,0 0-1,0-1 0,0 1 0,0 0 1,0 0-1,0 0 0,0-1 0,0 1 1,0 0-1,0 0 0,0 0 0,0 0 1,0-1-1,0 1 0,0 0 0,0 0 1,0 0-1,0 0 0,-1-1 0,1 1 1,0 0-1,0 0 0,0 0 0,0 0 1,0 0-1,0-1 0,-1 1 0,1 0 1,0 0-1,0 0 0,0 0 0,0 0 1,-1 0-1,1 0 0,0 0 0,0 0 1,0 0-1,-1 0 0,1 0 0,0 0 1,0 0-1,-1 0 0,-7 3-936,8-3 758,-5 5 7789,5-10-675,-1-1-6945,0 1 1250,1 5-904,0-1 1,0 1 0,0-1 0,0 1-1,0-1 1,0 1 0,0-1 0,0 0-1,0 1 1,-1-1 0,1 1 0,0-1-1,0 1 1,-1-1 0,1 1-1,0-1 1,-1 1 0,1 0 0,0-1-1,-1 1 1,1-1 0,-1 1 0,1 0-1,-1-1 1,1 1 0,-1 0 0,0 0 276,-2 31 967,2-3-1368,-2-1 0,0 0 1,-2 0-1,-8 29 0,4-30-113,2 1 0,1 0-1,-2 30 1,0-23-22,6-28-8,1 1 1,-1-1-1,1 0 0,-1 9 1,2-14-22,2-1-67,123-11 337,-18 1-212,22 9-39,-119 2 1,0 0-1,0 1 1,0 0-1,11 3 1,18 4 74,-38-9-72,-1 1 0,1-1 0,-1 0 0,1 0 1,0 0-1,-1 0 0,1 0 0,0 0 0,-1 0 0,1 0 0,-1 0 0,1 0 0,0 0 0,-1-1 0,1 1 1,-1 0-1,1 0 0,0 0 0,-1-1 0,2 0 0,-2 0 1,0 1 1,1-1-1,-1 0 0,0 0 1,0 0-1,1 1 0,-1-1 1,0 0-1,0 0 0,0 0 1,0 0-1,0-1 0,0-4-24,1-22 90,4-77 2,-2 83-73,0 0 0,12-38 0,-7 33-25,7-34-1,-13 48 46,-1 1-1,0-1 0,-1 0 0,0 0 0,-2-13 0,2 24-12,-1 1 0,1 0 0,-1 0 0,1 0 0,-1 0 1,0-1-1,1 1 0,-1 0 0,0 0 0,0 0 0,0 0 0,0 1 0,0-1 0,0 0 0,0 0 0,0 1 0,0-1 0,0 0 0,0 1 0,-2-1 0,-2-1 29,0 0 0,1 1 0,-1-1-1,-5 0 1,-22-1 303,-1 1-1,-57 5 1,54 1-16,0 1-1,-58 17 1,53-5-147,30-12-164,11-4-22,0-1-27,11 0-4655,-9 0 4070,1 0-1,0 0 1,-1 0-1,1 1 1,-1-1 0,1 1-1,-1 0 1,1 0 0,2 1-1,7 6-5295,-2 1-2859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4:52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2 800,'0'0'24545,"3"0"-24350,31 0-151,-14-1 13,0 0-1,0 2 1,0 1 0,38 7 0,-51-8-2690,2 0-6190,-20-1-1939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4:53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12758,'0'0'10469,"9"12"-10320,43 53-53,-51-63-47,0 0 0,0 0 0,0-1 0,0 1 0,0 1 0,-1-1 0,1 0 0,-1 0 0,1 0 0,-1 0 0,0 0 0,1 0 0,-1 1 0,0-1-1,-1 0 1,1 0 0,0 0 0,0 0 0,-1 1 0,0 1 0,-1 2 105,-1 1 0,1 0 0,-1-1 0,-7 11 0,3-5-106,-12 17 43,18-28-97,0 0 1,0 0 0,0 0-1,0 1 1,0-1 0,0-1-1,0 1 1,-1 0 0,1 0-1,0 0 1,-1-1 0,1 1 0,-1-1-1,1 1 1,0-1 0,-1 1-1,-2-1 1,3 0-438,1-18-23066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4:53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3089,'0'0'22083,"3"0"-21622,0 0-454,20 3-146,0-2 1,42-3 0,-50-2-2367,-15 3 2181,1 1-1,-1 0 0,0 0 0,1 0 0,-1-1 0,0 1 0,0 0 0,1 0 0,-1-1 0,0 1 0,0 0 1,1-1-1,-1 1 0,0 0 0,0-1 0,0 1 0,0 0 0,0-1 0,1 1 0,-1 0 0,0-1 0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4:53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8180,'0'0'14737,"3"17"-13910,9 55-419,-9-46-144,-1-1 0,-2 43 0,0-27-266,0-40 5,1 0-1,-1-1 1,1 1 0,-1-1-1,1 1 1,0-1 0,-1 1-1,1-1 1,0 1 0,-1-1-1,1 0 1,0 1 0,0-1-1,0 0 1,-1 1 0,1-1-1,0 0 1,0 0-1,0 0 1,1 0 0,18 3 64,23-3-2919,-43 0 2696,0 0-1,0 0 1,1 0 0,-1 0 0,0 0 0,0-1-1,1 1 1,-1 0 0,0 0 0,0 0-1,0 0 1,1 0 0,-1 0 0,0-1 0,0 1-1,0 0 1,1 0 0,-1 0 0,0-1-1,0 1 1,0 0 0,0 0 0,0 0 0,0-1-1,0 1 1,1 0 0,-1 0 0,0-1-1,0 1 1,0 0 0,0 0 0,0-1 0,0 1-1,0 0 1,0 0 0,0-1 0,0 1-1,0 0 1,0 0 0,0-1 0,-1 1 0,1 0-1,0 0 1,0-3-1611,0-12-5770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4:54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2833,'0'0'18265,"50"0"-18265,-40-2-929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4:54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19257,'0'2'2913,"0"5"-1360,0 3-257,0 6-1023,3 4-273,1-3-144,0 1-993,0-5-352,-3-5-320,-1-3-656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4:54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0 3570,'0'0'18400,"-10"4"-18144,-34 13-232,42-16-12,-1 0 0,1 1 0,0-1 1,-1 1-1,1 0 0,0 0 0,0 0 0,0 0 0,0 0 0,1 0 0,-1 0 0,1 1 0,-1-1 0,1 1 0,0-1 0,0 1 1,-1 3-1,-2 2 173,3-5-38,-1 0 0,1 0 0,0 0 0,0 0 0,0 0 0,1 0-1,-1 1 1,1-1 0,-1 0 0,1 0 0,0 1 0,0-1 0,1 0 0,0 4 0,-1-6-141,1-1 1,-1 1-1,1 0 1,-1-1-1,1 1 1,0-1-1,-1 1 1,1 0-1,0-1 1,-1 0-1,1 1 1,0-1-1,0 1 1,0-1-1,-1 0 1,1 0-1,0 1 1,0-1 0,0 0-1,0 0 1,1 0-1,23 0-39,-17 0-45,-5 0-117,1 0 1,-1 0 0,0-1-1,1 1 1,-1-1 0,0 1 0,1-1-1,-1 0 1,3-2 0,-5 3-110,0-1 0,0 1 0,0-1 0,0 0 0,0 0 0,0 0 1,-1 1-1,1-1 0,0 0 0,0 0 0,0-2 0,0 1-560,0 1 0,-1-1 0,1 0 0,-1 0 0,1 1 0,-1-1 0,0 0-1,0 0 1,0-2 0,0-6-7409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4:55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1777,'0'0'18838,"1"16"-17718,0 6-836,1 1 28,-1 1 0,-2 23 0,-7 13 508,4-38-559,-1 36-1,5-46-785,-1-18-1347,0-21 756,2 22 1128,-1 1 1,0 0-1,1 0 1,0 0-1,0 0 1,0 0-1,0 0 1,1 0-1,-1 0 1,1 0-1,0 0 1,0 1-1,1-1 1,-1 1-1,1-1 1,-1 1-1,1 0 1,0 0-1,1 0 1,-1 1-1,7-5 1,17-8 368,-7 6-952,-20 9 401,0 0 1,0 0-1,0 0 0,0 0 0,1-1 1,-1 1-680,0 0 679,0 0 0,0 0 0,0-1 1,0 1-1,0 0 0,1 0 0,-1 0 1,0 0-1,0 0 0,0-1 0,0 1 0,0 0 1,0 0-1,0 0 0,0 0 0,0 0 1,0-1-1,0 1 0,0 0 0,0 0 0,-1 0 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4:55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5154,'0'0'18985,"55"67"-18985,-41-57-80,-3-3-1361,-4-6-1120,-4-1-2113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4:55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0 2561,'0'0'21133,"-6"2"-20074,3-1-975,0 0 0,0 0 0,0 1 0,0-1 0,0 1 0,0 0 0,0 0 0,1 0-1,-1 0 1,0 1 0,1-1 0,0 1 0,0-1 0,0 1 0,0 0 0,0 0 0,0 0 0,1 0 0,-1 0 0,1 0 0,0 0 0,-1 4 0,1-3 44,0 0 0,0-1 0,1 1 0,0 0 1,-1 0-1,1 4 0,1-8-155,0 1 0,-1-1 0,1 0 0,-1 0 0,1 0 0,-1 0 0,1 0 0,-1 0 0,1 0 0,0-1 0,-1 1 0,1 0 0,-1 0 0,1 0 0,-1 0 0,2-1 0,2-3-149,0 0 0,0 0 0,0 0 0,0 0 1,-1-1-1,1 0 0,-1 1 0,3-8 0,13-17-1000,-19 29 1173,0 0 1,0 0-1,0 0 0,0 0 1,0 0-1,0 0 0,0 0 0,0 0 1,0 0-1,0 0 0,0 0 1,0 1-1,0-1 0,0 0 1,0 0-1,0 0 0,0 0 0,0 0 1,0 0-1,0 0 0,0 0 1,0 0-1,0 0 0,0 0 0,0 0 1,0 0-1,0 0 0,0 0 1,0 0-1,0 0 0,0 0 1,0 0-1,0 0 0,0 0 0,0 0 1,1 0-1,-1 0 0,0 0 1,0 0-1,0 0 0,0 0 0,0 0 1,0 0-1,0 0 0,0 0 1,0 0-1,0 0 0,0 0 1,0 0-1,0 0 0,0 0 0,0 0 1,0 0-1,0 0 0,0 0 1,0 0-1,0 0 0,0 0 0,0 0 1,0 0-1,0 0 0,1 0 1,-1 0-1,0 0 0,0 0 0,0 0 1,0 0-1,0 5-8,0-4-5,1 29 690,-2-1 0,-1 1 0,-1-1 0,-11 47 0,9-60-457,4-8-150,-1 0 1,-1-1-1,1 1 0,-1-1 1,-1 0-1,-5 9 0,9-15-80,0-1 0,0 1-1,-1-1 1,1 0-1,0 1 1,-1-1 0,1 0-1,0 0 1,0 1 0,-1-1-1,1 0 1,-1 1-1,1-1 1,0 0 0,-1 0-1,1 0 1,-1 0 0,1 1-1,0-1 1,-1 0 0,1 0-1,-1 0 1,1 0-1,-1 0 1,1 0 0,-1 0-1,1 0 1,0 0 0,-1 0-1,1 0 1,-1 0 0,1-1-1,-1 1 1,1 0-1,0 0 1,-1 0 0,1-1-1,0 1 1,-1 0 0,1 0-1,-1-1 1,1 1-1,0 0 1,0-1 0,-1 1-1,-1-3-110,0 1 0,1 0-1,-1 0 1,1-1-1,0 1 1,-2-3-1,-3-10-364,1-1-1,0 1 1,1-1-1,0 0 0,1 0 1,1-1-1,0-19 1,3 36 526,-1 0-1,0-1 1,1 1 0,-1 0 0,0-1-1,1 1 1,-1 0 0,0-1 0,1 1-1,-1 0 1,1 0 0,-1-1 0,0 1-1,1 0 1,-1 0 0,1 0 0,-1 0-1,1 0 1,-1 0 0,1 0 0,-1 0-1,1 0 1,-1 0 0,1 0 0,0 0-1,18 0 597,-12 0-362,3 1-39,1 0-1,0 0 0,13 4 0,-4-1-393,-9-2-877,-10-2 842,-1 0-1,0 0 1,0 0-1,1 0 1,-1 0-1,0 0 1,0 0-1,1 0 1,-1-1-1,0 1 0,0 0 1,1 0-1,-1 0 1,0 0-1,0 0 1,0 0-1,1-1 1,-1 1-1,0 0 1,0 0-1,0 0 1,1 0-1,-1-1 0,0 1 1,0 0-1,0 0 1,0 0-1,0-1 1,0 1-1,1 0 1,-1 0-1,0-1 1,0 1-1,0 0 1,0 0-1,0-1 0,0-8-7792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4:56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62 11141,'0'0'13454,"9"0"-13392,28 1-70,-36-1-18,-1 0 1,1 0-1,0 0 1,0 0-1,0-1 1,0 1-1,-1 0 1,1 0-1,0-1 1,0 1-1,0 0 1,-1-1-1,1 1 1,0-1-1,0 1 1,-1-1-1,1 0 1,-1 1-1,1-1 1,0 1 0,-1-1-1,1 0 1,-1 0-1,0 1 1,1-1-1,-1 0 1,1 0-1,-1 1 1,0-1-1,0 0 1,1 0-1,-1 0 1,0-1-1,0-1-69,0 1 1,0-1-1,0 0 0,0 0 0,-1 1 0,1-1 1,-2-3-1,2 4 64,-1 1 0,0 0 0,0 0 0,1 0 0,-1 0 0,0 0 0,0 0 0,0 0 0,0 0 0,0 0 0,-1 0 1,1 0-1,0 0 0,0 1 0,-1-1 0,1 1 0,0-1 0,-1 1 0,1-1 0,0 1 0,-1 0 0,1-1 0,0 1 0,-1 0 0,1 0 0,-3 0 0,2 0 52,-1 0-1,1 0 0,-1 1 0,1-1 0,0 0 1,-1 1-1,1 0 0,0-1 0,0 1 0,-1 0 1,1 0-1,0 0 0,0 0 0,0 1 0,-2 1 1,2 0 223,-1 0 1,1 0 0,0 1 0,0-1-1,0 1 1,1-1 0,-1 1 0,1 0-1,0 0 1,0-1 0,0 1 0,0 0-1,1 0 1,-1 0 0,1 0 0,0 0-1,1 0 1,0 7 0,0-10-240,-1 0 0,1 0 1,-1 0-1,1 0 0,-1 0 1,1 0-1,0 0 0,-1-1 1,1 1-1,0 0 0,0 0 0,0-1 1,-1 1-1,1-1 0,0 1 1,0-1-1,0 1 0,0-1 1,0 1-1,0-1 0,0 0 1,1 1-1,25 1-2927,-25-2 2083,-1 0 564,-1-1 0,1 1 1,-1 0-1,1 0 0,-1 0 1,0-1-1,1 1 0,-1 0 1,0-1-1,1 1 0,-1 0 1,0-1-1,1 1 0,-1 0 1,0-1-1,1 1 0,-1-1 1,0 1-1,0 0 0,0-1 1,1 1-1,-1-1 0,0 1 1,0-1-1,0 1 0,0-1 1,0 1-1,0-1 0,0 1 1,0-1-1,0-1-945,1-13-7862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4:56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0 0 1201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4:56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74 1201,'54'-42'9326,"-42"36"4710,-10 31-12701,-2 32 0,0-24-1283,0-32-317,0-4-287,0-11 280,1-1-1,0 1 1,1-1-1,1 1 1,1 0-1,6-19 1,-10 32 291,0 0 1,1 0 0,-1 0 0,1 0 0,-1 0 0,1 0-1,-1 0 1,1 0 0,-1 0 0,1 1 0,0-1-1,0 0 1,-1 0 0,1 0 0,0 1 0,0-1 0,0 0-1,0 1 1,0-1 0,0 1 0,0-1 0,0 1 0,0 0-1,0-1 1,0 1 0,0 0 0,0 0 0,0 0-1,0-1 1,0 1 0,0 0 0,0 1 0,2-1 0,-1 1 31,0-1 0,0 1 0,-1 0 0,1 0 0,0 0 0,0 0 0,-1 0 0,1 1 0,-1-1 0,1 0 0,-1 1 0,0-1 0,1 1 0,-1-1 0,0 1 0,0 0 0,1 1 0,1 4-7,-1-1 0,0 1 0,0-1-1,0 1 1,-1 0 0,0 0 0,0 12-1,0 10-8431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4:57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9316,'0'0'17435,"12"2"-16616,7-2-792,-19 0 381,-11 4-14391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5:00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775 362 6915,'0'0'10904,"4"6"-4389,2-1-6251,2-2-230,1 0 0,-1-1 0,0 0 0,1 0 0,-1-1-1,11 1 1,54-3 31,-54 1-39,-6-1-16,-1 0 1,1 0-1,-1-1 1,0-1-1,1 0 0,-1 0 1,-1-1-1,15-7 0,-19 6 13,0-1 0,-1 0 0,0 0 0,0 0 0,0-1-1,0 1 1,-1-2 0,-1 1 0,7-11 0,-4 7-17,-6 7 4,0 1 0,0 0 0,0-1 0,-1 1 0,1-1 0,-1 1 0,0-1 0,0 1 0,0-1 0,-1-5 0,0-6 78,1 12-74,-1 0-1,0 0 1,0 0 0,1 1 0,-2-1 0,1 0 0,0 0 0,-1 0 0,1 1 0,-1-1 0,0 1-1,0-1 1,0 1 0,0 0 0,-4-4 0,-1 0 153,0 0 1,0 1-1,0 0 0,-13-6 1,-14-3 169,-1 1-1,-55-12 1,-2-1 29,50 11-217,23 8-79,0 0-1,-30-5 1,-1 5 102,-66-1 1,-50 10-73,144-1-94,0 1-1,1 2 0,-28 7 0,-62 24 4,70-21-9,35-11 2,0-1 0,0 1 0,0 1 1,0-1-1,0 1 0,0 0 0,1 0 0,0 1 1,-5 5-1,7-7-4,0 0 1,0 0-1,1 1 1,-1 0 0,1-1-1,0 1 1,0 0-1,0 0 1,0 0-1,1 0 1,0 0-1,0 1 1,0-1-1,-1 8 1,2-6 5,0 5 11,0-1-1,3 14 1,-2-20-12,0 1 0,0-1 0,1 0 0,-1 0 0,1 0 0,0 0 0,0 0 0,4 5 0,2 1 6,0 0 1,0 0-1,1-1 1,0 0-1,0-1 1,1 0-1,0 0 1,1-1-1,0 0 1,0-1-1,0 0 1,1-1-1,-1 0 1,1-1-1,15 3 1,10 0 20,-1-2 0,43 1 0,77-5 28,-73-2-62,132-4 97,-215 5-56,-2-18-26553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5:11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0 176,'0'0'19729,"-2"8"-19481,-7 25-90,-12 42 1245,6-36-777,8-17-491,-2-1-1,-16 30 1,23-47 73,-1 1-3275,3-16-6152,0 0 2939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5:12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0 8596,'0'0'7665,"-9"2"-7542,-27 7-59,32-8-1,-1 1 1,1 0 0,-1 0-1,1 0 1,0 0 0,0 1-1,0 0 1,0-1 0,0 1 0,-3 4-1,-4 2 466,10-8-473,0 0-1,0 0 0,0 0 0,0 0 0,0-1 0,0 1 1,0 1-1,0-1 0,0 0 0,0 0 0,1 0 1,-1 0-1,0 1 0,1-1 0,-1 0 0,1 0 0,-1 1 1,1-1-1,0 0 0,0 1 0,-1 2 0,2-4-55,-1 0-1,0 1 1,0-1-1,0 0 1,1 0-1,-1 1 1,0-1-1,0 0 1,0 0-1,1 1 1,-1-1-1,0 0 1,1 0-1,-1 0 1,0 0-1,1 1 1,-1-1-1,0 0 1,1 0-1,-1 0 1,0 0-1,1 0 1,-1 0-1,0 0 1,1 0-1,10 1 7,-9 0-4,104 9-568,-105-10 546,0 0 0,1 1 0,-1-1 0,0 0-1,0 1 1,1-1 0,-1 1 0,0 0 0,0-1 0,0 1-1,0 0 1,0 0 0,0-1 0,0 1 0,0 0 0,0 0-1,0 0 1,0 0 0,0 2 0,-1-3 23,1 1-1,-1 0 1,0 0 0,0-1 0,1 1-1,-1 0 1,0 0 0,0-1 0,0 1 0,0 0-1,0 0 1,0 0 0,0-1 0,0 1-1,0 0 1,0 0 0,-1 0 0,1-1-1,0 1 1,0 0 0,-1 0 0,1-1 0,0 1-1,-1 0 1,1-1 0,-1 1 0,1-1-1,-1 1 1,1 0 0,-1-1 0,0 1-1,0 0 1,-17 14 80,10-8 109,1-1 0,-12 8 1,16-13-156,0 1 1,0-1-1,0 1 1,0-1-1,0 0 1,-1 0-1,1 0 1,0-1 0,-1 1-1,-5-1 1,9 0-129,-1 0 0,0 0 0,1 0 0,-1 0 0,1-1 0,-1 1 0,0 0-1,1 0 1,-1-1 0,1 1 0,-1 0 0,1-1 0,-1 1 0,1 0 0,-1-1 0,1 1 0,-1-1 0,1 1 0,-1-1 0,1 1 0,0-1 0,-1 1 0,1-1 0,0 0 0,0 1 0,-1-1 0,1 1 0,0-1 0,0 0 0,0 1 0,0-1 0,0 1 0,0-2 0,0-27-3892,0 17 792,0-3-2051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5:12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6707,'0'0'6099,"5"1"-5854,3 0-42,-3-1-214,-1 1-1,1 0 1,0 0 0,-1 0-1,7 2 1,-10-2 156,1 0 0,-1-1 0,0 1 0,0 0 1,0-1-1,0 1 0,0 0 0,0 0 0,0 0 0,0 0 0,0 0 0,0 0 0,-1 0 0,1 1 1,0-1-1,-1 0 0,1 0 0,-1 0 0,1 1 0,-1-1 0,1 0 0,-1 1 0,0-1 1,0 0-1,0 1 0,0 0 0,0 10-32,0-4-6186,0-5 1700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5:13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0 10821,'0'0'9780,"-83"17"-16022,68-17-4243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5:26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28 184 3602,'0'0'7934,"-3"2"-6920,2-1-745,-1 0 1,1 0-1,-1 0 1,1 0 0,-1 0-1,1 0 1,0 1-1,0-1 1,0 0 0,-1 1-1,1-1 1,1 1-1,-1 0 1,0-1-1,0 1 1,1 0 0,-1-1-1,0 1 1,1 0-1,0 0 1,-1 2-1,0 8-163,0 0-1,0 1 0,3 15 1,-2 2 51,0 166 692,12-196-756,-3-1-17,1 0-1,0 0 1,12-4-1,-10 2-34,20-2 0,85-2 297,113-12 1088,-137 7-853,118-1 1,6 14-557,239-2 1695,-99-10-706,73 6-660,-393 4-161,0-1 0,42-9 0,-47 8 55,-32-9-93,0-14-94,-2 0 0,-1 0-1,-7-28 1,4 17-54,1 0-1,2 0 1,2-40 0,1 75 13,0-1 0,0 1 1,-1 0-1,1-1 1,-1 1-1,1 0 1,-1 0-1,0 0 1,0 0-1,0 0 0,0 0 1,0 0-1,0 0 1,0 0-1,-1 0 1,1 0-1,-1 1 1,0-1-1,1 0 0,-1 1 1,0 0-1,0-1 1,0 1-1,0 0 1,0 0-1,-3-1 1,-6-2 137,0 1 1,0 0 0,0 0 0,-15 0 0,0-1-84,-10-1 13,-1 2 0,-69 3 0,73 0-7,-18 4 82,-54 9 0,16 0-87,-316 6 380,400-19-445,-193 6 63,-91 1 31,144-4-41,-84-2 29,196-2-55,-4-2-42,1 3 0,-1 1 0,-39 6 0,-38 16-11,-38 7-10,148-29 42,1-1-238,-2 0-5410,5-6-522,0 4 4556,0-9-6740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5:27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6 3282,'0'0'11162,"-6"0"-10071,-17 2-168,23-2-873,-1 1 0,0-1 0,0 1 0,1 0 0,-1-1 0,0 1 0,1 0 0,-1-1 1,0 1-1,1 0 0,-1 0 0,1 0 0,-1-1 0,1 1 0,0 0 0,-1 0 0,1 0 0,0 0 0,0 0 0,-1 0 0,1 0 0,0 0 0,0 0 0,0 0 0,0 2 0,0 2 93,-5 38 297,2 1 1,3 50 0,0-45-323,0-45-103,1 27 60,0-29-68,-1 0 0,1 0-1,-1 0 1,1-1-1,-1 1 1,1 0 0,0 0-1,0 0 1,0 0-1,0-1 1,0 1 0,2 1-1,-1-2-5,0 0 0,0 0 0,0-1-1,0 1 1,0-1 0,0 1 0,0-1 0,0 0-1,0 0 1,0 0 0,0 0 0,0 0-1,3-1 1,2 0 23,-4 1-21,0 0 1,0-1-1,0 0 1,0 1-1,-1-1 1,1-1-1,0 1 1,-1 0-1,1 0 0,-1-1 1,1 0-1,-1 1 1,0-1-1,1 0 1,-1 0-1,0 0 1,1-3-1,6-6 17,0 0-1,8-15 1,-12 17-26,5-8-29,0 0 1,11-29 0,-17 36-50,-1 0 0,0 0 1,-1-1-1,0 1 1,-1-1-1,1-15 0,-2 22-20,0-1 0,0 1 0,0-1-1,0 0 1,-1 1 0,0-1 0,0 1-1,0 0 1,0-1 0,-1 1 0,0 0-1,0 0 1,-4-8 0,4 9-377,-2-2-1045,0 4-4281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5:27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0 7812,'0'0'2078,"-1"15"-870,0 4-763,-1 9 557,-8 38 1,-17 46 1257,22-98-2096,0 1 0,-1-1 0,0 0 0,-1-1 0,-13 19 0,19-31-201,1 0 0,-1-1 0,1 1 0,0-1 0,-1 1 0,1 0 0,-1-1 1,1 1-1,-1-1 0,0 1 0,1-1 0,-1 1 0,1-1 0,-1 0 0,0 1 1,0-1-1,1 0 0,-1 0 0,0 1 0,1-1 0,-1 0 0,-1 0 0,2-3-1427,0-38-4430,0 12 1519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5:28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7523,'0'0'1457,"0"81"-673,10-42 481,0 3-369,-2 1 257,0 2-737,-2-2-144,-6-4 16,2-4-47,-2-9-241,0-9 0,0-8-48,-15-19-11990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5:28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5955,'0'0'3361,"90"-17"-3185,-68 5-176,-2 4-928,-6 0-1697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5:28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18 7635,'0'0'3239,"2"16"-2049,16 106 1449,-14-75-2092,-1 56-1,-3-84-473,0-16-64,0 1 1,0-1 0,-1 1 0,1-1 0,-2 6 0,2-8-7,-1 0 0,1 0 0,0-1 0,-1 1 0,1 0 0,-1 0 0,1-1 0,-1 1 0,1 0 0,-1-1 0,0 1 0,1-1 0,-1 1 0,0-1 0,1 1 0,-1-1 0,0 1 0,1-1 0,-1 0 0,0 1 0,0-1 0,0 0 0,1 0 0,-1 0 0,0 1 0,0-1 0,0 0 0,-1 0 0,1 0-22,0-1 0,0 1 0,0 0 0,0 0 0,0-1 0,0 1 0,1-1 0,-1 1 0,0-1 0,0 1 0,0-1-1,1 1 1,-1-1 0,0 0 0,1 1 0,-1-1 0,0 0 0,1 1 0,-1-1 0,1 0 0,-1 0 0,1 0 0,-1-1 0,-9-25-635,8 20 506,-5-21-118,1 0-1,1 0 1,1-1-1,2 0 1,0 1 0,5-41-1,-3 62 363,1 1 1,0 0-1,1-1 0,-1 1 0,1 0 0,1 0 1,2-7-1,-4 12-70,-1 0 0,1 0 1,0 0-1,-1-1 0,1 1 1,0 0-1,0 0 0,-1 0 0,1 0 1,0 0-1,0 1 0,0-1 1,0 0-1,0 0 0,1 1 0,-1-1 1,0 0-1,0 1 0,0-1 0,1 1 1,-1 0-1,0-1 0,0 1 1,1 0-1,-1 0 0,0 0 0,1 0 1,-1 0-1,0 0 0,1 0 0,-1 0 1,0 0-1,0 1 0,1-1 1,-1 0-1,0 1 0,0-1 0,1 1 1,-1 0-1,0-1 0,0 1 0,2 1 1,0 1 63,1 0 1,-1 0 0,1 0-1,-1 1 1,0 0 0,0-1-1,-1 1 1,1 0-1,-1 0 1,0 0 0,0 0-1,0 1 1,-1-1 0,3 10-1,-1 0 7,-1 0 0,0 1 0,-1 22 0,-1-36-102,0 1 0,0 0 0,-1 0 0,1-1 0,0 1 0,-1 0 0,1 0 0,-1-1 0,1 1 0,-1-1 0,0 1 0,0 0 0,0-1 0,0 0 0,0 1 0,0-1 0,0 1 0,0-1 0,0 0 0,-1 0 0,1 0 0,0 0 0,-1 0 0,1 0 0,-1 0 0,1 0 0,-4 1 0,0-1-127,0 0-1,0 1 0,0-2 1,0 1-1,0-1 0,0 1 1,-1-1-1,-7-2 0,9 2 59,8 1 189,0 1 1,0 0-1,0 0 1,0 0-1,-1 1 1,1-1-1,4 4 0,23 25 642,-20-19-642,23 25-11,-34-37-195,1 0 0,-1 0 0,0 0-1,0 0 1,0 1 0,0-1 0,0 0 0,0 0 0,0 0-1,1 0 1,-1 0 0,0 0 0,0 1 0,0-1 0,0 0-1,0 0 1,1 0 0,-1 0 0,0 0 0,0 0 0,0 0-1,1 0 1,-1 0 0,0 0 0,0 0 0,0 0 0,0 0-1,1 0 1,-1 0 0,0 0 0,0 0 0,0 0 0,1 0-1,-1 0 1,0 0 0,0 0 0,0 0 0,0 0 0,1 0-1,-1-1 1,0 1 0,3-7-5084,-3-5-1826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5:29.2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4130,'0'0'13062,"66"0"-12774,-37 0-224,-3 0-48,-4 0-16,0 0-864,-6-7-1041,-7-1-2033,-5-2-624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5:29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7347,'0'0'8260,"-43"94"-7155,41-64-241,2 3-464,0 2-352,0-3-32,0-5-16,0-7-1104,0-4-1201,0-6-1745,0-1-880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5:32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436 65 3730,'0'0'4847,"-3"-1"-4689,-6-4 103,6 4 582,0 1 2114,-8 0-2120,-170 0 2300,169 1-2966,-1 1 1,1 0-1,-1 1 0,1 1 0,0 0 0,-15 7 0,1-1-8,-58 27 285,83-36-443,0-1 1,0 0-1,0 1 0,1-1 0,-1 0 1,0 1-1,0-1 0,1 1 1,-1-1-1,0 1 0,1 0 0,-1-1 1,1 1-1,-1 0 0,1-1 0,-1 1 1,1 0-1,-1 0 0,1-1 0,0 1 1,-1 0-1,1 0 0,0 0 0,0-1 1,-1 1-1,1 0 0,0 0 0,0 0 1,0 0-1,0-1 0,0 1 1,0 0-1,1 0 0,-1 1 0,0 4-21,0-3 23,0 0 0,0 0-1,0 0 1,0-1 0,1 1-1,-1 0 1,1 0 0,0-1-1,2 6 1,-2-7-4,0 1 1,0-1-1,1 0 0,-1 1 1,0-1-1,1 0 0,-1 0 0,1 0 1,0 0-1,-1 0 0,1 0 1,0 0-1,-1-1 0,1 1 0,0 0 1,2-1-1,24 7 25,1-1 0,50 2 0,60-5 76,-106-3-97,139 2 79,70 0 97,-160-7 20,17 0 165,146-5 731,-29 6-892,-130 5-160,209-4-47,-289 3-6,-1 0 0,1 0 0,-1-1 1,0 0-1,1 0 0,-1 0 1,0-1-1,0 0 0,0 0 0,0 0 1,0 0-1,7-6 0,-11 7 1,-1 0-1,1 0 1,-1-1-1,0 1 1,1 0-1,-1-1 1,0 1-1,0 0 1,0-1-1,0 1 1,-1 0-1,1-1 1,0 1 0,0 0-1,-1-1 1,1 1-1,-1 0 1,1 0-1,-1 0 1,0-2-1,-6-3-4,0 1-1,0 0 0,-1 1 0,1 0 0,-1 0 1,-11-3-1,17 6 6,-35-12 86,0 1-1,-39-5 0,72 16-81,-253-40 225,97 19-10,-22 1 266,146 19-349,0 2 0,0 2-1,-40 6 1,-117 10 476,-1-16-277,131-2-861,63 0-409,5-1-5238,9-4-49,2 2 227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5:34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0 180 3378,'0'0'5559,"0"16"-4403,0 50 63,1-41-461,1 1 1,1-1 0,7 26-1,-6-31-418,0 1-1,1 39 0,-2 13-50,-3-73-289,1 1 1,-1 0 0,0-1-1,0 1 1,1-1 0,-1 1-1,1-1 1,-1 1 0,0-1 0,1 0-1,-1 1 1,1-1 0,-1 1-1,1-1 1,-1 0 0,1 1 0,-1-1-1,1 0 1,-1 0 0,1 0-1,-1 1 1,1-1 0,-1 0 0,1 0-1,1 0 1,17 3 357,94 0 2148,-20-3-2326,158 3 164,-143-4-162,242-10-85,-4 0 22,-270 11-119,18-1 65,146 17 1,-187-9 232,80 2 1,-132-9 107,-1-2-257,0-33 90,1 1-215,-2 1 1,-7-49-1,-14-119-26,21 182 2,0 11 9,0 0 1,0 0 0,-1 0 0,0 0-1,-1 0 1,0 0 0,0 1 0,0-1-1,-1 1 1,0 0 0,-1 0-1,1 0 1,-1 1 0,-1-1 0,1 1-1,-1 1 1,0-1 0,0 1 0,-14-9-1,11 9 8,1 1 0,-1 0 0,0 0-1,0 1 1,0 1 0,-1-1-1,-12-1 1,-68-1 216,75 4-218,-378 12 1716,285-2-1309,-303 30 234,-188 53-152,559-87-484,24-4-4111,15-1 3595,0 0 1,0 1-1,0-1 0,1 0 0,-1 0 1,0 1-1,0-1 0,1 0 0,-1 1 1,0-1-1,0 1 0,1-1 0,-1 1 1,-1 1-1,-3 2-2075,-21 17-7762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09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0 688,'7'0'19625,"-9"1"-19569,1-1-1,0 0 0,-1 1 1,1-1-1,0 1 0,-1-1 1,1 1-1,0 0 0,0-1 1,0 1-1,-1 0 0,1 0 1,0 0-1,0 0 0,0 0 1,1 0-1,-1 0 0,0 0 1,0 0-1,0 1 0,0 1 1,-2 2 6,1 0 1,0 0 0,0 0 0,-2 7 0,2-1-8,1-1 0,1 1 0,0 19 0,1-8-43,-1-20-13,0 0 0,1-1 0,-1 1 0,1 0 0,-1 0 0,1 0 0,0-1 0,0 1 0,0 0 0,0-1 0,0 1 0,0-1 0,0 1 0,1-1 0,-1 0 0,0 1 0,1-1 0,-1 0 0,1 0 0,-1 0 0,3 1 0,-3-1-11,0-1-1,0 1 1,0-1 0,0 1-1,1-1 1,-1 1-1,0-1 1,0 0 0,0 1-1,0-1 1,0 0-1,1 0 1,-1 0 0,0 0-1,0 0 1,0 0 0,1 0-1,-1 0 1,0-1-1,0 1 1,0 0 0,0-1-1,0 1 1,0-1-1,1 1 1,-1-1 0,0 0-1,0 1 1,-1-1-1,1 0 1,0 0 0,0 1-1,1-3 1,1-2-25,-1 0-1,1 0 1,-1 0-1,0 0 1,-1-1 0,1 1-1,-1-1 1,0 0 0,0-7-1,0-8-22,-2-23-1,1 40 73,0 3-18,0 0-1,0 0 1,0 0 0,0 0 0,0-1-1,-1 1 1,1 0 0,0 0-1,0 0 1,-1 0 0,1 0 0,-1 0-1,1 0 1,-1 0 0,1 0-1,-1 0 1,0 0 0,1 0 0,-1 0-1,0 0 1,0 0 0,1 1-1,-1-1 1,0 0 0,0 0 0,0 1-1,0-1 1,0 1 0,0-1-1,0 1 1,-1-1 0,1 1-1,0 0 1,0 0 0,0-1 0,0 1-1,0 0 1,-1 0 0,1 0-1,0 0 1,-2 1 0,2-1-99,0 0 1,0 0-1,-1 1 0,1-1 0,0 0 1,0 1-1,0-1 0,0 1 1,0-1-1,0 1 0,1 0 1,-1-1-1,0 1 0,0 0 1,0 0-1,1-1 0,-2 3 1,-13 19-2311,11-15 1095,-14 25-3762,-3 6-1662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13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8276,'0'0'7075,"24"20"-7059,-24-11-16,0 2-64,0 5-1873,-14 7-2945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13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12310,'0'0'2881,"0"4"-7811,-15 11-1345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13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4402,'0'0'5250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14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0 848,'0'0'23270,"0"6"-20944,-2-1-2189,0 0-1,0-1 1,0 1 0,-1-1-1,-5 8 1,-2 2-138,-47 73-148,57-87 134,0 1 0,0-1 1,1 0-1,-1 0 0,0 0 1,0 0-1,0 1 0,0-1 1,0 0-1,0 0 1,1 0-1,-1 0 0,0 0 1,0 0-1,0 0 0,1 1 1,-1-1-1,0 0 0,0 0 1,0 0-1,1 0 0,-1 0 1,0 0-1,0 0 0,0 0 1,1 0-1,-1 0 0,0 0 1,0 0-1,0 0 0,1 0 1,-1 0-1,0 0 0,0 0 1,0-1-1,0 1 0,1 0 1,-1 0-1,0 0 0,0 0 1,12-3-551,4-1 578,1 1-1,0 0 1,0 1 0,33 0 0,-20 2 57,-16 0-2442,-16-8-4757,-8 2 921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14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0 0 12358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14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12358,'44'-9'6883,"-44"39"-4754,0 9-865,0 10-63,3 5-1137,-3-12-32,0-8-32,0-11-624,0-10-961,0-43-19321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15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4498,'0'0'19001,"16"21"-19001,-9-14-16,-1-1-336,-1-5-961,-2-1-752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15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7523,'0'0'16021,"15"3"-15466,45 10-187,-58-13-353,0 1-1,-1-1 1,1 0-1,-1 1 0,1 0 1,-1-1-1,1 1 1,-1 0-1,0 0 1,1 0-1,-1 0 1,0 0-1,0 0 1,0 0-1,1 0 0,-1 0 1,0 0-1,0 2 1,0-1-8,0-1 1,-1 1-1,0 0 0,1-1 1,-1 1-1,0 0 1,0-1-1,0 1 0,0 0 1,0 2-1,-1 3 0,1-4-38,-1 1 0,1-1 0,-1 0 0,0 0 0,0 1 0,0-1 0,-1 0 0,1 0 0,-1 0-1,1 0 1,-1 0 0,0-1 0,-4 5 0,-5 5-1196,-20 17 0,13-13-433,15-13 1311,2-1 271,0-1 1,0 0-1,0 0 1,0 0-1,0 0 0,-1 0 1,1 0-1,0-1 1,-1 1-1,1 0 0,-3 0 1,4-1 114,11 0 518,7-2 186,-1 0 0,19-7 0,2 1-691,-38 8-108,1 0 0,-1-1 0,1 1 0,-1 0 0,1 0 0,-1 0 1,1 0-1,-1 0 0,1-1 0,-1 1 0,1 0 0,-1 0 0,1-1 0,-1 1 0,1 0 0,-1-1 0,0 1 0,1 0 0,-1-1 1,0 1-1,1-1 0,-1 0 0,2-9-7665,-2 2-1550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16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0 16888,'0'0'7593,"6"12"-7527,7 15-152,15 41-1,-28-66 52,1 1 0,-1-1 0,1 0 1,-1 0-1,1 0 0,0 0 0,0 0 0,0 0 1,0 0-1,1 0 0,-1 0 0,0-1 0,1 1 0,-1 0 1,1-1-1,0 1 0,0-1 0,-1 0 0,1 0 1,3 2-1,-5-3 27,1 0 0,-1 0 0,1 1 1,-1-1-1,0 0 0,1 0 0,-1 0 0,0 0 1,1 1-1,-1-1 0,0 0 0,1 1 0,-1-1 1,0 0-1,1 0 0,-1 1 0,0-1 0,0 0 1,0 1-1,1-1 0,-1 0 0,0 1 0,0 0 1,0-1 28,0 1 0,0-1 1,0 0-1,0 1 0,-1-1 1,1 0-1,0 0 0,0 1 1,0-1-1,-1 0 0,1 1 1,0-1-1,0 0 0,-1 0 1,1 0-1,0 1 0,-1-1 1,1 0-1,0 0 0,-1 0 1,-18 7 365,9-5-668,1-1-1,-1 0 1,1 0 0,-1-1-1,-13-1 1,18 0-527,0 0 0,0 0 1,0-1-1,-7-2 0,7 2-468,1-1 0,0 1 1,1 0-1,-1-1 0,-6-5 0,-9-12-6720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16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0 0 6147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16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6147,'39'-23'5378,"-25"23"-4817,-1 0 31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16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3714,'0'0'14374,"0"14"-11474,3 104 907,-3-102-3695,0-16-116,0 1 1,0 0-1,0-1 1,0 1-1,0 0 1,0-1-1,0 1 1,1 0-1,-1-1 1,0 1-1,0-1 1,0 1-1,1 0 1,-1-1 0,0 1-1,1-1 1,-1 1-1,1 0 1,1-16-723,3-25 154,17-69 0,-17 97 568,0-3 245,-5 14 303,3 7 723,1 50 198,-4-56-1477,0 1 0,0-1-1,0 1 1,0-1 0,0 1 0,0-1 0,0 1-1,0-1 1,0 0 0,1 1 0,-1-1-1,0 1 1,0-1 0,0 0 0,1 1-1,-1-1 1,0 1 0,1-1 0,-1 0 0,0 1-1,1-1 1,-1 0 0,0 0 0,1 1-1,-1-1 1,0 0 0,1 0 0,-1 1 0,1-1-1,-1 0 1,1 0 0,-1 0 0,1 0-1,-1 0 1,0 0 0,1 0 0,-1 0-1,1 0 1,-1 0 0,1 0 0,-1 0 0,1 0-1,-1 0 1,1 0 0,1-1-28,0 1 0,-1-1 0,1 0 0,0 0 0,-1 0 0,1 0 0,0 0 0,-1 0 0,3-2 0,12-15 90,-13 13-37,1 0-1,0 1 1,1-1 0,-1 1 0,1 0-1,7-5 1,-12 9-11,1 0 0,-1 0 0,0-1 1,1 1-1,-1 0 0,0 0 0,1 0 0,-1 0 0,1 0 0,-1 0 0,0 0 1,1 0-1,-1 0 0,0 0 0,1 0 0,-1 0 0,1 0 0,-1 0 0,0 0 1,1 0-1,-1 0 0,0 0 0,1 1 0,-1-1 0,0 0 0,1 0 0,-1 0 0,0 1 1,1-1-1,-1 0 0,0 0 0,0 1 0,1-1 0,-1 0 0,0 1 0,0-1 1,0 0-1,1 1 0,-1-1 0,0 0 0,0 1 0,0-1 0,0 0 0,0 1 1,0-1-1,0 1 0,4 23 280,-3-17-133,1 24 247,-1-20-331,0 1-1,2 12 1,2-15-660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17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0 2961,'0'0'19831,"-10"9"-18857,-27 26-492,36-34-469,0 0-1,0-1 1,1 1-1,-1 0 1,0-1-1,1 1 0,-1 0 1,0 0-1,1 0 1,-1-1-1,1 1 0,0 0 1,-1 0-1,1 0 1,0 0-1,-1 0 0,1 0 1,0 0-1,0 0 1,0 0-1,0 0 1,0 0-1,0 0 0,0 0 1,0 0-1,1 1 1,-1-1-9,1 1 0,0-1 0,-1 0 0,1 0 0,0 0 0,0-1 0,0 1 0,0 0 0,0 0 0,0 0 0,2 0 0,-1 0 26,5 4 30,1 0-42,-1 0 0,0 0 0,10 9 0,-15-12 15,0 0 1,-1 0-1,1 0 0,-1 0 1,1 0-1,-1 1 0,0-1 1,0 0-1,0 1 0,0-1 1,0 1-1,-1-1 1,1 1-1,-1-1 0,1 1 1,-1 3-1,0-5-20,0 1-1,-1-1 1,1 0-1,-1 1 1,1-1-1,-1 0 1,1 1-1,-1-1 1,0 0 0,0 0-1,1 0 1,-1 0-1,0 0 1,0 0-1,0 0 1,0 0 0,0 0-1,-1 0 1,1 0-1,0 0 1,0-1-1,0 1 1,-1-1-1,1 1 1,0-1 0,-1 1-1,-1-1 1,-3 2-196,-1 0 0,0-1 0,1 0 0,-10 0 0,12-1-322,0 0 0,0 0 0,1 0 0,-1-1 0,0 1 0,1-1-1,-8-3 1,8 3-480,0-1-1,0 1 0,0-1 0,0 0 1,0-1-1,0 1 0,1 0 0,-5-5 0,-13-19-10387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17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1681,'0'0'16023,"73"42"-20073,-73-26-2337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17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0 512,'0'0'16165,"-4"13"-13006,-25 78 1021,28-84-3939,-1 0-1,1 0 1,0 0-1,1 0 1,-1 0-1,2 9 1,-1-15-237,0 0 1,1 0-1,-1 1 0,1-1 1,-1 0-1,1 0 1,-1 0-1,1-1 1,-1 1-1,1 0 0,0 0 1,-1 0-1,1 0 1,0-1-1,0 1 0,0 0 1,0-1-1,0 1 1,0 0-1,0-1 1,0 1-1,0-1 0,0 0 1,0 1-1,0-1 1,0 0-1,0 0 1,2 1-1,-1-1-13,0 0 0,-1 1 0,1-1 0,0 0 0,0 0 0,0 0 0,-1-1 0,1 1 0,0 0 0,0-1 0,-1 1 0,1-1 0,0 1 0,-1-1 0,1 0 0,0 0 0,-1 0 0,2-1 0,1-2-62,-2 0-1,1 0 1,0 0 0,-1 0 0,0 0-1,0 0 1,0-1 0,-1 1-1,1-1 1,-1 0 0,0 1 0,0-6-1,1-10-443,0-30 0,-2 45 378,0 4 61,0 0 0,0 1 0,0-1 1,0 0-1,0 0 0,0 1 0,0-1 0,0 0 1,0 0-1,0 1 0,-1-1 0,1 0 0,0 1 1,0-1-1,-1 0 0,1 0 0,-1 1 0,1-1 1,0 1-1,-2-2 0,1 2-192,0-1 0,0 1 0,0 0 1,-1 0-1,1 0 0,0-1 0,0 1 0,-1 0 1,1 0-1,-2 1 0,0-1 14,-12 3-3353,0 8-2129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17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4690,'0'0'17096,"50"28"-17368,-47-28-2193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18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0 12662,'0'0'9151,"3"8"-7687,6-9-1158,13 0-58,-21 1-210,0 0 1,0 0-1,0 0 0,0 1 0,0-1 0,0 0 0,0 0 0,0 0 0,-1 1 1,1-1-1,0 0 0,0 1 0,0-1 0,1 2 0,-1 0 5,-1 0 0,1 0-1,-1 0 1,1 0 0,-1 1-1,0-1 1,0 0 0,0 0-1,0 0 1,0 1 0,-1-1-1,1 0 1,-1 0 0,-1 4-1,0 0-22,-1-1-1,0 0 0,0 0 0,-1 0 1,0 0-1,1-1 0,-6 5 0,-35 28-385,20-18-334,-2 4-965,24-22 1540,2-1 176,8 0 367,2 0-204,0 0 0,0-1 0,-1 0 0,1 0-1,0-1 1,-1 0 0,17-7 0,-22 8-317,-2 0-49,1-1 0,0 1 0,0 0 1,-1-1-1,5-3 0,0-4-2806,-5-4-3683,-2 0-2945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18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0 0 464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18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0 464,'77'19'12489,"-53"-11"-7062,-24-7-5351,1-1-1,-1 0 1,1 1 0,-1-1-1,0 0 1,1 1 0,-1-1 0,0 1-1,1-1 1,-1 1 0,0-1-1,1 1 1,-1-1 0,0 1-1,1 0 1,2 6 1097,6 5 845,13 25 0,-20-32-2012,0 0 0,0 0 0,0 1 0,0-1 0,-1 1 0,0-1 0,0 1 0,-1 8 0,1-13 0,-1 0 0,0 1 1,0-1-1,0 0 0,-1 1 0,1-1 1,0 0-1,0 1 0,-1-1 0,1 0 0,-1 0 1,1 1-1,-1-1 0,0 0 0,1 0 0,-2 2 1,0-2-21,1 0 0,-1 0 0,0 0 1,0 0-1,0 0 0,0 0 0,0 0 1,0-1-1,-4 2 0,0-1-707,-1 0 0,0 0 0,0 0 0,-13-1 1,16 0-169,-1 0 1,1-1-1,0 0 1,-1 0 0,1 0-1,0 0 1,0-1-1,-7-2 1,-9-12-6379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18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10933,'0'0'6355,"45"-10"-6915,-40 10-2866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19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7331,'43'62'3709,"-41"-60"-3258,-1 1 1,0-1-1,0 1 1,0-1-1,0 1 1,0-1-1,0 1 1,0 0 0,-1-1-1,0 1 1,1 0-1,-1 0 1,0-1-1,0 1 1,-1 4-1,0 5 1372,1 15 2048,3-28-3874,2-6-193,-1 0 0,0 0-1,-1 0 1,0-1 0,3-9 0,-3 8 170,1-1 1,0 1 0,6-10 0,-4 13 211,-3 10 237,-2 11 100,-1-14-548,-1 9 346,1-7-260,0 0-1,-1 0 0,1 0 1,0 0-1,0 0 0,1 0 1,-1 0-1,2 5 1,-2-8-67,1 0 0,-1 1 0,0-1 0,1 0 1,-1 0-1,0 1 0,1-1 0,-1 0 0,1 0 1,-1 0-1,1 0 0,-1 1 0,0-1 0,1 0 1,-1 0-1,1 0 0,-1 0 0,1 0 0,-1 0 1,1 0-1,-1 0 0,0 0 0,1 0 0,-1-1 1,1 1-1,-1 0 0,1 0 0,12-6-466,4-13-7,2-1 254,-17 19 223,-1 0 0,1 0 1,-1 0-1,1 0 0,-1 0 0,1 0 1,-1 1-1,1-1 0,0 1 0,0-1 1,-1 1-1,1 0 0,3-1 0,-5 1 14,1 1 0,-1-1 0,1 0-1,-1 0 1,0 1 0,0-1 0,1 0-1,-1 1 1,0-1 0,1 0 0,-1 1-1,0-1 1,0 0 0,0 1 0,1-1-1,-1 1 1,0-1 0,0 0-1,0 1 1,0-1 0,0 1 0,0-1-1,0 1 1,0-1 0,0 0 0,0 2-1,0 15 199,0-14-176,1 14-165,-1-9-85,0 1 1,-1 14-1,1-21-280,-1 0 1,1 0-1,0 0 1,-1-1-1,0 1 1,1 0-1,-1 0 1,0 0-1,0-1 1,0 1-1,0 0 1,0-1-1,-1 1 1,1-1-1,0 0 1,-4 3-1,-9 4-8738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19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0 8196,'0'0'13064,"-1"7"-12965,0-2-81,1-3-7,-1-1-1,1 1 0,0 0 1,-1 0-1,1 0 1,0 0-1,0 0 1,0 0-1,1 0 1,-1 0-1,0-1 1,1 1-1,-1 0 1,1 0-1,-1 0 0,1 0 1,0-1-1,0 1 1,0 0-1,0-1 1,2 3-1,6 5 134,1 1 1,-1 1-1,11 17 0,-17-23 0,0 1 0,-1-1-1,1 1 1,-1-1 0,0 1 0,-1 0 0,0 0-1,1 0 1,-2 0 0,1 10 0,-1-15-124,0 0 1,0 1-1,0-1 1,0 1 0,-1-1-1,1 1 1,-1-1 0,1 0-1,-1 1 1,1-1 0,-1 0-1,0 0 1,1 1-1,-1-1 1,0 0 0,0 0-1,-2 2 1,1-1 3,0-1 0,0 1-1,-1-1 1,1 0 0,-1 1 0,1-1-1,0 0 1,-1 0 0,-3 0 0,0 0-250,-1 0 0,1 0 0,-1-1 0,1 0 0,-1 0 0,1 0 1,-11-3-1,13 2-287,0 0 1,0 0 0,1-1 0,-1 0-1,0 0 1,-3-2 0,-25-21-6096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19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0 352,'0'0'18425,"87"28"-18377,-77-18-48,-10 1-3618,0 4-3089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20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16 2673,'0'0'20994,"1"8"-19978,1 5-770,1 6-2,6 20 0,-8-34-226,1-1 1,-1 1-1,1-1 0,0 1 0,0-1 0,1 1 0,-1-1 1,1 0-1,0 0 0,4 4 0,-6-7-19,-1-1 1,1 1-1,0-1 0,-1 1 1,1 0-1,0-1 0,-1 0 0,1 1 1,0-1-1,0 1 0,-1-1 1,1 0-1,0 1 0,0-1 0,0 0 1,0 0-1,0 0 0,-1 0 1,1 0-1,0 0 0,0 0 0,0 0 1,0 0-1,0 0 0,0 0 1,-1 0-1,1-1 0,0 1 1,0 0-1,0-1 0,-1 1 0,1 0 1,1-2-1,-1 1-15,1 0 1,-1-1-1,0 1 0,1-1 1,-1 0-1,0 1 1,0-1-1,0 0 0,-1 0 1,1 0-1,0 0 1,-1 1-1,1-4 0,2-11-345,-2 0-1,0 0 0,-1 1 0,-3-25 0,3 39 283,0 0-1,0 0 1,0 0-1,-1 0 0,1 0 1,0 0-1,-1 0 1,1 0-1,-1 1 0,1-1 1,-1 0-1,1 0 1,-1 0-1,1 1 0,-1-1 1,0 0-1,1 1 1,-1-1-1,0 0 0,0 1 1,0-1-1,1 1 1,-1-1-1,0 1 0,0 0 1,0-1-1,0 1 1,0 0-1,0 0 0,0-1 1,0 1-1,0 0 1,0 0-1,0 0 0,-1 0 1,0 1-278,-1-1 0,0 0 0,1 1 0,-1 0 0,1-1 0,-1 1 0,1 0 0,-1 0 0,1 0 0,0 1 0,-5 2 0,-1 3-2507,1 0 0,-9 9 1,6-2-4754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20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0 480,'0'0'19705,"53"22"-20505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20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0 4434,'0'0'15730,"11"13"-14927,4 3-671,15 23 0,-28-36-123,-1 0 1,1 0-1,-1 0 0,1 0 0,-1 1 0,0-1 1,0 0-1,-1 1 0,1-1 0,-1 0 0,1 1 1,-1-1-1,0 1 0,0-1 0,-1 4 1,0 6 15,1-9-36,0 1 0,0-1-1,-1 0 1,0 0 0,0 1-1,0-1 1,0 0 0,0 0-1,-4 6 1,4-8-159,0 0-1,0-1 1,0 1 0,-1-1-1,1 1 1,0-1 0,-1 1-1,0-1 1,1 0 0,-1 0-1,1 1 1,-1-1 0,0 0-1,0-1 1,0 1 0,0 0-1,0 0 1,0-1 0,0 1-1,0-1 1,0 0 0,-2 0-1,0 1-635,1-1 0,0 0 0,0 0 0,0-1-1,0 1 1,0-1 0,0 0 0,-1 1 0,-2-3 0,5 3 572,0-1 0,-1 0 0,1 1 0,0-1 0,0 0 0,1 0 0,-1 0 0,0 0 0,0 0 0,-1-2 1,1 2 352,0 0 1,1-1 0,-1 1 0,1 0 0,-1-1 0,1 1 0,0-1-1,0 1 1,-1-1 0,1-2 0,0 4 125,1-1 0,-1 1 1,0-1-1,0 1 0,0 0 0,1-1 1,-1 1-1,0-1 0,0 1 0,1 0 1,-1-1-1,0 1 0,1 0 0,-1-1 0,1 1 1,-1 0-1,0-1 0,1 1 0,-1 0 1,1 0-1,-1 0 0,1-1 0,-1 1 0,0 0 1,1 0-1,-1 0 0,1 0 0,0 0 1,17-2 1267,-16 2-995,50 0 1516,-27 0-4194,-20-1-2332,-4-4-2760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21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7940,'0'0'12317,"5"9"-12103,20 32-132,-13-13 4,-12-26-83,0-1-1,0 0 0,1 0 1,-1 0-1,0 1 0,1-1 1,-1 0-1,1 0 0,0 0 0,-1 0 1,1 0-1,0 0 0,-1 0 1,1 0-1,0 0 0,0-1 1,0 1-1,0 0 0,0 0 0,0-1 1,0 1-1,0 0 0,0-1 1,0 1-1,1-1 0,-1 0 1,0 1-1,0-1 0,0 0 0,3 0 1,0 1 38,-2-1-34,0 1 0,-1-1 0,1 0 1,0 1-1,0-1 0,0 1 0,-1 0 0,1 0 1,2 0-1,-4 0 32,1 0 0,-1 0 0,1-1 0,-1 1 1,1 0-1,-1 0 0,0 0 0,1-1 0,-1 1 0,0 0 1,1 0-1,-1 0 0,0 0 0,0 0 0,0 0 0,0-1 1,0 1-1,0 0 0,0 0 0,0 0 0,0 0 0,-1 1 1,1 0-23,-1-1 1,1 1 0,-1-1 0,0 1 0,1-1-1,-1 1 1,0-1 0,0 1 0,0-1 0,0 0-1,0 0 1,0 0 0,0 1 0,0-1 0,-1 0-1,1 0 1,0-1 0,-1 1 0,1 0 0,-1 0-1,1-1 1,-1 1 0,1-1 0,-4 2 0,2-2-373,-1 1 1,1 0-1,-1-1 1,0 0-1,1 0 0,-1 0 1,0 0-1,1 0 1,-1-1-1,-7-1 1,-15-12-4350,1-2-1963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21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8948,'0'0'2625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21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2033,'53'33'3628,"-52"-32"-3306,-1-1 0,1 0-1,0 1 1,0-1 0,-1 1-1,1-1 1,-1 1 0,1-1 0,0 1-1,-1-1 1,1 1 0,-1 0-1,1-1 1,-1 1 0,0 0 0,1-1-1,-1 1 1,0 0 0,1 0-1,-1-1 1,0 1 0,0 0-1,0 0 1,1-1 0,-1 1 0,0 0-1,0 0 1,-1 1 0,1 4 1511,6 36 3407,-1 0-4926,-5-78-4034,1 28 3649,0 0 0,1-1 0,-1 1 0,1 0 0,1 0-1,3-9 1,-5 17 187,-1-1 0,0 0 0,1 0 0,-1 0 0,1 0-1,0 0 1,-1 0 0,1 1 0,0-1 0,-1 0 0,1 1-1,0-1 1,0 0 0,0 1 0,0-1 0,-1 1 0,1-1-1,0 1 1,0-1 0,0 1 0,0 0 0,0 0 0,0-1-1,0 1 1,0 0 0,0 0 0,0 0 0,0 0 0,0 0-1,2 1 1,-2-1-81,0 1 0,-1 0-1,1-1 1,0 1 0,0 0-1,-1 0 1,1 0 0,-1 0 0,1 0-1,-1 0 1,1 0 0,-1 0-1,1 0 1,-1 0 0,0 0-1,1 0 1,-1 2 0,2 4 66,-2-6-130,1 1 0,-1-1 0,0 0 1,1 0-1,-1 0 0,1 0 0,-1 0 0,1 0 0,0 0 0,-1 0 1,1 0-1,0 0 0,0 0 0,0-1 0,0 1 0,-1 0 1,1-1-1,0 1 0,0 0 0,1-1 0,-1 1 0,0-1 0,0 1 1,0-1-1,0 0 0,0 0 0,0 1 0,0-1 0,1 0 1,-1 0-1,2 0 0,0 0-15,1-1 0,-1 1 0,1-1 0,-1 0 0,1 0-1,-1 0 1,0 0 0,1-1 0,3-2 0,-4 3 62,0-1 0,1 0-1,-1 1 1,0 0-1,0 0 1,1 0 0,-1 0-1,1 1 1,4-1 0,-7 1-15,-1 0 1,1 1-1,-1-1 1,1 1-1,-1-1 1,1 0-1,-1 1 1,1-1 0,-1 1-1,0-1 1,1 1-1,-1-1 1,0 1-1,1-1 1,-1 1-1,0 0 1,0-1-1,1 1 1,-1-1-1,0 1 1,0 0 0,0-1-1,0 1 1,0 0-1,0-1 1,0 1-1,0 0 1,0 0-1,0 1-352,0 1 0,0-1-1,0 0 1,0 1 0,-1-1-1,1 0 1,-2 5 0,-8 5-4528,-4 0-2473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22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0 3025,'0'0'17072,"-2"7"-16103,1-5-933,-2 5 110,1 0-1,0 0 1,0 1 0,1-1 0,-1 1-1,1 9 1,1-14-100,0 1-1,0-1 1,1 1-1,-1-1 1,1 0-1,0 1 1,0-1-1,0 0 1,0 0-1,0 0 1,1 0 0,-1 0-1,1 0 1,4 5-1,-3-4 129,-1 0-1,1 1 1,-1-1-1,1 1 1,-1-1 0,0 1-1,-1 0 1,1 0-1,0 7 1,-2-10-138,1 1 0,-1-1 1,0 0-1,0 1 0,-1-1 1,1 0-1,0 0 0,-1 1 0,0-1 1,1 0-1,-1 0 0,0 0 1,0 0-1,0 0 0,0 0 0,0 0 1,-1 0-1,1 0 0,-1-1 1,1 1-1,-1 0 0,1-1 0,-3 2 1,0 0-128,0-1 1,0 0-1,0 1 1,0-2 0,-1 1-1,1 0 1,0-1-1,-1 0 1,1 0 0,-1 0-1,1-1 1,-1 1-1,1-1 1,-1 0-1,-7-1 1,8 0-382,0 1 0,1-1 0,-1 0-1,0-1 1,0 1 0,1-1 0,-1 1 0,1-1 0,-1 0-1,1-1 1,-4-2 0,-18-21-7246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22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0 784,'0'0'16824,"63"32"-26188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22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30 1393,'0'0'20238,"-3"10"-18749,-1 6-955,1 1 0,1 0 1,-1 16-1,3-9 173,1-24-706,0 1 0,0-1 0,-1 0 0,1 0 0,0 1-1,0-1 1,0 0 0,-1 0 0,1 0 0,0 0 0,0 0 0,0 0 0,-1 0 0,1 0 0,0 0 0,0 0 0,0 0 0,-1-1-1,1 1 1,0 0 0,0-1 0,-1 1 0,1 0 0,0-1 0,0 0 0,1-1-45,-1-1 0,0 1-1,1-1 1,-1 0 0,0 1 0,0-1 0,-1 0 0,1 0-1,0 0 1,-1-5 0,1-35-631,-2 27 451,1 8-48,1 4 228,-1 0 1,0 0-1,-1 0 1,1 0 0,-2-5-1,2 9-40,0-1 0,0 0 0,-1 0 0,1 1 0,0-1 0,-1 0 0,1 0 0,-1 1-1,1-1 1,-1 0 0,1 1 0,-1-1 0,0 1 0,1-1 0,-1 1 0,0-1 0,1 1-1,-1-1 1,0 1 0,0 0 0,1-1 0,-1 1 0,0 0 0,0 0 0,0-1 0,1 1 0,-1 0-1,0 0 1,0 0 0,-1 0 0,1 0-123,1 0 0,-1 0 0,0 1 0,1-1 0,-1 0 1,0 0-1,0 1 0,1-1 0,-1 0 0,1 1 0,-1-1 0,0 1 0,1-1 0,-1 1 0,1-1 0,-1 1 0,1-1 0,-1 1 0,1 0 0,-1 0 0,-6 13-4237,7-14 4318,-6 16-5442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22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1553,'12'10'7571,"-6"-4"-3409,0-3 2017,-4-3-6035,0 0-144,-1 0-944,-1-14-2066,0-4-1616,0-1-2769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23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14150,'0'0'10421,"10"9"-10279,2 0-121,17 21 0,-27-28-29,-1 0 0,0 1-1,1-1 1,-1 0 0,0 1-1,0-1 1,-1 1 0,1-1-1,0 1 1,-1-1 0,1 1-1,-1 0 1,0-1 0,0 1-1,0 0 1,0-1 0,-1 1-1,0 3 1,0 0-60,1-2-59,-1-1 1,0 1-1,0-1 1,0 1 0,-1-1-1,1 0 1,-1 1-1,0-1 1,0 0 0,0 0-1,0 0 1,0 0-1,-1 0 1,1-1 0,-1 1-1,-3 2 1,3-3-392,1-1 0,-1 1 0,1-1-1,-1 1 1,0-1 0,0 0 0,0 0 0,1 0 0,-1-1 0,0 1 0,0-1 0,-5 1-1,-7-1-73,22-1 4546,31-6-811,3 5-3733,-41 2 469,0 0 0,0 0-1,1 0 1,-1 0 0,0 0-1,0 0 1,0 0 0,0 0-1,0 0 1,0 0 0,1 0-1,-1 0 1,0 0 0,0 0-1,0 0 1,0 0 0,0 0 0,0 0-1,0 0 1,1 0 0,-1 0-1,0 0 1,0 0 0,0 0-1,0 0 1,0 0 0,0 0-1,0-1 1,1 1 0,-1 0-1,0 0 1,0 0 0,0 0-1,0 0 1,0 0 0,0 0 0,0 0-1,0-1 1,0 1 0,0 0-1,0 0 1,0 0 0,0 0-1,0 0 1,0 0 0,0 0-1,0-1 1,0 1 0,0 0-1,0 0 1,0 0 0,0 0-1,0 0 1,0-1 0,0-4-6298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23.5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1 160,'0'0'15775,"5"0"-14833,-4 0-926,0 0 38,0 0 0,0 0 0,0 0 0,0 0 1,1 0-1,-1 0 0,0 0 0,0 0 0,0 0 1,0 1-1,0-1 0,0 0 0,0 1 0,0-1 0,0 1 1,0-1-1,0 1 0,0 0 0,0-1 0,0 1 1,0 0-1,0 0 0,0 0 0,-1-1 0,1 1 0,0 0 1,-1 0-1,1 0 0,-1 0 0,1 0 0,-1 0 1,1 0-1,-1 1 0,0-1 0,1 1 0,39 116 2105,-40-118-2138,1 1 1,-1-1 0,0 1 0,0-1 0,1 1 0,-1 0 0,0-1 0,0 1 0,0 0-1,0-1 1,0 1 0,0 0 0,0-1 0,0 1 0,0 0 0,0-1 0,0 1-1,0-1 1,-1 1 0,1 0 0,0-1 0,0 1 0,-1-1 0,1 1 0,0 0 0,-1-1-1,1 1 1,-1-1 0,1 1 0,0-1 0,-1 0 0,1 1 0,-1-1 0,-1 1-1,0 0-187,-1-1-1,1 1 0,-1-1 0,0 0 0,1 1 0,-1-1 0,-3-1 0,-5 1-949,4-1-318,1 1 1,0-1 0,0 0 0,0-1 0,-11-3 0,-11-4-7555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23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4930,'0'0'15559,"81"-3"-15559,-61 3-656,-7 0-2017,-6 0-2433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24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2193,'0'0'22845,"0"10"-22461,6 84-120,-4-111-795,1 0 0,0 1-1,2-1 1,8-22-1,-13 39 559,0-1 1,1 0-1,-1 1 0,0-1 1,0 1-1,1-1 0,-1 0 0,1 1 1,-1-1-1,0 1 0,1-1 1,-1 1-1,1-1 0,-1 1 0,1-1 1,0 1-1,-1-1 0,1 1 1,-1 0-1,1-1 0,0 1 0,-1 0 1,1 0-1,0 0 0,1-1 0,-2 2 39,1-1 0,0 0 0,-1 1 0,1-1 0,0 1 0,-1-1 0,1 1 0,-1 0-1,1-1 1,-1 1 0,0-1 0,1 1 0,-1 0 0,1 0 0,-1-1 0,0 1 0,0 0 0,1 1-1,1 4 141,-1 1 0,0-1 0,1 14 0,-2-19-315,1-1-36,0 0-1,-1 0 0,1 0 1,0 0-1,0 0 1,-1 0-1,1 0 1,0-1-1,-1 1 0,1 0 1,0 0-1,-1-1 1,1 1-1,0-1 1,0 0-1,12-13 6,-8 8 93,0 1 1,-1 1-1,9-7 1,-10 9 41,-1 1 0,0-1 0,1 1 0,-1 0 0,1 0 0,-1 0 1,1 0-1,0 1 0,-1-1 0,1 1 0,0-1 0,4 1 1,-7 0-53,1 0 0,0 0 1,-1 1-1,1-1 0,0 0 1,-1 0-1,1 1 0,0-1 0,-1 0 1,1 1-1,0-1 0,-1 1 1,1-1-1,-1 1 0,1-1 1,-1 1-1,1-1 0,-1 1 1,1-1-1,-1 1 0,0 0 1,1-1-1,-1 1 0,0 0 1,1-1-1,-1 1 0,0 0 1,0-1-1,0 1 0,0 0 1,0 0-1,0 0 0,1 29-4185,-1-22 2468,-1 13-4242,-2-3 1782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24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0 16,'0'0'23024,"-2"4"-22304,-1 0-701,1 0-1,0 0 1,1 0 0,-1 1-1,1-1 1,-1 1-1,2-1 1,-1 1-1,0 6 1,1-8-12,-1 0 0,2 0 0,-1 0 0,0 0 1,1 0-1,-1 0 0,1 1 0,0-1 0,0-1 0,0 1 0,0 0 0,1 0 1,-1 0-1,1-1 0,-1 1 0,4 3 0,0 0 70,1-1-1,11 10 0,-17-15-72,1 0 0,-1 1 0,0-1 0,0 0 0,1 1 0,-1-1 0,0 0 0,0 1 0,0-1 0,1 1 0,-1-1 0,0 0 0,0 1 0,0-1 0,0 1 0,0-1 0,0 0 0,0 1 0,0-1 0,0 1 0,0-1 0,0 0 0,0 1 0,0-1 0,0 1 0,0-1 0,0 0 0,-1 1 0,1 0 0,-8 11 159,1-6-241,1-1 0,-1 0 0,0 0 0,-1-1 0,1 0 0,-1 0 0,0-1 0,0 0 0,0 0 0,0-1 0,-1 0 0,1 0 0,-1-1 0,1 0 0,-12 0 0,17-2-367,0 1 0,0-1-1,0 1 1,1-1 0,-1 0 0,0 0 0,1 0 0,-1 0 0,1-1 0,-1 1 0,1-1 0,-1 0 0,1 1 0,0-1 0,0 0 0,-3-4 0,-17-19-7348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25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5475,'0'0'13382,"7"70"-22218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43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0 103 816,'0'0'26170,"3"6"-25866,2 16 97,0-1 0,4 43 0,-9-46-367,2 0 1,1 0-1,0-1 0,1 1 1,1-1-1,9 24 0,-13-39-41,0-1-1,0 1 0,0-1 1,0 0-1,0 0 1,0 1-1,0-1 1,0 0-1,1 0 0,-1 0 1,0 0-1,1 0 1,-1 0-1,0-1 1,1 1-1,-1 0 0,1-1 1,0 1-1,2 0 1,3 0-37,-1-1 0,1 1-1,10-1 1,-5-1 47,57 0-101,74-13 1,-47 4 84,109 2-1,-177 8 14,-19-1-13,1 0 0,0 1-1,-1 1 1,1 0 0,-1 0-1,12 4 1,-14-2-40,-4-2 552,-3-7-107,0 2-361,-1-1 0,1 1 0,-1 0 0,0-1 1,-1 1-1,1 0 0,-4-8 0,-20-31 44,4 5-50,-11-34-33,-10-24 8,39 92 56,1 0 0,-1 0 1,1 0-1,-1 0 0,0 0 0,0 1 0,-1-1 0,1 1 0,-1 0 1,0 0-1,0 0 0,0 1 0,0-1 0,0 1 0,-1 0 1,1 0-1,-1 0 0,1 1 0,-10-2 0,-3 1-9,0 0 0,0 1 0,-1 1 0,1 1 0,0 1 0,-1 0 0,1 1 0,0 1 0,1 0 0,-1 2 0,1-1 0,-17 10 0,11-4-943,1 1 0,-32 24 0,24-11-3872,2 3-4127,7-3-862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44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0 480,'0'0'14964,"1"16"-10151,-1 1-4174,0 2 128,1 0 0,1 0-1,4 21 1,0-16 295,18 41 0,-2-2-718,-20-55-252,0 0 0,-1 0 1,0 1-1,-1-1 0,0 10 1,-1-5 412,7-13-310,15-1 205,0-1 1,35-8-1,8-2-198,9 3-219,-1 3 0,90 5 0,-125 6-208,-28-3 229,0 0 0,15 0 0,-23-4 27,0 1-1,0-1 1,0 1 0,-1-1 0,1 1 0,-1-1-1,1 0 1,-1 1 0,1-1 0,-1 0-1,0-1 1,1-1 40,2-17 87,0 1 0,-2-1 0,-1-37 0,-1 21-30,1 33-94,0 0-1,0 0 0,-1 0 1,1 0-1,-1 0 1,0 0-1,0 0 0,-1 1 1,1-1-1,-1 0 0,0 1 1,0-1-1,0 1 0,0 0 1,0-1-1,-1 1 0,0 0 1,1 1-1,-1-1 0,0 0 1,-5-2-1,3 1 56,-1 1-1,0-1 1,0 1 0,0 1-1,0-1 1,-1 1-1,-12-3 1,3 3 106,1 0 0,-22 1 0,28 2-173,1-1 0,0 1 0,0 1 0,0 0 0,0 0 0,-12 4 0,-45 26 68,43-21-868,-26 11-1,42-21-362,1 0 0,-1 0-1,0 0 1,1-1-1,-1 1 1,-7-2 0,-9 1-4996,-3 2-3161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45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12358,'0'0'9012,"2"14"-7262,16 83 286,-13-62-1325,-2-1 0,0 51 1,-6-73-573,-1 10-129,4-22-12,0 1 0,0 0 0,0-1 0,0 1-1,0 0 1,0-1 0,0 1 0,0 0 0,0-1-1,0 1 1,1-1 0,-1 1 0,0 0-1,1-1 1,-1 1 0,0-1 0,1 1 0,-1-1-1,1 1 1,-1-1 0,0 1 0,1-1-1,-1 1 1,1-1 0,-1 0 0,1 1 0,0-1-1,0 1 1,13 2 8,-1 0 1,1-1-1,0 0 0,-1-1 0,1-1 1,15-1-1,-3 1 25,35-3 81,87-15 0,28-2-437,-132 19 829,-44-9 1409,-2-1-1878,1 1 0,-1 0 1,-1 0-1,0 0 0,0 0 1,-1 0-1,-8-13 0,-1-9 48,-3-10-58,6 16-3,0 0 0,-24-42 0,32 65 1,-1-1 0,0 0 1,1 1-1,-1 0 0,0 0 1,-1 0-1,1 0 0,0 0 0,-1 0 1,0 1-1,1 0 0,-1-1 1,0 1-1,-5-1 0,1 1 126,-1-1 0,0 2 0,0 0 0,-1 0 0,-15 0 0,16 2-79,-1 0-1,1 0 1,-1 1-1,1 0 1,0 1-1,0 0 1,0 0-1,-10 6 1,-68 42-85,65-36-92,-4 0-349,0 1-3007,0 2-7075,12-3 1590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45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8388,'0'0'14172,"0"14"-12131,0 86-46,2-82-1815,0-1 1,0 1-1,2-1 0,11 32 0,-1 1 1518,-13-47-1625,-1 0 0,1-1 0,0 1 1,0 0-1,0-1 0,0 1 1,1-1-1,-1 0 0,1 1 0,-1-1 1,1 0-1,0 0 0,0 0 0,0 0 1,2 2-1,0-2-74,-1-1-1,1 1 1,-1-1 0,1 1-1,0-1 1,-1 0 0,1-1-1,0 1 1,0-1 0,5 1 0,40-1 79,63-6 1,-36 0-210,-68 5 105,20 0-836,52 3 0,-78-2 866,1 1 0,-1-1-1,0 1 1,1 0 0,-1 0-1,4 2 1,-4-2 171,-1 0 1,1 0-1,0 0 1,0 0-1,0 0 0,0-1 1,0 1-1,0-1 0,4 1 1,-6-2-142,1 0 1,0 1-1,-1-1 1,1 0-1,-1 0 1,1 0-1,-1 0 1,1 0-1,-1 0 1,1 0-1,-1 0 1,0 0-1,0 0 1,1 0-1,-1 0 1,0 0-1,0-2 0,0 2-6,3-32 188,-3-55 0,-1 38-128,1 42-71,0 0 0,-1 0 0,0 0 0,0 0 0,-1 0 0,-5-14 0,6 19 8,0 0 1,-1 0-1,1 1 1,-1-1-1,0 0 0,0 0 1,0 1-1,0 0 1,0-1-1,-1 1 0,1 0 1,-1 0-1,1 0 1,-1 0-1,0 0 0,0 1 1,0-1-1,0 1 1,-4-1-1,-8-2 87,0 2 0,-1 0 1,1 1-1,-30 1 0,18 0-110,-5 0 21,1 2 0,0 0 0,-48 12 0,65-11-127,1 1 1,0 1-1,-1 0 1,1 1 0,1 0-1,-1 1 1,1 0-1,1 1 1,-1 0 0,-12 13-1,22-19-371,-12 14-945,10-3-6655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46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1953,'0'0'20054,"0"9"-18250,-4 128 1858,-1 23-3095,4-152 932,2-3-8023,8-8-1759,-2 0 2259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47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0 9028,'0'0'18489,"8"5"-17958,-4-2-493,13 7 298,-1 2 0,16 14 0,-28-22-289,1 0-1,-1 0 1,0 0 0,0 1-1,-1 0 1,0 0 0,1 0-1,-2 0 1,1 0-1,0 1 1,-1-1 0,0 1-1,1 5 1,-3-8-50,1-1 0,-1 0 1,0 1-1,0-1 0,0 0 0,0 1 0,0-1 1,0 0-1,-1 1 0,1-1 0,-1 0 0,0 0 1,1 1-1,-1-1 0,0 0 0,-2 3 1,1-3-66,0 1 1,-1-1-1,1 0 1,-1 0-1,1 0 1,-1 0 0,0 0-1,0-1 1,1 1-1,-1-1 1,-5 2 0,-7 1-393,0 0 0,0-1 0,0-1 0,0 0 0,-27 0 1,-2 0 165,31-1 634,16 1 674,21 0-204,165-7 273,-187 4-1568,21 0-521,-13 3-2320,-10-2 3014,0 0-1,0 1 0,1-1 0,-1 0 0,0 0 0,0 0 0,1 0 0,-1 1 0,1 0-1564,-1-1 1564,0 0 0,0 0 0,0 1 0,0-1 0,1 0 0,-1 0 0,0 1 0,0-1 1,0 0-1,0 1 0,0 17-7416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47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0 352,'0'0'25246,"14"4"-24888,40 12-238,-52-16-125,0 1 1,0-1-1,0 1 1,0 0-1,0 0 0,0 0 1,0 0-1,-1 0 0,1 0 1,0 1-1,-1-1 1,1 0-1,1 3 0,-2-2-54,0-1-1,-1 0 0,1 1 1,-1-1-1,0 1 0,1-1 0,-1 0 1,0 1-1,0-1 0,0 1 0,0-1 1,0 3-1,-1 3-372,1-6 369,0 0 0,0 0-1,0 0 1,0 0-1,0 0 1,-1 0-1,1 0 1,0-1 0,-1 1-1,1 0 1,-1 0-1,1 0 1,-1 0 0,1-1-1,-1 1 1,1 0-1,-1 0 1,0-1 0,0 1-1,1 0 1,-1-1-1,0 1 1,0-1-1,0 1 1,1-1 0,-1 1-1,0-1 1,0 0-1,-1 1 1,-14 8 735,26-7-250,-9-2-412,0 0-1,0 0 1,-1 0-1,1 0 1,0 0 0,0 1-1,-1-1 1,1 0-1,0 1 1,-1-1-1,1 0 1,0 1 0,-1-1-1,1 0 1,0 1-1,-1-1 1,1 1 0,-1 0-1,1-1 1,-1 1-1,1 0 1,0 1-10,-1-1-1,1 1 1,-1-1 0,0 1 0,0 0 0,0-1-1,0 1 1,0 2 0,0 2-62,0-4-116,0 0 1,-1 1-1,1-1 1,0 1-1,-1-1 1,0 0-1,1 1 1,-1-1-1,0 0 1,0 0-1,0 0 1,0 0-1,-1 0 1,1 0-1,-3 2 1,-1 2-1355,0-1 0,-1-1-1,-9 7 1,-1 1-2759,-6 6-3662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48.1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0 11605,'0'0'15079,"-6"11"-14892,-21 34-206,25-42 17,0 0-1,1 0 0,-1 1 1,1-1-1,0 0 1,0 1-1,1-1 0,-1 1 1,1-1-1,-1 1 0,1-1 1,0 1-1,0-1 1,1 5-1,0 7-22,-1-15 23,1 0 0,-1 1-1,0-1 1,0 0-1,0 0 1,1 0 0,-1 1-1,0-1 1,0 0-1,1 0 1,-1 0 0,0 1-1,1-1 1,-1 0 0,0 0-1,1 0 1,-1 0-1,0 0 1,1 0 0,-1 0-1,0 0 1,1 0 0,-1 0-1,0 0 1,1 0-1,12 0 4,-10 0 15,74 0-502,-78-10-4697,0 9 4744,0 0 1,1 0 0,-1 1-1,0-1 1,1 0 0,-1 1-1,0-1 1,0 0-1,1 1 1,-1-1 0,0 1-1,-1-1 1,-23-9-8598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48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15751,'33'77'2673,"-25"-57"-2320,3 9-353,2 5-48,-2 5-1633,-8 3-3073,-3 3-1409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48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0 4194,'0'0'20572,"12"15"-18923,40 46-873,-44-51-694,2 0-6,-1 1 1,-1 0-1,10 18 0,-17-26-66,1-1-1,-1 1 1,-1 0-1,1 0 1,1 4 0,-2-6-31,0 0 0,0 0 0,0 0 0,0 0 0,0 0 1,0-1-1,0 1 0,0 0 0,0 0 0,0 0 0,0 0 1,0 0-1,-1-1 0,1 1 0,0 0 0,-1 0 0,1 0 1,-1-1-1,1 1 0,-1 0 0,1-1 0,-2 2 0,-3 0-453,0 0-1,0 0 0,0-1 1,0 0-1,0 0 1,-1 0-1,1-1 0,-9 1 1,7-1-334,-14 1-4006,-27-3-1,11-4-2399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48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8596,'0'0'11221,"93"-13"-10853,-60 13-368,3 0-800,-7 3-2770,-1 4-2417,-6 2-3841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2:26:49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92 4322,'0'0'21834,"1"13"-20353,3 201-54,-3-169-2561,1-44 1103,0-1 0,1 1 1,-1-1-1,0 0 0,0 0 0,4 0 0,40-2 133,59-10 1,6-2 9,26 13-50,-128 2-48,0 0 0,1 1 1,-1 0-1,0 0 0,0 1 0,0 1 0,-1-1 1,1 2-1,-1-1 0,0 1 0,0 0 1,0 0-1,-1 1 0,11 11 0,-12-10-35,-5-6 79,-1 0 0,1 0 0,0 0-1,0 1 1,0-1 0,0 0 0,0 0 0,1-1-1,-1 1 1,0 0 0,0 0 0,1 0-1,-1-1 1,3 2 0,-4-3-70,1 1 0,-1 0 0,1 0 0,-1 0 0,1-1 0,-1 1 0,1 0 0,-1-1 0,1 1 0,-1 0 0,1-1 0,-1 1 0,1 0 0,-1-1 0,0 1 0,1-1 0,-1 1 0,0-1 0,0 1 0,1-1 0,-1 1 0,0-1 0,0 1 0,1-1 0,-1 0 0,0 1 0,0-1 0,0 1 0,0-2 0,4-22-65,-4 21 44,5-41-142,-3-1 0,-3-47 0,0 85 54,0-1 1,-1 1-1,0 0 1,0-1-1,-1 1 0,1 0 1,-2 1-1,1-1 1,-1 0-1,0 1 1,0 0-1,-7-7 0,-3-3-112,-1 0 0,-32-26-1,42 39 368,0-1 1,0 1-1,0-1 0,-1 1 0,0 1 1,1-1-1,-1 1 0,0 0 0,0 1 1,0-1-1,0 1 0,-9-1 0,6 2 64,1 0 0,-1 1-1,1 0 1,-1 0 0,1 1-1,-1 0 1,1 0 0,-10 5-1,-164 80 229,95-33-2360,7 8-4260,24-9-6249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15:54.51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1 273 24575,'7077'0'0,"-6826"-4"0,494-71 0,-73-9 0,-287 69 0,65-4 0,2-29 0,-405 40-100,-5 0-322,-1 3 0,44-1 1,-66 6-6405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15:54.92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267 1 24575,'-6'3'0,"-4"6"0,-10 11 0,-7 14 0,-4 6 0,-1-4 0,1-1 0,1-5 0,1-7 0,3-4 0,2-6 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15:55.24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337 1 24575,'3'0'0,"1"3"0,0 6 0,-10 11 0,-9 5 0,-14 6 0,-11 4 0,0-4 0,-4-4 0,-1-1 0,2-5 0,10-4 0,5-4 0,3-4 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15:56.07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24575,'3'0'0,"6"5"0,6 6 0,2 0 0,4 1 0,1-1 0,7 3 0,2 3 0,3 0 0,2-2 0,-7-4-8191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1:01.72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50 23380,'1355'-50'0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1:07.0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4313 3 24575,'-47'-1'0,"27"0"0,1 0 0,-1 2 0,1 0 0,-22 4 0,36-3 0,0 0 0,0 0 0,0 1 0,0 0 0,0 0 0,1 0 0,-1 0 0,1 1 0,0 0 0,0 0 0,0 0 0,0 0 0,1 0 0,0 1 0,0 0 0,0 0 0,0 0 0,1 0 0,0 0 0,-2 8 0,-2 5 0,1 0 0,0 0 0,2 0 0,-3 35 0,6-3 0,1-32 0,-1 0 0,-4 32 0,3-45 0,0 0 0,-1 1 0,1-2 0,-1 1 0,0 0 0,0 0 0,0-1 0,-1 1 0,0-1 0,0 1 0,0-1 0,0 0 0,-1 0 0,-4 4 0,1-3 0,0 0 0,0 0 0,-1 0 0,0-1 0,0 0 0,0-1 0,0 0 0,-15 4 0,-1-2 0,-44 2 0,0 0 0,10-2 0,1-2 0,-1-3 0,-83-10 0,-55 0 0,124 12 0,36 0 0,0-1 0,0-2 0,0-1 0,-49-10 0,70 7 0,1 0 0,-21-10 0,24 9 0,-1 0 0,-1 2 0,1-1 0,-20-3 0,-18 0 0,-18-4 0,-138-5 0,114 16 0,-77 2 0,160 1 0,0-1 0,0 1 0,0 1 0,-16 6 0,16-5 0,0-1 0,0 0 0,0-1 0,-17 3 0,-91-1 0,-23 2 0,-296 3 0,261-11 0,26-7 0,-1 0 0,124 7 0,0-2 0,1 0 0,-1-2 0,-45-16 0,64 20 0,-123-48 0,-16-5 0,123 48 0,0 2 0,0 0 0,-1 1 0,-39 0 0,-219 6 0,280-3 0,1 1 0,0 0 0,0 0 0,0 0 0,0 0 0,0 0 0,0 0 0,0 0 0,0 1 0,0-1 0,0 0 0,0 1 0,0-1 0,0 0 0,0 1 0,0-1 0,0 1 0,0 0 0,1-1 0,-1 1 0,0 0 0,0-1 0,0 1 0,1 0 0,-1 0 0,0 0 0,0 1 0,1 0 0,-1 0 0,1 0 0,0 0 0,0 0 0,0-1 0,0 1 0,1 0 0,-1 0 0,0 0 0,1 0 0,-1 0 0,1-1 0,0 1 0,1 2 0,4 8 0,2 0 0,-1 0 0,12 12 0,-18-23 0,13 17-341,1 0 0,1-2-1,33 28 1,-26-27-6485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1:07.71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1 402 24575,'0'-2'0,"0"-5"0,0-6 0,3-2 0,6-3 0,6-2 0,10 0 0,8 0 0,9-5 0,9-1 0,14-7 0,6-5 0,1-1 0,-7 0 0,-11 5 0,-12 4 0,-14 7-8191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1:10.74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24575,'1'5'0,"-1"-1"0,1 0 0,0 0 0,0 0 0,0 0 0,1 0 0,-1-1 0,1 1 0,0 0 0,0-1 0,0 1 0,1-1 0,-1 1 0,1-1 0,0 0 0,4 4 0,7 5 0,1-1 0,21 14 0,-26-18 0,133 75 0,-82-48 0,59 42 0,-110-67 22,-1 0-1,1 1 1,-1 0-1,-1 0 1,13 21-1,23 26-1515,-21-34-5332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1:41.79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87 1 24575,'-8'9'0,"-1"1"0,2 1 0,0-1 0,0 1 0,1 0 0,0 1 0,1-1 0,-6 19 0,6-13 0,0 0 0,2 0 0,0 0 0,1 0 0,0 30 0,2-45 0,-1-1 0,1 1 0,0 0 0,0-1 0,0 1 0,1 0 0,-1-1 0,0 1 0,1 0 0,-1-1 0,1 1 0,-1 0 0,1-1 0,0 1 0,0-1 0,0 0 0,0 1 0,0-1 0,0 0 0,0 1 0,0-1 0,0 0 0,0 0 0,1 0 0,-1 0 0,1 0 0,-1 0 0,1 0 0,-1-1 0,1 1 0,-1 0 0,1-1 0,-1 1 0,1-1 0,0 0 0,-1 1 0,1-1 0,0 0 0,-1 0 0,4-1 0,-1 1 0,-1-1 0,0 0 0,0 0 0,0 0 0,1 0 0,-1 0 0,0-1 0,0 0 0,-1 1 0,1-1 0,0 0 0,-1 0 0,1-1 0,-1 1 0,1 0 0,-1-1 0,0 0 0,0 1 0,0-1 0,1-4 0,2-5 0,-2 0 0,1-1 0,-1 0 0,-1 1 0,-1-1 0,0 0 0,-1-25 0,0 18 0,6-40 0,-6 59 0,0-1 0,0 1 0,0 0 0,0-1 0,1 1 0,-1 0 0,1-1 0,-1 1 0,1 0 0,-1 0 0,1 0 0,0-1 0,-1 1 0,1 0 0,0 0 0,0 0 0,0 0 0,0 0 0,0 0 0,0 0 0,2-1 0,-2 2 0,0 0 0,0 0 0,1 0 0,-1 0 0,0 0 0,0 0 0,0 0 0,0 0 0,1 1 0,-1-1 0,0 0 0,0 1 0,0-1 0,0 1 0,0-1 0,0 1 0,0-1 0,0 1 0,1 1 0,7 5 0,0 1 0,-1 0 0,-1 0 0,8 10 0,-11-13 0,0-1-67,2 5-63,0 0 0,1-1 0,0 0 1,1-1-1,0 0 0,0 0 0,1 0 0,-1-1 1,19 9-1,-9-9-6696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1:42.4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24575,'1'15'0,"0"1"0,1-1 0,1 0 0,1 0 0,0 0 0,12 27 0,-1-10 0,35 57 0,-48-86 0,0 0 0,1 0 0,-1 0 0,1 0 0,0-1 0,-1 1 0,1-1 0,0 0 0,1 0 0,-1 0 0,0 0 0,1 0 0,-1-1 0,0 1 0,5 0 0,-6-1 0,0-1 0,0 0 0,0 1 0,0-1 0,0 0 0,0 0 0,0 0 0,0-1 0,0 1 0,0 0 0,0-1 0,0 1 0,-1-1 0,1 0 0,0 1 0,0-1 0,0 0 0,0 0 0,-1 0 0,1-1 0,-1 1 0,1 0 0,-1-1 0,1 1 0,-1-1 0,0 1 0,1-1 0,1-2 0,5-13 0,1 0 0,8-28 0,1-2 0,-17 46 0,-1 0 0,0 1 0,1-1 0,-1 0 0,0 1 0,1-1 0,-1 0 0,1 1 0,-1-1 0,1 0 0,-1 1 0,1-1 0,-1 1 0,1-1 0,0 1 0,-1-1 0,1 1 0,0 0 0,0-1 0,-1 1 0,1 0 0,0-1 0,0 1 0,-1 0 0,1 0 0,1 0 0,0 0 0,-1 0 0,1 1 0,-1-1 0,1 1 0,0-1 0,-1 1 0,1 0 0,-1-1 0,1 1 0,-1 0 0,0 0 0,2 2 0,6 4 0,-1 2 0,0-1 0,7 11 0,-8-10 0,2 2-341,1-1 0,-1 0-1,18 13 1,-8-11-6485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1:42.7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24575,'5'3'0,"6"1"0,6-1 0,9 0 0,2 0 0,6-2 0,0 0 0,3-1 0,-3 0 0,3 0 0,-4 0 0,-3-1 0,-4 1 0,-7-6 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1:43.29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24575,'0'396'0,"0"-394"0,0 1 0,0-1 0,0 0 0,0 0 0,0 1 0,1-1 0,-1 0 0,1 0 0,-1 1 0,1-1 0,0 0 0,0 0 0,0 0 0,0 0 0,0 0 0,1 0 0,-1-1 0,0 1 0,1 0 0,0 0 0,-1-1 0,1 1 0,0-1 0,3 2 0,1 0 0,0-1 0,0 0 0,0-1 0,1 1 0,-1-1 0,1 0 0,10-1 0,45 2 45,35 2-1455,-75-1-5416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1:43.83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40 24575,'2'2'0,"0"1"0,-1 0 0,0 0 0,1 0 0,-1 0 0,0 0 0,0 0 0,-1 1 0,1-1 0,-1 0 0,1 0 0,-1 7 0,1 8 0,2-7 0,0 0 0,0 0 0,1 0 0,0 0 0,1-1 0,0 0 0,0 0 0,10 12 0,-12-18 0,0 0 0,0 0 0,0 0 0,1-1 0,-1 1 0,1-1 0,0 0 0,0 0 0,0 0 0,1-1 0,-1 1 0,1-1 0,-1 0 0,1-1 0,0 1 0,-1-1 0,1 0 0,0 0 0,0 0 0,0-1 0,8 1 0,-10-2 0,0 1 0,0-1 0,0 1 0,0-1 0,-1 0 0,1 0 0,0 0 0,0-1 0,-1 1 0,1 0 0,0-1 0,-1 0 0,0 0 0,1 0 0,-1 0 0,3-4 0,-1 2 0,-1-1 0,0 0 0,0 0 0,0 0 0,-1-1 0,0 1 0,0-1 0,2-7 0,-2 3 0,0 0 0,-1 0 0,0 0 0,0 0 0,-1 0 0,-1 0 0,0 0 0,0 0 0,-5-18 0,5 24 0,0 0 0,-1 0 0,0 0 0,1 1 0,-1-1 0,-1 0 0,1 1 0,0-1 0,-1 1 0,0 0 0,0 0 0,0 0 0,0 0 0,0 0 0,-7-3 0,7 5 0,0 0 0,0 0 0,0 0 0,0 0 0,0 0 0,-1 1 0,1 0 0,0 0 0,0 0 0,-1 0 0,1 0 0,0 0 0,0 1 0,-1 0 0,1-1 0,0 1 0,0 1 0,0-1 0,0 0 0,-4 3 0,-6 3-195,0 1 0,1 1 0,0 0 0,0 0 0,1 1 0,-11 12 0,8-5-6631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1:44.07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 0 24575,'-6'0'0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1:47.75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173 950 24575,'2'-2'0,"1"0"0,-1 1 0,1-1 0,-1 1 0,1 0 0,0 0 0,-1 0 0,1 0 0,0 0 0,0 1 0,0-1 0,3 0 0,41-1 0,-30 2 0,333 0 0,84-3 0,-381-2 0,0-1 0,0-4 0,-1-1 0,0-3 0,52-21 0,-43 6 0,-40 19 0,35-13 0,153-32 0,-126 36 0,118-43 0,-193 59 0,10-4 0,0-1 0,-1 0 0,21-14 0,-34 19 0,0 1 0,0-1 0,0 0 0,-1-1 0,1 1 0,-1-1 0,0 1 0,0-1 0,0 0 0,-1 0 0,1 0 0,-1 0 0,0-1 0,0 1 0,-1-1 0,1 1 0,-1-1 0,1-8 0,-1 1 0,-2 0 0,1 0 0,-2 0 0,1 1 0,-2-1 0,1 1 0,-2-1 0,1 1 0,-2 0 0,1 0 0,-2 0 0,1 1 0,-1 0 0,-1 0 0,0 0 0,0 1 0,-1 0 0,0 1 0,-10-9 0,0 2 0,0 0 0,-1 2 0,-1 0 0,-1 1 0,1 1 0,-2 0 0,0 2 0,-40-12 0,-320-54 0,144 39 0,-321-30 0,149 62 0,288 6 0,115-2 0,1 1 0,0 0 0,0 1 0,0-1 0,0 1 0,0 1 0,0-1 0,0 1 0,1 0 0,-1 0 0,1 0 0,0 1 0,0 0 0,0 0 0,1 0 0,-1 0 0,1 1 0,0 0 0,0 0 0,1 0 0,-1 0 0,-3 9 0,-2 3 0,1 1 0,0 0 0,2 1 0,0-1 0,1 1 0,-3 20 0,3 6 0,2 0 0,5 61 0,-1-49 0,-1-50 0,0 1 0,1 0 0,0-1 0,0 1 0,1 0 0,0-1 0,0 0 0,1 1 0,-1-1 0,2 0 0,-1 0 0,1-1 0,0 1 0,1-1 0,-1 0 0,1 0 0,0 0 0,1 0 0,-1-1 0,1 0 0,0 0 0,1-1 0,-1 0 0,1 0 0,0 0 0,9 3 0,3 1 0,20 8 0,0-2 0,48 12 0,-26-11 0,75 29 0,-8-2 0,-70-28-1365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1:54.9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823 1 24575,'0'358'0,"0"-354"0,0 0 0,0 0 0,0 0 0,-1 0 0,1 0 0,-1 0 0,0 0 0,0 0 0,0 0 0,-1 0 0,0 0 0,1-1 0,-1 1 0,-1 0 0,1-1 0,0 0 0,-1 1 0,1-1 0,-1 0 0,0-1 0,0 1 0,-1 0 0,1-1 0,0 0 0,-1 1 0,1-1 0,-1-1 0,0 1 0,0 0 0,1-1 0,-1 0 0,0 0 0,0 0 0,0-1 0,-1 1 0,1-1 0,0 0 0,-7 0 0,-171-10 0,-1-1 0,66 13 0,-99-3 0,197-2-1365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1:57.80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24575,'80'-1'0,"-1"4"0,86 15 0,-79-8 0,1-3 0,134-8 0,-83-1 0,616 2 0,-752 0 0,0 0 0,0-1 0,0 2 0,-1-1 0,1 0 0,0 0 0,0 1 0,0-1 0,0 1 0,0-1 0,-1 1 0,1 0 0,0 0 0,-1 0 0,1 0 0,0 0 0,-1 0 0,1 0 0,-1 0 0,0 1 0,1-1 0,-1 0 0,0 1 0,2 2 0,-1 0 0,-1 1 0,1 0 0,-1 0 0,0 0 0,0 0 0,0 0 0,-1 0 0,0 7 0,-1 23 0,-2 1 0,-1 0 0,-15 56 0,6-33 0,9-39 0,1-9 0,1-1 0,0 1 0,1-1 0,0 17 0,1-26 0,1 0 0,-1 0 0,1 0 0,0-1 0,-1 1 0,1 0 0,0-1 0,-1 1 0,1-1 0,0 1 0,0-1 0,0 1 0,0-1 0,-1 1 0,1-1 0,0 0 0,0 1 0,0-1 0,0 0 0,0 0 0,0 0 0,0 0 0,0 0 0,0 0 0,0 0 0,0 0 0,0 0 0,1 0 0,36-4 0,-33 3 0,104-10 0,117 3 0,-162 9 0,74-2 0,-131 0 0,0-1 0,0 1 0,0-1 0,0-1 0,12-5 0,-12 5 0,-1 0 0,1 0 0,0 1 0,0 0 0,12-2 0,218 2 0,-118 4 0,356-2 0,-391 9 128,-28-2-1621,-35-6-5333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1:58.78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24575,'0'3'0,"0"9"0,0 9 0,0 12 0,0 6 0,0 0 0,0-7-8191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1:59.69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24575,'640'0'0,"-581"2"0,69 13 0,43 2 0,-121-16 0,233 15 0,32 22 0,-222-28 0,0-4 0,109-8 0,-65 0 0,165 0 0,383 5 0,-469 13-1365,-195-15-5461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00.17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 0 24575,'0'3'0,"0"7"0,0 7 0,0 12 0,0 8 0,0 5 0,0 7 0,0-1 0,0-4 0,0-3 0,0-6 0,0-5 0,0-6 0,0-1 0,-3-1 0,-6-5 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01.96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18 0 24575,'0'3'0,"0"4"0,0 6 0,0 4 0,0 8 0,-3 2 0,-1 0 0,0-2 0,1-2 0,1 0 0,1-1 0,0 0 0,1-2 0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02.81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24575,'161'1'0,"-159"-1"0,0 0 0,0 0 0,0 0 0,0 0 0,0 1 0,-1-1 0,1 1 0,0-1 0,0 1 0,0 0 0,0 0 0,-1 0 0,1 0 0,0 0 0,-1 0 0,1 0 0,-1 1 0,3 1 0,-4-2 0,1 0 0,0 0 0,-1 1 0,1-1 0,-1 0 0,0 1 0,1-1 0,-1 0 0,0 1 0,0-1 0,0 1 0,0-1 0,0 0 0,0 1 0,0-1 0,0 1 0,-1-1 0,1 0 0,-1 3 0,-1 0 0,0 1 0,0 0 0,-1-1 0,1 0 0,-1 0 0,0 1 0,-1-2 0,1 1 0,-1 0 0,1-1 0,-1 1 0,-7 3 0,4-3 0,-1 0 0,0-1 0,1 0 0,-1-1 0,0 0 0,-14 2 0,20-3 0,-1-1 0,0 1 0,1-1 0,-1 0 0,1 0 0,-1 0 0,0 0 0,1 0 0,-1 0 0,0-1 0,1 1 0,-1-1 0,1 0 0,-1 0 0,1 0 0,0 0 0,-1 0 0,1-1 0,0 1 0,0 0 0,0-1 0,0 0 0,0 0 0,-2-2 0,4 4 0,0 0 0,0 0 0,0-1 0,0 1 0,0 0 0,-1-1 0,1 1 0,0 0 0,0 0 0,1-1 0,-1 1 0,0 0 0,0-1 0,0 1 0,0 0 0,0 0 0,0-1 0,0 1 0,0 0 0,0-1 0,1 1 0,-1 0 0,0 0 0,0 0 0,0-1 0,1 1 0,-1 0 0,0 0 0,0 0 0,0-1 0,1 1 0,-1 0 0,0 0 0,0 0 0,1 0 0,-1 0 0,0 0 0,1-1 0,-1 1 0,0 0 0,0 0 0,1 0 0,15-4 0,-15 4 0,22-3 0,1 0 0,-1 2 0,1 0 0,-1 1 0,1 2 0,-1 0 0,0 2 0,0 1 0,0 0 0,28 11 0,-47-14 0,0 0 0,-1-1 0,1 1 0,-1 1 0,1-1 0,-1 0 0,0 1 0,1 0 0,-2 0 0,1 0 0,0 0 0,0 0 0,-1 1 0,0-1 0,0 1 0,0-1 0,0 1 0,0 0 0,-1 0 0,1 0 0,-1 0 0,1 6 0,-2-6 0,0 0 0,0-1 0,-1 1 0,1 0 0,-1 0 0,0-1 0,0 1 0,0-1 0,0 1 0,-1-1 0,1 1 0,-1-1 0,0 0 0,0 0 0,0 0 0,-1 0 0,1 0 0,-1 0 0,1 0 0,-1-1 0,0 0 0,0 1 0,0-1 0,0 0 0,-4 2 0,-5 1-97,1 0-1,-1 0 1,0-1-1,0 0 1,0-1-1,0 0 1,0-1-1,-1-1 1,0 0-1,1 0 1,-1-1-1,1-1 0,-19-3 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03.79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117 0 24575,'-6'0'0,"-4"3"0,-4 4 0,1 6 0,-4 7 0,-1 0 0,2 0 0,4-2 0,4 1 0,6-5 0,9-3 0,7-5 0,3-2 0,5-3 0,4 2 0,4 1 0,-1-2 0,-5 1-8191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04.40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246 1 24575,'-6'1'0,"1"1"0,0 0 0,0 0 0,-1 0 0,1 1 0,1 0 0,-1 0 0,0 0 0,1 0 0,-1 1 0,-6 7 0,-3 1 0,-2 0 0,-5 4 0,0 0 0,1 1 0,1 1 0,1 0 0,-28 38 0,45-55 0,0 0 0,1 0 0,0 0 0,-1 0 0,1-1 0,-1 1 0,1 0 0,0 0 0,0 0 0,0 0 0,-1 0 0,1 0 0,0 0 0,0 0 0,0 0 0,0 0 0,1 0 0,-1-1 0,0 1 0,0 0 0,1 0 0,-1 0 0,0 0 0,1 0 0,-1 0 0,1-1 0,-1 1 0,1 0 0,-1 0 0,1 0 0,-1-1 0,1 1 0,0 0 0,0-1 0,-1 1 0,1-1 0,0 1 0,0-1 0,0 1 0,-1-1 0,1 0 0,0 1 0,1-1 0,6 4 0,1-2 0,-1 1 0,17 2 0,-15-3 0,282 35 0,-221-30 0,-53-6-116,-12 1-9,1-1 0,0-1 0,0 1 0,0-1 1,-1 0-1,1-1 0,0 0 0,0 0 0,12-4 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04.75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84 0 24575,'-3'9'0,"-1"14"0,0 9 0,-4 11 0,-5 0 0,0 2 0,3 5 0,3 0 0,-1-6 0,2-2 0,1-5 0,2-6 0,4-8 0,5-9 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05.3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67 52 24575,'-1'63'0,"-1"-33"0,2 1 0,0-1 0,7 31 0,-7-57 0,1-1 0,1 1 0,-1-1 0,0 0 0,1 0 0,-1 1 0,1-1 0,0 0 0,0 0 0,0-1 0,1 1 0,-1 0 0,1-1 0,-1 0 0,1 1 0,0-1 0,0 0 0,0 0 0,0-1 0,0 1 0,0 0 0,1-1 0,-1 0 0,0 0 0,1 0 0,-1 0 0,1-1 0,-1 1 0,1-1 0,0 0 0,-1 0 0,1 0 0,4-1 0,-1 0 0,0 1 0,-1-1 0,1-1 0,0 1 0,-1-1 0,0 0 0,1-1 0,-1 1 0,0-1 0,0 0 0,0-1 0,-1 0 0,1 0 0,-1 0 0,0 0 0,0-1 0,5-5 0,-5 0 0,0 0 0,-1 1 0,0-2 0,0 1 0,-1 0 0,-1-1 0,1 1 0,-2-1 0,0 0 0,0 0 0,-1 0 0,0 0 0,0 1 0,-2-1 0,1 0 0,-1 0 0,-1 1 0,-6-18 0,6 23 0,0 1 0,0 0 0,-1 0 0,0 0 0,1 0 0,-1 1 0,0-1 0,-1 1 0,1 0 0,-1 0 0,1 0 0,-1 1 0,0 0 0,0 0 0,0 0 0,0 1 0,0-1 0,-1 1 0,1 0 0,0 1 0,-10-1 0,6 1 0,0 0 0,0 0 0,0 1 0,0 0 0,0 1 0,0 0 0,0 0 0,0 1 0,1 0 0,-1 0 0,-14 9 0,17-7 14,0 0-1,0 0 0,1 0 0,-1 1 1,1-1-1,1 2 0,-1-1 1,-6 12-1,9-16-72,1 1-1,0-1 1,-1 1-1,1 0 1,0 0 0,0-1-1,0 1 1,1 0-1,-1 0 1,1 0 0,-1 0-1,1 0 1,0 0-1,0 0 1,1 0 0,-1-1-1,0 1 1,1 0-1,0 0 1,0 0 0,-1 0-1,2-1 1,-1 1-1,3 5 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06.00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18 1 24575,'-18'352'0,"20"-366"0,1 1 0,0 0 0,1 0 0,0 0 0,1 0 0,13-22 0,-1 5 0,32-42 0,-44 65 0,0 0 0,0 0 0,1 1 0,0 0 0,0 0 0,1 1 0,12-9 0,-18 13 0,1 0 0,0 1 0,0-1 0,0 0 0,0 1 0,0-1 0,1 1 0,-1 0 0,0 0 0,0 0 0,0 0 0,0 0 0,0 0 0,0 0 0,0 1 0,0-1 0,0 1 0,1-1 0,-2 1 0,1 0 0,0 0 0,0 0 0,0 0 0,0 0 0,0 0 0,-1 1 0,1-1 0,-1 0 0,1 1 0,-1-1 0,1 1 0,-1 0 0,0 0 0,0-1 0,2 4 0,8 15 0,0 1 0,-2 0 0,0 1 0,-1 0 0,-2 0 0,0 0 0,4 34 0,-5-30 0,3 1-1365,0-7-5461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06.59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255 1 24575,'-23'0'0,"-1"1"0,0 1 0,-35 8 0,51-9 0,0 2 0,0-1 0,0 1 0,1 0 0,-1 1 0,1-1 0,0 1 0,0 1 0,0 0 0,1 0 0,-1 0 0,1 1 0,-9 11 0,13-14 0,0-1 0,0 1 0,1 0 0,-1 0 0,1 0 0,0 0 0,0 0 0,0 0 0,0 1 0,1-1 0,-1 0 0,1 0 0,0 1 0,0-1 0,0 0 0,0 1 0,1-1 0,-1 0 0,1 0 0,0 0 0,0 1 0,0-1 0,0 0 0,0 0 0,1 0 0,-1 0 0,1-1 0,0 1 0,0 0 0,0-1 0,4 4 0,5 6 0,1 0 0,1-1 0,0-1 0,25 16 0,-18-15 0,33 14 0,-40-20 0,-1 0 0,0 0 0,0 1 0,-1 1 0,1 0 0,-2 0 0,1 1 0,13 13 0,-24-20 0,1-1 0,-1 1 0,1-1 0,-1 1 0,1-1 0,-1 1 0,0-1 0,1 1 0,-1 0 0,0-1 0,1 1 0,-1 0 0,0-1 0,0 1 0,0-1 0,0 1 0,1 0 0,-1-1 0,0 1 0,0 0 0,0-1 0,0 1 0,-1 0 0,1-1 0,0 1 0,0 0 0,0-1 0,-1 2 0,0-1 0,0 0 0,0 0 0,0 0 0,0 0 0,0 0 0,0-1 0,0 1 0,0 0 0,-1-1 0,1 1 0,0-1 0,0 0 0,-3 1 0,-47 4 0,46-4 0,-4-1-61,-12 1 108,1-1 0,0-1 1,-29-4-1,43 4-140,0-1-1,0 1 1,0-1 0,0-1-1,1 1 1,-1-1 0,1 0-1,-1 0 1,1-1 0,0 1 0,0-1-1,1 0 1,-1-1 0,1 1-1,-6-8 1,-2-6-6733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06.89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24575,'3'0'0,"4"0"0,6 0 0,7 0 0,3 0 0,0 0 0,0 0 0,1 2 0,-1 5 0,-4 4 0,-5 2 0,-5 2 0,2 5 0,-2 1 0,-1 3 0,-3 4 0,-2 4 0,-1-1-8191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10.35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1448 35 24575,'-2'-2'0,"0"0"0,1-1 0,-1 1 0,0 0 0,0 0 0,0 0 0,-1 0 0,1 0 0,0 1 0,-1-1 0,1 0 0,-1 1 0,0 0 0,1 0 0,-1 0 0,0 0 0,0 0 0,0 1 0,-4-1 0,-8-1 0,0 0 0,-24 2 0,21 0 0,-563 2 0,559-1 0,-1 1 0,0 1 0,1 1 0,0 1 0,0 1 0,0 1 0,1 1 0,-25 13 0,-47 11 0,70-25 0,0 1 0,0 1 0,-36 19 0,38-13 0,0 0 0,-25 25 0,25-21 0,-44 30 0,-44 26-1365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10.81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37 1 24575,'-11'48'0,"1"1"0,3 1 0,2-1 0,2 1 0,5 80 0,-1-128 0,-1 0 0,1-1 0,-1 1 0,1 0 0,0 0 0,0 0 0,0-1 0,0 1 0,0-1 0,1 1 0,-1-1 0,0 1 0,1-1 0,-1 0 0,1 1 0,-1-1 0,1 0 0,-1 0 0,1 0 0,0 0 0,0-1 0,-1 1 0,1 0 0,0-1 0,0 1 0,0-1 0,0 0 0,0 1 0,3-1 0,10 1 0,1 0 0,27-3 0,-24 1 0,64 1 0,-34 1 0,1-2 0,-1-2 0,50-10 0,-56 0-1365,-4-4-5461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21.21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2147 54 24575,'-475'-22'0,"366"15"0,-1131-16 0,954 24 0,249-4-1365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21.66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295 1 24575,'-2'3'0,"1"0"0,-1 0 0,1 0 0,-1 0 0,0 0 0,0-1 0,0 1 0,0-1 0,-1 1 0,-3 3 0,0-1 0,-156 145 0,141-131 0,13-13 0,1 1 0,0 0 0,0 1 0,1 0 0,0 0 0,0 0 0,1 1 0,0 0 0,1 0 0,0 0 0,0 0 0,1 1 0,-2 9 0,4-13 0,0-1 0,0 1 0,1 0 0,0-1 0,0 1 0,0 0 0,1-1 0,0 1 0,0 0 0,0-1 0,1 1 0,0-1 0,0 0 0,0 0 0,0 1 0,1-1 0,0-1 0,0 1 0,1 0 0,-1-1 0,1 0 0,0 0 0,0 0 0,6 5 0,4 1 0,0-1 0,1 0 0,0-1 0,0 0 0,22 7 0,82 19 0,-9-4 0,-56-8-1365,-27-10-5461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22.14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24575,'20'0'0,"40"-1"0,79 11 0,-118-7 0,-1 1 0,0 1 0,0 1 0,0 0 0,-1 2 0,0 0 0,29 18 0,-41-22 0,1 1 0,1 0 0,-1 0 0,0 1 0,0 0 0,-1 0 0,0 1 0,0 0 0,7 9 0,-14-15 0,1 0 0,-1-1 0,0 1 0,1-1 0,-1 1 0,0 0 0,0-1 0,1 1 0,-1 0 0,0 0 0,0-1 0,0 1 0,0 0 0,0-1 0,0 1 0,0 0 0,0-1 0,0 1 0,0 0 0,0-1 0,-1 1 0,1 0 0,0-1 0,0 1 0,-1 0 0,1-1 0,0 1 0,-1 0 0,1-1 0,-1 1 0,1-1 0,-1 1 0,1-1 0,-1 1 0,1-1 0,-1 1 0,1-1 0,-1 0 0,0 1 0,1-1 0,-1 0 0,0 0 0,1 1 0,-1-1 0,0 0 0,1 0 0,-1 0 0,0 0 0,-1 0 0,-39 5 0,37-5 0,-26 1-1365,4-2-5461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28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30 239 24575,'0'10'0,"-2"0"0,1 1 0,-2-1 0,-4 14 0,-3 18 0,9-39 0,-1 9 0,0 2 0,1-1 0,0 0 0,2 24 0,-1-35 0,1 0 0,-1 0 0,0 0 0,1 0 0,0 0 0,-1 0 0,1 0 0,0 0 0,0 0 0,0 0 0,0-1 0,1 1 0,-1 0 0,0-1 0,1 1 0,1 1 0,-1-2 0,0 0 0,0 0 0,0-1 0,0 1 0,0 0 0,0-1 0,0 0 0,0 1 0,0-1 0,0 0 0,0 0 0,0 0 0,0 0 0,0-1 0,0 1 0,0 0 0,0-1 0,0 0 0,0 1 0,2-2 0,6-2 0,-1-1 0,0 0 0,-1 0 0,1-1 0,-1 0 0,0 0 0,0-1 0,-1 0 0,0 0 0,0-1 0,10-16 0,-6 8 0,-1-1 0,-1 1 0,-1-1 0,0-1 0,8-26 0,-10 20 0,0-1 0,-2 1 0,2-27 0,-5 44 0,0 0 0,-1 0 0,0 1 0,-1-1 0,0 0 0,0 1 0,0-1 0,-1 1 0,1-1 0,-2 1 0,1-1 0,-1 1 0,0 0 0,0 0 0,0 1 0,-7-9 0,9 13 4,0 0 1,1 0-1,-1 0 0,0 0 0,0 0 0,0 1 0,0-1 0,0 0 1,0 1-1,0-1 0,0 0 0,0 1 0,0-1 0,0 1 1,0 0-1,-1-1 0,1 1 0,0 0 0,0 0 0,0 0 0,-1 0 1,1 0-1,0 0 0,0 0 0,0 0 0,-1 0 0,0 1 1,0 0-88,1 0 1,-1 0 0,1 0-1,0 0 1,-1 1 0,1-1-1,0 0 1,0 1 0,0-1-1,0 1 1,0-1 0,0 1 0,1 0-1,-1-1 1,0 1 0,1 0-1,-1 2 1,-4 19-6744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28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24575,'3'3'0,"4"3"0,3 2 0,1 1 0,0 3 0,5-1 0,-1-3-8191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28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24575,'7'0'0,"0"0"0,0 0 0,0 1 0,0 0 0,-1 0 0,1 1 0,0 0 0,7 2 0,-11-2 0,1 0 0,-1 1 0,0-1 0,0 0 0,0 1 0,0 0 0,0 0 0,0 0 0,-1 0 0,0 0 0,1 0 0,-1 1 0,0-1 0,-1 1 0,3 5 0,4 8 0,-1 1 0,-1 0 0,-1 0 0,-1 0 0,0 0 0,-1 1 0,0 23 0,-3-39 0,0-1 0,0 1 0,0-1 0,-1 1 0,1-1 0,-1 1 0,0-1 0,0 0 0,0 1 0,0-1 0,0 0 0,0 0 0,0 0 0,-1 0 0,1 0 0,-1 0 0,0 0 0,1 0 0,-1-1 0,0 1 0,0 0 0,0-1 0,0 0 0,-4 2 0,1-1 0,1 0 0,0-1 0,-1 1 0,1-1 0,-1 0 0,0-1 0,1 1 0,-1-1 0,1 0 0,-1 0 0,0 0 0,-4-2 0,9 2 0,0 0 0,0 0 0,0 0 0,0 0 0,0 0 0,0 0 0,0 0 0,0 0 0,0 0 0,0 0 0,0 0 0,0 0 0,0 0 0,0 0 0,0 0 0,0-1 0,0 1 0,0 0 0,0 0 0,0 0 0,0 0 0,0 0 0,1 0 0,-1 0 0,0 0 0,0 0 0,0 0 0,0 0 0,0 0 0,-1 0 0,1 0 0,0 0 0,0-1 0,0 1 0,0 0 0,0 0 0,0 0 0,0 0 0,0 0 0,0 0 0,0 0 0,0 0 0,0 0 0,0 0 0,0 0 0,0 0 0,0 0 0,0 0 0,0 0 0,0 0 0,0 0 0,0 0 0,0 0 0,0 0 0,0 0 0,-1 0 0,12-4 0,15-2 0,297-4-145,-229 11-1075,-77-1-5606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29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24575,'-2'41'0,"1"-29"0,0-1 0,0 1 0,1-1 0,1 1 0,0-1 0,0 0 0,1 1 0,1-1 0,4 11 0,-6-20 0,1 0 0,-1 0 0,1 0 0,0 0 0,0 0 0,0 0 0,0-1 0,0 1 0,0-1 0,0 1 0,0-1 0,1 0 0,-1 0 0,1 0 0,-1 0 0,0-1 0,1 1 0,-1 0 0,1-1 0,4 0 0,7 1 0,1 0 0,22-4 0,-17 2 0,-12 0 0,1 1 0,-1 0 0,1 1 0,-1-1 0,1 2 0,-1-1 0,1 1 0,-1 1 0,10 3 0,-14-4 0,-1 0 0,1 1 0,-1-1 0,0 1 0,0-1 0,0 1 0,0 0 0,0 0 0,-1 0 0,1 1 0,-1-1 0,0 0 0,0 1 0,0 0 0,-1-1 0,1 1 0,-1 0 0,0 0 0,0 0 0,0 0 0,0 7 0,0-7 0,-1-1 0,0 1 0,0 0 0,0 0 0,-1-1 0,1 1 0,-1 0 0,0 0 0,0-1 0,0 1 0,0-1 0,-1 1 0,1-1 0,-1 1 0,0-1 0,0 0 0,0 0 0,-1 0 0,1 0 0,-1 0 0,1-1 0,-1 1 0,0-1 0,0 0 0,0 1 0,0-1 0,-6 2 0,1 0 0,1-1 0,-1 0 0,0-1 0,1 0 0,-1 0 0,0-1 0,0 0 0,-1 0 0,1 0 0,0-1 0,0-1 0,-10-1 0,15 1 8,-1 0 0,0 0 0,1 0 0,-1 0 0,1-1 0,-1 0-1,1 0 1,0 0 0,0 0 0,-1 0 0,2-1 0,-1 1 0,0-1 0,-2-3-1,-2-3-377,0 0-1,1-1 0,-7-13 0,-1-5-6455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29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24575,'3'0'0,"7"0"0,7 0 0,10 0 0,2 2 0,6 2 0,5 6 0,8 3 0,-3 0 0,1 1 0,1-2 0,-7-4-8191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30.2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294 15 24575,'-2'-1'0,"0"-1"0,0 1 0,-1-1 0,1 1 0,-1 0 0,1 0 0,-1 0 0,0 0 0,1 1 0,-1-1 0,0 1 0,-2-1 0,-37-1 0,34 2 0,-1 0 0,-1 0 0,0 1 0,1 0 0,-1 1 0,1-1 0,0 2 0,-1-1 0,1 2 0,-11 4 0,16-6 0,0 0 0,1 1 0,0-1 0,-1 1 0,1-1 0,0 1 0,0 0 0,1 0 0,-1 1 0,1-1 0,-1 0 0,1 1 0,0-1 0,0 1 0,1 0 0,-1 0 0,1 0 0,0 0 0,0 0 0,0 0 0,0 0 0,1 0 0,-1 0 0,1 5 0,1-6 0,-1 0 0,0 1 0,1-1 0,0 0 0,0 0 0,0 1 0,0-1 0,1 0 0,-1 0 0,1 0 0,0-1 0,-1 1 0,1 0 0,1-1 0,-1 1 0,0-1 0,3 3 0,7 4 0,-1 0 0,22 12 0,-14-9 0,15 9 0,-17-12 0,-2 0 0,1 1 0,-2 1 0,1 0 0,12 14 0,-24-22 0,-1 0 0,1 0 0,-1 0 0,0 0 0,0 1 0,0-1 0,0 0 0,0 1 0,-1 0 0,0-1 0,0 1 0,0 0 0,0-1 0,0 1 0,-1 0 0,0 0 0,1 0 0,-1 0 0,-1-1 0,1 1 0,-1 0 0,1 0 0,-1 0 0,0-1 0,0 1 0,-1-1 0,1 1 0,-1-1 0,-3 6 0,2-5 0,-1 1 0,1-1 0,-1 0 0,0-1 0,0 1 0,0-1 0,0 1 0,-1-1 0,0-1 0,1 1 0,-1-1 0,0 1 0,0-1 0,0-1 0,0 1 0,-1-1 0,1 0 0,0 0 0,-1 0 0,1-1 0,0 0 0,-1 0 0,-5-1 0,-4 0 0,0 0 0,0-1 0,1-1 0,-1-1 0,0 0 0,1-1 0,-14-6 0,24 9-52,0-1-1,0 1 1,1-1-1,-1 1 1,1-1-1,0 0 1,0 0-1,0 0 1,0-1-1,0 1 1,1-1-1,0 0 1,-1 1-1,1-1 1,1 0-1,-1 0 1,1 0-1,-1-1 1,1 1-1,0 0 0,0 0 1,1-1-1,0 1 1,-1 0-1,2-6 1,-1-10-6774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30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24575,'9'-3'0,"5"-3"0,4 1 0,1 2 0,-2 5 0,-2 4 0,0 4 0,1 4 0,2 2 0,2 1 0,3 1 0,-3-3-8191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30.8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24575,'3'0'0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38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 24575,'-2'60'0,"0"-38"0,1 0 0,1 0 0,2 0 0,0 0 0,5 25 0,-6-44 0,0 0 0,0 0 0,0-1 0,0 1 0,1 0 0,-1-1 0,1 1 0,-1-1 0,1 1 0,0-1 0,0 0 0,0 1 0,0-1 0,1-1 0,-1 1 0,0 0 0,5 2 0,0-1 0,0-1 0,0 1 0,0-1 0,0-1 0,10 2 0,8 2 0,-22-5 0,-1 1 0,0 1 0,1-1 0,-1 0 0,0 0 0,0 1 0,0-1 0,0 1 0,0 0 0,0 0 0,-1 0 0,1 0 0,-1 0 0,1 0 0,-1 0 0,0 0 0,0 0 0,1 1 0,-2-1 0,1 0 0,0 1 0,0-1 0,-1 1 0,1-1 0,-1 1 0,0-1 0,0 5 0,1 2 0,-1 1 0,0 0 0,-1-1 0,0 1 0,-1-1 0,-2 10 0,2-15 0,1 0 0,-1 0 0,0 0 0,0 0 0,-1-1 0,1 1 0,-1-1 0,0 0 0,0 0 0,0 0 0,0 0 0,0 0 0,-1 0 0,1-1 0,-1 0 0,0 0 0,1 0 0,-1 0 0,0 0 0,0-1 0,0 0 0,-1 0 0,1 0 0,0 0 0,-8 0 0,6 0 0,0-1 0,0 0 0,0 0 0,0 0 0,0-1 0,0 0 0,0 0 0,0-1 0,1 1 0,-1-1 0,0-1 0,1 1 0,-1-1 0,1 0 0,0 0 0,0 0 0,-9-8 0,-6-16-1365,4 0-5461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38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24575,'3'0'0,"6"0"0,11 0 0,5 0 0,0 0 0,0 0 0,-2 0 0,4 3 0,3 0 0,-1 1 0,-5-1-8191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38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1 24575,'3'0'0,"6"0"0,6 3 0,-1 3 0,-3 5 0,-2 5 0,-4 3 0,-5 1 0,-8 4 0,-6-4 0,-3 2 0,-5 2 0,-2 1 0,5-5-8191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39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0 24575,'-3'12'0,"-4"17"0,0 20 0,0 14 0,-1 15 0,-2 5 0,1 3 0,-5-7 0,1-12 0,3-11 0,2-9 0,3-10 0,3-20 0,1-22 0,1-15 0,0-4-8191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39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24575,'3'0'0,"4"0"0,3 0 0,6 0 0,4 0 0,0 0 0,0 0 0,0-3 0,2-7 0,0-7 0,-4-1-8191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40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 24575,'0'11'0,"-3"19"0,-1 21 0,-2 22 0,-4 19 0,-2 14 0,0 6 0,-6 2 0,-3-5 0,-1-15 0,1-12 0,3-13 0,3-14 0,3-13 0,1-11 0,2-10-8191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41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18 24575,'3'-2'0,"6"-2"0,6 0 0,1 1 0,3 1 0,0 1 0,-1 0 0,1 1 0,-4 3 0,-4 1-8191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49.5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24427,'0'2255'0,"4089"-2255"0,-4089-2255 0,-4089 2255 0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55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77 24575,'-8'161'0,"-1"-15"0,9 214 0,-13 328 0,-10-111 0,21-528 0,-3-1 0,-20 87 0,-39 92 0,37-139 0,12-36 0,-30 98 0,-41 241 0,51 28 0,33-392 0,-1 0 0,-1 0 0,-13 44 0,10-49 0,2 1 0,0 0 0,2 0 0,0 0 0,1 32 0,2-53 0,0 0 0,1 0 0,-1 0 0,1 0 0,-1 0 0,1 0 0,0 0 0,-1 0 0,1 0 0,0 0 0,0 0 0,1 0 0,-1-1 0,0 1 0,1-1 0,-1 1 0,0 0 0,1-1 0,0 0 0,-1 1 0,1-1 0,0 0 0,0 0 0,0 0 0,0 0 0,0-1 0,0 1 0,2 0 0,7 2 0,0-1 0,0-1 0,1 0 0,15 0 0,-1 0 0,777 62-191,609-30-638,-838-28 703,169 25 126,-529-18 0,-185-10 0,-17-1 0,-1 0 0,0-1 0,1 0 0,-1-1 0,0 0 0,14-3 0,-23 4-2,-1-1 0,0 1 0,0-1 0,1 1 0,-1-1 0,0 1 0,0-1 0,0 0-1,0 0 1,0 1 0,0-1 0,0 0 0,0 0 0,0 0 0,0 0 0,0 0 0,0 0 0,-1 0 0,1-1 0,-1 1 0,1 0-1,0-1 1,0-33 241,-14-67 232,-29-110 0,9 60-458,-7-101-230,-12-337 1,40-263-360,11 432 742,-1 182-166,-6-295 0,7 511 37,0-15-70,-8-49 0,7 76 120,0 1 0,0 0 1,-2-1-1,1 1 0,-1 0 0,0 1 1,-1-1-1,-1 1 0,-8-12 0,12 18-87,0 1 0,0 0 0,0 1 0,0-1 0,0 0 0,0 1 0,-1-1 0,1 1 0,-1-1 0,1 1 0,-1 0 0,0 0 0,1 0 0,-5 0 0,-42-1 0,19 1 0,-834-78-1122,3-33-653,394 49 1386,394 54 386,-580-71-203,-2 36 28,590 44-575,28 1-3012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56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0 140 24575,'15'-3'0,"9"-4"0,20-6 0,21-1 0,20-2 0,22 3 0,21-5 0,12 0 0,11 3 0,0 4 0,-6 5 0,-13 2 0,-17 3 0,-17 1 0,-22 3 0,-10 10 0,-16 6 0,-16-1-8191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56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24575,'11'0'0,"19"0"0,24 0 0,17 0 0,23 0 0,18 0 0,19 0 0,16 0 0,6 0 0,-3 2 0,-7 2 0,-24 3 0,-31 2 0,-29 1-8191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56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24575,'8'3'0,"24"0"0,20 1 0,22-1 0,18-1 0,16-1 0,5 0 0,-3-1 0,-11 0 0,-17 0 0,-22 0-8191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57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24575,'8'5'0,"13"3"0,18 2 0,24 0 0,10 1 0,12-2 0,9-2 0,3-2 0,-1-2 0,-13-2 0,-18-1 0,-21 0-8191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57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24575,'6'3'0,"13"0"0,18 4 0,17 0 0,14-2 0,10 0 0,5-2 0,1-2 0,-11 0 0,-15 2 0,-18 0-8191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2:57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24575,'3'5'0,"18"6"0,17 3 0,22 2 0,22 7 0,33 3 0,38 5 0,34 4 0,27 3 0,15-3-749,-2-9 749,-40-8-7442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3:02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24500,'0'1022'0,"500"-1022"0,-500-1022 0,-500 1022 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12.0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6319 498 24575,'1'-12'0,"1"1"0,-1 0 0,2-1 0,4-14 0,5-18 0,-6 4 0,2 3 0,-3-2 0,-1 1 0,-2-60 0,-2 95 0,0 0 0,-1-1 0,0 1 0,0-1 0,0 1 0,0 0 0,0 0 0,-1 0 0,1 0 0,-1 0 0,0 0 0,0 0 0,0 0 0,0 0 0,0 1 0,-1-1 0,1 1 0,-1 0 0,0 0 0,0 0 0,1 0 0,-1 0 0,-1 1 0,1-1 0,0 1 0,-5-2 0,-8-1 0,0 0 0,-1 1 0,1 1 0,-24-1 0,17 2 0,20 0 0,0 1 0,0 0 0,0 0 0,-1 0 0,1 0 0,0 0 0,0 1 0,0-1 0,0 1 0,0 0 0,0 0 0,0 0 0,0 1 0,0-1 0,1 0 0,-1 1 0,0 0 0,1 0 0,-1 0 0,1 0 0,-3 3 0,2-1 0,1 1 0,-1-1 0,1 1 0,0 0 0,0 0 0,0 0 0,1 0 0,-1 0 0,1 0 0,1 1 0,-1 9 0,2 66 0,1-53 0,-3 44 0,0-65 0,0 0 0,0 1 0,0-1 0,-1 0 0,-1 1 0,1-1 0,-1 0 0,0-1 0,-1 1 0,-6 9 0,7-12 0,0-1 0,0-1 0,0 1 0,-1 0 0,1-1 0,-1 0 0,1 1 0,-1-2 0,0 1 0,0 0 0,0-1 0,0 1 0,0-1 0,0 0 0,-1-1 0,-6 1 0,-10 1 0,0-2 0,-24-2 0,14 0 0,-21 2 0,29 1 0,-1-1 0,-35-5 0,57 4 0,1 0 0,-1 1 0,0-1 0,0 0 0,1 0 0,-1 0 0,1 0 0,-1 0 0,1-1 0,-1 1 0,1 0 0,0-1 0,-1 1 0,1-1 0,0 1 0,0-1 0,0 0 0,0 1 0,1-1 0,-1 0 0,0 0 0,1 0 0,-1 1 0,1-1 0,0 0 0,-1-3 0,0-7 0,0-1 0,1-23 0,0 25 0,2-23 0,-1 19 0,0-1 0,-1 1 0,-1 0 0,0-1 0,-4-18 0,4 30 0,0 1 0,0-1 0,-1 1 0,1 0 0,-1 0 0,0-1 0,1 1 0,-1 0 0,-1 1 0,1-1 0,0 0 0,-1 0 0,1 1 0,-1 0 0,0-1 0,0 1 0,0 0 0,0 0 0,0 1 0,0-1 0,0 1 0,-1-1 0,1 1 0,-1 0 0,1 1 0,-1-1 0,-6 0 0,-24-1 0,-54 3 0,29 1 0,57-2 0,-1 0 0,1 0 0,0 0 0,-1 0 0,1 0 0,0 1 0,0-1 0,-1 1 0,1-1 0,0 1 0,0 0 0,0 0 0,0 0 0,0 0 0,0 0 0,0 0 0,0 1 0,0-1 0,1 1 0,-1-1 0,1 1 0,-1 0 0,1 0 0,-2 2 0,1 1 0,0 0 0,0 1 0,1-1 0,0 1 0,0 0 0,0-1 0,0 1 0,2 10 0,1 63 0,-1 31 0,-1-108 0,0-1 0,-1 1 0,1 0 0,-1 0 0,1-1 0,-1 1 0,0 0 0,0-1 0,0 1 0,0-1 0,0 1 0,0-1 0,0 0 0,0 1 0,-1-1 0,1 0 0,0 0 0,-1 0 0,1 0 0,-1 0 0,1 0 0,-1 0 0,0 0 0,1-1 0,-1 1 0,0 0 0,0-1 0,1 0 0,-1 1 0,0-1 0,-3 0 0,-8 1 0,0 0 0,-1-2 0,-17-1 0,9 0 0,7 2 0,3 0 0,0-1 0,0 0 0,0 0 0,1-1 0,-16-4 0,24 4 0,0 1 0,0 0 0,0-1 0,0 1 0,0-1 0,1 0 0,-1 0 0,0 0 0,1-1 0,0 1 0,-1 0 0,1-1 0,0 1 0,0-1 0,0 0 0,1 0 0,-1 0 0,1 0 0,-1 0 0,1 0 0,0 0 0,0 0 0,0-7 0,-2-15 0,1 0 0,2 0 0,3-36 0,-1 30 0,-2-52 0,-1 82 0,1-1 0,-1 0 0,1 0 0,-1 0 0,0 0 0,0 1 0,0-1 0,0 0 0,0 1 0,0-1 0,0 1 0,0-1 0,-1 1 0,1 0 0,0-1 0,-1 1 0,0 0 0,1 0 0,-1 0 0,0 0 0,1 0 0,-1 0 0,0 1 0,0-1 0,0 1 0,1-1 0,-1 1 0,0-1 0,0 1 0,-2 0 0,-10-1 0,0 0 0,-1 1 0,-15 2 0,10-1 0,-55-1 0,49-2 0,1 2 0,-1 1 0,1 1 0,-1 1 0,1 1 0,-27 8 0,49-11 0,1 0 0,-1 0 0,0 1 0,1 0 0,-1-1 0,0 1 0,1 0 0,0 0 0,0 0 0,-1 0 0,1 1 0,0-1 0,1 1 0,-1-1 0,0 1 0,1 0 0,-1-1 0,1 1 0,0 0 0,0 0 0,0 0 0,0 0 0,0 5 0,0 6 0,0 0 0,1 0 0,0 1 0,3 13 0,-1 3 0,1 14 0,-1-24 0,-1 0 0,-1 0 0,0 0 0,-6 34 0,5-53 0,0 0 0,0 0 0,0 0 0,0-1 0,0 1 0,0 0 0,0 0 0,0 0 0,-1-1 0,1 1 0,-1-1 0,1 1 0,-1-1 0,0 0 0,1 1 0,-1-1 0,0 0 0,0 0 0,0 0 0,0-1 0,0 1 0,0 0 0,0-1 0,0 1 0,0-1 0,-3 1 0,-7 0 0,0 0 0,0-1 0,-18-2 0,13 1 0,-5 1 0,12 1 0,0-1 0,1-1 0,-1 0 0,-18-4 0,26 5 0,0-1 0,0 0 0,0 0 0,0 0 0,0 0 0,0 0 0,0 0 0,0-1 0,0 1 0,1 0 0,-1-1 0,0 0 0,1 1 0,-1-1 0,1 0 0,0 0 0,0 0 0,0 0 0,0 0 0,0 0 0,0 0 0,0 0 0,0 0 0,1 0 0,-1 0 0,1-3 0,-2-22 0,1 0 0,5-47 0,-2 43 0,-1-46 0,-2 75 0,1 0 0,0 1 0,-1-1 0,1 0 0,-1 0 0,1 0 0,-1 0 0,0 0 0,0 0 0,0 1 0,0-1 0,0 0 0,0 1 0,-1-1 0,1 1 0,-1-1 0,1 1 0,-1 0 0,1 0 0,-1-1 0,0 1 0,1 0 0,-1 1 0,0-1 0,0 0 0,0 0 0,0 1 0,1-1 0,-1 1 0,-3-1 0,-7-1 0,1 1 0,-1 1 0,0 0 0,-13 1 0,5 0 0,-20 1 0,-60-2 0,88-1 0,1 0 0,0-1 0,0-1 0,0 1 0,0-2 0,-19-8 0,25 9 0,-1 0 0,0 1 0,0-1 0,0 1 0,0 1 0,0-1 0,0 1 0,0 0 0,0 1 0,-1-1 0,-11 2 0,15-1 0,1 1 0,-1 0 0,0 0 0,1 0 0,-1 0 0,1 0 0,-1 1 0,1-1 0,-1 1 0,1 0 0,0-1 0,0 1 0,0 0 0,0 0 0,0 1 0,0-1 0,0 0 0,1 1 0,-1-1 0,1 1 0,0-1 0,0 1 0,0-1 0,0 1 0,0 0 0,0 0 0,0 5 0,-1 10 0,0 0 0,1 1 0,3 32 0,0 16 0,-3-66 0,1 1 0,0 0 0,0 0 0,-1-1 0,1 1 0,-1 0 0,0-1 0,1 1 0,-1-1 0,0 1 0,0-1 0,0 1 0,0-1 0,0 1 0,0-1 0,0 0 0,-1 0 0,1 0 0,0 0 0,-1 1 0,1-2 0,-1 1 0,1 0 0,-1 0 0,1 0 0,-1-1 0,0 1 0,1-1 0,-1 1 0,0-1 0,1 0 0,-3 1 0,-8 0 0,1-1 0,-1 0 0,-21-2 0,11 0 0,-156-1 0,175 3 0,-1 0 0,1-1 0,0 1 0,0-1 0,0 0 0,0 0 0,0 0 0,0-1 0,0 1 0,0-1 0,0 1 0,0-1 0,1 0 0,-1 0 0,1 0 0,-4-5 0,2 3 0,1-1 0,0 1 0,0-1 0,1 0 0,0 0 0,-1-1 0,2 1 0,-1 0 0,-1-6 0,0-12 0,0 1 0,2-1 0,2-41 0,0 51 0,-1 8 0,1 0 0,-1 0 0,0 0 0,-1 1 0,1-1 0,-1 0 0,0 0 0,0 1 0,0-1 0,-2-4 0,1 7 0,0 0 0,1 0 0,-1 0 0,0 0 0,0 1 0,0-1 0,0 1 0,0-1 0,-1 1 0,1 0 0,0 0 0,0 0 0,-1 0 0,1 0 0,-1 1 0,1-1 0,-1 1 0,1-1 0,-1 1 0,1 0 0,-4 0 0,-47-3 0,1 3 0,-1 1 0,0 3 0,1 3 0,0 1 0,-61 19 0,110-26 0,-1 0 0,1 1 0,0-1 0,0 1 0,-1 0 0,1 0 0,0 0 0,1 0 0,-1 1 0,0-1 0,1 1 0,-1 0 0,1 0 0,0-1 0,0 1 0,0 1 0,0-1 0,1 0 0,-1 0 0,1 1 0,0-1 0,0 1 0,0-1 0,0 1 0,0 3 0,0 11 0,0 1 0,0-1 0,5 35 0,-1-13 0,-2-35 0,-1 0 0,0-1 0,-1 1 0,1 0 0,-1-1 0,0 1 0,0 0 0,0-1 0,0 1 0,-1-1 0,0 1 0,0-1 0,0 0 0,-4 6 0,3-7 0,1-1 0,0 0 0,-1 0 0,0 0 0,1-1 0,-1 1 0,0 0 0,0-1 0,0 0 0,0 0 0,0 0 0,0 0 0,0 0 0,0 0 0,0-1 0,0 0 0,-1 0 0,1 1 0,0-2 0,0 1 0,0 0 0,-6-2 0,-15-3 0,-43-15 0,-18-4 0,82 23 0,-1 0 0,1 1 0,-1-1 0,1 0 0,-1 0 0,1-1 0,0 1 0,0-1 0,0 0 0,0 0 0,0 0 0,0 0 0,0 0 0,0-1 0,1 1 0,0-1 0,-1 1 0,-3-7 0,4 3 0,-1 0 0,1 0 0,0 0 0,1 0 0,0 0 0,0 0 0,0-1 0,1 1 0,-1 0 0,2-7 0,2-56 0,-1-65 0,-2 132 0,0 0 0,0 1 0,-1-1 0,1 0 0,0 0 0,-1 0 0,1 0 0,-1 1 0,1-1 0,-1 0 0,0 0 0,0 1 0,0-1 0,0 0 0,0 1 0,0-1 0,0 1 0,0 0 0,-1-1 0,1 1 0,-1 0 0,1 0 0,-1 0 0,1 0 0,-1 0 0,0 0 0,1 0 0,-1 0 0,0 1 0,0-1 0,0 1 0,1-1 0,-1 1 0,0 0 0,0-1 0,-3 1 0,-7 1 0,1 0 0,-1 0 0,0 1 0,-21 7 0,6-2 0,-23 1 0,0-2 0,-85-2 0,44-3 0,88-1 0,0 0 0,-1 0 0,1 0 0,0 1 0,0-1 0,-1 1 0,1 0 0,0 0 0,0 0 0,0 0 0,0 0 0,0 1 0,0-1 0,0 1 0,-5 4 0,6-3 0,1 0 0,-1-1 0,0 1 0,1 0 0,-1 0 0,1 0 0,0 1 0,0-1 0,0 0 0,1 0 0,-1 1 0,1-1 0,0 0 0,0 1 0,0 5 0,1 14 0,-1 0 0,-1 0 0,-1 1 0,-2-2 0,0 1 0,-1 0 0,-16 42 0,19-62 0,0 0 0,0 0 0,0 0 0,0 0 0,0 0 0,-1-1 0,1 1 0,-1-1 0,0 0 0,0 1 0,0-1 0,0-1 0,0 1 0,0 0 0,0-1 0,0 0 0,-1 1 0,1-1 0,-1 0 0,1-1 0,-7 1 0,-7 1 0,0-2 0,0 0 0,-24-3 0,7 0 0,-227 0 0,258 3 0,1 0 0,-1 0 0,1 0 0,-1 0 0,1 0 0,0-1 0,-1 1 0,1-1 0,-1 0 0,1 1 0,0-1 0,-1 0 0,1-1 0,0 1 0,0 0 0,0-1 0,0 1 0,0-1 0,0 1 0,1-1 0,-3-2 0,2 0 0,0 0 0,0-1 0,0 1 0,1 0 0,0-1 0,0 1 0,0-1 0,0 1 0,1-1 0,-1-8 0,-1-22 0,-2-1 0,-2 1 0,-17-58 0,17 71 0,5 16 0,0 0 0,-1 0 0,0 0 0,0 1 0,0-1 0,-6-9 0,6 12 0,0 1 0,0 0 0,0 0 0,-1 0 0,1 1 0,0-1 0,-1 0 0,1 1 0,-1-1 0,0 1 0,1 0 0,-1 0 0,0 0 0,0 1 0,1-1 0,-1 0 0,0 1 0,-4 0 0,-76-5 0,-85 8 0,44 0 0,66-3 0,-63 2 0,118-2 0,0 0 0,1 0 0,-1 0 0,0 1 0,1 0 0,-1-1 0,0 1 0,1 0 0,-1 0 0,1 0 0,0 1 0,-1-1 0,1 0 0,0 1 0,0 0 0,-1-1 0,1 1 0,1 0 0,-1 0 0,0 0 0,0 1 0,1-1 0,-1 0 0,1 1 0,0-1 0,0 0 0,-2 5 0,1 3 0,1 1 0,-1 0 0,1-1 0,1 1 0,2 20 0,-1-22 0,-1 1 0,0 0 0,0 0 0,-1 0 0,0-1 0,-4 16 0,4-21 0,-1 0 0,1 1 0,-1-1 0,0 0 0,-1 0 0,1 0 0,-1-1 0,0 1 0,0 0 0,0-1 0,0 0 0,-1 0 0,1 0 0,-1 0 0,0-1 0,0 1 0,-5 2 0,-1-2 0,0 0 0,0 0 0,0-1 0,0-1 0,0 0 0,-20 0 0,-222-11 0,71 0 0,153 9-341,1-2 0,0 0-1,-44-12 1,51 9-6485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14.9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24575,'442'26'0,"-232"-8"0,935 26-1391,12-47-49,-1121 3-3920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15.3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129 0 24575,'27'2'0,"0"1"0,53 13 0,-49-9 0,281 77 0,-306-82 0,0 0 0,-1 0 0,1 1 0,-1 0 0,1 0 0,-1 1 0,0-1 0,-1 1 0,1 0 0,-1 0 0,6 7 0,-9-9 0,0-1 0,0 1 0,0-1 0,0 1 0,-1-1 0,1 1 0,0 0 0,-1-1 0,1 1 0,-1 0 0,0-1 0,0 1 0,0 0 0,0 0 0,0-1 0,0 1 0,0 3 0,-1-2 0,-1-1 0,1 1 0,0-1 0,0 0 0,-1 1 0,1-1 0,-1 0 0,0 0 0,0 0 0,0 0 0,0 0 0,0 0 0,0-1 0,0 1 0,-3 1 0,-13 6 0,0-1 0,-1 0 0,1-1 0,-1-1 0,-30 6 0,-272 40-1365,133-31-5461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27.6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24575,'3'0'0,"10"0"0,13 0 0,18 0 0,6 0 0,10 0 0,6 0 0,0 0 0,-8 0 0,-5 0 0,-7 0 0,-4 0 0,-7 0 0,-6 0 0,-3 0 0,-3 0 0,-5 0-8191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28.0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1 24575,'0'0'0,"-1"0"0,1 0 0,0 0 0,-1 0 0,1 0 0,-1 0 0,1 0 0,0 0 0,-1 0 0,1 1 0,0-1 0,0 0 0,-1 0 0,1 0 0,0 1 0,-1-1 0,1 0 0,0 0 0,0 1 0,-1-1 0,1 0 0,0 1 0,0-1 0,0 0 0,0 0 0,-1 1 0,1-1 0,0 0 0,0 1 0,0-1 0,0 0 0,0 1 0,0-1 0,0 1 0,0-1 0,0 0 0,0 1 0,0-1 0,0 0 0,0 1 0,0-1 0,0 0 0,0 1 0,0-1 0,1 0 0,-1 1 0,0-1 0,0 0 0,0 1 0,1-1 0,-1 0 0,0 0 0,0 1 0,0-1 0,1 0 0,12 19 0,5 3 0,-8-12 0,-2 0 0,1 1 0,-1-1 0,8 17 0,-14-22 0,0-1 0,0 1 0,-1 0 0,0 0 0,0 0 0,0 0 0,0 1 0,-1-1 0,1 0 0,-1 0 0,-1 0 0,1 0 0,-1 1 0,0-1 0,-2 6 0,1-4-136,-1-1-1,1 1 1,-2-1-1,1 1 1,-1-1-1,0 0 1,0 0-1,0 0 0,-7 5 1,-5 4-6690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28.7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 97 24575,'2'0'0,"0"-1"0,0 0 0,1 1 0,-1-1 0,0 0 0,0 0 0,0-1 0,0 1 0,0 0 0,0-1 0,0 1 0,-1-1 0,1 1 0,-1-1 0,1 0 0,-1 0 0,1 1 0,-1-1 0,0 0 0,0-1 0,0 1 0,0 0 0,0 0 0,0 0 0,-1 0 0,1-1 0,-1 1 0,0 0 0,1-5 0,-1 5 0,1 1 0,-1 0 0,0-1 0,0 1 0,0-1 0,0 1 0,0-1 0,0 1 0,0-1 0,0 1 0,-1 0 0,1-1 0,0 1 0,-1-1 0,1 1 0,-1 0 0,0-1 0,1 1 0,-1 0 0,0 0 0,0-1 0,0 1 0,0 0 0,0 0 0,0 0 0,0 0 0,0 0 0,0 0 0,0 1 0,-1-1 0,1 0 0,0 1 0,-1-1 0,1 1 0,0-1 0,-1 1 0,1-1 0,-1 1 0,1 0 0,-1 0 0,1 0 0,0 0 0,-1 0 0,1 0 0,-1 0 0,1 0 0,-1 0 0,-1 1 0,-2 1 0,0 1 0,0-1 0,0 1 0,0 0 0,1 0 0,0 0 0,-1 0 0,1 1 0,1 0 0,-1-1 0,0 2 0,1-1 0,0 0 0,0 1 0,0-1 0,0 1 0,1 0 0,-4 10 0,5-12 0,0-1 0,0 1 0,0 0 0,0 0 0,0 0 0,1 0 0,-1-1 0,1 1 0,0 0 0,0 0 0,0 0 0,0 0 0,0 0 0,1 0 0,-1 0 0,1 0 0,0 0 0,0-1 0,0 1 0,0 0 0,0-1 0,1 1 0,-1-1 0,1 1 0,0-1 0,0 1 0,0-1 0,0 0 0,0 0 0,0 0 0,0 0 0,1-1 0,-1 1 0,1 0 0,4 1 0,3 0-151,0 0-1,0-1 0,0 0 0,0-1 1,0-1-1,1 1 0,-1-1 1,14-2-1,12-2-6674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29.1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1 24575,'0'9'0,"0"8"0,0 10 0,0 6 0,0 1 0,-3 3 0,-1-11 0,0-18 0,4-14 0,5-8 0,7-8 0,4-2 0,6 2 0,1 5 0,1 8 0,-2 6 0,-2 3 0,-3 2-8191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29.6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24575,'0'5'0,"0"12"0,0 7 0,0 6 0,0 1 0,0-8 0,0-10 0,0-11 0,0-15 0,0-4-8191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30.2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24575,'3'1'0,"0"0"0,0 1 0,0-1 0,0 0 0,-1 1 0,1 0 0,0-1 0,-1 1 0,0 0 0,4 3 0,2 2 0,1-1 0,1 0 0,1 0 0,-1-1 0,1 0 0,0-1 0,0 0 0,15 2 0,-21-5 0,0 0 0,0 0 0,1-1 0,-1 0 0,0 0 0,0 0 0,0-1 0,8-2 0,-10 3 0,-1-1 0,1 0 0,-1 0 0,0 0 0,0 0 0,0-1 0,1 1 0,-1-1 0,-1 1 0,1-1 0,0 0 0,0 0 0,0 1 0,-1-1 0,1 0 0,-1-1 0,0 1 0,2-3 0,-3 4-2,1 1-1,-1-1 0,0 0 1,1 0-1,-1 1 1,0-1-1,0 0 0,0 0 1,1 0-1,-1 1 1,0-1-1,0 0 1,0 0-1,0 0 0,-1 1 1,1-1-1,0 0 1,0 0-1,0 0 0,-1 1 1,1-1-1,0 0 1,-1 0-1,1 1 0,0-1 1,-1 0-1,1 1 1,-1-1-1,1 0 0,-2 0 1,0-1 20,0 1 0,0 0 0,-1 0 1,1 0-1,0 0 0,-1 0 0,1 0 0,0 1 1,-1-1-1,-4 0 0,3 1-132,-1-1 0,1 1-1,-1 0 1,1 0 0,-1 0 0,1 1-1,-1 0 1,1 0 0,-1 0 0,1 0-1,0 1 1,-5 2 0,-3 7-6712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30.7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51 24575,'29'76'0,"-12"-27"0,-15-49 0,0-9 0,1-20 0,0 6 0,-2 18 5,0-1-1,0 1 1,1-1 0,0 1-1,0 0 1,0 0-1,1 0 1,-1 0 0,1 0-1,1 0 1,-1 1 0,1-1-1,-1 1 1,1 0-1,0 0 1,1 0 0,-1 1-1,1-1 1,0 1-1,-1 0 1,1 1 0,1-1-1,-1 1 1,0 0-1,9-2 1,-2 2-140,1 0 0,-1 0 0,0 1 0,1 1 0,-1 0 0,1 1 0,-1 0 0,0 1 0,1 1 0,17 5 0,-7 0-6691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32.4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0 24575,'0'62'0,"-1"0"0,12 114 0,-4-126 0,-7-50 0,1 0 0,-1 0 0,0 0 0,0 0 0,0 1 0,1-1 0,-1 0 0,0 0 0,0 0 0,0 0 0,0 0 0,1 0 0,-1 0 0,0 0 0,0 0 0,0 0 0,1 0 0,-1-1 0,0 1 0,0 0 0,0 0 0,1 0 0,-1 0 0,0 0 0,0 0 0,0 0 0,0 0 0,0 0 0,1-1 0,-1 1 0,0 0 0,0 0 0,0 0 0,0 0 0,0-1 0,0 1 0,0 0 0,1 0 0,-1 0 0,0 0 0,0-1 0,0 1 0,0 0 0,0 0 0,0 0 0,0-1 0,0 1 0,0 0 0,0 0 0,0 0 0,0 0 0,0-1 0,0 1 0,0 0 0,0 0 0,5-14 0,-3 4 0,8-24 0,0-1 0,18-35 0,-22 60 11,-1 1 0,2 0 0,-1 0 0,1 1 0,0-1 0,1 2-1,0-1 1,0 1 0,1 0 0,14-8 0,-15 10-125,0 1 0,0-1-1,0 1 1,1 1 0,0 0 0,0 0-1,-1 1 1,2 0 0,-1 0 0,0 1-1,0 1 1,16 0 0,-1 3-6712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17.4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573 1 24575,'-6'11'0,"-16"19"0,-10 12 0,-15 11 0,-15 11 0,-7 3 0,-3-1 0,5-4 0,9-6 0,7-7 0,11-8 0,11-10 0,11-9-8191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18.5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160 0 24575,'-4'1'0,"0"-1"0,0 1 0,0 0 0,0 0 0,0 1 0,0-1 0,1 1 0,-1 0 0,0 0 0,1 0 0,-1 0 0,1 1 0,0 0 0,0-1 0,-4 6 0,-2 1 0,0 1 0,1 1 0,-9 15 0,14-21 0,0-1 0,1 1 0,-1 0 0,1 0 0,0 0 0,1 0 0,-1 0 0,1 1 0,0-1 0,0 0 0,1 8 0,0-11 0,0-1 0,0 1 0,0-1 0,1 0 0,-1 1 0,1-1 0,-1 1 0,1-1 0,0 0 0,-1 1 0,1-1 0,0 0 0,0 0 0,0 0 0,0 0 0,0 0 0,2 2 0,-1-1 0,1-1 0,-1 0 0,0 0 0,1 0 0,-1 0 0,1 0 0,0-1 0,-1 1 0,1-1 0,-1 0 0,1 0 0,0 0 0,3 0 0,-3 0 0,-1-1 0,1 1 0,0-1 0,0 0 0,0 0 0,-1 0 0,1 0 0,0-1 0,-1 1 0,1 0 0,-1-1 0,1 0 0,-1 0 0,0 0 0,0 0 0,0 0 0,0 0 0,0 0 0,0-1 0,-1 1 0,1-1 0,1-4 0,4-7 0,-1-1 0,0 0 0,3-18 0,1 1 0,2-8 0,-9 60 0,-1 20 0,-1 34 0,0-20 0,-9 85 0,8-132 0,-2-1 0,1 0 0,-1 1 0,0-1 0,0 0 0,-1 0 0,1 0 0,-1 0 0,-1-1 0,1 1 0,-1-1 0,0 0 0,0 0 0,-1 0 0,-5 4 0,7-6 0,-1 0 0,0-1 0,0 0 0,0 1 0,0-2 0,-1 1 0,1 0 0,0-1 0,-1 0 0,1 0 0,-1 0 0,0 0 0,1-1 0,-1 0 0,1 0 0,-1 0 0,0 0 0,1-1 0,-1 0 0,1 0 0,-9-3 0,10 3 0,1-1 0,0 0 0,-1 1 0,1-1 0,0 0 0,0 0 0,0 0 0,0-1 0,0 1 0,1 0 0,-1-1 0,1 1 0,-1-1 0,1 1 0,0-1 0,0 0 0,0 0 0,1 1 0,-1-1 0,0 0 0,1 0 0,0 0 0,0 0 0,0 0 0,0-5 0,0 2 0,0 0 0,1 0 0,0 1 0,0-1 0,0 0 0,0 0 0,1 0 0,0 1 0,0-1 0,1 1 0,5-11 0,-4 12 6,0 0 0,0 1 0,0-1-1,1 1 1,0 0 0,-1 0 0,1 0-1,0 1 1,0-1 0,1 1 0,-1 0 0,0 1-1,1-1 1,-1 1 0,1 1 0,-1-1-1,1 0 1,6 1 0,11 1-398,1 1 1,43 9-1,-59-10 92,8 2-6526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19.1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72 104 24575,'3'0'0,"-1"-1"0,1 1 0,0 0 0,-1-1 0,1 1 0,0-1 0,-1 0 0,1 0 0,-1 0 0,0 0 0,1 0 0,-1 0 0,0-1 0,1 1 0,-1-1 0,0 0 0,0 1 0,0-1 0,-1 0 0,1 0 0,0 0 0,-1 0 0,1-1 0,-1 1 0,1-3 0,-1 3 0,0 1 0,-1-1 0,0 0 0,1 0 0,-1 0 0,0 0 0,0 0 0,0 1 0,0-1 0,0 0 0,0 0 0,-1 0 0,1 0 0,-1 0 0,1 1 0,-1-1 0,0 0 0,1 0 0,-1 1 0,0-1 0,0 1 0,0-1 0,0 1 0,-1-1 0,1 1 0,0-1 0,-1 1 0,1 0 0,-1 0 0,1 0 0,-1 0 0,1 0 0,-1 0 0,0 0 0,-2-1 0,1 1 0,1 0 0,-1-1 0,0 1 0,1 0 0,-1 0 0,0 0 0,0 1 0,0-1 0,0 1 0,0 0 0,0-1 0,0 1 0,0 0 0,1 1 0,-1-1 0,0 0 0,0 1 0,0 0 0,0 0 0,0 0 0,1 0 0,-1 0 0,0 0 0,-2 2 0,2 0 0,1 0 0,-1 0 0,1 0 0,0 0 0,-1 0 0,1 1 0,1-1 0,-1 0 0,0 1 0,1 0 0,0-1 0,0 1 0,0 0 0,0 0 0,0-1 0,1 1 0,0 7 0,-1-8 0,1 1 0,0-1 0,0 1 0,1 0 0,-1-1 0,1 1 0,-1-1 0,1 0 0,0 1 0,0-1 0,1 0 0,-1 1 0,1-1 0,-1 0 0,1 0 0,0 0 0,5 5 0,-3-5 0,0 0 0,0 0 0,0-1 0,0 1 0,1-1 0,-1 0 0,1 0 0,0-1 0,0 1 0,-1-1 0,1 0 0,7 1 0,16 0-227,0 0-1,1-2 1,-1-1-1,1-1 1,29-6-1,-36 4-6598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19.4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24575,'3'0'0,"9"0"0,6 6 0,9 2 0,2-1 0,2-1 0,1-2 0,-1-1 0,-4-2 0,0 0 0,-5-4 0,-6-7 0,-6-2-8191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19.9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 0 24575,'-2'54'0,"-3"0"0,-15 65 0,11-78 0,2 0 0,2 0 0,1 1 0,5 80 0,-1-119 0,1-1 0,0 0 0,-1 1 0,1-1 0,0 0 0,0 0 0,0 1 0,1-1 0,-1 0 0,0 0 0,1 0 0,-1 0 0,1-1 0,0 1 0,0 0 0,-1-1 0,1 1 0,0-1 0,0 0 0,0 1 0,1-1 0,-1 0 0,0 0 0,0-1 0,1 1 0,-1 0 0,0-1 0,1 1 0,2-1 0,11 2 0,0-1 0,-1 0 0,26-3 0,-14 1 0,292-2-1365,-298 3-5461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22.1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428 0 24575,'-3'3'0,"-6"6"0,-11 14 0,-8 14 0,-4 10 0,0 2 0,-1-4 0,4 2 0,-1 1 0,6-1 0,-2-1 0,-5 1 0,-3-7 0,1-8 0,7-7 0,4-4 0,6-6-8191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22.9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311 0 24575,'-4'1'0,"0"0"0,1-1 0,-1 2 0,0-1 0,1 0 0,-1 1 0,1 0 0,-1-1 0,1 1 0,0 1 0,0-1 0,0 0 0,0 1 0,0 0 0,-2 3 0,-4 3 0,1 0 0,0 1 0,-8 14 0,14-20 0,0 1 0,-1-1 0,1 0 0,1 1 0,-1 0 0,1-1 0,0 1 0,-1 7 0,2-12 0,0 1 0,0-1 0,0 1 0,0-1 0,0 1 0,0 0 0,0-1 0,0 1 0,0-1 0,1 1 0,-1-1 0,0 1 0,0-1 0,1 1 0,-1-1 0,0 1 0,0-1 0,1 1 0,-1-1 0,1 1 0,-1-1 0,0 1 0,1-1 0,-1 0 0,1 1 0,-1-1 0,2 1 0,-1-1 0,1 0 0,0 0 0,0 0 0,-1 0 0,1 0 0,0 0 0,-1-1 0,1 1 0,0 0 0,-1-1 0,1 1 0,0-1 0,-1 0 0,4-1 0,8-7 0,0 1 0,-1-2 0,0 0 0,0 0 0,-1-1 0,0 0 0,-1-1 0,10-15 0,-10 18 0,-10 19 0,-11 24 0,10-31 0,-8 25 0,-79 220 0,65-193 0,-3-2 0,-46 75 0,67-120 0,1-1 0,-1 1 0,-1-1 0,1 0 0,-1 0 0,-1-1 0,1 0 0,-1 0 0,0 0 0,-1-1 0,-11 7 0,18-12 0,1 1 0,-1-1 0,0 0 0,0 1 0,0-1 0,0 0 0,0 0 0,0 0 0,0 1 0,0-1 0,0 0 0,0-1 0,0 1 0,0 0 0,0 0 0,0 0 0,0 0 0,0-1 0,0 1 0,0-1 0,0 1 0,0 0 0,0-1 0,0 0 0,0 1 0,0-1 0,1 1 0,-1-1 0,0 0 0,0 0 0,1 1 0,-1-1 0,1 0 0,-1 0 0,1 0 0,-1 0 0,1 0 0,-1 0 0,1 0 0,0 0 0,-1-1 0,-1-6 0,0 1 0,1-1 0,0 0 0,0-10 0,1 13 0,-2-25 0,5-52 0,-2 73 0,0 0 0,1-1 0,0 1 0,0 1 0,1-1 0,0 0 0,1 1 0,0-1 0,0 1 0,6-8 0,-7 13 0,0 0 0,0 0 0,0 0 0,0 1 0,1-1 0,-1 1 0,1 0 0,0 0 0,0 0 0,0 1 0,-1-1 0,1 1 0,1 0 0,-1 0 0,0 0 0,0 1 0,5-1 0,11 0 0,1 1 0,26 4 0,-17-2 0,42 8 4,-60-7-156,2 0-1,-1-1 1,0-1 0,0 0 0,1 0 0,-1-2 0,0 0 0,16-3 0,-6-3-6674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23.2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442 1 24575,'0'6'0,"-2"4"0,-8 7 0,-10 9 0,-5 6 0,-6 11 0,-4 5 0,1 0 0,0-3 0,4-6 0,-2-1 0,-2-1 0,0-7 0,3-6 0,3-3 0,4-7 0,3-7 0,5-6-8191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23.5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24575,'5'6'0,"6"7"0,6 11 0,3 6 0,-2 2 0,-1 0 0,0-1 0,-1-4 0,-2-4 0,-2-5 0,1-6 0,1-5 0,0-4 0,-1-2-8191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23.9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24575,'5'0'0,"6"0"0,9 0 0,9 0 0,4 3 0,1 1 0,-2 0 0,-4-1 0,-3-1 0,-4-1 0,-2 0 0,-1-1 0,-4 0-8191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24.5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82 1 24575,'-2'38'0,"-2"0"0,-14 63 0,0-4 0,3 49 0,-7 43 0,21-185 0,0-1 0,1 1 0,-1 0 0,1 0 0,0 0 0,0 0 0,1 0 0,-1 0 0,2 7 0,-1-10 0,0 1 0,0-1 0,0 1 0,0 0 0,0-1 0,0 0 0,0 1 0,1-1 0,-1 0 0,0 0 0,1 1 0,-1-1 0,1 0 0,-1 0 0,1-1 0,0 1 0,-1 0 0,1 0 0,0-1 0,0 1 0,-1-1 0,5 1 0,25 3-2,0-2 0,1-1 0,59-6 0,-18 1-1355,-51 3-5469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25.2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0 175 24575,'9'-7'0,"0"0"0,1 1 0,-1 0 0,1 1 0,1 0 0,13-5 0,8-4 0,14-6 0,1 2 0,1 2 0,0 2 0,1 2 0,98-10 0,255 10 0,-347 12 0,14 0 0,181 4 0,-245-3 0,1-1 0,0 1 0,0 0 0,0 1 0,-1-1 0,1 1 0,0 0 0,-1 1 0,0-1 0,1 1 0,-1 0 0,0 1 0,-1-1 0,1 1 0,-1 0 0,1 0 0,3 5 0,4 7 0,-1 0 0,0 1 0,15 33 0,-18-34 0,0 0 0,1 0 0,1-1 0,21 27 0,-18-31 0,0 0 0,0-1 0,1-1 0,0 0 0,1 0 0,0-2 0,0 0 0,28 9 0,12 0 0,67 10 0,59-1 0,-152-23 0,1-1 0,-1-2 0,0-1 0,34-6 0,-27-3-1365,-12 0-5461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25.6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24575,'3'0'0,"6"2"0,11 8 0,8 7 0,-2 7 0,2 4 0,-5 10 0,-6 7 0,-9 1 0,-14 2 0,-6-5 0,-10 0 0,-4-9 0,2-6 0,6-8-8191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26.1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45 24575,'0'1'0,"1"-1"0,-1 1 0,1 0 0,-1 0 0,1-1 0,-1 1 0,1 0 0,0-1 0,-1 1 0,1 0 0,0-1 0,0 1 0,-1-1 0,1 0 0,0 1 0,0-1 0,0 0 0,0 1 0,0-1 0,0 0 0,-1 0 0,1 0 0,0 1 0,2-1 0,27 3 0,-28-3 0,10 1 0,0-1 0,0 0 0,16-3 0,-26 3 0,0 0 0,0 0 0,0-1 0,-1 0 0,1 1 0,0-1 0,0 0 0,0 0 0,-1 0 0,1 0 0,0 0 0,-1 0 0,2-2 0,-2 3 0,-1-1 0,1 0 0,-1 0 0,1 0 0,-1 0 0,0 0 0,0 0 0,1 0 0,-1 1 0,0-1 0,0 0 0,0 0 0,0 0 0,0 0 0,0 0 0,0 0 0,0 0 0,-1 0 0,1 0 0,0 0 0,-1 0 0,1 0 0,0 1 0,-1-1 0,1 0 0,-1 0 0,1 0 0,-2-1 0,1 1 0,0 0 0,1-1 0,-1 1 0,0 0 0,0 0 0,0 0 0,-1 0 0,1 0 0,0 0 0,0 0 0,0 0 0,-1 0 0,1 0 0,-1 1 0,1-1 0,0 1 0,-1-1 0,1 1 0,-1-1 0,1 1 0,-1 0 0,1 0 0,-1 0 0,0 0 0,1 0 0,-1 0 0,1 0 0,-1 0 0,1 1 0,-1-1 0,1 0 0,-1 1 0,1-1 0,0 1 0,-1 0 0,1 0 0,-2 1 0,-1 0 0,0 0 0,1 1 0,0 0 0,-1 0 0,1 0 0,0 0 0,1 0 0,-1 1 0,0-1 0,1 1 0,0 0 0,-3 6 0,0 4 0,2 0 0,-1 0 0,2 0 0,-2 17 0,3-23 0,1 0 0,0 1 0,0-1 0,1 0 0,0 0 0,0 0 0,1 0 0,5 15 0,-5-20 0,0 0 0,0 0 0,1 0 0,-1 0 0,1-1 0,-1 1 0,1-1 0,0 1 0,0-1 0,0 0 0,0 0 0,1 0 0,-1-1 0,0 1 0,1-1 0,-1 0 0,1 0 0,0 0 0,-1 0 0,1 0 0,7-1 0,8 2 0,1-2 0,35-3 0,-47 2 0,18-3-124,0-1 0,-1-1 0,1-1 0,-1-1 0,-1-1 0,0-2-1,0 0 1,-1-2 0,0 0 0,25-21 0,1-5-6702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26.5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17 24575,'0'12'0,"-3"9"0,-1 7 0,1 2 0,0 1 0,1-2 0,0-2 0,2-12 0,2-21 0,11-16 0,8-9 0,6-4 0,2 0 0,-4 5 0,-4 6 0,-2 7 0,-4 7-8191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26.8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0 24575,'-1'46'0,"-1"-32"0,2 1 0,0-1 0,0 1 0,1-1 0,1 1 0,5 19 0,-7-33 0,0 0 0,0 0 0,1 0 0,-1-1 0,1 1 0,-1 0 0,0 0 0,1 0 0,-1 0 0,1-1 0,0 1 0,-1 0 0,1 0 0,0-1 0,-1 1 0,1 0 0,0-1 0,0 1 0,-1-1 0,1 1 0,0-1 0,0 1 0,0-1 0,0 0 0,1 1 0,0-1 0,-1 0 0,1-1 0,-1 1 0,1 0 0,-1-1 0,1 1 0,-1-1 0,0 0 0,1 1 0,-1-1 0,0 0 0,1 0 0,-1 0 0,2-2 0,5-5 0,0-1 0,0 0 0,8-14 0,-11 16 0,-3 4 0,10-14 0,0 1 0,16-14 0,-25 26 0,1 1 0,0-1 0,0 1 0,0 0 0,1 0 0,-1 1 0,1-1 0,0 1 0,-1 0 0,1 0 0,0 0 0,0 1 0,7-2 0,-10 3-59,-1 0 0,1 0-1,0 0 1,-1 0-1,1 1 1,0-1 0,0 0-1,-1 1 1,1-1 0,-1 1-1,1 0 1,0-1 0,-1 1-1,1 0 1,-1 0-1,0 0 1,1 0 0,-1 0-1,0 1 1,1-1 0,-1 0-1,2 3 1,9 15-6767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33.7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24575,'8'6'0,"38"7"0,60 11 0,107 12 0,155 6 0,252 11-6122,264-5 6122,236-10-3864,169-2 3864,98-8-3476,-186-9 8747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38.8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281 1 24575,'-26'26'0,"1"0"0,2 2 0,0 1 0,2 1 0,1 1 0,-18 40 0,35-64 0,0-1 0,1 1 0,0 0 0,0 0 0,1 0 0,0 0 0,0 11 0,1-16 0,0-1 0,0 1 0,0-1 0,0 0 0,0 1 0,0-1 0,1 1 0,-1-1 0,1 0 0,-1 1 0,1-1 0,-1 0 0,1 0 0,0 1 0,-1-1 0,1 0 0,0 0 0,0 0 0,0 0 0,0 0 0,0 0 0,0 0 0,0 0 0,1 0 0,-1-1 0,0 1 0,0 0 0,1-1 0,-1 1 0,0-1 0,1 1 0,-1-1 0,1 0 0,-1 0 0,0 1 0,1-1 0,-1 0 0,1 0 0,-1 0 0,0-1 0,1 1 0,-1 0 0,1 0 0,0-1 0,5-1 0,-1 0 0,1 0 0,-1 0 0,0-1 0,0 0 0,0 0 0,0-1 0,0 0 0,-1 0 0,0 0 0,1 0 0,-2-1 0,1 0 0,8-10 0,3-7 0,-1-1 0,15-32 0,-20 37 0,4-2 0,-14 20 0,0 0 0,0-1 0,1 1 0,-1 0 0,0 0 0,0 0 0,1-1 0,-1 1 0,0 0 0,1 0 0,-1 0 0,0 0 0,0 0 0,1 0 0,-1-1 0,0 1 0,1 0 0,-1 0 0,0 0 0,1 0 0,-1 0 0,0 0 0,1 0 0,-1 0 0,0 0 0,0 1 0,1-1 0,-1 0 0,0 0 0,1 0 0,-1 0 0,0 0 0,1 1 0,0 1 0,1 1 0,-1-1 0,0 1 0,0 0 0,0-1 0,0 1 0,0 0 0,-1 0 0,1 0 0,-1 0 0,0 5 0,3 42 0,-2 1 0,-2 0 0,-2-1 0,-3 0 0,-2 0 0,-2 0 0,-2-1 0,-2-1 0,-41 92 0,44-117 0,-1-2 0,-24 34 0,32-49 0,0 0 0,-1-1 0,0 0 0,0 0 0,-1 0 0,1 0 0,-1-1 0,0 0 0,0 0 0,0-1 0,-1 0 0,1 0 0,-10 3 0,14-5 0,0-1 0,0 0 0,0 0 0,0 0 0,0 0 0,0 0 0,0 0 0,0 0 0,0-1 0,0 1 0,0-1 0,0 1 0,0-1 0,0 0 0,0 0 0,1 0 0,-1 0 0,0 0 0,1 0 0,-1 0 0,0 0 0,1-1 0,0 1 0,-1-1 0,1 1 0,0-1 0,0 0 0,0 1 0,0-1 0,0 0 0,0 0 0,0 1 0,0-1 0,0-3 0,-3-8 0,1 0 0,0 0 0,1 0 0,-1-14 0,3 22 0,-5-38 0,2 1 0,2-1 0,1 1 0,9-60 0,-8 100 0,-1 0 0,1-1 0,0 1 0,-1 0 0,1 0 0,0 0 0,0 0 0,0 0 0,1 0 0,-1 1 0,0-1 0,1 0 0,-1 0 0,1 1 0,-1-1 0,1 1 0,0 0 0,0-1 0,0 1 0,0 0 0,0 0 0,0 0 0,0 0 0,0 1 0,0-1 0,0 0 0,3 0 0,5 0 0,0 1 0,0-1 0,0 2 0,19 2 0,-5-1 0,21 2 0,-6-1 0,0-1 0,45-4 0,-77 1-195,1 0 0,-1-1 0,0 0 0,1-1 0,-1 0 0,12-6 0,14-10-6631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39.0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274 1 24575,'0'8'0,"-6"15"0,-4 15 0,-7 12 0,-3 7 0,-4 2 0,-1 2 0,1-6 0,-4-6 0,0-13 0,2-11 0,-1-10 0,5-17 0,5-8-8191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39.3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24575,'2'9'0,"8"11"0,4 8 0,3 5 0,4 6 0,5 5 0,0 0 0,2-1 0,-4-5 0,-3-10 0,0-8 0,0-9 0,-1-5 0,-1-5 0,-3-1-8191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39.5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81 24575,'0'-3'0,"6"-1"0,7 1 0,5 0 0,5 1 0,7 0 0,10 2 0,1-1 0,8 1 0,-1 1 0,-1-7 0,-5-7 0,-6-2 0,-5-1 0,-7 2-8191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39.8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24575,'3'37'0,"1"1"0,1-1 0,17 58 0,-3-16 0,-11-40 0,-5-15 0,2 0 0,1 0 0,1-1 0,14 32 0,-18-49 0,0 0 0,1-1 0,-1 1 0,1-1 0,0 0 0,0 0 0,0 0 0,1-1 0,0 1 0,0-1 0,0 0 0,0-1 0,1 1 0,-1-1 0,1 0 0,0-1 0,0 1 0,0-1 0,0 0 0,1-1 0,10 2 0,17 1-195,0-3 0,0 0 0,1-3 0,-1 0 0,0-2 0,63-17 0,-38 2-6631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40.1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375 1 24575,'0'9'0,"-6"8"0,-8 13 0,-9 13 0,-13 16 0,-9 7 0,-3 1 0,-1 1 0,7-6 0,5-8 0,6-10 0,6-9 0,6-11-8191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40.4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24575,'6'0'0,"7"8"0,11 15 0,6 12 0,7 9 0,1 2 0,-2 2 0,0-4 0,-3-6 0,-6-5 0,-3-7 0,-3-6 0,-6-3 0,-4-1 0,-5-4-8191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41.7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635 0 24575,'-1'4'0,"0"1"0,0-1 0,-1 0 0,0 0 0,0 0 0,0 0 0,0 0 0,-1-1 0,0 1 0,1-1 0,-1 0 0,0 1 0,-1-1 0,-5 4 0,-8 10 0,-151 207 0,-10 11 0,105-152-682,-75 110-1,137-177-6143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43.0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 1018 24575,'87'1'0,"-44"2"0,0-3 0,-1-2 0,51-8 0,-77 6 0,-1 0 0,0-2 0,0 0 0,0 0 0,0-2 0,-1 1 0,20-16 0,86-77 0,-96 79 0,15-14 0,97-90 0,-115 103 0,0-1 0,-2-1 0,31-50 0,-41 56 0,-1-1 0,0 0 0,-2-1 0,0 0 0,-1 0 0,-1 0 0,-1 0 0,-1-1 0,-1 1 0,0-1 0,-2 1 0,-4-33 0,3 46 0,1-1 0,-1 1 0,-1-1 0,1 1 0,-1 0 0,-1 0 0,1 0 0,-1 1 0,0-1 0,0 1 0,-1 0 0,-6-7 0,2 5 0,-1-1 0,0 1 0,0 1 0,0 0 0,-1 0 0,-21-8 0,1 3 0,-1 1 0,0 2 0,0 1 0,-58-6 0,55 9 0,-8-1 0,0 1 0,0 3 0,0 1 0,-59 6 0,92-3 0,0 1 0,0 0 0,0 0 0,0 1 0,0 0 0,1 0 0,0 1 0,0 1 0,0-1 0,-15 14 0,13-8 0,0 1 0,0 0 0,1 0 0,1 1 0,0 0 0,-10 21 0,0 8 0,3 1 0,1 0 0,-17 85 0,4 33 0,26-137 0,0 0 0,2 0 0,1 0 0,6 41 0,-4-53 0,0 1 0,1-1 0,0 0 0,1 0 0,0 0 0,1-1 0,0 1 0,1-2 0,0 1 0,1-1 0,0 0 0,1 0 0,0-1 0,0 0 0,19 13 0,-14-12 0,1-2 0,1 0 0,-1 0 0,1-1 0,1-1 0,-1-1 0,1 0 0,0-1 0,0-1 0,0-1 0,22 1 0,-3-1-455,0-2 0,58-8 0,-73 4-6371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44.2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334 0 24575,'-9'3'0,"-14"7"0,-9 7 0,-11 12 0,0 5 0,3 1 0,7-4 0,2 0 0,4-4 0,4-5 0,5-13 0,6-10-8191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44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24575,'8'0'0,"12"9"0,9 11 0,7 11 0,3 6 0,2 2 0,1 1 0,-2-4 0,-6-5 0,-6-8 0,-5-8 0,0-6 0,-1-8 0,-5-4-8191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44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30 24575,'3'0'0,"6"0"0,11 0 0,5 0 0,1 0 0,1 0 0,3 0 0,1 0 0,-1 0 0,-3-2 0,-4-2 0,-2 0 0,-2 1 0,-4-5 0,-5-1-8191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45.2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0 24575,'0'5'0,"-1"-1"0,0 1 0,0 0 0,0-1 0,-1 1 0,-3 7 0,-4 13 0,4-4 0,1 0 0,2 1 0,0-1 0,1 0 0,1 1 0,1-1 0,1 1 0,0-1 0,2 0 0,1 0 0,7 21 0,-9-37 0,0 1 0,0-1 0,1 1 0,-1-1 0,1 0 0,0 0 0,1-1 0,-1 1 0,1-1 0,0 0 0,0 0 0,0-1 0,1 1 0,-1-1 0,1 0 0,0-1 0,8 4 0,4 0 0,0-1 0,1-1 0,-1 0 0,31 1 0,-12-2-115,135 14-1135,-150-13-5576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45.3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0 24575,'-8'0'0,"-9"0"0,-2 0-8191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45.7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24575,'11'0'0,"25"0"0,20 3 0,26 1 0,20 3 0,38 2 0,45 1 0,56-2 0,46-3-1278,25-1 1278,3-2 0,-17-1 0,-37-1 0,-57 0 0,-60-1 0,-54 1-6913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46.8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106 0 24575,'0'9'0,"0"14"0,-3 12 0,-3 8 0,-2 1 0,-1 0 0,-3-3 0,1-4 0,3-5 0,-1-2 0,1-3 0,0-7 0,0-3 0,0-5 0,0-4-8191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47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 24575,'3'0'0,"6"0"0,6 0 0,2 0 0,1 0 0,1 0 0,2 0 0,7 0 0,-1-9 0,-6-3-8191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47.6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1 257 24575,'18'-4'0,"1"-1"0,-1 0 0,0-2 0,-1 0 0,0-1 0,0-1 0,18-12 0,-29 17 0,0 0 0,0 0 0,-1-1 0,0 1 0,1-1 0,-2 0 0,1-1 0,-1 1 0,0-1 0,0 0 0,0 0 0,-1 0 0,0 0 0,0-1 0,0 1 0,-1-1 0,0 0 0,-1 0 0,1 0 0,-1 0 0,-1 0 0,1-8 0,-2 13 0,1-1 0,-1 1 0,1 0 0,-1-1 0,0 1 0,0 0 0,0 0 0,0 0 0,0 0 0,0-1 0,-1 2 0,1-1 0,-1 0 0,1 0 0,-1 0 0,0 1 0,0-1 0,0 1 0,0-1 0,0 1 0,0 0 0,0 0 0,0 0 0,0 0 0,-1 0 0,1 0 0,0 1 0,-1-1 0,1 1 0,0-1 0,-1 1 0,1 0 0,-1 0 0,1 0 0,0 0 0,-1 1 0,1-1 0,0 1 0,-4 0 0,5 0 0,1-1 0,-1 0 0,1 0 0,-1 0 0,1 0 0,-1 0 0,1 1 0,-1-1 0,1 0 0,0 0 0,-1 1 0,1-1 0,-1 0 0,1 1 0,0-1 0,-1 0 0,1 1 0,0-1 0,-1 0 0,1 1 0,0-1 0,0 1 0,0-1 0,-1 1 0,1-1 0,0 1 0,0-1 0,0 1 0,0-1 0,0 1 0,10 10 0,24 2 0,-14-7-109,-1 0 170,-1-2-1,1 1 1,22 0 0,-36-4-149,1-1-1,-1 0 1,0 0 0,0-1 0,0 1 0,0-1 0,0 0-1,0-1 1,0 1 0,0-1 0,0 0 0,-1 0 0,1-1-1,-1 1 1,1-1 0,6-6 0,5-7-6738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48.1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24575,'10'22'0,"-1"2"0,-1 0 0,-1 0 0,-1 0 0,-2 1 0,0-1 0,0 31 0,-3-64 0,-1-1 0,1 1 0,0-1 0,1 1 0,0 0 0,1 0 0,6-16 0,-7 20 0,0 0 0,1 0 0,0 0 0,0 0 0,0 0 0,0 0 0,1 1 0,0 0 0,0-1 0,0 2 0,0-1 0,1 0 0,-1 1 0,1 0 0,0 0 0,0 0 0,8-3 0,-5 4 20,0 0 0,0 0 0,1 0 0,-1 1 0,13 0 0,-18 1-98,0 0 0,0 0 0,0 0-1,0 1 1,-1-1 0,1 1 0,0 0 0,0 0 0,0 0-1,-1 0 1,1 0 0,0 1 0,-1-1 0,1 1 0,-1 0-1,0-1 1,1 1 0,2 4 0,3 5-6748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48.5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24575,'1'18'0,"1"-1"0,1 1 0,1-1 0,0 0 0,8 18 0,6 29 0,-4-12 0,-13-52 0,-1 1 0,0-1 0,0 0 0,0 1 0,0-1 0,1 0 0,-1 1 0,0-1 0,0 0 0,1 0 0,-1 1 0,0-1 0,0 0 0,1 0 0,-1 1 0,0-1 0,1 0 0,-1 0 0,0 0 0,1 0 0,-1 0 0,0 1 0,1-1 0,-1 0 0,0 0 0,1 0 0,-1 0 0,1 0 0,-1 0 0,0 0 0,1 0 0,-1 0 0,0 0 0,1-1 0,-1 1 0,16-11 0,12-23 0,-25 29 0,12-14 0,1 1 0,1 0 0,28-23 0,-35 33 0,1-1 0,1 2 0,-1 0 0,1 0 0,0 1 0,1 0 0,23-7 0,-31 12-170,0 0-1,0 0 0,-1 1 1,1 0-1,0 0 0,0 0 1,5 1-1,7 3-6655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48.9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24575,'3'6'0,"4"4"0,3 1 0,6-1 0,4-3 0,3-2 0,-2-5 0,-4-6 0,-8-1 0,-9 0 0,-7 2 0,-5 1 0,-1 4 0,0 3 0,1 0-8191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49.4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24575,'-1'77'0,"2"84"0,0-157 0,-1-1 0,0 0 0,1 0 0,-1 0 0,1 0 0,0 0 0,0 0 0,0 0 0,1 0 0,2 5 0,-3-8 0,-1 1 0,1-1 0,-1 1 0,0-1 0,1 0 0,-1 1 0,1-1 0,-1 0 0,1 1 0,-1-1 0,1 0 0,-1 0 0,1 1 0,-1-1 0,1 0 0,-1 0 0,1 0 0,-1 0 0,1 0 0,-1 0 0,1 0 0,0 0 0,-1 0 0,1 0 0,1 0 0,-1-1 0,0 1 0,0-1 0,0 0 0,1 1 0,-1-1 0,0 0 0,0 0 0,0 0 0,0 0 0,0 0 0,-1 0 0,1 0 0,1-2 0,5-5 0,0 1 0,0-1 0,0 2 0,1-1 0,0 1 0,1 0 0,-1 1 0,1 0 0,0 0 0,1 1 0,-1 0 0,1 1 0,-1 0 0,1 0 0,0 1 0,0 0 0,0 1 0,0 0 0,1 1 0,-1 0 0,0 0 0,18 4 0,-20-2 8,0 1 0,0 0-1,-1 0 1,0 1 0,1 0-1,11 8 1,9 5-1427,-8-6-5407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4:58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88 24575,'1'-1'0,"-1"0"0,1 0 0,-1 0 0,1 0 0,-1 0 0,1 0 0,0 0 0,-1 0 0,1 0 0,0 0 0,0 0 0,0 0 0,0 0 0,0 1 0,0-1 0,0 0 0,0 1 0,0-1 0,0 0 0,0 1 0,0 0 0,0-1 0,3 0 0,32-9 0,-29 9 0,60-16 0,75-17 0,-128 32 0,-1 0 0,1 1 0,-1 1 0,1 0 0,0 0 0,13 3 0,-19-1 0,-1-1 0,1 2 0,-1-1 0,0 1 0,0 0 0,0 0 0,0 1 0,0 0 0,-1 0 0,0 0 0,0 1 0,6 6 0,-1-1 0,-2 0 0,0-1 0,21 15 0,-25-22 0,-1 1 0,1-1 0,0 1 0,0-1 0,0-1 0,0 1 0,1-1 0,-1 0 0,0 0 0,8 0 0,23 0 0,0-2 0,-1-2 0,0-1 0,0-1 0,0-2 0,0-2 0,48-18 0,-62 21 0,0 1 0,1 1 0,0 1 0,0 1 0,0 1 0,0 1 0,26 4 0,18-2 0,20-4 0,89 4 0,-171-2-136,0 1-1,1 0 1,-1 0-1,0 0 1,0 0-1,0 1 1,0 0-1,0 0 0,6 3 1,0 2-6690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5:12.4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24575,'2'26'0,"2"1"0,0 0 0,2-1 0,16 46 0,-17-53 0,49 137 5,6-2-1,111 201 1,200 273-172,64 20-331,-290-458 364,212 215 0,-278-328 151,2-3 0,4-4 0,3-3 0,2-5 0,4-3 0,1-5 0,3-4 0,125 46 0,-37-27 739,256 87-746,-411-148-1375,-12-7-5461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5:12.8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88 5 24575,'1'-1'0,"0"1"0,0-1 0,0 1 0,1-1 0,-1 1 0,0-1 0,0 1 0,0 0 0,0-1 0,1 1 0,-1 0 0,0 0 0,0 0 0,1 0 0,-1 0 0,0 0 0,0 0 0,0 1 0,1-1 0,-1 0 0,0 1 0,0-1 0,1 1 0,29 14 0,-29-14 0,111 72 0,-97-60 0,0 0 0,0 1 0,-1 1 0,19 24 0,-32-37 0,1 1 0,-1 0 0,0 0 0,-1 0 0,1 0 0,-1 0 0,1 0 0,-1 0 0,0 1 0,0-1 0,0 0 0,-1 1 0,1-1 0,-1 1 0,1-1 0,-1 0 0,-1 7 0,0-7 0,0-1 0,0 1 0,-1 0 0,1-1 0,-1 1 0,1-1 0,-1 0 0,0 1 0,0-1 0,0 0 0,0 0 0,0 0 0,-1-1 0,1 1 0,0 0 0,-1-1 0,1 1 0,-1-1 0,0 0 0,-5 2 0,-26 8 12,-51 10 0,64-18-185,0 1-1,1 2 0,0 0 1,0 1-1,0 1 0,1 0 1,-35 22-1,35-15-6652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5:14.03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694 1 24575,'-9'0'0,"-14"0"0,-12 0 0,-9 0 0,-10 0 0,-9 0 0,-7 0 0,4 0 0,6 0 0,2 0 0,6 0 0,5 0 0,4 0 0,4 0 0,8 0-8191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5:14.5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222 0 24575,'-3'1'0,"-1"0"0,1 1 0,0-1 0,0 0 0,0 1 0,0 0 0,0 0 0,0 0 0,0 0 0,1 0 0,-5 5 0,-8 6 0,-15 7 0,-47 36 0,71-51 0,0 1 0,0-1 0,0 1 0,1 0 0,0 1 0,0 0 0,1-1 0,0 1 0,-4 9 0,7-13 0,0-1 0,0 0 0,1 1 0,-1-1 0,1 1 0,0-1 0,0 1 0,0-1 0,0 1 0,0-1 0,0 0 0,1 1 0,-1-1 0,1 1 0,-1-1 0,1 0 0,0 1 0,2 2 0,-1-1 0,1 0 0,0 0 0,0 0 0,0 0 0,1 0 0,0-1 0,-1 0 0,8 5 0,5 2 0,1 0 0,1-1 0,28 9 0,-44-17 0,24 9-682,55 11-1,-53-16-6143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5:15.2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138 0 24575,'-6'3'0,"-4"4"0,-4 6 0,0 7 0,-2 11 0,-3 7 0,1 2 0,2 3 0,4-2 0,4-12 0,4-20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15:15.6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133 21 24575,'3'-2'0,"-1"0"0,1 0 0,0 1 0,0-1 0,0 1 0,0 0 0,0-1 0,0 1 0,0 1 0,0-1 0,1 0 0,5 0 0,46 0 0,-35 2 0,13-2 0,-17-1 0,1 2 0,-1 0 0,0 1 0,24 4 0,-38-4 0,0 0 0,0 0 0,0 0 0,-1 0 0,1 0 0,0 0 0,-1 0 0,1 0 0,-1 0 0,0 1 0,1-1 0,-1 1 0,0-1 0,0 1 0,0 0 0,0-1 0,0 1 0,0 0 0,0 0 0,-1 0 0,1-1 0,0 1 0,-1 0 0,0 0 0,1 3 0,0 4 0,-1 0 0,1 1 0,-2-1 0,0 11 0,-3 2 0,-1 1 0,0-1 0,-2-1 0,0 1 0,-2-1 0,-12 24 0,-76 117 0,84-143 0,-214 317-1365,201-298-5461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2:55.6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732 1701 24575,'89'0'0,"250"-6"0,-268 1 0,1-4 0,118-30 0,-106 16 0,-1-4 0,-1-4 0,146-77 0,-190 85 0,-2-1 0,-1-2 0,60-56 0,-73 59 0,-2 0 0,0-1 0,-2-1 0,0-1 0,-2 0 0,16-36 0,-21 37 0,-1 0 0,-2-1 0,-1 0 0,0-1 0,-2 0 0,-2 0 0,0 0 0,-1 0 0,-2 0 0,-1 0 0,-1 0 0,-1 0 0,-2 0 0,0 0 0,-2 1 0,-1 0 0,-1 0 0,-1 1 0,-1 0 0,-2 1 0,0 0 0,-1 1 0,-2 0 0,0 2 0,-30-32 0,-4 6 0,-2 2 0,-2 3 0,-2 1 0,-1 4 0,-2 2 0,-110-48 0,135 70 0,-1 1 0,-1 2 0,0 2 0,0 1 0,-53-3 0,-187 7 0,192 4 0,-42 0 0,-149 5 0,247-3 0,-1 2 0,0 1 0,1 1 0,0 1 0,1 1 0,-35 18 0,23-8 0,2 2 0,1 1 0,-58 46 0,75-50 0,0 1 0,1 0 0,0 1 0,2 1 0,1 1 0,0 0 0,2 1 0,0 0 0,2 1 0,1 1 0,0 0 0,-8 35 0,5 3 0,2 1 0,3 0 0,0 127 0,8-153 0,1 0 0,2 1 0,2-1 0,1-1 0,17 57 0,-18-80 0,0 0 0,1-1 0,0 1 0,2-1 0,-1 0 0,1-1 0,1 0 0,0 0 0,1-1 0,0 0 0,1-1 0,0 0 0,1 0 0,0-1 0,0-1 0,1 0 0,16 7 0,-3-4 0,0-2 0,1-1 0,0-1 0,1-2 0,-1 0 0,33 1 0,170-6 0,-172-2 0,17-1-1365,-14 1-5461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2:56.4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1351 1441 24575,'313'15'0,"-85"-1"0,-184-12 0,-19 0 0,0-1 0,-1-1 0,37-5 0,-55 4 0,0 0 0,0 0 0,0-1 0,0 0 0,0 0 0,-1-1 0,1 1 0,-1-1 0,1-1 0,-1 1 0,0-1 0,0 0 0,-1 0 0,1 0 0,-1 0 0,0-1 0,0 0 0,5-8 0,-3 1 0,0 1 0,-1-1 0,0-1 0,-2 1 0,1-1 0,-1 1 0,1-18 0,2-94 0,-6 104 0,0-22 0,-2 0 0,-2 1 0,-2 0 0,-1 0 0,-2 0 0,-20-55 0,16 64 0,-1 0 0,-2 1 0,-1 1 0,-1 0 0,-2 2 0,-1 0 0,-1 1 0,-32-30 0,4 11 0,-3 3 0,-1 2 0,-2 3 0,-1 2 0,-3 3 0,-67-28 0,25 19 0,-1 5 0,-2 5 0,-111-19 0,137 34 0,0 5 0,-2 3 0,1 3 0,-89 6 0,147 1 0,0 2 0,0 0 0,1 1 0,-1 1 0,1 2 0,0 0 0,0 1 0,1 1 0,0 0 0,1 2 0,0 0 0,1 2 0,0 0 0,0 0 0,2 2 0,0 0 0,0 1 0,2 1 0,0 0 0,1 1 0,1 0 0,0 1 0,1 1 0,-14 36 0,16-27 0,0 0 0,2 1 0,2 1 0,0-1 0,0 44 0,5-10 0,13 102 0,-2-97 0,2-1 0,4-1 0,2 0 0,4-1 0,2-1 0,3-1 0,3-2 0,3-1 0,43 60 0,-67-106 0,2 0 0,0-1 0,0 0 0,1-1 0,1-1 0,0 0 0,1 0 0,0-2 0,1 0 0,0-1 0,1 0 0,-1-1 0,2-1 0,-1-1 0,1 0 0,0-1 0,0-1 0,36 3 0,-14-5 0,1-2 0,-1-2 0,1-1 0,-1-2 0,0-2 0,0-2 0,-1-1 0,0-3 0,-1 0 0,44-24 0,106-57-1365,-5-9-5461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2:58.8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24575,'0'0'-8191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2:58.6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24575,'1184'0'0,"-480"28"-451,-254-6-78,1232-6 1225,-1203-17-1777,-435 1-5745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01.1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24575,'8'20'0,"-1"-1"0,-1 1 0,-1 1 0,0-1 0,2 41 0,2 0 0,49 316 0,-29 7 0,-33 98-1365,4-450-5461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01.5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80 24575,'95'107'0,"-65"-71"0,0-1 0,46 38 0,-67-66 0,0-1 0,1 0 0,0-1 0,0 0 0,1 0 0,0-1 0,-1-1 0,1 0 0,0 0 0,1-1 0,20 1 0,-10-2 0,0-1 0,0-1 0,1 0 0,-1-2 0,26-7 0,-27 4 0,0-2 0,0 0 0,-1-1 0,-1-1 0,1-1 0,-2-1 0,21-16 0,117-110 0,-137 120 0,44-44-1365,-8 4-5461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04.0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362 1 24575,'-13'44'0,"-31"71"0,21-58 0,-7 18 0,-96 250 0,26 8 0,96-315 0,-3 9 0,2-1 0,-4 52 0,9-73 0,-1 1 0,1-1 0,1 0 0,-1 0 0,1 1 0,0-1 0,0 0 0,0 0 0,1 1 0,0-1 0,0-1 0,0 1 0,0 0 0,1 0 0,0-1 0,0 1 0,0-1 0,0 0 0,1 0 0,7 6 0,-9-8 0,1 0 0,0 0 0,0 0 0,0-1 0,0 1 0,0-1 0,0 1 0,0-1 0,1 0 0,-1-1 0,0 1 0,1 0 0,-1-1 0,1 0 0,-1 0 0,1 0 0,-1 0 0,0 0 0,1-1 0,-1 1 0,0-1 0,1 0 0,-1 0 0,0-1 0,0 1 0,0 0 0,0-1 0,0 0 0,0 0 0,0 0 0,0 0 0,-1 0 0,1 0 0,2-4 0,0 0 0,1-1 0,-1 0 0,-1-1 0,1 1 0,-1-1 0,-1 1 0,1-1 0,-1 0 0,0-1 0,-1 1 0,0 0 0,1-15 0,-3 21-30,3-78 184,-4 75-269,1 0 1,-1 0-1,0 0 1,0-1-1,0 1 1,0 0-1,-1 0 1,0 1-1,0-1 1,-1 0-1,1 1 0,-6-8 1,-7-2-6712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04.6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24575,'-1'112'0,"3"127"0,-2-230 0,1-1 0,0 1 0,0-1 0,1 0 0,0 0 0,5 15 0,-5-21 0,-1 1 0,0-1 0,1 1 0,0-1 0,-1 1 0,1-1 0,0 0 0,0 0 0,0 0 0,1 0 0,-1 0 0,0-1 0,1 1 0,-1-1 0,1 1 0,0-1 0,-1 0 0,1 0 0,0 0 0,0 0 0,-1-1 0,1 1 0,3-1 0,18 1 0,-1-1 0,0-1 0,43-8 0,-13 1 0,9 0 0,69-6 0,-109 12 0,-1 2 0,1 1 0,37 5 0,-55-5 0,0 0 0,-1 0 0,1 0 0,-1 0 0,1 1 0,-1 0 0,0 0 0,1 0 0,-1 0 0,0 0 0,0 0 0,0 1 0,-1-1 0,1 1 0,2 4 0,-1-2 0,-1 1 0,1-1 0,-1 1 0,-1 0 0,1 0 0,-1 0 0,0 1 0,1 7 0,-1 0 0,0-1 0,-1 1 0,-1 0 0,0 0 0,-1 0 0,0-1 0,-7 26 0,7-33 0,-2 1 0,1-1 0,-1 1 0,0-1 0,0 0 0,0 0 0,-1 0 0,0 0 0,-1-1 0,1 1 0,-1-1 0,0 0 0,-6 4 0,3-3 0,0-1 0,-1 0 0,0 0 0,1-1 0,-1 0 0,-1-1 0,1 0 0,-16 3 0,6-3 0,1-1 0,-1-1 0,0 0 0,1-2 0,-1 0 0,0-1 0,1-1 0,-1-1 0,-25-8 0,21 3-151,0-1-1,1 0 0,0-2 0,1 0 1,0-2-1,1 0 0,1-2 1,-19-17-1,-9-18-6674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04.9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24575,'11'0'0,"15"0"0,19 0 0,13 0 0,9 0 0,3 0 0,0 0 0,-5 0 0,3 0 0,-5 0 0,-14 0-8191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05.8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565 1 24575,'-1'16'0,"0"1"0,-2-1 0,-5 22 0,-4 24 0,11-49 0,-2 4 0,2-1 0,0 1 0,2 18 0,-1-31 0,0 1 0,1-1 0,0 0 0,0 1 0,0-1 0,1 0 0,-1 0 0,1 1 0,0-1 0,1-1 0,-1 1 0,0 0 0,1 0 0,0-1 0,0 0 0,5 5 0,-2-3 0,-1 0 0,1 0 0,-1 1 0,0 0 0,-1 0 0,1 0 0,-1 0 0,0 1 0,-1-1 0,4 8 0,-6-9 0,1 0 0,-1-1 0,0 1 0,0 0 0,-1-1 0,1 1 0,-1 0 0,0 0 0,0-1 0,-1 1 0,1 0 0,-1 0 0,0-1 0,0 1 0,-1 0 0,0-1 0,-1 5 0,-2-1 0,-1 0 0,1-1 0,-1 0 0,0 0 0,-1 0 0,1-1 0,-1 1 0,-1-2 0,1 1 0,-1-1 0,-8 4 0,-18 9 0,-44 17 0,77-34 0,-24 10 0,-1-1 0,-1-2 0,1 0 0,-1-2 0,-1 0 0,-32 1 0,52-7 0,1 1 0,-1-2 0,1 1 0,-1-1 0,1 0 0,0-1 0,-1 1 0,1-1 0,0-1 0,0 0 0,0 0 0,0 0 0,1-1 0,-1 0 0,1 0 0,0 0 0,0-1 0,0 0 0,1 0 0,0-1 0,0 1 0,0-1 0,1 0 0,-1 0 0,1-1 0,1 0 0,-6-12 0,4 2-195,0 0 0,0-1 0,2 0 0,0 0 0,1 0 0,1-30 0,2 0-6631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06.5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24575,'2'0'0,"0"0"0,0 0 0,0 1 0,0-1 0,0 1 0,-1-1 0,1 1 0,0 0 0,0 0 0,-1 0 0,1 0 0,0 0 0,-1 0 0,1 0 0,-1 0 0,0 1 0,1-1 0,-1 1 0,2 1 0,18 35 0,-17-30 0,63 150 0,19 37 0,-85-192 0,0-1 0,1 1 0,-1-1 0,1 0 0,0 1 0,0-1 0,0 0 0,0 0 0,0 0 0,0-1 0,0 1 0,1 0 0,-1-1 0,4 2 0,-5-3 0,1 1 0,0-1 0,-1 0 0,1 0 0,0 1 0,-1-1 0,1-1 0,-1 1 0,1 0 0,0 0 0,-1 0 0,1-1 0,-1 1 0,1-1 0,0 1 0,-1-1 0,1 0 0,-1 0 0,0 0 0,1 1 0,-1-1 0,0 0 0,0-1 0,1 1 0,-1 0 0,1-2 0,8-9 0,-1 0 0,0-1 0,12-23 0,-16 24 0,2 1 0,0 0 0,0 0 0,0 1 0,2 0 0,13-14 0,-20 22 0,0 1 0,0-1 0,0 1 0,1-1 0,-1 1 0,0 0 0,1 0 0,-1 0 0,1 0 0,-1 0 0,1 1 0,-1-1 0,1 1 0,-1 0 0,1-1 0,0 1 0,-1 0 0,1 1 0,-1-1 0,1 0 0,0 1 0,-1-1 0,1 1 0,-1 0 0,1 0 0,-1 0 0,0 0 0,1 0 0,-1 1 0,0-1 0,0 1 0,3 2 0,7 6 0,-1 1 0,-1 1 0,0-1 0,13 21 0,-1-3 0,-20-27 0,0 0 0,-1 1 0,1-1 0,1 0 0,-1 0 0,0 0 0,0-1 0,1 1 0,-1-1 0,6 3 0,-7-4 0,0 0 0,0 0 0,-1 0 0,1 0 0,0 0 0,0 0 0,0-1 0,-1 1 0,1 0 0,0-1 0,0 1 0,0 0 0,-1-1 0,1 1 0,0-1 0,-1 1 0,1-1 0,0 1 0,-1-1 0,1 0 0,-1 1 0,1-1 0,-1 0 0,1 1 0,-1-1 0,0 0 0,1 0 0,-1 0 0,0 1 0,1-1 0,-1 0 0,0 0 0,0 0 0,0 1 0,0-1 0,0 0 0,0-1 0,26-124-1365,-13 86-5461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07.4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175 1 24575,'-6'0'0,"0"1"0,0 0 0,0 0 0,1 0 0,-1 1 0,0 0 0,0 0 0,1 1 0,0-1 0,-1 1 0,1 1 0,0-1 0,0 1 0,1-1 0,-1 1 0,1 1 0,0-1 0,0 1 0,-5 6 0,2-1 0,0 1 0,0 0 0,1 0 0,1 1 0,0 0 0,0 0 0,1 0 0,-2 13 0,4-16 0,0 0 0,1 0 0,0 0 0,0 0 0,1 0 0,1 0 0,-1 1 0,2-1 0,-1 0 0,1 0 0,3 10 0,-2-13 0,1 1 0,-1-1 0,1 0 0,0 0 0,0 0 0,1 0 0,0-1 0,0 0 0,0 0 0,1 0 0,-1-1 0,1 1 0,0-2 0,10 6 0,23 10 0,-21-10 0,-1 0 0,30 20 0,-42-25 0,-1-1 0,0 1 0,0-1 0,0 1 0,-1 1 0,1-1 0,-1 0 0,0 1 0,0 0 0,-1-1 0,1 1 0,-1 0 0,0 0 0,2 10 0,-4-12 0,0 0 0,0 0 0,0 0 0,-1 0 0,1 0 0,-1 0 0,0-1 0,0 1 0,0 0 0,0 0 0,0-1 0,-1 1 0,1-1 0,-1 1 0,0-1 0,1 1 0,-1-1 0,0 0 0,0 0 0,-1 0 0,1 0 0,0 0 0,-1-1 0,1 1 0,-6 2 0,-7 4 0,-1 0 0,-31 12 0,39-17-114,-1 1 1,1-1-1,-1-1 0,0 0 0,0 0 1,1-1-1,-1 1 0,0-2 0,-1 0 1,1 0-1,-17-3 0,-2-8-6712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08.2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24575,'5'0'0,"0"1"0,0 0 0,-1 0 0,1 0 0,0 0 0,0 1 0,-1 0 0,1 0 0,-1 0 0,0 1 0,1-1 0,-1 1 0,0 0 0,-1 0 0,1 0 0,0 1 0,-1-1 0,5 7 0,5 9 0,1 0 0,17 37 0,-8-15 0,-11-18 0,-1 1 0,0 0 0,-2 1 0,-1 0 0,9 48 0,-14-61 0,-2-8 0,-1-1 0,1 0 0,0 1 0,1-1 0,-1 0 0,0 0 0,1 0 0,3 6 0,-5-9 0,1 0 0,-1 1 0,1-1 0,-1 1 0,1-1 0,-1 0 0,1 1 0,-1-1 0,1 0 0,-1 0 0,1 1 0,-1-1 0,1 0 0,-1 0 0,1 0 0,0 0 0,-1 0 0,1 0 0,-1 0 0,1 0 0,0 0 0,0 0 0,1 0 0,-1-1 0,1 0 0,-1 1 0,0-1 0,1 0 0,-1 0 0,0 0 0,1 0 0,-1 0 0,0 0 0,0 0 0,2-3 0,4-7 0,1 0 0,-1-1 0,-1 0 0,0 0 0,-1-1 0,-1 0 0,1 0 0,1-15 0,10-24 0,-15 49 0,0-1 0,1 0 0,0 0 0,0 0 0,0 1 0,0-1 0,0 1 0,1 0 0,-1-1 0,1 1 0,0 0 0,4-3 0,-5 5 0,0 0 0,0 0 0,0 0 0,0 1 0,0-1 0,0 0 0,0 1 0,0-1 0,1 1 0,-1 0 0,0 0 0,0 0 0,0 0 0,1 0 0,-1 0 0,0 1 0,0-1 0,0 1 0,0 0 0,1-1 0,-1 1 0,0 0 0,0 0 0,0 0 0,2 2 0,6 3 0,0 1 0,-1 0 0,0 1 0,0 0 0,0 0 0,-1 1 0,13 18 0,-1 4 0,20 40 0,-7-10 0,-30-56 0,1 0 0,-1 0 0,1-1 0,0 1 0,0-1 0,7 7 0,-10-10 0,0 0 0,0-1 0,0 1 0,0 0 0,1 0 0,-1-1 0,0 1 0,0-1 0,1 1 0,-1-1 0,0 1 0,1-1 0,-1 0 0,0 0 0,1 0 0,-1 0 0,0 0 0,1 0 0,-1 0 0,0 0 0,1 0 0,-1-1 0,0 1 0,1 0 0,-1-1 0,0 1 0,0-1 0,1 0 0,-1 1 0,0-1 0,0 0 0,0 0 0,2-1 0,6-10 0,-1 1 0,0-1 0,-1-1 0,0 1 0,-1-1 0,-1-1 0,5-15 0,-5 14 0,8-22-682,9-43-1,-11 27-6143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09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34 24575,'678'1'-318,"1588"-15"-2441,-417-7 1002,-1673 22-1600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23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2287 138 24575,'-150'-1'0,"-170"3"0,281 1 0,-1 1 0,0 2 0,1 1 0,0 2 0,1 2 0,-39 17 0,50-17 0,0 2 0,1 1 0,1 1 0,0 1 0,1 1 0,0 1 0,2 1 0,-36 39 0,47-43 0,0 0 0,1 1 0,0 1 0,1-1 0,1 1 0,1 1 0,1 0 0,0 0 0,1 0 0,-3 23 0,0 22 0,0 107 0,7-138 0,21 986 0,-13-902 0,4 1 0,40 169 0,16-41 0,13 55 0,-72-272 0,0 0 0,2-1 0,22 46 0,-22-49 0,-1 1 0,-1 0 0,-1 0 0,5 33 0,-7-30 0,1-1 0,1-1 0,18 44 0,-11-41 0,2 0 0,2-1 0,0-1 0,2-1 0,1-1 0,1-1 0,39 35 0,-31-34 0,2-2 0,1 0 0,0-2 0,2-2 0,0-1 0,39 13 0,79 21-138,2-8 0,2-6 0,1-8 0,193 13-1,648-11-955,-996-32 1095,932-4-15,-405 38-46,-277-11 825,-232-21-438,-7 0-125,-1-1 0,26-2-1,-36 1-193,0 0 1,0-1-1,0 1 0,0-1 0,0 0 0,0 0 0,0 0 0,0 0 0,0-1 0,0 1 0,0-1 0,-1 0 0,1 1 0,-1-1 0,1-1 0,-1 1 0,3-3 0,-2 0-6,0 0 0,0-1 0,-1 1-1,1 0 1,-1-1 0,0 1-1,-1-1 1,1 0 0,0-6 0,2-63-5,-3 60 4,-5-138-68,-35-233-1,29 315-77,-63-448-1263,-52-492 1417,96 176-466,27 705 477,-21-155 1,18 246 203,-3 0-1,-1 0 1,-1 1 0,-3 1-1,-1-1 1,-1 2-1,-2 0 1,-30-46-1,40 73-216,-1 0-1,0 0 1,0 0-1,-1 1 0,0 0 1,0 0-1,-1 1 1,0 1-1,0-1 1,0 2-1,-1-1 1,0 2-1,-17-6 1,-9 0-10,-2 2 1,-74-6-1,-554-8-1140,525 22 525,-276 0 266,-3198 7-4750,3393-7 4126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25.68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24575,'11'0'0,"31"5"0,42 19 0,35 5 0,18 4 0,15-5 0,-3-6 0,1-8 0,-2 0 0,-11-2 0,-16-4 0,-19-3 0,-20-2 0,-20-2 0,-8-1 0,-14 0-8191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26.0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1472 1 24575,'0'7'0,"1"1"0,0-1 0,1 0 0,0 0 0,0 0 0,0 0 0,1 0 0,0 0 0,0-1 0,1 1 0,0-1 0,7 9 0,7 7 0,38 35 0,-53-53 0,56 47 0,-33-30 0,-1 1 0,25 29 0,-44-44 0,0 0 0,-1 1 0,1-1 0,-1 2 0,-1-1 0,0 0 0,0 1 0,-1 0 0,0 0 0,0 0 0,-1 0 0,2 12 0,-4-14 0,0 1 0,0 0 0,-1-1 0,0 1 0,0 0 0,-1-1 0,0 1 0,0-1 0,-1 0 0,1 0 0,-2 0 0,1 0 0,-1 0 0,0-1 0,-6 8 0,-1 0 0,-1-1 0,-1-1 0,0 0 0,0 0 0,-2-1 0,-15 10 0,-10 2 0,-1-2 0,-59 22 0,-176 48-381,-95 0-1144,-52-7 160,19-12-3555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29.6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298 0 24575,'-15'1'0,"1"0"0,0 1 0,0 1 0,0 0 0,0 1 0,0 1 0,1 0 0,0 0 0,0 1 0,-21 14 0,23-14 0,1 2 0,0-1 0,0 1 0,1 1 0,0 0 0,1 0 0,-1 1 0,2 0 0,-1 0 0,2 0 0,-1 1 0,-6 16 0,12-22 0,-1-1 0,0 1 0,1 0 0,0 0 0,0 1 0,1-1 0,-1 0 0,1 0 0,1 7 0,-1-10 0,1 1 0,-1-1 0,1 0 0,0 0 0,-1 0 0,1 0 0,0 0 0,0 0 0,0 0 0,1 0 0,-1 0 0,0 0 0,1 0 0,0-1 0,-1 1 0,1-1 0,0 1 0,-1-1 0,1 0 0,0 1 0,0-1 0,0 0 0,4 1 0,9 2 0,1-1 0,-1 0 0,0-1 0,1-1 0,0 0 0,-1-2 0,28-2 0,-40 2 5,1 1 0,-1-1 0,0 1 0,0-1 0,0 0-1,0 0 1,0-1 0,0 1 0,0-1 0,0 1 0,0-1 0,0 0-1,-1 0 1,1 0 0,-1 0 0,1 0 0,-1-1 0,0 1 0,0-1-1,0 0 1,0 1 0,1-5 0,1-2-216,-1 0 0,0-1 0,0 1 0,-1-1 0,-1 0 0,2-10 0,1-32-6615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30.0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24575,'0'16'0,"0"17"0,0 14 0,0 5 0,0 9 0,0 1 0,0 5 0,0-2 0,0 4 0,0-4 0,0-8 0,0-2 0,0-5 0,0-5 0,0-11-8191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30.5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243 238 24575,'5'-1'0,"1"1"0,-1-1 0,1-1 0,-1 1 0,0-1 0,0 0 0,1 0 0,-1 0 0,-1-1 0,1 0 0,0 0 0,-1 0 0,1 0 0,-1-1 0,0 0 0,0 0 0,5-6 0,-3 2 0,1 0 0,-1-1 0,-1 0 0,0 0 0,0 0 0,-1 0 0,0-1 0,4-14 0,-7 22 0,-1-1 0,1 1 0,-1-1 0,0 1 0,0-1 0,0 0 0,0 1 0,0-1 0,0 1 0,-1-1 0,1 1 0,-1-1 0,0 1 0,0-1 0,0 1 0,0 0 0,0-1 0,0 1 0,-1 0 0,1 0 0,-1 0 0,1 0 0,-1 0 0,0 0 0,0 0 0,0 1 0,0-1 0,0 1 0,0-1 0,0 1 0,-1 0 0,1 0 0,0 0 0,-1 0 0,1 0 0,-4 0 0,-11-4 0,1 2 0,0 0 0,-1 1 0,-23 0 0,29 2 0,-10-1 0,1-1 0,1 1 0,-1 2 0,1 0 0,-20 3 0,35-4 0,0 1 0,1 0 0,-1 0 0,0 0 0,1 0 0,-1 1 0,1-1 0,-1 1 0,1 0 0,0 0 0,0 0 0,-1 1 0,2-1 0,-1 1 0,0-1 0,0 1 0,1 0 0,0 0 0,-1 0 0,1 0 0,0 1 0,1-1 0,-1 1 0,0-1 0,1 1 0,-2 5 0,1 3 0,0 0 0,1 0 0,0 0 0,1 0 0,0 1 0,1-1 0,0 0 0,1 0 0,1 0 0,0-1 0,0 1 0,1-1 0,6 13 0,-3-10 0,1-1 0,0-1 0,1 1 0,1-2 0,0 1 0,0-1 0,1 0 0,0-1 0,1-1 0,14 9 0,37 27-115,90 55 360,-133-89-495,1 0 1,0-2 0,0 0 0,1-1 0,39 8 0,-28-12-6577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30.9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1 24575,'-5'0'0,"-8"0"0,-13 0 0,-1 11 0,3 9 0,6 13 0,6 5 0,5 3 0,4 5 0,8 0 0,19-8 0,18-10 0,11-9 0,4-9 0,-4-6 0,2-3 0,-10-3-8191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31.7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 0 24575,'0'6'0,"0"7"0,0 18 0,0 9 0,0 15 0,0 3 0,0-2 0,-6-12 0,-7-12 0,-1-12-8191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32.1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134 1 24575,'-6'0'0,"-7"0"0,-7 0 0,-5 5 0,1 8 0,5 7 0,5 6 0,6 3 0,3 3 0,9-4 0,15-7 0,9-12 0,0-14 0,-5-17 0,-6-15 0,-6-2-8191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32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24575,'0'5'0,"0"19"0,0 11 0,0 16 0,0 4 0,0 5 0,6 3 0,1 1 0,6-4 0,5-12 0,1-15-8191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32.9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74 135 24575,'57'1'0,"68"-3"0,-120 2 0,0-1 0,-1 0 0,1 0 0,-1 0 0,0 0 0,1-1 0,-1 0 0,0 0 0,0 0 0,0 0 0,0-1 0,0 1 0,4-5 0,-7 6 0,0 0 0,0-1 0,0 1 0,0 0 0,0-1 0,0 1 0,0-1 0,-1 1 0,1-1 0,0 1 0,-1-1 0,1 1 0,-1-1 0,0 0 0,1 1 0,-1-1 0,0 0 0,0 1 0,0-1 0,0 0 0,0 1 0,-1-1 0,1 0 0,0 1 0,-1-1 0,1 1 0,-1-1 0,0 0 0,1 1 0,-1-1 0,0 1 0,0 0 0,0-1 0,0 1 0,0 0 0,0 0 0,-1-1 0,-1 0 0,-2-3 0,-1 1 0,0-1 0,0 1 0,0 1 0,0-1 0,-1 1 0,1 0 0,-1 1 0,0-1 0,0 1 0,-10-1 0,3 0 0,0 1 0,0 1 0,-1 1 0,-25 1 0,34 0 0,0 0 0,1 1 0,-1 0 0,1-1 0,-1 2 0,1-1 0,0 1 0,0 0 0,0 0 0,0 0 0,0 1 0,1-1 0,0 1 0,0 0 0,0 1 0,0-1 0,0 1 0,1-1 0,0 1 0,0 0 0,0 1 0,1-1 0,-1 0 0,-2 11 0,-1 4 0,1 0 0,1 0 0,1 0 0,0 1 0,2 38 0,1-54 0,0 1 0,0-1 0,1 0 0,-1 0 0,1 0 0,1 1 0,-1-1 0,3 5 0,-2-7 0,-1 0 0,1-1 0,0 1 0,0-1 0,0 0 0,0 1 0,0-1 0,1 0 0,-1 0 0,1 0 0,-1-1 0,1 1 0,0-1 0,-1 1 0,6 1 0,11 3 0,0-1 0,-1-1 0,1-1 0,1 0 0,21 0 0,100-5 0,-133 2 0,12-1-105,1-1 0,0 0 0,0-1 0,-1-2 0,1 0 0,-1-1 0,-1-1 0,1 0 0,-1-2 0,0 0 0,-1-2 0,33-24 0,-8-3-6721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33.4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24575,'0'457'0,"1"-441"0,4-13 0,9-22 0,-9 11 0,8-11 0,0 0 0,1 1 0,1 1 0,1 0 0,0 0 0,2 2 0,36-26 0,-46 36 0,0 0 0,0 1 0,0 1 0,1-1 0,-1 1 0,1 0 0,0 1 0,0 0 0,0 1 0,0 0 0,0 0 0,0 1 0,0 0 0,0 0 0,0 1 0,0 0 0,0 1 0,0 0 0,-1 1 0,1-1 0,0 2 0,-1-1 0,14 9 0,81 55-1365,-56-36-5461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35.5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23238,'4494'130'0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42.4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24575,'5'3'0,"0"-1"0,0 1 0,-1 0 0,1 0 0,-1 1 0,0-1 0,1 1 0,-2 0 0,1 0 0,0 0 0,-1 1 0,0-1 0,0 1 0,5 10 0,2 7 0,16 48 0,-10-14 0,-2 1 0,-4 1 0,6 77 0,-6 183 0,-10-258 0,-1 1271 0,-3-475 0,5-759-1365,-1-23-5461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43.2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24575,'0'5'0,"0"14"0,0 8 0,0 5 0,0-2-8191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44.9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164 1 24575,'-1'18'0,"-1"0"0,-1 0 0,-7 28 0,0-1 0,7-29 0,-34 155 0,32-155 0,0 0 0,-1-1 0,-1 1 0,0-2 0,-1 1 0,0-1 0,-1 0 0,-13 14 0,22-27 0,-1 0 0,0 0 0,1-1 0,-1 1 0,0 0 0,1-1 0,-1 1 0,0 0 0,0-1 0,1 1 0,-1-1 0,0 1 0,0-1 0,0 1 0,0-1 0,0 0 0,0 1 0,-1-1 0,1 0 0,1-1 0,0 1 0,-1 0 0,1-1 0,0 1 0,0 0 0,-1-1 0,1 1 0,0 0 0,0-1 0,-1 1 0,1-1 0,0 1 0,0 0 0,0-1 0,0 1 0,0-1 0,-1 1 0,1-1 0,0 1 0,0-1 0,0 1 0,0 0 0,0-1 0,1 1 0,-1-1 0,8-39 0,5 8 0,1 1 0,1 0 0,23-33 0,-25 44 0,1 1 0,0 0 0,2 1 0,0 1 0,29-23 0,-34 32 0,0 1 0,1 0 0,0 1 0,0 0 0,1 1 0,0 0 0,0 1 0,0 0 0,0 1 0,16-1 0,1 1 0,1 2 0,-1 1 0,45 6 0,-67-5 0,0 0 0,1 0 0,-1 1 0,0 1 0,0-1 0,0 1 0,-1 0 0,1 1 0,-1 0 0,1 0 0,11 10 0,-15-10 0,0 0 0,0 0 0,-1 0 0,1 1 0,-1-1 0,0 1 0,-1 0 0,1 0 0,-1 0 0,0 0 0,0 0 0,0 1 0,-1-1 0,0 1 0,0-1 0,0 1 0,0-1 0,-1 10 0,-2-1 9,1 1 0,-2 0-1,0 0 1,-1-1 0,0 0-1,-1 0 1,-1 0 0,0 0-1,-1-1 1,-10 15 0,-14 18-441,-50 56 0,61-78-165,-11 14-6229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45.1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24575,'6'0'0,"7"0"0,6 0 0,2 0-8191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45.4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24575,'0'11'0,"0"9"0,5 7 0,8-1 0,2-6-8191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46.0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533 0 24575,'0'8'0,"-1"0"0,-1 0 0,0-1 0,0 1 0,0 0 0,-1-1 0,-5 10 0,-5 16 0,-7 20 0,-54 99 0,4-12 0,41-77 0,10-23 0,-18 54 0,33-82 0,0 0 0,1 1 0,1-1 0,0 1 0,1 0 0,1-1 0,0 1 0,0 0 0,3 13 0,-3-23 0,1-1 0,-1 1 0,1 0 0,0 0 0,0 0 0,0-1 0,0 1 0,1-1 0,-1 1 0,1-1 0,0 1 0,-1-1 0,1 0 0,0 0 0,0 0 0,0 0 0,1 0 0,-1 0 0,0-1 0,1 1 0,-1-1 0,1 1 0,-1-1 0,1 0 0,0 0 0,0 0 0,-1-1 0,1 1 0,0-1 0,0 1 0,0-1 0,5 0 0,-3 0 0,1-1 0,-1 1 0,0-1 0,0-1 0,0 1 0,0 0 0,0-1 0,0 0 0,0 0 0,-1-1 0,1 1 0,-1-1 0,1 0 0,-1 0 0,0-1 0,0 1 0,4-6 0,-6 7 0,0-1 0,0 0 0,0 1 0,0-1 0,0 0 0,-1 0 0,1 0 0,-1 0 0,0 0 0,0-1 0,0 1 0,0 0 0,-1 0 0,1-1 0,-1 1 0,0-1 0,0 1 0,0 0 0,0-1 0,-1 1 0,1 0 0,-1-1 0,0 1 0,0 0 0,0 0 0,0 0 0,-1 0 0,1 0 0,-1 0 0,0 0 0,0 0 0,0 0 0,0 1 0,0-1 0,-1 1 0,1 0 0,-1 0 0,1 0 0,-1 0 0,0 0 0,0 0 0,-4-1 0,-7-4 9,-1 2 0,0 0 0,0 1 1,0 0-1,0 1 0,0 0 0,-19 1 0,-112 3-529,99 2-398,8-2-5908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46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34 24575,'0'-5'0,"5"-3"0,19 1 0,11 2 0,16 1 0,4 1 0,-1 2 0,-4 0 0,-5 1 0,-11 1-8191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47.0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1 24575,'-1'204'0,"3"216"0,-1-408 0,-1 0 0,1 0 0,1 0 0,1 0 0,-1 0 0,6 14 0,-6-22 0,0 0 0,0 0 0,1 0 0,-1-1 0,1 1 0,-1-1 0,1 1 0,0-1 0,1 0 0,-1 0 0,0 0 0,1-1 0,0 1 0,0-1 0,-1 0 0,1 0 0,1 0 0,-1 0 0,0-1 0,5 2 0,30 3 0,0-1 0,-1-2 0,1-2 0,62-5 0,-41 1 0,14 0-80,-11-1-562,94 8-1,-112 2-6183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47.6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719 0 24575,'184'9'0,"-158"-6"0,1 1 0,-1 2 0,-1 0 0,48 20 0,-69-24 0,0 0 0,0 1 0,-1-1 0,1 1 0,-1 0 0,0 0 0,0 0 0,0 0 0,0 1 0,0-1 0,-1 1 0,1 0 0,-1 0 0,0 0 0,0 0 0,-1 0 0,1 0 0,1 8 0,1 8 0,-1-1 0,2 40 0,-5-51 0,2 543 0,-6-327 0,5-144 0,0-30 0,-7 61 0,6-109 0,0 1 0,0-1 0,-1 1 0,1-1 0,-1 1 0,0-1 0,0 0 0,1 1 0,-2-1 0,1 0 0,0 0 0,0 1 0,-1-1 0,1 0 0,-1 0 0,1-1 0,-1 1 0,0 0 0,0-1 0,-2 3 0,1-3 0,0 0 0,0 0 0,-1 0 0,1 0 0,0 0 0,0-1 0,0 1 0,-1-1 0,1 0 0,0 0 0,0 0 0,-1-1 0,-4 0 0,-11-4 0,1-1 0,-1-1 0,2 0 0,-24-13 0,40 19 0,-247-135 0,47 25 0,-148-84-1365,198 103-5461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48.5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0 210 24575,'17'-5'0,"22"-8"0,26-1 0,25 1 0,18-2 0,14 1 0,-3 3 0,-5-8 0,-11 0 0,-12 3 0,-16 4 0,-20-2 0,-15 2 0,-8 3 0,-4 3 0,-1-3 0,-6 0-8191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48.9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24575,'0'1'0,"1"0"0,-1-1 0,1 1 0,-1 0 0,0 0 0,1-1 0,0 1 0,-1 0 0,1-1 0,-1 1 0,1 0 0,0-1 0,-1 1 0,1-1 0,0 1 0,0-1 0,-1 0 0,1 1 0,0-1 0,1 1 0,25 9 0,-14-6 0,101 43 0,231 60 0,-325-103 0,0 1 0,-1 1 0,1 0 0,-1 1 0,0 2 0,21 12 0,-35-18 0,0 0 0,0 1 0,0-1 0,-1 1 0,1 0 0,-1 1 0,0-1 0,0 1 0,-1 0 0,1 0 0,-1 0 0,0 0 0,-1 0 0,1 1 0,-1-1 0,0 1 0,0 0 0,-1 0 0,0 0 0,0 0 0,0 0 0,-1 0 0,1 0 0,-1 0 0,-2 9 0,0-3 0,-2-1 0,1 1 0,-1 0 0,-1-1 0,0 0 0,-1 0 0,0 0 0,0-1 0,-1 0 0,-1 0 0,0-1 0,-16 16 0,-13 8 0,-70 51 0,-2-13 0,-15 10 0,104-66 0,0 0 0,2 2 0,-30 32 0,21-9-1365,10-7-5461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50.6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1796 35 24575,'0'0'0,"0"-1"0,0 0 0,-1 0 0,1 1 0,0-1 0,-1 0 0,1 1 0,0-1 0,-1 0 0,1 1 0,-1-1 0,0 1 0,1-1 0,-1 1 0,1-1 0,-1 1 0,0-1 0,1 1 0,-1-1 0,0 1 0,0 0 0,1-1 0,-1 1 0,0 0 0,0 0 0,-1-1 0,-25-3 0,20 3 0,-93-9 0,-168 5 0,159 6 0,-751 0 0,852-2 0,0 1 0,0 0 0,0 1 0,-1 0 0,1 0 0,0 0 0,0 1 0,0 0 0,1 1 0,-1 0 0,0 0 0,1 1 0,0 0 0,0 0 0,0 0 0,0 1 0,1 0 0,0 1 0,0-1 0,-7 9 0,-7 9 0,1 1 0,2 1 0,0 1 0,1 0 0,2 1 0,1 1 0,1 0 0,1 1 0,1 0 0,2 0 0,1 1 0,1 0 0,-2 40 0,8 515 0,1-573 0,14 164 0,-13-159 0,2 1 0,0 0 0,1-1 0,1 0 0,1 0 0,0 0 0,15 24 0,-17-35 0,0 0 0,0 0 0,1 0 0,0-1 0,0 1 0,0-2 0,1 1 0,-1-1 0,1 1 0,0-2 0,0 1 0,1-1 0,-1 0 0,1-1 0,0 0 0,13 2 0,12 0 0,-1-1 0,60-3 0,-51-1 0,2805-7-802,-2277 8 1604,-566 0-802,0 0 0,1-1 0,-1 1 0,0 0 0,0-1 0,0 0 0,1 0 0,-1 0 0,0 0 0,0-1 0,0 1 0,0-1 0,-1 0 0,1 1 0,0-1 0,-1 0 0,1-1 0,-1 1 0,0 0 0,0-1 0,0 0 0,0 1 0,0-1 0,0 0 0,-1 0 0,1 0 0,0-3 0,3-9 0,0 0 0,-2-1 0,0 1 0,2-26 0,-4 31 0,6-58 0,-3 1 0,-4-1 0,-2 1 0,-3-1 0,-3 1 0,-3 0 0,-20-68 0,22 106 0,1-3 0,-2 1 0,-27-58 0,32 82 0,0 0 0,0 1 0,0 0 0,-1-1 0,0 2 0,0-1 0,0 1 0,-1 0 0,0 0 0,0 1 0,0 0 0,-1 0 0,1 0 0,-1 1 0,0 0 0,-10-2 0,-18-3 0,0 1 0,-54-3 0,72 9 0,-727-18-880,568 20 789,-891-33-1940,-385-129 1107,1332 143-3341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51.3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24575,'11'0'0,"9"0"0,18 0 0,8 0 0,13 0 0,1 0 0,8 0 0,-2 0 0,-7 0 0,8 0 0,5 0 0,6 0 0,6 0 0,-5 0 0,-5 0 0,-10 0 0,-15 0-8191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51.6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810 0 24575,'22'0'0,"29"11"0,35 21 0,34 9 0,10 10 0,-14-4 0,-14-5 0,-19-3 0,-24-4 0,-22-1 0,-17 9 0,-12 15 0,-41 13 0,-70 7 0,-94 11 0,-120 19 0,-178 46-3493,-3-3-1205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4:07.9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22036,'0'29261'0,"29262"-29261"0,-29262-29261 0,-29262 29261 0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37.6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759 1 24575,'-37'1'0,"-1"1"0,1 3 0,1 1 0,-1 1 0,1 2 0,0 2 0,1 1 0,0 2 0,-56 31 0,50-24 0,1 2 0,2 1 0,-41 34 0,67-48 0,1 0 0,0 1 0,1 1 0,1 0 0,-1 0 0,2 1 0,0 0 0,0 0 0,1 1 0,1 0 0,0 0 0,1 0 0,-4 22 0,-2 39 0,4 0 0,3 1 0,6 84 0,-1-90 0,0-5 0,3-1 0,16 92 0,-17-136 0,2 0 0,1 0 0,1 0 0,0-1 0,1 0 0,1-1 0,1 0 0,1 0 0,0-1 0,1 0 0,28 28 0,-26-32 0,1-2 0,0 0 0,0-1 0,2 0 0,-1-1 0,31 11 0,110 29 0,-55-26 0,1-5 0,180 10 0,213-25 0,-326-5 0,21-4 0,-148 3 0,-1-3 0,65-15 0,-87 15 0,-1 0 0,1-2 0,-1 0 0,-1-1 0,1 0 0,32-25 0,-39 24 0,-1 0 0,0-1 0,0 0 0,-1-1 0,0 0 0,-1 0 0,-1-1 0,0 0 0,0-1 0,7-21 0,-7 14 0,-2-1 0,0 0 0,-2 0 0,0 0 0,1-35 0,-9-116 0,1 112 0,2-5 0,1 26 0,-6-50 0,4 77 0,0 1 0,-1 0 0,0-1 0,-1 1 0,0 1 0,-1-1 0,-1 1 0,-8-15 0,1 9 0,0 0 0,-2 1 0,0 0 0,-1 2 0,0-1 0,-1 2 0,-1 0 0,-36-19 0,-6 1 0,-103-35 0,46 26 0,-1 4 0,-2 6 0,-1 5 0,-1 5 0,0 5 0,-1 6 0,-199 11 0,309-1 0,0 0 0,0 1 0,0 0 0,1 1 0,-1 1 0,1 0 0,-22 10 0,29-11 0,0 0 0,0 0 0,1 1 0,0-1 0,-1 1 0,2 0 0,-1 0 0,0 0 0,1 0 0,-1 1 0,1-1 0,0 1 0,1 0 0,-1 0 0,1 0 0,0 0 0,1 1 0,-1-1 0,1 1 0,-2 10 0,1 21-1365,3-1-5461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3:40.4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467 1534 24575,'78'4'0,"116"20"0,-12-1 0,525-6 0,-535-18 0,848-1 0,-1011 2 0,0 0 0,1-1 0,-1 0 0,0 0 0,10-4 0,-14 4 0,-1-1 0,0 0 0,0 0 0,0 0 0,0 0 0,0-1 0,0 0 0,-1 0 0,1 0 0,-1 0 0,0 0 0,4-5 0,24-32 0,-2-1 0,25-46 0,-45 69 0,0 0 0,-1 0 0,-2-1 0,1 0 0,-2-1 0,-1 1 0,0-1 0,1-22 0,-6-210 0,-3 91 0,4 131 0,-2 0 0,-1 0 0,-1 0 0,-2 0 0,-1 1 0,-13-36 0,13 47 0,0 1 0,-1 0 0,-1 1 0,-1 0 0,0 0 0,-1 1 0,-1 0 0,0 1 0,-1 0 0,-1 1 0,-18-14 0,-62-50 0,59 46 0,-55-37 0,79 62 0,-1 1 0,1 1 0,-1-1 0,0 2 0,0 0 0,0 0 0,0 1 0,-1 1 0,-14 0 0,-19-4 0,-404-70 0,342 56 0,-213-11 0,-115 30 0,187 3 0,200-1 0,1 1 0,-85 18 0,-91 39 0,61 2 0,141-54 0,0 1 0,1 1 0,0 1 0,0 1 0,1 1 0,1 1 0,-30 28 0,35-29 0,2 1 0,0 0 0,0 1 0,2 1 0,0 0 0,0 0 0,1 1 0,2 0 0,-1 0 0,-5 23 0,6-8 0,0 1 0,3-1 0,-2 64 0,14 98 0,-8-189 0,2 15 0,1 0 0,0 1 0,2-2 0,0 1 0,1 0 0,1-1 0,1 0 0,1-1 0,0 0 0,2 0 0,0-1 0,0 0 0,2-1 0,16 17 0,-9-14 0,1 0 0,1-1 0,1-1 0,0-2 0,1 0 0,0-1 0,2-2 0,-1 0 0,47 13 0,-19-9 0,1-3 0,0-3 0,1-2 0,0-2 0,73-2 0,-5-7 0,169 3 0,-285 0 11,0 0 0,-1 1 0,1 0 0,-1 1 0,1-1 0,-1 1-1,0 0 1,0 1 0,0 0 0,9 5 0,-11-6-93,-1 1-1,0 0 1,0 0-1,0 0 0,-1 0 1,1 0-1,-1 1 1,1-1-1,-1 1 1,0-1-1,0 1 1,-1 0-1,1 0 1,-1 0-1,0 0 1,0 0-1,1 7 1,0 16-6744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4:09.3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425 1 24575,'-1'3'0,"1"1"0,-1-1 0,0 0 0,0 1 0,0-1 0,0 1 0,-1-1 0,-2 5 0,-5 12 0,-281 900 0,273-847 0,4 1 0,2 0 0,4 1 0,3 0 0,6 79 0,1-102 0,-1-26 0,-1 0 0,-1 0 0,-5 39 0,4-62-72,0 0 1,0-1-1,0 1 0,0 0 0,0-1 0,0 1 0,-1-1 0,0 1 1,1-1-1,-1 0 0,0 1 0,0-1 0,0 0 0,0 0 0,0-1 1,-1 1-1,1 0 0,-5 2 0,-21 9-6754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4:10.4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24575,'1'8'0,"0"1"0,1-1 0,-1 0 0,1 1 0,1-1 0,0 0 0,0 0 0,5 8 0,37 60 0,-42-71 0,53 76 0,4-2 0,92 94 0,-79-86 0,-53-60 0,1 0 0,1-2 0,47 40 0,-62-59 0,0-1 0,1 0 0,0 0 0,0-1 0,0 0 0,1 0 0,-1-1 0,1 0 0,0 0 0,0-1 0,0 0 0,0-1 0,0 0 0,0 0 0,0-1 0,0 0 0,1-1 0,13-2 0,-16 1 0,0 0 0,-1 0 0,1-1 0,-1 0 0,1 0 0,-1 0 0,0-1 0,0 0 0,0 0 0,-1-1 0,0 1 0,0-1 0,0 0 0,0-1 0,-1 1 0,7-11 0,2-7 0,0-2 0,-1 0 0,8-28 0,10-21 0,-3 23-195,3 0 0,1 2 0,3 2 0,2 1 0,1 2 0,57-53 0,-59 66-6631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4:18.2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24575,'953'0'0,"-904"1"0,1 3 0,-1 2 0,0 2 0,77 24 0,-72-18 0,1-2 0,1-2 0,-1-3 0,75 0 0,-123-7 0,0 0 0,0 0 0,1 0 0,-1 1 0,0 0 0,0 1 0,0 0 0,0 0 0,0 0 0,0 1 0,-1 0 0,1 0 0,-1 0 0,0 1 0,0 0 0,0 1 0,0-1 0,-1 1 0,0 0 0,9 11 0,4 7 0,-2 0 0,-1 1 0,-1 0 0,13 31 0,37 110 0,33 201 0,-31 7 0,-10-51 0,50 106 0,-10-48 0,-79-273 0,6 194 0,-19-185 0,26 145 0,-18-170 0,-4 0 0,-5 141 0,-4-162 0,2-59 0,0-1 0,0 0 0,1 0 0,1 1 0,-1-1 0,2 0 0,-1-1 0,1 1 0,1-1 0,0 1 0,0-2 0,1 1 0,0 0 0,0-1 0,1 0 0,0-1 0,12 10 0,-2-2 0,1-1 0,0-1 0,1-1 0,1-1 0,0 0 0,0-2 0,23 8 0,0-4 0,2-1 0,-1-3 0,1-1 0,63 2 0,191-10 0,-183-3 0,317 23-450,-5 30-289,-161-17 538,591 74 120,-576-71-1043,-197-25-4472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4:18.6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211 1 24575,'0'4'0,"1"0"0,0 0 0,-1 0 0,2 0 0,-1-1 0,0 1 0,1 0 0,0 0 0,0-1 0,0 1 0,0-1 0,0 0 0,1 0 0,-1 0 0,1 0 0,0 0 0,7 5 0,5 3 0,0 0 0,26 13 0,-32-19 0,32 16 0,-27-15 0,1 2 0,-1 0 0,0 1 0,16 13 0,-26-18 0,0 0 0,0 0 0,0 1 0,-1-1 0,0 1 0,0 0 0,0 0 0,0 0 0,-1 0 0,0 0 0,0 0 0,0 1 0,-1-1 0,0 1 0,0 0 0,1 8 0,-3 0 0,0-1 0,0 1 0,-1-1 0,-1 0 0,0 0 0,-1 0 0,0 0 0,-1 0 0,0-1 0,-1 0 0,-1 0 0,0-1 0,0 1 0,-14 14 0,-3 2 0,-1-1 0,-1-2 0,-1 0 0,-34 23 0,47-38-105,0 0 0,0-1 0,0-1 0,-1 0 0,0-1 0,-1-1 0,0 0 0,0-1 0,0-1 0,0 0 0,-1-1 0,-26 1 0,8-5-6721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4:20.0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24575,'-1'271'0,"2"237"0,26-3 0,67 223 0,25-8 0,-115-699 0,101 556 0,-89-490 0,-5-31 0,-3 1 0,1 62 0,-8-111 0,-1-1 0,1 0 0,0 1 0,1-1 0,-1 0 0,1 0 0,1 0 0,0 0 0,0 0 0,0 0 0,0-1 0,7 9 0,-3-6 0,1 0 0,0 0 0,0-1 0,1 0 0,0-1 0,1 0 0,11 7 0,7 1 0,1-2 0,0 0 0,0-2 0,1-2 0,33 7 0,513 84 0,-218-62 0,-32-5 0,-7 24 0,-173-17 0,-54-14 0,129 19 0,-183-42-46,0-2-1,45-4 0,-38 1-1178,-14 1-5601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9:04:20.4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2508 1 24575,'11'5'0,"15"8"0,8 7 0,10 6 0,8 9 0,-5 21 0,-37 1 0,-60-9 0,-49-13 0,-74-12 0,-52-11 0,-59-6-1354,-60-5 1354,-43-2-2412,-27-2 2412,1 1 0,71 0-4425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3:27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0 24575,'2'37'0,"1"-1"0,14 56 0,0 2 0,-6 6 0,-4 1 0,-5 0 0,-4-1 0,-4 1 0,-5-1 0,-4 0 0,-35 120 0,34-162 0,-78 252 0,90-299 20,0-1 0,-1 1 0,0-1 0,0 0 0,-14 18 0,16-24-119,-1 0 0,0-1 0,1 1 0,-1-1 0,-1 0 0,1 0 0,0 0 0,-1-1 0,1 0 0,-1 0 0,0 0 0,0 0 0,0 0 0,-9 0 0,-25 3-6727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3:27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24575,'11'0'0,"26"0"0,28 0 0,21 0 0,17 0 0,13 0 0,-1 0 0,1 0 0,-14 0 0,-18 0 0,-12 0 0,-13 0 0,-11 0 0,-3 0 0,-3 0 0,-9 0-8191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3:29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24575,'3398'0'-1688,"-1704"0"3376,-1677 0-1688,-7 0 0,1 0 0,-1 0 0,1 1 0,13 3 0,-21-4 0,-1 1 0,1 0 0,-1 0 0,0 0 0,0 0 0,0 0 0,0 0 0,1 0 0,-1 1 0,-1-1 0,1 1 0,0-1 0,0 1 0,-1 0 0,1 0 0,-1 0 0,1 0 0,-1 0 0,0 0 0,0 0 0,0 0 0,0 0 0,0 1 0,1 1 0,1 21 0,0 0 0,-1-1 0,-2 1 0,-1 0 0,-4 33 0,0 8 0,-3 698 7,10-453-1379,-2-282-5454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3:31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0 166 24575,'2'0'0,"1"-1"0,-1 0 0,1 0 0,-1 0 0,0 0 0,0 0 0,1 0 0,-1 0 0,0-1 0,2-2 0,16-8 0,18 0 0,1 0 0,67-9 0,-45 10 0,122-21 20,272-10 0,189 32-400,-513 10 83,2683 3-558,-2788-3-5844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3:33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0 24575,'0'2084'0,"1"-2072"-170,-2 0-1,1 0 0,-1 0 1,-1 0-1,0 0 0,-1 0 1,-8 21-1,-3-7-6655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3:34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24575,'3'0'0,"0"0"0,-1 1 0,1-1 0,-1 1 0,1 0 0,-1 0 0,1 0 0,-1 0 0,1 1 0,-1-1 0,0 0 0,0 1 0,3 2 0,26 27 0,-21-20 0,58 62 0,-28-27 0,2-2 0,3-2 0,80 60 0,-99-88 0,0-1 0,1-1 0,0-2 0,1 0 0,0-2 0,0-1 0,56 6 0,-72-13 0,1 1 0,-1-2 0,0 0 0,1 0 0,-1-1 0,0-1 0,0 0 0,0 0 0,0-2 0,0 1 0,-1-1 0,0-1 0,14-9 0,11-9 0,-1-1 0,45-43 0,-52 43 0,-1 0 0,-1-2 0,44-59 0,-41 42-1365,-4 6-5461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4:00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24575,'-39'37'0,"20"-19"0,0 0 0,-22 30 0,35-39 0,0-1 0,1 1 0,0 0 0,1 0 0,0 1 0,0-1 0,1 1 0,1 0 0,-4 18 0,1 49 0,6 135 0,3-86 0,-4-121 0,0 13 0,0 0 0,1 0 0,1 1 0,7 25 0,-8-40 0,1 1 0,-1-1 0,1 1 0,0-1 0,0 0 0,0 0 0,1 0 0,0 0 0,0-1 0,0 1 0,0-1 0,0 1 0,1-1 0,-1 0 0,1 0 0,0-1 0,0 1 0,0-1 0,0 0 0,0 0 0,0 0 0,8 1 0,8 1 0,0-1 0,0-1 0,0-1 0,1-1 0,35-4 0,-6 1 0,-44 3 0,0 0 0,0-1 0,1 0 0,-1 0 0,0-1 0,0 1 0,0-1 0,0 0 0,0-1 0,5-3 0,-7 3 0,0 0 0,-1 0 0,1 0 0,-1 0 0,0-1 0,0 1 0,0-1 0,-1 0 0,1 0 0,-1 0 0,0 0 0,0 0 0,0 0 0,-1-1 0,2-4 0,3-18 0,0 0 0,-2 0 0,0-39 0,-5-87 0,-1 101 0,2 35 0,0-1 0,0 0 0,-2 0 0,-6-30 0,7 44 0,0 0 0,0 0 0,0 0 0,-1 0 0,1 1 0,-1-1 0,0 0 0,0 1 0,0 0 0,-1-1 0,1 1 0,-1 0 0,0 0 0,0 1 0,0-1 0,0 1 0,0-1 0,-1 1 0,1 0 0,-1 0 0,1 0 0,-7-1 0,-3 0 14,0 0-1,-1 1 0,1 1 0,-1 0 1,1 1-1,-1 1 0,0 0 1,-25 6-1,30-6-119,-1 2 0,1-1 0,0 1 0,0 1 0,0-1 0,1 2-1,-1-1 1,1 1 0,0 0 0,0 1 0,1 0 0,0 0 0,-11 12 0,3 6-6720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4:00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24575,'0'11'0,"5"9"0,8 7 0,7-1 0,0-6-8191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4:01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24575,'72'-1'0,"97"3"0,-152 0 0,0 0 0,0 1 0,-1 0 0,1 2 0,-1 0 0,0 1 0,24 12 0,-35-14 0,0-1 0,0 1 0,0 0 0,0 1 0,-1-1 0,0 1 0,0 0 0,0 0 0,0 0 0,-1 0 0,0 1 0,0 0 0,-1-1 0,1 1 0,-1 0 0,0 0 0,-1 0 0,0 0 0,1 8 0,1 14 0,-2-1 0,0 1 0,-5 31 0,2-17 0,1-21 0,-1 0 0,0 0 0,-2 0 0,0 0 0,-1-1 0,-2 1 0,-8 19 0,11-31 0,-1 1 0,-1-1 0,0 1 0,0-2 0,-1 1 0,0-1 0,0 0 0,-1 0 0,0-1 0,0 0 0,-1 0 0,0-1 0,0 0 0,0-1 0,-18 7 0,8-5 0,-1-1 0,-28 4 0,32-7 0,0 0 0,1 1 0,-28 11 0,40-10 0,10-2 0,14 1 0,354 1 0,-229-7 0,-129 2-341,-1-2 0,0 1-1,29-8 1,4-5-6485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4:01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0 24575,'5'12'0,"-1"0"0,0 0 0,-1 1 0,0-1 0,1 15 0,-3-17 0,0 0 0,1 0 0,0 0 0,1-1 0,0 1 0,0 0 0,1-1 0,7 11 0,-8-16 0,0-1 0,0 1 0,0-1 0,0 0 0,1 0 0,0-1 0,-1 1 0,1-1 0,0 0 0,0 0 0,0 0 0,1 0 0,-1-1 0,7 2 0,9 1 0,-1 0 0,24-1 0,9 3 0,-44-5 0,1 1 0,0 0 0,-1 1 0,1 0 0,-1 0 0,0 1 0,0 0 0,0 0 0,-1 1 0,1 0 0,11 11 0,-15-13 0,-1 1 0,0 0 0,0 0 0,0 1 0,-1-1 0,0 0 0,1 1 0,-2 0 0,1-1 0,0 1 0,-1 0 0,0 0 0,0 0 0,0 0 0,-1 0 0,0 0 0,0 0 0,0 0 0,-1 0 0,1 0 0,-1 0 0,-2 8 0,-1-2 0,0 1 0,-1 0 0,0-1 0,-1 0 0,0 0 0,-1 0 0,0-1 0,0 0 0,-1-1 0,-1 1 0,0-1 0,0-1 0,0 0 0,-1 0 0,0-1 0,-1 0 0,0-1 0,0 0 0,-18 6 0,13-5 0,0-2 0,0 0 0,-1-1 0,1 0 0,-1-1 0,0-1 0,0-1 0,0-1 0,0 0 0,0-1 0,1-1 0,-1 0 0,0-1 0,-17-6 0,19 3-91,1-1 0,0-1 0,1 0 0,-1 0 0,1-1 0,1-1 0,0 0 0,0-1 0,1-1 0,1 1 0,0-2 0,0 1 0,1-1 0,-7-15 0,-13-28-6735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4:02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24575,'11'0'0,"14"0"0,21 0 0,7 0 0,11 0 0,1 0 0,0 0 0,0 0 0,6 0 0,-4 0 0,-3 0 0,-5 0 0,-9 0 0,0 0 0,-5 0 0,-3 0 0,-9 0-8191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4:04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35 24575,'27'-1'0,"43"-8"0,11-1 0,215 1 0,-295 8 0,263-1-344,96 1-1033,87 0 501,2040 2-5985,-501-1 7790,-1907 0-591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4:05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531 39 24575,'-1'-2'0,"1"1"0,0 0 0,-1 0 0,1 0 0,-1 0 0,1 0 0,-1-1 0,0 1 0,1 0 0,-1 0 0,0 1 0,0-1 0,1 0 0,-1 0 0,0 0 0,0 0 0,0 1 0,0-1 0,0 0 0,0 1 0,0-1 0,-1 1 0,1-1 0,0 1 0,0 0 0,0 0 0,-2-1 0,-38-5 0,36 5 0,-42-4 0,0 3 0,-1 1 0,-59 7 0,101-5 0,1 0 0,-1 0 0,0 1 0,0 0 0,1 0 0,-1 0 0,1 1 0,0 0 0,0 0 0,0 0 0,0 0 0,0 1 0,1 0 0,-1 0 0,1 0 0,0 1 0,0-1 0,1 1 0,-1 0 0,1 0 0,0 0 0,1 1 0,-1-1 0,1 0 0,0 1 0,0 0 0,-1 9 0,2-7 0,0 0 0,0 1 0,1-1 0,0 1 0,0-1 0,1 0 0,0 1 0,1-1 0,0 0 0,0 0 0,1 0 0,0 0 0,0 0 0,1-1 0,0 1 0,0-1 0,0 0 0,1 0 0,6 6 0,5 2 0,0-1 0,1 0 0,0-2 0,1 0 0,38 19 0,102 35 0,-90-45 0,-51-17 0,0 1 0,-1 0 0,1 2 0,-1 0 0,21 12 0,-34-17 0,-1-1 0,0 1 0,1 0 0,-1 0 0,0 0 0,0 0 0,0 1 0,0-1 0,-1 0 0,1 1 0,2 3 0,-4-4 0,0-1 0,0 0 0,0 0 0,1 0 0,-1 0 0,0 1 0,0-1 0,-1 0 0,1 0 0,0 0 0,0 0 0,-1 0 0,1 1 0,0-1 0,-1 0 0,1 0 0,-1 0 0,1 0 0,-1 0 0,0 0 0,1 0 0,-1-1 0,0 1 0,0 0 0,0 0 0,0 0 0,0-1 0,1 1 0,-1 0 0,0-1 0,-1 1 0,0 0 0,-15 6 0,0 0 0,0-1 0,0-1 0,0 0 0,-1-2 0,-31 4 0,-35 7 0,-18 19 0,81-24 0,-1-1 0,0-1 0,0-1 0,0-1 0,-1-1 0,-36 2 0,54-7-80,0 1 0,1-1-1,-1 1 1,1-1 0,-1 0-1,1-1 1,-1 1 0,1-1-1,0 0 1,0 0 0,0-1 0,0 1-1,0-1 1,0 1 0,1-1-1,-6-6 1,-19-24-6746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4:05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24575,'5'0'0,"14"0"0,13 0 0,14 0 0,3 0 0,0 0 0,-3 5 0,1 8 0,-1 7 0,-9 6 0,-10 3 0,-11 4 0,-1 0 0,-4-5-8191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4:06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24575,'-6'0'0,"-7"0"0,-1 5 0,1 8 0,4 7 0,2 6 0,3 3 0,2-2-8191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4:07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24575,'0'5'0,"0"8"0,0 12 0,0 8 0,0 4 0,0 1 0,0-1 0,0-6-8191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4:07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24575,'5'1'0,"0"1"0,0 1 0,-1-1 0,1 0 0,-1 1 0,0 0 0,0 0 0,0 0 0,0 1 0,-1-1 0,1 1 0,-1 0 0,0 0 0,0 0 0,0 0 0,0 1 0,-1-1 0,4 9 0,-1 5 0,1 1 0,-2-1 0,3 35 0,5 14 0,-12-66 0,0 0 0,0 0 0,0-1 0,0 1 0,1 0 0,-1-1 0,0 1 0,0 0 0,1-1 0,-1 1 0,0 0 0,1-1 0,-1 1 0,1-1 0,-1 1 0,1-1 0,-1 1 0,1-1 0,-1 1 0,1-1 0,-1 1 0,1-1 0,-1 0 0,1 1 0,0-1 0,-1 0 0,1 1 0,0-1 0,-1 0 0,1 0 0,0 0 0,0 0 0,-1 0 0,1 0 0,0 0 0,-1 0 0,1 0 0,0 0 0,0 0 0,-1 0 0,1 0 0,0 0 0,-1-1 0,1 1 0,0 0 0,-1-1 0,1 1 0,-1 0 0,1-1 0,0 1 0,-1-1 0,1 1 0,-1-1 0,1 1 0,-1-1 0,1 0 0,7-7 0,0 0 0,0 0 0,6-11 0,-3 6 0,17-20 0,30-31 0,-51 57 0,0 1 0,0 0 0,0 0 0,1 1 0,0 0 0,13-6 0,-19 10 0,0 0 0,-1 0 0,1 0 0,0 1 0,0-1 0,1 1 0,-1-1 0,0 1 0,0 0 0,0 0 0,0 0 0,0 0 0,0 0 0,0 1 0,0-1 0,0 1 0,0-1 0,0 1 0,0 0 0,0-1 0,2 3 0,-1-1 0,0 0 0,-1 0 0,0 0 0,1 1 0,-1-1 0,0 1 0,0 0 0,-1 0 0,1 0 0,0 0 0,-1 0 0,1 3 0,3 9 0,-1 0 0,-1 0 0,0 0 0,0 24 0,-1 6-96,3 29 312,-4-67-365,0-1 1,1 1-1,0-1 1,0 0-1,1 0 1,0 0-1,0 0 1,0 0-1,6 7 1,9 8-6678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4:08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86 24575,'-1'30'0,"0"-22"0,0 1 0,1-1 0,0 1 0,0-1 0,1 1 0,0-1 0,1 0 0,3 13 0,-4-21 0,0 1 0,-1 0 0,1 0 0,0-1 0,0 1 0,-1-1 0,1 1 0,0-1 0,0 1 0,0-1 0,0 1 0,0-1 0,0 0 0,-1 1 0,1-1 0,0 0 0,0 0 0,0 0 0,0 0 0,0 0 0,0 0 0,0 0 0,0 0 0,0 0 0,0 0 0,0 0 0,0-1 0,0 1 0,0 0 0,0-1 0,0 1 0,-1-1 0,1 1 0,0-1 0,0 1 0,0-1 0,-1 1 0,2-2 0,36-28 0,-34 26 0,59-61 0,-44 44 0,0 1 0,31-26 0,-47 44 0,0 0 0,0 0 0,0 0 0,0 0 0,0 1 0,0-1 0,0 1 0,1 0 0,-1 0 0,1 0 0,-1 0 0,7 0 0,-8 1 0,0 1 0,0-1 0,0 0 0,1 1 0,-1 0 0,0-1 0,0 1 0,0 0 0,0 0 0,0 0 0,0 0 0,-1 0 0,1 1 0,0-1 0,-1 1 0,1-1 0,-1 1 0,1-1 0,-1 1 0,1 0 0,0 2 0,8 13 0,-1 1 0,-1 0 0,-1 1 0,-1-1 0,7 32 0,-5-21 0,17 45 0,-16-55-455,0-1 0,22 31 0,-7-18-6371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4:08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42 24575,'-9'0'0,"-1"0"0,0 1 0,0 0 0,1 0 0,-1 1 0,1 1 0,-1 0 0,-12 5 0,16-5 0,1 1 0,-1-1 0,1 1 0,-1 0 0,1 0 0,0 1 0,1-1 0,-1 1 0,1 0 0,0 1 0,0-1 0,1 1 0,-4 7 0,2-4 0,1 0 0,0 1 0,1 0 0,0-1 0,1 1 0,0 0 0,0 0 0,1 1 0,0-1 0,1 11 0,1-17 0,-1-1 0,0 1 0,1 0 0,0-1 0,0 1 0,0-1 0,0 1 0,0-1 0,1 1 0,-1-1 0,1 0 0,0 0 0,0 0 0,1 0 0,-1 0 0,0 0 0,1-1 0,0 1 0,-1-1 0,1 1 0,0-1 0,0 0 0,1 0 0,-1-1 0,0 1 0,1-1 0,-1 1 0,1-1 0,-1 0 0,6 1 0,-1-1 0,-1 0 0,1-1 0,-1 1 0,1-2 0,0 1 0,-1-1 0,1 0 0,-1 0 0,0-1 0,1 0 0,-1 0 0,0-1 0,0 0 0,0 0 0,-1-1 0,1 0 0,-1 0 0,0 0 0,0-1 0,0 0 0,0 0 0,-1-1 0,0 1 0,0-1 0,-1 0 0,0-1 0,0 1 0,0-1 0,0 1 0,-1-1 0,-1 0 0,1 0 0,-1-1 0,2-8 0,12-78-1365,-7-5-5461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4:09.2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24575,'0'1020'0,"0"-996"-195,0 0 0,1-1 0,2 1 0,0 0 0,2-1 0,9 28 0,-1-21-6631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4:09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203 230 24575,'14'0'0,"2"1"0,-1-1 0,1-1 0,0 0 0,0-1 0,19-6 0,-30 7 0,-1-1 0,0 1 0,0-1 0,-1 0 0,1-1 0,0 1 0,-1-1 0,1 1 0,-1-1 0,0 0 0,0 0 0,0-1 0,0 1 0,0 0 0,-1-1 0,0 0 0,0 0 0,0 1 0,0-1 0,0 0 0,-1-1 0,0 1 0,0 0 0,1-6 0,0 4 0,-1-1 0,0 0 0,-1 1 0,1-1 0,-1 0 0,-1 0 0,1 0 0,-1 1 0,-3-12 0,3 15 0,0 0 0,-1 0 0,1 0 0,-1 0 0,0 0 0,0 0 0,0 1 0,0-1 0,0 1 0,-1 0 0,1-1 0,-1 1 0,0 0 0,1 1 0,-1-1 0,0 0 0,0 1 0,0-1 0,0 1 0,0 0 0,-6-1 0,-6-1 0,1 1 0,-1 0 0,1 1 0,-1 1 0,0 0 0,1 1 0,-1 1 0,0 0 0,1 1 0,0 0 0,0 1 0,0 1 0,0 0 0,-20 12 0,26-13 0,0 1 0,0 0 0,0 1 0,1 0 0,0 0 0,0 1 0,0 0 0,1 0 0,0 1 0,-7 11 0,10-13 0,-1 1 0,2 0 0,-1 0 0,1 0 0,0 0 0,0 0 0,1 0 0,0 0 0,0 1 0,0-1 0,1 0 0,1 1 0,-1-1 0,3 13 0,0-12 0,-1-1 0,1 1 0,0-1 0,0 0 0,1 0 0,0 0 0,0 0 0,0-1 0,1 0 0,0 0 0,1 0 0,-1 0 0,1-1 0,0 0 0,0 0 0,1-1 0,-1 1 0,10 3 0,13 6 0,0-1 0,0-2 0,36 8 0,-62-18 0,44 12-682,97 13-1,-101-22-6143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4:10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24575,'0'630'0,"-1"-671"0,2-50 0,0 82 0,0 1 0,0-1 0,1 1 0,1 0 0,-1-1 0,1 1 0,1 0 0,5-10 0,0 4-124,1 1 0,1 0 0,0 1 0,1 0 0,0 1 0,1 0-1,0 1 1,0 0 0,1 1 0,21-10 0,1 3-6702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4:25.1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 0 24575,'-7'7'0,"-1"-1"0,0 0 0,-16 9 0,-13 9 0,6 0 0,13-12 0,0 2 0,1 0 0,0 1 0,1 1 0,1 0 0,1 1 0,-24 36 0,4 15 0,3 1 0,-40 134 0,71-201 0,-4 9 0,1 1 0,1-1 0,0 1 0,-1 21 0,3-30 0,0-1 0,0 1 0,1 0 0,-1-1 0,1 1 0,-1-1 0,1 1 0,0-1 0,0 1 0,0-1 0,0 1 0,1-1 0,-1 0 0,1 0 0,-1 0 0,1 0 0,0 0 0,-1 0 0,1 0 0,0 0 0,1-1 0,-1 1 0,0-1 0,0 1 0,0-1 0,1 0 0,2 1 0,12 2 0,1-1 0,-1 0 0,1-1 0,0-1 0,0-1 0,-1-1 0,29-4 0,-27 3 0,-8 2 0,1-1 0,-1 0 0,1-1 0,-1 0 0,0-1 0,1 0 0,-2-1 0,1 0 0,0 0 0,-1-2 0,0 1 0,0-1 0,0-1 0,12-9 0,-8 1 11,0-1 0,-1 0 0,-1-1 0,0 0 0,-1-1 0,-1 0-1,-1-1 1,0 0 0,-2 0 0,10-37 0,-8 13-308,-1-1 0,-3 0 0,-1 0 0,-3-46 0,-2 38-6529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4:25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24575,'5'6'0,"3"6"0,4 8 0,7 0 0,16-3 0,7-5 0,-2-4-8191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4:26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24575,'13'0'0,"0"0"0,1 1 0,-1 1 0,0 0 0,0 1 0,0 0 0,0 1 0,-1 0 0,1 1 0,14 9 0,-19-9 0,-1 0 0,0 0 0,0 1 0,0 0 0,-1 0 0,0 1 0,0-1 0,-1 2 0,0-1 0,0 0 0,0 1 0,-1 0 0,0 0 0,-1 0 0,0 1 0,3 9 0,0 11 0,0 1 0,-2-1 0,0 46 0,-10 89 0,5-145 0,-1 1 0,-1-1 0,-1 0 0,0 0 0,-10 22 0,12-35 0,0 0 0,-1-1 0,1 0 0,-2 0 0,1 1 0,0-2 0,-1 1 0,0 0 0,0-1 0,0 0 0,-1 0 0,1 0 0,-1 0 0,0-1 0,0 1 0,0-1 0,-1-1 0,1 1 0,-1-1 0,-9 3 0,7-3 0,-1-1 0,1 0 0,0 0 0,-1-1 0,1 0 0,-1 0 0,-10-3 0,19 3 0,-1 0 0,0 0 0,1 0 0,-1 0 0,0 0 0,1 0 0,-1 0 0,1-1 0,-1 1 0,0 0 0,1 0 0,-1-1 0,1 1 0,-1-1 0,1 1 0,-1 0 0,1-1 0,-1 1 0,1-1 0,-1 1 0,1-1 0,-1 0 0,9-6 0,25-3 0,25 3 66,84 2 0,31-3-1563,-127 2-5329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4:26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0 24575,'-21'2'0,"0"1"0,0 1 0,0 1 0,1 0 0,-1 2 0,-22 10 0,17-7 0,22-8 0,0-1 0,0 1 0,0 1 0,0-1 0,0 1 0,1-1 0,-1 1 0,1 0 0,-1 0 0,1 0 0,0 1 0,1-1 0,-1 1 0,0 0 0,1-1 0,0 1 0,0 0 0,0 1 0,1-1 0,-1 0 0,1 0 0,0 1 0,0-1 0,0 7 0,0-4 0,1 0 0,0-1 0,1 1 0,-1 0 0,1-1 0,1 1 0,-1 0 0,1-1 0,0 1 0,1-1 0,0 0 0,0 0 0,0 0 0,0 0 0,1 0 0,4 4 0,6 5 0,1-1 0,1 0 0,0-1 0,0-1 0,1-1 0,1 0 0,-1-1 0,2-1 0,0-1 0,33 11 0,-30-12 0,-1 1 0,-1 1 0,1 0 0,34 24 0,-50-29 0,1 0 0,-1 0 0,0 1 0,0-1 0,0 1 0,-1 0 0,0 1 0,0-1 0,0 1 0,-1 0 0,1 0 0,-1 0 0,-1 0 0,1 0 0,-1 1 0,0-1 0,-1 1 0,1 0 0,-2-1 0,2 10 0,-3-12 0,0 0 0,0 0 0,0-1 0,0 1 0,0 0 0,-1-1 0,1 1 0,-1-1 0,0 1 0,0-1 0,-1 0 0,1 0 0,-1 0 0,1 0 0,-1 0 0,0-1 0,0 1 0,0-1 0,0 0 0,-1 0 0,1 0 0,-1 0 0,-3 1 0,-13 6 0,0-1 0,-37 10 0,50-16 0,-15 5 0,0-2 0,-1 0 0,1-2 0,-1 0 0,1-2 0,-35-1 0,53-1-91,0 1 0,0-1 0,0 0 0,0-1 0,0 1 0,0 0 0,0-1 0,1 0 0,-1 0 0,1 0 0,-1 0 0,1-1 0,0 0 0,-5-4 0,-9-15-6735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4:27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24575,'5'0'0,"8"0"0,7 0 0,11 0 0,6 0 0,2 6 0,6 12 0,-5 9 0,-10 11 0,-3 5 0,-8 0 0,-6-1 0,-5-3 0,-5-7-8191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4:27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24575,'22'0'0,"35"0"0,36 0 0,40 0 0,42 0 0,42 0 0,55 0-1430,48 0 1430,58 0-1964,48 0 1964,46 0 0,14 0-2878,-9 0 2878,-52 0 0,-65 0 0,-89 0-825,-73 0 825,-70 0-1094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4:28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 24575,'-5'0'0,"-8"5"0,-2 8 0,-3 1 0,-4 5 0,1-2-8191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4:28.3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505 1 24575,'0'5'0,"0"8"0,0 13 0,-11 7 0,-26 14 0,-23 11 0,-23 12 0,-21 5 0,-8-4 0,14-15-8191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5:23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4147 2456 24575,'172'1'0,"228"-5"0,-353 1 0,0-2 0,0-3 0,-1-1 0,0-3 0,-1-1 0,0-3 0,78-38 0,-98 41 0,-2-1 0,0-1 0,0-1 0,-2 0 0,0-2 0,-1-1 0,0 0 0,-2-2 0,0 0 0,-2-1 0,0 0 0,-2-2 0,0 0 0,20-50 0,-20 29 0,-1-2 0,-3 1 0,-2-1 0,5-79 0,-15-196 0,0 268 0,0-5 0,-3 0 0,-3 1 0,-25-99 0,22 121 0,-1 1 0,-2 0 0,-1 1 0,-2 1 0,-2 0 0,-1 1 0,-24-29 0,13 25 3,-3 1-1,0 1 1,-3 3-1,0 0 1,-2 3 0,-1 1-1,-84-42 1,18 21-88,-1 5 1,-134-35-1,14 20-167,-3 11 0,-357-29 0,-482 41-155,517 61 345,411-10-6,-265 67 0,319-57 34,0 3 1,2 4-1,-160 89 0,185-86 23,2 4 1,1 2 0,3 2 0,1 3-1,-88 101 1,84-77-37,-96 154 0,128-180 253,2 2 0,1 0-1,3 1 1,2 1-1,-11 51 1,24-82-175,1 1 0,1 0 0,0 0 0,2-1 0,0 1 0,1 0 0,0 0 0,2-1 0,0 1 0,2-1 0,0 0 0,0 0 0,2 0 0,0-1 0,1 0 0,1 0 0,1-1 0,0 0 0,1-1 0,20 22 0,12 10-122,2-3-1,2-1 1,2-2 0,1-3-1,84 49 1,-7-17-183,187 74 0,-95-62-308,356 84 1,246-6-1330,-188-73 537,1154 10-1,-1454-102 103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5:24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 24575,'5'-5'0,"19"-3"0,22 1 0,30 1 0,31 2 0,30 2 0,19 1 0,22 0 0,36 1 0,26 0-780,11 1 780,-9-1 0,-24 0 0,-38 0 0,-44-5 0,-45-2-7411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5:24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0 24575,'22'9'0,"1"1"0,21 12 0,2 2 0,38 14 0,90 45 0,-151-70 0,-1 1 0,0 0 0,-1 2 0,-1 1 0,21 21 0,-35-32 0,-1 0 0,0 1 0,0 0 0,0-1 0,-1 2 0,0-1 0,-1 0 0,1 1 0,-1 0 0,-1-1 0,0 1 0,2 11 0,-3-12 0,-1 0 0,0 0 0,0-1 0,0 1 0,-1 0 0,0 0 0,-1 0 0,0-1 0,0 1 0,0-1 0,-1 1 0,0-1 0,0 0 0,-7 11 0,-5 3 0,0-1 0,-1-1 0,0 0 0,-24 18 0,-79 54 0,75-59 0,20-14-82,-98 72-560,-140 76 1,206-137-6185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5:25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24575,'5'5'0,"25"3"0,23-1 0,20-1 0,30-2 0,31-2 0,26-1 0,19 0 0,-5-1 0,-14 0 0,-19-1 0,-27-4 0,-28-3 0,-29 1-8191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5:25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0 24575,'-7'16'0,"0"1"0,1-1 0,1 1 0,-6 33 0,-1 72 0,9-81 0,-14 923 0,19-763 0,-2-183 0,0-6 0,0 1 0,0-1 0,4 19 0,-4-29 0,1 1 0,-1-1 0,1 0 0,0 0 0,0 1 0,0-1 0,0 0 0,0 0 0,0 0 0,0 0 0,1 0 0,-1 0 0,1 0 0,0 0 0,-1-1 0,1 1 0,0-1 0,0 1 0,0-1 0,0 0 0,0 0 0,0 0 0,4 2 0,7 0 0,0-1 0,0-1 0,0 0 0,0-1 0,0 0 0,19-3 0,-2-1 0,49-14 0,-64 14-105,-1-2 0,0 0 0,0 0 0,0-1 0,-1-1 0,0 0 0,-1 0 0,1-2 0,-2 0 0,1 0 0,-2-1 0,12-13 0,37-48-6721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5:25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24575,'0'-6'0,"11"-1"0,15 0 0,14 1 0,17 8 0,4 3 0,-3 6 0,-5 7 0,-2 6 0,-8-1-8191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5:25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24575,'0'17'0,"0"11"0,0 17 0,0 6 0,0 12 0,0 0 0,0-5 0,0-6 0,0-13-8191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5:26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3 24575,'-44'-1'0,"26"0"0,1 0 0,0 2 0,-1 0 0,-18 3 0,33-3 0,0 0 0,-1 0 0,1 1 0,0-1 0,0 1 0,0-1 0,0 1 0,1 0 0,-1 0 0,0 0 0,1 1 0,-1-1 0,1 1 0,-3 3 0,1 0 0,0 0 0,1 0 0,0 1 0,0-1 0,1 1 0,-4 10 0,1 8 0,2 0 0,-2 48 0,4-61 0,1 1 0,0 1 0,0-1 0,1 1 0,1-1 0,0 0 0,1 0 0,1 0 0,0 0 0,8 19 0,-8-26 0,-1 0 0,0-1 0,1 1 0,0-1 0,1 0 0,-1 0 0,1 0 0,0 0 0,0-1 0,0 0 0,1 0 0,-1 0 0,1-1 0,0 0 0,0 0 0,0 0 0,1-1 0,-1 0 0,1 0 0,11 1 0,-11-2 9,0-1-1,-1 1 0,1-1 0,-1-1 1,1 0-1,-1 1 0,1-2 1,-1 1-1,1-1 0,-1 0 0,0-1 1,0 1-1,8-5 0,-4 1-219,-1-1-1,0 0 0,0 0 1,0 0-1,-1-1 1,12-15-1,15-25-6614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5:26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24575,'41'258'0,"-20"-107"0,33 267-511,-1 605 1,-53-937 562,4-57-52,-3-29 0,0-1 0,0 0 0,0 1 0,0-1 0,0 0 0,0 0 0,-1 1 0,1-1 0,0 0 0,-1 0 0,1 0 0,0 0 0,-1 0 0,1 0 0,-1 0 0,0 0 0,1 0 0,-1-1 0,0 0 0,31-62 161,2 1 1,67-93 0,-73 120-82,1 2 1,3 0 0,0 2 0,2 1-1,51-36 1,21-2-1446,-62 42-5461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5:27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24575,'0'16'0,"0"12"0,11 12 0,15 9 0,3 3 0,7-2 0,9 2 0,-3-4 0,2-3 0,5-4 0,0-4 0,-9-7-8191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5:28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24575,'1'-1'0,"-1"0"0,0 0 0,1 1 0,-1-1 0,1 0 0,-1 1 0,1-1 0,-1 0 0,1 1 0,0-1 0,-1 0 0,1 1 0,0-1 0,-1 1 0,1-1 0,0 1 0,0 0 0,-1-1 0,1 1 0,0 0 0,0-1 0,0 1 0,-1 0 0,2 0 0,27-6 0,-26 5 0,33-3 0,57-1 0,-62 4 0,1204-5-2697,-748 8 2051,7252-1-2972,-7187 24 3618,2 28 0,189 14 0,87-42 2089,1-28 1507,-201-1-2320,-415 7-1276,324 45 0,-429-30-1365,-25-4-5461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5:28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0 24575,'5'0'0,"2"6"0,-5 7 0,-9 12 0,-9 2 0,-7 3 0,-6 6 0,-2-2 0,3-8-8191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5: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1398 0 24575,'0'6'0,"-16"18"0,-18 16 0,-24 24 0,-13 11 0,-23 10 0,-28 19 0,-55 24 0,-52 13 0,-76 21-1817,14-17-4557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5:31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651 1 24575,'-13'14'0,"1"1"0,1 0 0,0 1 0,-10 21 0,5-10 0,-14 24 0,3 1 0,-23 58 0,42-89 0,0 0 0,2 1 0,1-1 0,0 1 0,2 0 0,1 1 0,0-1 0,3 38 0,0-52 0,1 0 0,0 0 0,1 0 0,0 0 0,0 0 0,0-1 0,1 0 0,0 1 0,1-1 0,0-1 0,0 1 0,0-1 0,1 0 0,9 9 0,9 5 0,1-1 0,40 22 0,-52-32 0,-2-3 0,0 1 0,-1 1 0,0 0 0,0 1 0,13 14 0,-20-18 0,1 0 0,-1 0 0,1 0 0,-2 1 0,1-1 0,0 1 0,-1-1 0,0 1 0,-1 0 0,1 0 0,-1 0 0,0 0 0,0 10 0,-1-13 0,0 1 0,-1-1 0,1 0 0,-1 0 0,0 1 0,0-1 0,0 0 0,0 0 0,0 0 0,-1 0 0,1 0 0,-1-1 0,0 1 0,0 0 0,0-1 0,0 1 0,-1-1 0,1 0 0,-1 0 0,1 0 0,-1 0 0,0 0 0,1 0 0,-1-1 0,0 1 0,0-1 0,0 0 0,0 0 0,-6 1 0,-9 3 0,0-1 0,-1-2 0,-35 2 0,50-3 0,-30 0 17,1-1 0,-1-2 1,1-1-1,0-2 0,0-1 0,-62-19 0,76 18-123,1 0 0,1-2 0,0 1 0,0-2 0,0 0 0,1-1-1,1-1 1,0-1 0,1 0 0,0 0 0,1-2 0,0 1 0,-14-24 0,7 3-6720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5:31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24575,'6'0'0,"12"0"0,10 0 0,10 0 0,10 0 0,19 5 0,4 14 0,-5 8 0,-8 0 0,-8 6 0,-13 15 0,-13 10 0,-10 17 0,-8 6 0,-4-9-8191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5:31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74 398 24575,'82'2'0,"-39"0"0,0-2 0,-1-1 0,46-9 0,-82 9 0,1-1 0,-1-1 0,1 1 0,-1-1 0,0 0 0,0 0 0,-1-1 0,1 0 0,-1 0 0,1 0 0,-1 0 0,-1-1 0,1 0 0,-1 0 0,1-1 0,-1 1 0,-1-1 0,1 1 0,-1-1 0,0-1 0,3-9 0,-2 4 0,0 0 0,-1-1 0,0 1 0,-1-1 0,0 0 0,-1 0 0,-1 0 0,0 1 0,-1-1 0,-3-21 0,2 28 0,0 0 0,0 0 0,-1 0 0,0 0 0,0 0 0,0 0 0,-1 1 0,0 0 0,0 0 0,0 0 0,0 0 0,-1 0 0,0 1 0,0 0 0,0 0 0,-1 0 0,1 1 0,-1 0 0,0 0 0,0 0 0,0 1 0,-10-3 0,-3 0 0,1 0 0,-1 1 0,0 1 0,0 1 0,-1 1 0,-27 1 0,39 1 0,1 0 0,-1 0 0,1 1 0,-1 0 0,1 0 0,0 0 0,0 1 0,0 0 0,0 1 0,0 0 0,1 0 0,-8 6 0,5-3 0,1 1 0,-1 1 0,2 0 0,-1 0 0,1 0 0,1 1 0,-8 14 0,3-3 0,2 1 0,1 0 0,1 0 0,0 1 0,2 0 0,1 0 0,-3 36 0,7-52 0,-1 0 0,1 0 0,0-1 0,1 1 0,-1 0 0,2 0 0,-1 0 0,1-1 0,0 1 0,0 0 0,0-1 0,1 0 0,0 1 0,1-1 0,-1-1 0,1 1 0,0 0 0,1-1 0,-1 0 0,1 0 0,0 0 0,0 0 0,1-1 0,-1 0 0,1 0 0,0-1 0,0 1 0,0-1 0,9 2 0,17 7 0,1-2 0,1-1 0,-1-2 0,63 5 0,143-5 0,-226-7 0,24-1 20,-1-1 0,1-2 0,-1-1 0,0-2 0,38-13 0,-52 13-169,-1-1 1,0-1-1,0-1 1,-1-1-1,-1 0 1,0-2-1,0 0 1,-1-1-1,20-21 1,10-21-6678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5:32.0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1 24575,'0'22'0,"-5"29"0,-3 35 0,1 29 0,2 23 0,1 11 0,-4 1 0,-7-18 0,-11-16 0,-7-16 0,-9-3 0,-2-7 0,-1-19 0,-2-10 0,6-16-8191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5:33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987 2810 24575,'1789'0'-3879,"-1212"0"1746,136 2 1585,892-6 563,-1246-7-15,-124-9 0,-213 17 0,0-1 0,-1-1 0,43-16 0,-61 20 33,0 0 0,0-1 0,0 1 0,1-1 0,-2 0 0,1 0 0,0 0 0,0 0 1,-1 0-1,1-1 0,-1 1 0,1-1 0,-1 0 0,0 0 0,0 1 0,0-1 0,-1-1 0,1 1 1,-1 0-1,0 0 0,1 0 0,-2-1 0,1 1 0,0-1 0,-1 1 0,1-1 0,-1 1 0,0-5 0,-2-5 192,-1 0-1,0 0 1,0 0-1,-1 0 1,-1 1-1,-6-13 1,1 4-3,-162-473 3967,33-14-5289,114 411 1115,-68-274-165,-43-161 163,126 497-13,-2-11 0,-1 1 0,-3 0 0,-1 1 0,-33-60 0,46 99-1,0 0 1,0-1-1,0 1 1,-1 0 0,1 1-1,-1-1 1,0 1-1,-1 0 1,1 1-1,-1-1 1,1 1 0,-1 0-1,0 0 1,-1 1-1,1-1 1,0 2 0,-11-3-1,-8 0 19,0 2-1,0 1 1,-36 3-1,25-1 58,0 0 78,-949 1-1504,-172-59-1611,-474-16 2574,1223 64 388,64 5-147,217 2-141,4-2 139,0 7 1,-145 20-1,252-21 336,0 1-1,0 1 1,0 1-1,1 0 0,-1 1 1,1 0-1,1 1 1,-27 17-1,34-18 38,1-1-1,-1 1 0,1 0 0,0 0 1,1 1-1,-1 0 0,1 0 0,1 0 1,-1 1-1,2-1 0,-1 1 0,1 0 1,0 0-1,0 0 0,1 1 0,0-1 1,0 1-1,0 10 0,4 262-27,3-141-195,-1 1179-1,-5-845 0,1-444 0,-1-4 0,1 0 0,1-1 0,1 1 0,1 0 0,11 39 0,-12-60 0,0-1 0,0 1 0,0-1 0,1 0 0,-1 0 0,1 0 0,0 0 0,0 0 0,0-1 0,1 1 0,-1-1 0,1 0 0,0 0 0,0 0 0,0-1 0,0 1 0,0-1 0,1 0 0,-1 0 0,1-1 0,7 3 0,8 0 0,1-1 0,0-1 0,38 0 0,-42-1 0,389-3-67,136 4-1668,107 45-115,3 28 501,-251-22 1110,-78 0-1007,-79-4-459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5:33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4232 0 24575,'-12'0'0,"-8"0"0,-23 0 0,-49 0 0,-64 11 0,-78 4 0,-65-1 0,-54-2-2285,-44-4 2285,-16-3 0,13-3 0,13-1 0,17-1 0,22 0 0,42-1 0,68 1-638,74-1-4630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5:34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716 1 24575,'-21'9'0,"0"1"0,1 1 0,0 1 0,0 1 0,2 1 0,-31 28 0,7-6 0,-116 85 0,-64 53 0,204-158 0,0 0 0,1 2 0,-20 26 0,33-39 0,0 0 0,0 1 0,1-1 0,0 1 0,0 0 0,0 0 0,1 0 0,0 1 0,0-1 0,1 0 0,-1 1 0,1 0 0,1-1 0,-1 1 0,1-1 0,0 1 0,2 10 0,0-10 0,1 0 0,-1 0 0,1-1 0,0 1 0,1-1 0,0 1 0,0-1 0,0 0 0,1 0 0,-1-1 0,1 0 0,9 8 0,7 3 0,1 1 0,34 17 0,138 64 0,366 120-1439,22-34 1094,169 59-1081,-608-189-3555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9:47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24575,'-24'790'0,"55"-888"0,-15 50 0,2 1 0,2 1 0,3 1 0,1 0 0,2 2 0,55-68 0,-72 99 0,1 1 0,1 1 0,19-16 0,-27 24 0,0 0 0,-1 1 0,1-1 0,0 0 0,0 1 0,0 0 0,1 0 0,-1 0 0,0 0 0,4 0 0,-6 1 0,1 0 0,-1 0 0,1 0 0,-1 0 0,1 0 0,-1 1 0,0-1 0,1 1 0,-1-1 0,1 1 0,-1-1 0,0 1 0,0 0 0,1-1 0,-1 1 0,0 0 0,0 0 0,0 0 0,0 0 0,0 0 0,0 0 0,0 1 0,1 1 0,2 5 0,-1 0 0,1 1 0,-1-1 0,-1 1 0,0 0 0,0 0 0,-1 0 0,0 0 0,-1 0 0,1 0 0,-2 0 0,1 0 0,-2 0 0,1 0 0,-1 0 0,0-1 0,-1 1 0,0 0 0,0-1 0,-6 10 0,3-9-105,-2 0 0,0 0 0,0 0 0,0-1 0,-1 0 0,0-1 0,-1 0 0,0 0 0,0-1 0,0 0 0,-1-1 0,-20 8 0,-14 0-6721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9:48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1 137 24575,'0'75'0,"2"104"0,0-142 0,2 0 0,15 63 0,-16-89 0,0 1 0,2-1 0,-1 0 0,1 0 0,9 13 0,-14-22 0,1 0 0,0-1 0,0 1 0,0-1 0,0 1 0,0-1 0,0 0 0,1 0 0,-1 1 0,0-1 0,1 0 0,-1 0 0,0 0 0,1 0 0,-1 0 0,1-1 0,0 1 0,-1 0 0,1-1 0,0 1 0,-1-1 0,1 1 0,0-1 0,0 0 0,-1 0 0,1 0 0,0 0 0,0 0 0,-1 0 0,1 0 0,0-1 0,0 1 0,-1-1 0,1 1 0,0-1 0,-1 0 0,1 1 0,-1-1 0,1 0 0,-1 0 0,1 0 0,-1 0 0,0-1 0,3-1 0,8-10 0,0-1 0,0 0 0,-2-1 0,1-1 0,-2 1 0,0-1 0,9-25 0,41-128 0,-55 156 0,71-277 0,-75 288 0,1 0 0,-1 0 0,1 0 0,-1 0 0,1 0 0,0 0 0,-1 0 0,1 0 0,0 0 0,0 1 0,0-1 0,1 0 0,-1 1 0,0-1 0,1 1 0,-1-1 0,1 1 0,-1 0 0,1-1 0,0 1 0,-1 0 0,4-1 0,-3 2 0,0 1 0,0-1 0,0 1 0,0 0 0,0-1 0,-1 1 0,1 0 0,0 0 0,0 1 0,-1-1 0,1 0 0,-1 0 0,1 1 0,-1-1 0,1 1 0,-1-1 0,0 1 0,0 0 0,0-1 0,2 5 0,51 91-1365,-25-45-5461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9:48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24575,'5'5'0,"14"14"0,8 3 0,6-3 0,2-3 0,7-6 0,-5-4-8191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9:48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487 1 24575,'-11'5'0,"-4"8"0,-4 7 0,-11 6 0,-5 3 0,-9 3 0,-6 7 0,-2-3 0,9-2 0,0-2 0,2 0 0,3 0 0,2-1 0,7-4-8191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9:49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587 57 24575,'0'-3'0,"0"1"0,0 0 0,0-1 0,0 1 0,-1 0 0,1-1 0,-1 1 0,0 0 0,1 0 0,-1 0 0,0 0 0,0 0 0,-1 0 0,1 0 0,0 0 0,-1 0 0,1 0 0,-1 0 0,1 1 0,-1-1 0,0 1 0,0-1 0,1 1 0,-1 0 0,0 0 0,0 0 0,-1 0 0,1 0 0,0 0 0,0 0 0,0 1 0,-1-1 0,1 1 0,0-1 0,-1 1 0,1 0 0,0 0 0,0 0 0,-5 1 0,-2 0 0,0 0 0,0 0 0,-1 1 0,1 0 0,0 1 0,1 0 0,-1 0 0,-14 9 0,15-7 0,0 1 0,0 0 0,1 1 0,0 0 0,0 0 0,1 0 0,0 1 0,1 0 0,-1 0 0,1 0 0,1 1 0,0 0 0,0 0 0,0 0 0,1 0 0,1 1 0,-3 17 0,0 12 0,1 1 0,3-1 0,3 41 0,-2-62 0,1-6 0,-1 0 0,2 0 0,0-1 0,0 1 0,1-1 0,1 0 0,-1 0 0,2 0 0,10 19 0,-10-20 0,0 0 0,-1 0 0,0 1 0,-1-1 0,0 1 0,0 0 0,-2 0 0,1 0 0,-1 0 0,-1 0 0,0 1 0,0-1 0,-1 0 0,0 0 0,-1 0 0,-1 0 0,0 0 0,0-1 0,-8 18 0,6-17 0,-1 0 0,-1-1 0,1 0 0,-2 0 0,1 0 0,-2 0 0,1-2 0,-1 1 0,0-1 0,-1 0 0,0-1 0,0 0 0,-1 0 0,0-1 0,0-1 0,0 0 0,-17 5 0,23-8 6,1-1-1,0 0 0,-1 0 0,0 0 1,1-1-1,-1 0 0,1 0 0,-1 0 1,1 0-1,-1-1 0,0 0 1,1 0-1,0 0 0,-1 0 0,1-1 1,0 1-1,-1-1 0,1 0 0,0-1 1,-4-2-1,1-2-190,-1 1 1,1-2-1,0 1 1,1-1-1,-1 0 1,2 0-1,-10-18 1,-16-35-6642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9:49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24575,'17'0'0,"16"6"0,19 7 0,7 7 0,-2 0 0,-4 2 0,-12-2-8191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9:49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24575,'11'11'0,"21"15"0,20 14 0,8 5 0,-6 1 0,-8-7 0,-5-5 0,1-8 0,-1-9 0,-7-7-8191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9:50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1490 0 24575,'-11'6'0,"-9"7"0,-24 34 0,-15 27 0,-19 27 0,-20 25 0,-3 8 0,-24 14 0,-17 4 0,-19 9 0,1 5-677,12-14 677,31-23 0,30-21 0,24-19 0,17-18 0,17-22-7514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39:55.2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1241 24575,'4'-1'0,"1"1"0,-1-1 0,0 0 0,0 0 0,0-1 0,7-2 0,19-6 0,40 1 0,-1 3 0,117 5 0,-95 3 0,516 0 0,-299 25 0,-2 25 0,-61-10 0,-236-40 0,0-1 0,1 0 0,-1 0 0,0-1 0,0 0 0,10-2 0,-17 1 0,1 1 0,-1-1 0,0 1 0,0-1 0,0 0 0,0 0 0,0 0 0,-1 0 0,1 0 0,0-1 0,0 1 0,-1 0 0,1-1 0,0 1 0,-1-1 0,0 0 0,1 1 0,-1-1 0,0 0 0,0 0 0,0 0 0,0 0 0,0 0 0,0 0 0,-1 0 0,1 0 0,-1 0 0,1 0 0,-1-1 0,0-2 0,0-11 0,-2-1 0,0 1 0,0 0 0,-2 0 0,0 0 0,0 1 0,-11-23 0,-9-33 0,5-19 0,-12-156 0,13 77 0,-2 42 0,-11-110 0,31 231 0,-1 0 0,1 0 0,1 0 0,-1 0 0,1 0 0,0 0 0,1 0 0,-1 0 0,1 0 0,0 0 0,1 1 0,4-10 0,-5 12 0,1-1 0,0 1 0,1 0 0,-1 0 0,0 0 0,1 0 0,-1 1 0,1-1 0,0 1 0,0 0 0,0 0 0,0 0 0,1 1 0,-1-1 0,0 1 0,1 0 0,7-1 0,24-1 0,-1 2 0,69 5 0,-76-1 0,0-1 0,0-2 0,1 0 0,-1-2 0,0-1 0,28-7 0,-20-1 0,-1 0 0,0 2 0,1 1 0,68-6 0,482 12 0,-276 5 0,-303-3 0,-1 0 0,1 0 0,-1 1 0,1 0 0,0 0 0,-1 1 0,0-1 0,1 1 0,-1 1 0,0-1 0,8 5 0,-10-4 0,-1 0 0,0 0 0,1 0 0,-1 0 0,0 1 0,-1-1 0,1 1 0,-1 0 0,1-1 0,-1 1 0,0 0 0,0 1 0,-1-1 0,1 0 0,-1 0 0,0 1 0,0-1 0,0 6 0,4 50 0,-3 0 0,-8 85 0,1-30 0,4-72 0,2 0 0,11 78 0,29 129 0,-27-106 0,-14-142 0,0 0 0,1 0 0,-1 1 0,1-1 0,0 0 0,0 0 0,0 0 0,0 0 0,0 0 0,0 0 0,0 0 0,1 0 0,-1 0 0,1 0 0,-1-1 0,1 1 0,0-1 0,0 1 0,0-1 0,0 1 0,0-1 0,0 0 0,0 0 0,0 0 0,0-1 0,0 1 0,1 0 0,-1-1 0,0 1 0,0-1 0,1 0 0,-1 0 0,3 0 0,11 0 0,-1 0 0,1-1 0,-1-1 0,16-4 0,-7 1 0,310-27 0,1 27 0,-235 4 0,-1 1 0,-1 1 0,0-4 0,126-20 0,-200 17 0,-1-1 0,0-1 0,32-15 0,-35 13 0,2 1 0,-1 1 0,1 1 0,32-7 0,76 2 0,239 9 0,-221 5 0,973-1 0,-850-17 0,9-1 0,1904 18 0,-1816 16 0,27 0 0,70-19-1365,-436 2-5461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01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1507 24575,'20'-364'0,"-7"196"0,-11-189 0,-4 169 0,2-72 0,0 253 0,0-1 0,1 0 0,0 1 0,0-1 0,1 0 0,0 1 0,0 0 0,1-1 0,0 1 0,0 0 0,0 0 0,1 0 0,5-6 0,-5 8 0,1 0 0,-1 1 0,1-1 0,-1 1 0,1 0 0,1 1 0,-1-1 0,0 1 0,1 0 0,0 0 0,-1 1 0,1 0 0,0 0 0,0 0 0,0 1 0,10-2 0,-14 3 0,15-2 0,1 0 0,0 1 0,0 1 0,26 3 0,-40-3 0,0 0 0,-1 1 0,1 0 0,0 0 0,-1 0 0,1 0 0,-1 1 0,0-1 0,1 1 0,-1 0 0,0 0 0,0 0 0,0 0 0,0 1 0,-1-1 0,1 1 0,-1 0 0,1-1 0,-1 1 0,0 0 0,0 1 0,0-1 0,0 0 0,-1 0 0,1 1 0,-1-1 0,0 1 0,1 6 0,3 37 0,-3 0 0,-7 93 0,0-37 0,5 503 0,0-596 0,-1 0 0,0 0 0,0 0 0,-1 0 0,0 0 0,-1 0 0,0-1 0,0 1 0,-1-1 0,-9 16 0,7-13 11,1 0 0,0 1 0,1-1 0,0 1 0,1 0 0,0 0 0,0 16 0,1 94-747,2-96 19,1 3-6109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34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0 433 24575,'12'27'0,"-1"1"0,-1 0 0,10 53 0,-4-15 0,88 376-718,-20 4 0,-20 4 0,11 658 0,-74-167 446,-4-256-556,7-531 1478,35 243 0,-36-377-509,1 1-1,1-1 1,0 0 0,2-1-1,0 1 1,2-1 0,0 0-1,1-1 1,0 0 0,2-1-1,0 0 1,1-1-1,1 0 1,0-1 0,1 0-1,0-2 1,1 0 0,27 17-1,3-3-112,1-1 0,1-3 1,86 30-1,-56-30-197,145 25 0,400-4-643,-175-44-118,469-63 1,-364-16 929,-396 45 0,-131 27 0,-1-2 0,-1 0 0,38-20 0,-56 26-2,-1 0-1,0 0 1,0 0 0,0-1-1,-1 1 1,1-1 0,-1-1 0,0 1-1,0 0 1,0-1 0,0 0-1,-1 0 1,0 0 0,0 0-1,-1-1 1,4-7 0,-4 4 20,-1 0-1,0 1 1,-1-1 0,1 0 0,-2 0 0,1 0-1,-1 1 1,-1-1 0,1 0 0,-6-13-1,-71-225 765,26 31-782,-4-79 1,-159-1177-1874,-20-118 72,232 1578 1805,-88-427-618,67 346 1038,-4 2-1,-66-145 1,69 189 201,-2 1 0,-2 2-1,-2 1 1,-1 1 0,-51-50 0,-204-161 596,256 230-1221,0 2 0,-1 1 0,-1 1 0,-1 1 0,-1 3 0,0 0 0,-1 3 0,-1 0 0,1 3 0,-2 1 0,1 1 0,-45-1 0,-564-3-264,475 13-164,-523 5 289,606-4 293,-127 20-1,165-14-460,2 3 1,-1 1-1,2 3 0,-47 22 1,44-14-5828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35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715 1 24575,'-6'0'0,"0"0"0,0 1 0,0-1 0,0 2 0,0-1 0,1 1 0,-1-1 0,0 1 0,1 1 0,-1-1 0,1 1 0,0 0 0,0 1 0,-7 5 0,-1 3 0,0 1 0,1 0 0,-16 24 0,-19 23 0,-17 1 0,-3-2 0,-74 50 0,20-16 0,25-22 0,93-69 0,1 0 0,0 1 0,1-1 0,-1 1 0,0-1 0,1 1 0,-1 0 0,1-1 0,0 1 0,0 0 0,0 0 0,0 0 0,1 0 0,-1 0 0,1 0 0,-1 0 0,1 0 0,0 0 0,0 0 0,1 0 0,-1 0 0,1 0 0,-1 0 0,1 0 0,0 0 0,0 0 0,0 0 0,3 4 0,0 1 0,1 1 0,0-1 0,1 0 0,-1 0 0,1-1 0,1 0 0,0 0 0,7 6 0,54 36 0,2-3 0,97 47 0,-89-51 0,-25-15-1365,-10-6-5461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36.2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1 102 24575,'0'-2'0,"0"1"0,0 0 0,1-1 0,-1 1 0,1 0 0,-1-1 0,1 1 0,-1 0 0,1 0 0,0 0 0,0-1 0,0 1 0,-1 0 0,1 0 0,0 0 0,0 1 0,0-1 0,0 0 0,1 0 0,1-1 0,27-12 0,-3 7 0,0 1 0,0 1 0,48-3 0,-31 4 0,499-27 28,7 30-349,-297 2-389,1077 0-1793,877 0 4644,-2170-1-8967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38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24473,'0'1164'0,"1164"-1164"0,-1164-1164 0,-1164 1164 0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40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1 198 24575,'59'-3'0,"1"-3"0,-2-3 0,73-19 0,57-10 0,421-21 27,4 32-216,-380 19-211,1188-11-966,-1337 19-4897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41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479 1 24575,'31'0'0,"134"4"0,-135-2 0,0 2 0,0 1 0,41 12 0,-66-16 0,0 1 0,0 0 0,1 0 0,-1 0 0,-1 1 0,1 0 0,5 3 0,-9-5 0,-1-1 0,1 1 0,-1-1 0,1 1 0,-1-1 0,0 1 0,1-1 0,-1 1 0,0 0 0,1-1 0,-1 1 0,0 0 0,0-1 0,0 1 0,1 0 0,-1-1 0,0 1 0,0 0 0,0-1 0,0 1 0,0 0 0,0 0 0,0-1 0,-1 2 0,0 0 0,1-1 0,-1 1 0,-1 0 0,1 0 0,0-1 0,0 1 0,-1-1 0,1 1 0,-1-1 0,1 1 0,-1-1 0,-2 2 0,-39 25 0,-90 41 0,58-32 0,-76 38-682,-251 87-1,339-142-6143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42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24575,'-1'0'0,"0"0"0,0 0 0,0 0 0,1 1 0,-1-1 0,0 0 0,0 1 0,0-1 0,0 1 0,0-1 0,1 1 0,-1-1 0,0 1 0,0 0 0,1-1 0,-1 1 0,0 0 0,1-1 0,-1 1 0,1 0 0,-1 0 0,1 0 0,-1 0 0,1-1 0,0 1 0,-1 0 0,1 0 0,0 1 0,-6 32 0,6-28 0,-10 450 0,12-309 0,-1-133 0,1-26 0,2-15 0,8-22 0,1 1 0,2 0 0,3 1 0,1 1 0,3 0 0,1 2 0,33-46 0,-48 78 0,1 2 0,-1-1 0,2 1 0,17-14 0,-26 22 0,1 1 0,0-1 0,0 1 0,-1-1 0,1 1 0,0 0 0,0 0 0,0 0 0,1 0 0,-1 0 0,0 0 0,0 1 0,0-1 0,1 1 0,-1 0 0,0-1 0,1 1 0,-1 0 0,0 0 0,0 0 0,1 1 0,-1-1 0,0 1 0,0-1 0,1 1 0,-1 0 0,0-1 0,0 1 0,0 0 0,0 0 0,0 1 0,0-1 0,0 0 0,2 3 0,0 0 0,-1 1 0,1 0 0,-1 0 0,0 0 0,0 0 0,0 1 0,-1-1 0,0 1 0,0-1 0,0 1 0,-1 0 0,0 0 0,1 8 0,-2-11 0,0 1 0,0-1 0,0 1 0,0-1 0,0 1 0,-1-1 0,1 0 0,-1 1 0,0-1 0,0 0 0,-1 1 0,1-1 0,0 0 0,-1 0 0,0 0 0,0 0 0,0 0 0,0-1 0,0 1 0,-1-1 0,1 1 0,-1-1 0,1 0 0,-4 3 0,-3-1 10,1-1-1,0 1 1,-1-1-1,0-1 1,1 0-1,-1 0 1,0 0-1,-11-1 1,-74-1-708,72-1-55,-16-1-6073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42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24575,'1'0'0,"0"0"0,0 0 0,0 0 0,0 1 0,-1-1 0,1 0 0,0 1 0,0-1 0,0 1 0,-1-1 0,1 1 0,0-1 0,-1 1 0,1 0 0,0-1 0,-1 1 0,1 0 0,-1-1 0,1 1 0,-1 0 0,1 0 0,0 0 0,9 24 0,-5-11 0,5 5 0,12 24 0,29 42 0,-49-82 0,0-1 0,-1 1 0,1-1 0,0 1 0,1-1 0,-1 0 0,0 0 0,1 0 0,-1 0 0,1 0 0,0 0 0,-1-1 0,1 1 0,0-1 0,0 0 0,3 1 0,-4-2 0,0 0 0,0 0 0,0 0 0,0-1 0,0 1 0,-1 0 0,1-1 0,0 0 0,0 1 0,-1-1 0,1 0 0,0 0 0,-1 0 0,1 0 0,-1 0 0,1 0 0,-1-1 0,1 1 0,-1 0 0,0-1 0,0 1 0,0-1 0,0 1 0,0-1 0,0 0 0,0 1 0,0-1 0,0-2 0,7-15 0,0 0 0,-2-1 0,5-20 0,12-38 0,-21 75 0,-1-1 0,0 1 0,1 0 0,0 0 0,0 0 0,0 0 0,0 0 0,0 1 0,1-1 0,4-3 0,-6 5 0,0 0 0,0 1 0,0-1 0,0 1 0,0 0 0,0-1 0,1 1 0,-1 0 0,0 0 0,0 0 0,0 0 0,0 0 0,1 0 0,-1 0 0,0 0 0,0 0 0,0 0 0,0 1 0,1-1 0,-1 0 0,0 1 0,0-1 0,0 1 0,0-1 0,0 1 0,0 0 0,0-1 0,0 1 0,0 0 0,-1 0 0,1 0 0,0 0 0,0-1 0,-1 1 0,2 2 0,5 7 15,0 1-1,0 1 1,-1-1-1,-1 1 1,0 0-1,0 0 1,4 21-1,16 40-1495,-5-34-5345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43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0 24575,'0'6'0,"0"12"0,6 4 0,1 3 0,6-2 0,0 0 0,-2 2 0,-9-3 0,-9-6 0,-16-5 0,-8-10 0,-5-11 0,3-4-8191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43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24575,'11'0'0,"9"0"0,7 0 0,5 0 0,-4 0-8191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43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24575,'16'5'0,"12"2"0,6 1 0,-3-3-8191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44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983 0 24575,'-6'0'0,"-40"11"0,-24 15 0,-32 25 0,-17 32 0,-15 34 0,-1 15 0,11-5 0,15-7 0,27-18 0,26-27-8191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46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76 24575,'0'2961'0,"-78"-1644"0,-37-591 0,-48 345 0,149-929 0,-7 171 0,21-310 0,0 0 0,0 0 0,0 1 0,0-1 0,1 0 0,-1 0 0,1 0 0,0 0 0,0-1 0,0 1 0,1 0 0,-1 0 0,0-1 0,1 1 0,0 0 0,0-1 0,0 0 0,0 1 0,0-1 0,0 0 0,5 3 0,0-1 0,0-1 0,0 0 0,0-1 0,0 1 0,1-1 0,-1-1 0,1 1 0,9-1 0,85 7 0,142-6 0,-138-4 0,64 0 28,1021-29-927,-1135 28 899,-7 2 0,-1-3 0,0-1 0,75-20 0,-98 16 108,0-1 0,-1-2 1,26-15-1,-2 1 330,-39 21-438,0-1 0,-1 0 0,0 0 0,0-1 0,0 0 0,-1 0 0,0-1 0,0 0 0,-1 0 0,0-1 0,0 1 0,-1-1 0,0-1 0,-1 1 0,0-1 0,4-13 0,2-14 0,-2 0 0,-2 0 0,3-46 0,-3-26-21,-5 0-1,-21-182 1,-61-223-1440,67 441 1054,-63-345-415,-128-836-1482,143 386 1757,42 2-43,11 390 813,8 427 358,-7-169 1673,4 163-958,-24-103 1,19 125-1220,-1 0 1,-2 1 0,-1 1 0,-2 0 0,-1 1-1,-22-31 1,21 39-78,-1 1 0,0 0 0,-2 2 0,0 0 0,-1 2 0,-1 0 0,-32-19 0,-8 1 0,-108-44 0,65 38 0,-2 5 0,-2 5 0,-203-31 0,125 41 0,-280 4 0,415 18-682,-66 8-1,72 0-6143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49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0 24575,'-5'0'0,"-8"11"0,-18 21 0,-10 15 0,-8 5 0,-2 0 0,8-3 0,6-11 0,9-17 0,9-12-8191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50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24575,'11'0'0,"15"11"0,8 10 0,10 11 0,8 7 0,12 7 0,-5 2 0,4 3 0,-3-1 0,-11-4 0,-4-3 0,-4-5 0,-2-2 0,-4-3 0,-1-6 0,-7-8-8191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51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1 393 24575,'6'-5'0,"6"-3"0,8-4 0,6-7 0,4-5 0,7-9 0,4-11 0,0-14 0,-7-3 0,-4 9 0,-1 8 0,-5 11-8191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51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24575,'0'11'0,"0"9"0,6 7 0,7 10 0,1 4 0,10 0 0,6 0 0,3-3 0,8-1 0,2-2 0,-6-2 0,-5-5 0,-1-3 0,0 0 0,-7-4-8191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1:04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1249 24575,'23'1'0,"-11"-1"0,0 1 0,0-2 0,0 0 0,13-2 0,-22 2 0,0 0 0,0 0 0,0 0 0,0 0 0,0 0 0,0-1 0,0 1 0,-1-1 0,1 0 0,-1 0 0,1 0 0,-1 0 0,1 0 0,-1-1 0,0 1 0,0-1 0,0 1 0,-1-1 0,1 0 0,1-3 0,1-6 0,1 0 0,-2-1 0,0 1 0,-1-1 0,0 0 0,0-15 0,-3-83 0,0 65 0,-3-51 0,1-95 0,4 162 0,1 0 0,2 0 0,1 1 0,11-35 0,-14 57 0,0 0 0,1 1 0,0-1 0,1 1 0,-1 0 0,1 0 0,0 0 0,1 0 0,0 1 0,-1-1 0,2 1 0,-1 0 0,0 1 0,11-7 0,-11 8 0,0 0 0,1 1 0,-1 0 0,1 0 0,0 0 0,-1 1 0,1-1 0,0 2 0,0-1 0,-1 0 0,1 1 0,0 0 0,0 1 0,0-1 0,0 1 0,0 0 0,-1 0 0,7 3 0,-7-2 0,-1 0 0,0 0 0,0 1 0,0-1 0,0 1 0,0 0 0,0 0 0,-1 0 0,1 1 0,-1-1 0,0 1 0,0 0 0,-1 0 0,1 0 0,-1 0 0,0 0 0,0 0 0,0 1 0,2 7 0,1 8 0,0-1 0,-2 1 0,2 25 0,-5-40 0,4 86 0,-8 95 0,2 64 0,2-248 0,0 0 0,1 0 0,-1 1 0,0-1 0,1 0 0,-1 0 0,1 0 0,-1 0 0,1 0 0,0 1 0,0-1 0,0 0 0,0-1 0,1 1 0,-1 0 0,0 0 0,1 0 0,-1-1 0,1 1 0,0-1 0,0 1 0,-1-1 0,1 0 0,0 0 0,0 0 0,0 0 0,0 0 0,3 1 0,4 0 0,0-1 0,-1 0 0,1 0 0,0-1 0,0 0 0,8-2 0,3 1 0,237-5 0,125-6 0,-340 10 0,1-2 0,-1-2 0,0-1 0,74-24 0,-110 29 0,0-1 0,0 1 0,-1-1 0,0 0 0,1-1 0,-1 1 0,0-1 0,-1 0 0,1-1 0,-1 1 0,0-1 0,0 0 0,0 1 0,4-9 0,-4 4 0,0 0 0,-1 1 0,0-1 0,-1-1 0,0 1 0,0 0 0,-1 0 0,0-19 0,4-30 0,2 0 0,3 0 0,19-62 0,9-117 0,-37 231 0,0 0 0,1 1 0,-1-1 0,1 0 0,0 1 0,0-1 0,1 1 0,0 0 0,0 0 0,6-9 0,-8 13 0,1-1 0,-1 1 0,0 0 0,0 0 0,1 0 0,-1 0 0,0 0 0,1 0 0,-1 0 0,1 1 0,-1-1 0,1 1 0,-1-1 0,1 1 0,0-1 0,-1 1 0,1 0 0,0-1 0,-1 1 0,1 0 0,0 0 0,-1 1 0,1-1 0,-1 0 0,1 0 0,0 1 0,-1-1 0,1 1 0,-1-1 0,1 1 0,-1 0 0,1 0 0,-1 0 0,1-1 0,-1 1 0,0 1 0,1-1 0,-1 0 0,0 0 0,0 0 0,0 1 0,1 1 0,13 14 0,-2 1 0,0 0 0,-1 0 0,-1 1 0,-1 1 0,-1 0 0,0 0 0,-1 1 0,-2 0 0,0 0 0,4 32 0,-1 17 0,-3 1 0,-5 83 0,-1-143 0,0-1 0,0 1 0,1-1 0,1 0 0,3 13 0,-4-19 0,0-1 0,1 0 0,-1 1 0,1-1 0,0 0 0,0 0 0,0 0 0,0 0 0,1 0 0,-1-1 0,1 1 0,0 0 0,0-1 0,0 0 0,0 0 0,0 0 0,0 0 0,4 1 0,7 3 0,1-1 0,0 0 0,0-1 0,0-1 0,24 2 0,78-1 0,-110-4 0,-1 0 0,1 0 0,-1-1 0,1 0 0,-1 0 0,0 0 0,1-1 0,-1 0 0,0 0 0,0-1 0,0 1 0,0-1 0,-1-1 0,1 1 0,-1-1 0,0 0 0,0 0 0,0-1 0,0 1 0,-1-1 0,0 0 0,0 0 0,0-1 0,-1 1 0,0-1 0,0 1 0,0-1 0,0 0 0,-1-1 0,2-9 0,3-15 0,-1-1 0,-1 1 0,-3-1 0,0-47 0,5-56 0,41-133 0,-47 265 0,-1 0 0,1-1 0,0 1 0,0 0 0,1 0 0,-1 0 0,0 0 0,1 0 0,0 1 0,0-1 0,0 0 0,0 1 0,0 0 0,0-1 0,1 1 0,-1 0 0,1 0 0,-1 0 0,1 0 0,0 1 0,0-1 0,0 1 0,0-1 0,0 1 0,0 0 0,0 0 0,7 0 0,6-1 0,1 0 0,0 1 0,-1 1 0,24 4 0,-7-2 0,-31-2 0,8 0 0,0 0 0,0 1 0,0 1 0,17 4 0,-24-5 0,-1 0 0,1 0 0,0 0 0,-1 1 0,1-1 0,-1 1 0,1 0 0,-1 0 0,0 0 0,1 0 0,-1 0 0,0 0 0,-1 1 0,1-1 0,0 0 0,-1 1 0,1 0 0,-1-1 0,0 1 0,2 5 0,2 11 0,-1 0 0,-1 0 0,0 0 0,-1 29 0,-6 84 0,0-66 0,-19 271 0,21-325 0,-1 27 0,3-38 0,0 0 0,0 0 0,1-1 0,-1 1 0,0 0 0,0 0 0,1 0 0,-1 0 0,1 0 0,-1-1 0,1 1 0,-1 0 0,1 0 0,-1-1 0,1 1 0,0 0 0,-1-1 0,1 1 0,0-1 0,0 1 0,-1-1 0,1 1 0,0-1 0,0 1 0,0-1 0,0 0 0,-1 1 0,1-1 0,0 0 0,0 0 0,0 0 0,0 0 0,0 0 0,0 0 0,1 0 0,15-2 0,-1-1 0,1-1 0,-1-1 0,0 0 0,0-1 0,-1 0 0,18-11 0,-8 5 0,28-13 0,-2-3 0,49-35 0,-92 57 0,-1 0 0,-1 0 0,1 0 0,-1-1 0,-1 0 0,1 0 0,-1 0 0,0-1 0,-1 0 0,1 0 0,-2 0 0,1 0 0,-1-1 0,0 1 0,-1-1 0,2-11 0,0-14 0,-1 1 0,-2-1 0,-3-35 0,1 37 0,-3-92 0,2-173 0,2 293 0,1 1 0,-1-1 0,1 1 0,0-1 0,0 1 0,0 0 0,1-1 0,-1 1 0,1 0 0,0 0 0,-1 0 0,2 0 0,-1 0 0,0 0 0,0 1 0,1-1 0,-1 1 0,1-1 0,0 1 0,0 0 0,0 0 0,0 0 0,0 1 0,0-1 0,1 1 0,-1-1 0,0 1 0,1 0 0,6-1 0,10 0 0,-1-1 0,0 2 0,1 1 0,26 2 0,-19 0 0,15-2 0,-27-1 0,1 1 0,-1 1 0,1 0 0,-1 1 0,29 8 0,-41-9 0,-1 0 0,1 1 0,-1-1 0,1 1 0,-1 0 0,0 0 0,0 0 0,0 0 0,0 0 0,0 0 0,0 0 0,0 1 0,-1-1 0,1 1 0,-1-1 0,0 1 0,0 0 0,0-1 0,0 1 0,0 0 0,0 3 0,2 8 0,-2 0 0,1-1 0,-2 18 0,0-16 0,-6 327 0,6-335 0,1-1 0,-1 1 0,1-1 0,0 0 0,1 1 0,-1-1 0,1 0 0,0 0 0,1 0 0,0 0 0,3 6 0,-3-8 0,0 0 0,1 0 0,-1-1 0,1 1 0,0-1 0,0 0 0,0 0 0,0-1 0,0 1 0,1-1 0,-1 0 0,1 0 0,0 0 0,8 2 0,59 9 0,-50-10 0,38 10 0,23 12-1365,-45-16-5461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1:15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34 134 24575,'-16'349'0,"2"-92"0,11 302 0,2-551 0,1-1 0,0 1 0,1-1 0,0 1 0,0-1 0,1 0 0,3 11 0,-3-16 0,-1 1 0,1-1 0,0 1 0,0-1 0,0 0 0,0 1 0,0-1 0,0 0 0,1 0 0,-1-1 0,1 1 0,-1 0 0,1-1 0,-1 1 0,1-1 0,0 0 0,0 0 0,0 0 0,0-1 0,0 1 0,5 0 0,51 5 0,1-2 0,93-6 0,-68-1 0,480-4 0,-545 7 0,-8 1 0,1-1 0,-1-1 0,24-4 0,-33 5 0,1-1 0,-1 0 0,0-1 0,0 1 0,0 0 0,0-1 0,0 0 0,0 0 0,0 0 0,0 0 0,-1 0 0,1 0 0,-1-1 0,0 1 0,1-1 0,-1 1 0,0-1 0,3-6 0,-1-1 0,0 0 0,-1 0 0,0-1 0,-1 1 0,0-1 0,1-17 0,-3-71 0,0 68 0,-5-113 0,5-240 0,25 78 0,-25 300 0,1-1 0,-1 1 0,-1-1 0,1 1 0,-1-1 0,0 1 0,-1 0 0,1-1 0,-1 1 0,0 0 0,-1 0 0,0 0 0,-4-8 0,1 6 0,0 0 0,0 1 0,-1-1 0,0 1 0,-1 0 0,1 1 0,-17-11 0,-5 1 0,0 1 0,-2 2 0,1 1 0,-42-11 0,11 6 0,-1 3 0,-1 3 0,-1 2 0,1 3 0,-85 3 0,45 4 0,-72 3 0,142 1-1365,5 2-5461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1:17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 24575,'0'22'0,"0"30"0,0 11 0,-6 17 0,-1 12 0,-11 6 0,-3-7 0,3-9 0,4-6 0,5-12 0,3-10 0,4-4 0,1-10-8191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1:17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24575,'0'6'0,"0"7"0,0 7 0,0 5 0,0 5 0,6 2 0,6 1 0,8-4 0,6-8 0,9-7 0,5-6 0,6-5 0,1-2 0,-2-2 0,-4-6 0,-2-2 0,-3 1 0,-7 2-8191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06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24575,'371'1'0,"421"-3"0,-426-20 0,-280 16 0,-81 5-72,4 1-187,0-1 1,1 0-1,-1-1 0,11-3 1,-3-3-6568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07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24575,'1200'0'0,"-1166"-2"-229,1-1-1,40-9 0,-59 9-446,17-3-6150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08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252 1 24575,'-11'0'0,"0"0"0,0 1 0,-1 1 0,1-1 0,0 2 0,1 0 0,-15 5 0,22-7 0,0 0 0,0 1 0,1-1 0,-1 1 0,1-1 0,-1 1 0,1 0 0,-1 0 0,1 0 0,0 0 0,0 1 0,0-1 0,0 1 0,1-1 0,-1 1 0,0-1 0,1 1 0,0 0 0,0 0 0,0 0 0,0-1 0,0 1 0,1 0 0,-1 0 0,1 0 0,-1 0 0,1 1 0,0-1 0,1 0 0,-1 0 0,1 5 0,1-3 0,0 1 0,0-1 0,0 0 0,1 0 0,-1 0 0,1 0 0,0-1 0,1 1 0,-1-1 0,1 0 0,0 0 0,0 0 0,5 4 0,11 8 0,36 20 0,-30-20 0,-24-14 0,12 6 0,-1 1 0,0 1 0,0 0 0,21 23 0,-31-30 0,-1 0 0,0 0 0,0 0 0,0 0 0,0 0 0,0 1 0,-1-1 0,1 0 0,-1 1 0,0-1 0,0 1 0,0 0 0,-1-1 0,1 1 0,-1 0 0,0-1 0,0 1 0,0 0 0,-1-1 0,1 1 0,-1 0 0,0-1 0,0 1 0,0-1 0,0 1 0,-1-1 0,-2 5 0,0-2 0,0 0 0,-1 0 0,1-1 0,-1 0 0,0 0 0,-1 0 0,1-1 0,-1 0 0,0 0 0,0 0 0,0 0 0,0-1 0,-1 0 0,1-1 0,-14 4 0,5-2 0,0-1 0,0 0 0,0-1 0,-1-1 0,1 0 0,-21-3 0,30 1-80,0 0 0,0-1-1,0 1 1,0-1 0,0-1-1,0 1 1,1-1 0,-1 0-1,1 0 1,0-1 0,0 0 0,0 0-1,1 0 1,-1 0 0,1-1-1,-7-9 1,-18-22-6746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08.5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24575,'12'0'0,"8"0"0,1 5 0,3 2 0,3 12 0,-4 6 0,-5 6 0,0 3 0,2-4 0,-3-8-8191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09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172 219 24575,'9'0'0,"0"0"0,1-1 0,-1 0 0,0-1 0,0 0 0,0 0 0,14-6 0,-20 7 0,-1 0 0,0-1 0,1 1 0,-1 0 0,0-1 0,0 1 0,0-1 0,0 0 0,0 0 0,0 0 0,0 0 0,-1 0 0,1 0 0,-1 0 0,1-1 0,-1 1 0,0 0 0,0-1 0,0 1 0,0-1 0,0 0 0,-1 1 0,1-1 0,-1 1 0,0-1 0,1 0 0,-1 1 0,-1-1 0,1 0 0,0 1 0,-1-4 0,-1 1 0,0 0 0,0 0 0,0 0 0,0 1 0,-1-1 0,0 1 0,0 0 0,0 0 0,0 0 0,-1 0 0,0 0 0,0 1 0,0-1 0,-5-2 0,-4-4 0,-1 1 0,-1 1 0,-17-8 0,24 12 0,0 1 0,0 0 0,0 0 0,-1 1 0,1 0 0,0 1 0,-1-1 0,0 1 0,-8 1 0,14 0 0,-1 1 0,1 0 0,0-1 0,0 1 0,0 0 0,0 1 0,0-1 0,0 0 0,0 1 0,0 0 0,0 0 0,1 0 0,-1 0 0,1 0 0,-1 0 0,1 0 0,0 1 0,0-1 0,0 1 0,0 0 0,1 0 0,-1 0 0,1 0 0,-1 0 0,1 0 0,-1 4 0,-1 3 0,0-1 0,0 0 0,1 1 0,1 0 0,0-1 0,0 1 0,1 0 0,0-1 0,0 1 0,1 0 0,1-1 0,-1 1 0,2-1 0,3 12 0,-3-14 0,0-1 0,0 1 0,1-1 0,0 0 0,0 0 0,0-1 0,1 1 0,0-1 0,0 0 0,1 0 0,-1-1 0,1 1 0,0-1 0,0 0 0,0-1 0,1 0 0,-1 0 0,1 0 0,12 3 0,25 3-1365,-3-5-5461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09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24575,'1'3'0,"0"1"0,0 0 0,0-1 0,0 1 0,1 0 0,-1-1 0,1 0 0,0 1 0,0-1 0,4 6 0,7 11 0,10 38 0,-23-58 0,0 1 0,1-1 0,-1 1 0,0-1 0,1 1 0,-1-1 0,0 1 0,1-1 0,-1 0 0,0 1 0,1-1 0,-1 0 0,1 1 0,-1-1 0,1 0 0,-1 1 0,1-1 0,-1 0 0,1 0 0,-1 0 0,1 1 0,-1-1 0,1 0 0,0 0 0,-1 0 0,1 0 0,-1 0 0,1 0 0,-1 0 0,1 0 0,0 0 0,21-13 0,17-30 0,-33 37 0,8-11 0,2 0 0,0 2 0,30-23 0,-39 33 0,1 0 0,-1 0 0,1 1 0,1-1 0,-1 2 0,0-1 0,1 2 0,0-1 0,0 1 0,0 0 0,16-1 0,-21 3 5,0 0 0,0 1-1,0-1 1,1 1 0,-2 0 0,1 0-1,0 1 1,0-1 0,0 1 0,-1 0-1,1 0 1,0 0 0,-1 0 0,0 1-1,0-1 1,0 1 0,0 0 0,0 0-1,0 0 1,-1 0 0,1 0 0,-1 1-1,3 5 1,3 6-263,-1 1 0,-1 0 0,-1 0 0,5 20 0,-9-31 69,10 36-6637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09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24575,'-5'0'0,"-3"6"0,1 12 0,7 4 0,9-2 0,8-5 0,8-5 0,-2-14 0,-4-24 0,-5-8-8191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10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24575,'0'12'0,"5"13"0,3 10 0,-1 14 0,4 5 0,0 4 0,-1-2 0,-3 1 0,-3-5 0,4-5 0,1-4 0,-2-11-8191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10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143 128 24575,'16'-2'0,"-1"0"0,0 0 0,0-1 0,15-6 0,2 0 0,-29 8 0,1 0 0,-1 0 0,1 0 0,-1-1 0,0 0 0,0 1 0,1-1 0,-1 0 0,-1-1 0,1 1 0,0 0 0,0-1 0,-1 0 0,1 1 0,-1-1 0,3-5 0,-5 7 0,1 0 0,0 0 0,-1-1 0,0 1 0,1 0 0,-1-1 0,0 1 0,1 0 0,-1 0 0,0-1 0,0 1 0,0 0 0,0-1 0,-1 1 0,1 0 0,0-1 0,0 1 0,-2-2 0,1 1 0,0 0 0,0 1 0,0-1 0,0 0 0,-1 1 0,1-1 0,-1 1 0,1 0 0,-1 0 0,1-1 0,-1 1 0,0 0 0,0 0 0,0 1 0,-3-2 0,-5-2 0,0 2 0,0-1 0,0 1 0,0 1 0,0 0 0,-1 0 0,1 1 0,0 1 0,-1-1 0,1 2 0,-12 2 0,15-3 0,-1 1 0,1 1 0,-1-1 0,1 1 0,0 0 0,0 1 0,0 0 0,1 0 0,-1 0 0,1 1 0,0 0 0,0 0 0,1 1 0,-1-1 0,-6 10 0,4 1 0,1-1 0,1 1 0,0 0 0,1 1 0,1-1 0,0 1 0,1 0 0,1 0 0,1 0 0,0 0 0,1 1 0,3 18 0,-3-30 5,1-1 1,0 0-1,0 0 0,0 0 0,1 0 0,-1 0 1,1 0-1,0-1 0,1 1 0,-1-1 1,1 1-1,0-1 0,0 0 0,0 0 0,1 0 1,-1 0-1,1-1 0,0 1 0,0-1 0,0 0 1,0 0-1,9 4 0,-5-4-129,1 0 0,0 0 1,0-1-1,0 0 0,1-1 0,-1 0 1,0 0-1,1-1 0,-1 0 0,0-1 1,15-2-1,20-6-6702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11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0 24575,'1'116'0,"-3"133"0,2-247 0,-7 65 0,6-61 0,0-1 0,0 1 0,-1-1 0,0 1 0,0-1 0,0 0 0,-1 0 0,1 0 0,-7 8 0,9-13 0,0 1 0,-1-1 0,1 1 0,0-1 0,-1 0 0,1 1 0,0-1 0,-1 0 0,1 1 0,0-1 0,-1 0 0,1 0 0,-1 1 0,1-1 0,-1 0 0,1 0 0,-1 0 0,1 0 0,-1 0 0,1 1 0,-1-1 0,1 0 0,-1 0 0,1 0 0,0 0 0,-1 0 0,1-1 0,-1 1 0,1 0 0,-1 0 0,1 0 0,-1 0 0,1 0 0,-1-1 0,1 1 0,-1 0 0,1 0 0,0-1 0,-1 1 0,1 0 0,0-1 0,-1 1 0,1 0 0,0-1 0,-1 1 0,1-1 0,0 1 0,0 0 0,-1-1 0,1 1 0,0-1 0,0 1 0,0-1 0,0 1 0,-1-1 0,1 1 0,0-1 0,0 1 0,0-1 0,-8-31 0,7 17 0,0 1 0,1-1 0,1 1 0,0 0 0,1-1 0,0 1 0,9-27 0,-5 21 0,2 0 0,0 1 0,1 0 0,21-33 0,-26 47 7,0 0 0,0 1 0,0-1 0,1 1 0,-1 0 1,1 0-1,0 0 0,0 1 0,0-1 0,1 1 0,-1 0 0,1 1 0,0 0 0,0 0 0,0 0 0,7-1 0,7 0-378,-1 1-1,0 1 1,35 3 0,-21 0-6455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12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298 1 24575,'-4'0'0,"1"0"0,-1 1 0,0-1 0,0 1 0,1 0 0,-1 1 0,1-1 0,-1 0 0,1 1 0,-1 0 0,1 0 0,0 0 0,0 0 0,0 1 0,0-1 0,0 1 0,0-1 0,1 1 0,-1 0 0,1 0 0,0 0 0,0 1 0,0-1 0,0 0 0,1 1 0,-2 4 0,0 0 0,0 1 0,1-1 0,0 1 0,0-1 0,1 1 0,0 0 0,0 0 0,1 0 0,1 0 0,1 12 0,-1-18 0,0 1 0,0-1 0,0 0 0,0 0 0,1 0 0,0-1 0,-1 1 0,1 0 0,0 0 0,0-1 0,0 1 0,1-1 0,-1 0 0,1 0 0,-1 0 0,1 0 0,0 0 0,-1 0 0,1-1 0,0 1 0,0-1 0,0 0 0,1 0 0,-1 0 0,0 0 0,0-1 0,0 1 0,7-1 0,-2 1 0,0-1 0,0 0 0,0 0 0,-1-1 0,1 0 0,0 0 0,0-1 0,-1 0 0,1-1 0,-1 1 0,9-6 0,0-2 0,-1-1 0,0-1 0,0-1 0,-1 0 0,-1-1 0,0 0 0,-1-1 0,-1 0 0,0-1 0,12-25 0,-7 12 0,-16 29 0,0 0 0,0 0 0,0 1 0,0-1 0,0 0 0,0 0 0,0 0 0,1 1 0,-1-1 0,0 0 0,0 0 0,0 0 0,0 1 0,0-1 0,0 0 0,0 0 0,0 0 0,0 0 0,1 0 0,-1 1 0,0-1 0,0 0 0,0 0 0,0 0 0,0 0 0,1 0 0,-1 0 0,0 1 0,0-1 0,0 0 0,0 0 0,1 0 0,-1 0 0,0 0 0,0 0 0,0 0 0,1 0 0,-1 0 0,0 0 0,0 0 0,0 0 0,1 0 0,-1 0 0,0 0 0,0 0 0,0 0 0,1 0 0,-1 0 0,0-1 0,0 1 0,0 0 0,0 0 0,1 0 0,-1 0 0,0 0 0,0-1 0,-1 26 0,-3 15 0,-49 315 0,45-318 0,-3 1 0,-1-2 0,-1 1 0,-2-2 0,-2 0 0,-1-1 0,-29 42 0,42-71 0,1 1 0,-1-1 0,0 0 0,0 0 0,0-1 0,-1 1 0,1-1 0,-1-1 0,0 1 0,0-1 0,-1 0 0,1 0 0,-1-1 0,1 0 0,-1 0 0,0 0 0,0-1 0,0 0 0,1 0 0,-1-1 0,0 0 0,0 0 0,0-1 0,-13-2 0,10 1 0,1-1 0,0 0 0,0 0 0,0-1 0,0 0 0,1 0 0,0-1 0,0 0 0,0-1 0,0 0 0,1 0 0,0 0 0,0-1 0,1 0 0,-1-1 0,2 1 0,-9-14 0,6 4 0,0 1 0,2-1 0,0-1 0,0 1 0,2-1 0,0 0 0,1 0 0,1 0 0,1-1 0,0 1 0,1 0 0,1 0 0,1-1 0,1 1 0,0 0 0,1 0 0,1 1 0,1-1 0,0 1 0,2 0 0,0 1 0,0 0 0,2 0 0,0 1 0,14-17 0,-18 25 8,2 1-1,-1 0 1,0 1-1,1-1 1,0 2-1,1-1 1,-1 1-1,1 0 1,-1 1-1,1-1 1,0 2-1,0 0 1,1 0-1,-1 0 1,18 0-1,-18 2-100,0 0 0,0 0 1,0 0-1,1 1 0,-1 1 0,0 0 0,-1 0 0,1 1 1,0-1-1,0 2 0,-1 0 0,0 0 0,0 0 1,0 1-1,14 11 0,-2 6-6733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13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 24575,'1'3'0,"0"0"0,0 0 0,0 0 0,0 0 0,0 0 0,1 0 0,-1 0 0,1 0 0,0 0 0,0-1 0,4 5 0,5 7 0,15 32 0,-19-32 0,0 0 0,1-1 0,1 0 0,16 19 0,-21-28 0,0-1 0,0 1 0,0-1 0,0 0 0,0-1 0,0 1 0,1-1 0,-1 0 0,1 0 0,0 0 0,-1-1 0,1 1 0,0-1 0,0 0 0,0-1 0,0 1 0,0-1 0,10 0 0,-8-1 0,-1 0 0,1-1 0,0 0 0,-1 1 0,1-2 0,-1 1 0,0-1 0,0 0 0,0-1 0,0 1 0,0-1 0,-1 0 0,0 0 0,0-1 0,0 0 0,0 0 0,-1 0 0,1 0 0,-1-1 0,-1 0 0,1 1 0,4-13 0,-2 5 0,-1 0 0,-1 0 0,0 0 0,-1 0 0,0-1 0,-1 1 0,-1-1 0,0 1 0,-1-1 0,-2-22 0,2 33 0,-1 0 0,1 1 0,-1-1 0,1 0 0,-1 1 0,0-1 0,0 1 0,0-1 0,0 1 0,0-1 0,-1 1 0,1 0 0,-1-1 0,0 1 0,1 0 0,-1 0 0,-3-2 0,3 2 0,0 1 0,0 0 0,-1 0 0,1 1 0,0-1 0,0 0 0,0 1 0,-1-1 0,1 1 0,0 0 0,-1 0 0,1 0 0,0 0 0,-1 0 0,1 0 0,-4 1 0,-1 1 0,1 0 0,0 1 0,0-1 0,0 1 0,0 0 0,0 1 0,1 0 0,-1-1 0,1 2 0,0-1 0,0 1 0,0-1 0,-4 7 0,1 2-151,0 0-1,1 1 0,1-1 0,0 1 1,1 0-1,0 1 0,1-1 1,-3 21-1,2 7-6674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13.6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24575,'94'-2'0,"107"4"0,-195-1 4,0 0-1,0 1 1,1-1 0,-1 1-1,0 0 1,0 1-1,-1-1 1,1 1 0,-1 1-1,1-1 1,-1 1-1,0-1 1,0 2 0,6 5-1,5 7-109,-2 1 0,22 33 0,-9-11-995,-9-17-5725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1:18.4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0 424 24575,'35'-2'0,"0"-2"0,0-1 0,0-2 0,-1-1 0,34-13 0,-1 2 0,877-243 0,-888 247 0,51-15 0,118-17 0,-215 46 0,0 0 0,0 0 0,0 1 0,0 0 0,0 1 0,16 2 0,-20-1 0,-1 0 0,1 0 0,-1 0 0,0 0 0,0 1 0,0 0 0,0 0 0,0 0 0,0 1 0,-1 0 0,0-1 0,6 8 0,11 17 0,-1 0 0,-2 1 0,-1 1 0,16 40 0,8 11 0,-31-61 0,1 1 0,1-1 0,19 27 0,-26-42 0,-1 1 0,2-1 0,-1 0 0,0 0 0,1 0 0,0-1 0,0 0 0,1 0 0,-1-1 0,1 1 0,11 3 0,6-1 0,0 0 0,1-2 0,-1 0 0,1-2 0,36-1 0,129-17 0,-181 15 0,751-146-529,-518 92 436,475-116 93,-665 161-1261,-9 4-5047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1:20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24575,'1157'0'-1365,"-1123"0"-5461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1:20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571 0 24575,'57'1'0,"-1"2"0,0 3 0,67 16 0,-113-20 0,1 1 0,-1 0 0,0 1 0,0 0 0,0 0 0,-1 1 0,13 8 0,-21-12 0,0-1 0,0 1 0,0 0 0,0-1 0,0 1 0,0 0 0,0 0 0,0 0 0,-1 0 0,1 0 0,0 0 0,0 0 0,-1 0 0,1 0 0,-1 0 0,1 0 0,-1 0 0,1 0 0,-1 0 0,1 1 0,-1-1 0,0 0 0,0 0 0,0 0 0,0 1 0,0-1 0,0 0 0,0 0 0,0 1 0,0-1 0,-1 0 0,1 0 0,0 0 0,-1 1 0,1-1 0,-1 0 0,1 0 0,-1 0 0,0 0 0,1 0 0,-1 0 0,0 0 0,0 0 0,0 0 0,1 0 0,-1-1 0,0 1 0,0 0 0,0-1 0,-1 1 0,0 0 0,-9 6 0,0-1 0,-1-1 0,1 0 0,-15 3 0,19-5 0,-214 69 0,36-14 0,-197 93 0,331-127-1365,15-6-5461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55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12 24575,'-1'-1'0,"0"0"0,0 0 0,-1 0 0,1 0 0,-1 0 0,1 0 0,-1 1 0,1-1 0,-1 0 0,1 1 0,-1-1 0,0 1 0,1 0 0,-1 0 0,0-1 0,1 1 0,-1 0 0,0 1 0,1-1 0,-1 0 0,1 0 0,-1 1 0,0-1 0,1 1 0,-1-1 0,1 1 0,-1-1 0,1 1 0,-1 0 0,1 0 0,-1 0 0,1 0 0,0 0 0,-1 1 0,-4 3 0,1-1 0,1 1 0,-1 0 0,1 0 0,-1 1 0,2-1 0,-6 11 0,-5 13 0,3 1 0,0 1 0,2 0 0,1 0 0,2 1 0,1 0 0,1 0 0,1 50 0,3-78 0,0 0 0,1-1 0,-1 1 0,1 0 0,0 0 0,0-1 0,0 1 0,0 0 0,1-1 0,0 1 0,2 3 0,-3-6 0,0 0 0,-1 0 0,1 0 0,0 0 0,0 0 0,0-1 0,0 1 0,0 0 0,1-1 0,-1 1 0,0 0 0,0-1 0,0 1 0,0-1 0,1 0 0,-1 1 0,0-1 0,1 0 0,-1 0 0,0 0 0,0 0 0,1 0 0,-1 0 0,0 0 0,0 0 0,1-1 0,-1 1 0,0 0 0,0-1 0,1 1 0,-1-1 0,0 1 0,0-1 0,0 0 0,2-1 0,2-2 0,0 0 0,0 0 0,0-1 0,0 1 0,-1-1 0,1 0 0,-1-1 0,-1 1 0,1-1 0,5-11 0,24-67 0,-28 70 0,9-28 0,-3-1 0,-1 0 0,-2 0 0,3-69 0,20 187 0,-22-48 0,2 0 0,19 34 0,-25-52 0,0 0 0,1 0 0,1 0 0,-1-1 0,1 0 0,1 0 0,-1-1 0,1 0 0,14 10 0,1-8-1365,-4-7-5461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56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0 111 24575,'2'17'0,"0"-1"0,1 0 0,1 0 0,0 0 0,1 0 0,1-1 0,1 0 0,0 0 0,0 0 0,19 24 0,-22-33 0,0 0 0,1-1 0,-1 1 0,1-1 0,1 0 0,-1-1 0,0 1 0,1-1 0,0 0 0,11 5 0,-14-8 0,-1 0 0,1 0 0,0 0 0,-1 0 0,1 0 0,0-1 0,0 1 0,0-1 0,-1 0 0,1 0 0,0 0 0,0 0 0,0-1 0,0 1 0,-1-1 0,1 1 0,0-1 0,0 0 0,-1 0 0,1 0 0,-1-1 0,1 1 0,-1-1 0,1 1 0,-1-1 0,0 0 0,0 0 0,0 0 0,2-2 0,1-3 0,0 0 0,0-1 0,-1 1 0,0-1 0,-1 0 0,1 0 0,-2 0 0,1 0 0,-1 0 0,2-14 0,0-12 0,-1-43 0,-2 63 0,4-86 0,-5 98 0,0 1 0,0 0 0,0-1 0,0 1 0,0-1 0,1 1 0,-1 0 0,1-1 0,-1 1 0,1 0 0,-1 0 0,1-1 0,0 1 0,-1 0 0,1 0 0,2-2 0,-3 3 0,1 0 0,-1 0 0,1 0 0,-1 0 0,1 0 0,-1 0 0,1 0 0,-1 0 0,1 0 0,-1 0 0,1 0 0,-1 0 0,1 0 0,-1 1 0,1-1 0,-1 0 0,1 0 0,-1 0 0,1 1 0,-1-1 0,1 0 0,-1 1 0,0-1 0,1 0 0,-1 1 0,0-1 0,1 0 0,-1 1 0,6 6 0,-1 0 0,0 1 0,7 12 0,-11-18 0,17 35-63,-12-23-154,1-1 0,0 0 0,1 0 0,0-1 0,17 20 0,-5-14-6609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56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24575,'0'5'0,"6"3"0,12-1 0,10-2 0,4-1 0,3-1 0,2-2 0,-1 0 0,-7-1-8191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57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0 24575,'0'64'0,"-4"214"0,-1-201 0,-23 120 0,12-124 0,-29 184 0,44-253 0,1 0 0,-1 1 0,1-1 0,0 0 0,0 0 0,1 1 0,-1-1 0,1 0 0,0 0 0,0 0 0,0 1 0,0-1 0,1 0 0,0-1 0,0 1 0,0 0 0,0 0 0,1-1 0,-1 0 0,1 1 0,0-1 0,0 0 0,0 0 0,0 0 0,1-1 0,-1 1 0,1-1 0,-1 0 0,1 0 0,6 2 0,5 2 15,0-2 0,0 0 0,0-1-1,0 0 1,25 1 0,80-5-760,-94 0 36,6-1-6117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0:57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9 24575,'-1'36'0,"0"-21"0,1 0 0,0 0 0,0 0 0,6 26 0,-5-37 0,-1-1 0,1-1 0,0 1 0,1 0 0,-1 0 0,0 0 0,1 0 0,-1-1 0,1 1 0,0-1 0,0 1 0,0-1 0,0 0 0,1 0 0,-1 0 0,0 0 0,1 0 0,0 0 0,-1-1 0,1 1 0,0-1 0,0 0 0,-1 0 0,1 0 0,0 0 0,0 0 0,1-1 0,3 1 0,-4-1 0,0 0 0,-1 0 0,1 0 0,0 0 0,0 0 0,0-1 0,-1 0 0,1 1 0,0-1 0,0 0 0,-1 0 0,1 0 0,-1-1 0,1 1 0,-1-1 0,0 1 0,1-1 0,-1 0 0,0 0 0,0 0 0,0 0 0,-1 0 0,1 0 0,0-1 0,-1 1 0,1-1 0,-1 1 0,0-1 0,0 1 0,0-1 0,0 0 0,0 0 0,-1 1 0,1-1 0,-1-5 0,1 3 0,0 1 0,-1-1 0,0 1 0,0-1 0,0 1 0,-1-1 0,0 1 0,1-1 0,-2 1 0,1-1 0,0 1 0,-1 0 0,0 0 0,0-1 0,0 1 0,0 1 0,-1-1 0,0 0 0,1 1 0,-1-1 0,-1 1 0,-4-5 0,-4 2 0,-1 0 0,0 0 0,0 1 0,0 1 0,0 0 0,-1 1 0,0 1 0,1 0 0,-1 0 0,0 2 0,0 0 0,0 0 0,0 1 0,-24 5 0,34-5-85,0 1 0,0-1-1,1 1 1,-1-1 0,0 1-1,1 0 1,-1 0 0,1 1-1,0-1 1,0 1 0,0 0-1,0 0 1,0 0 0,0 0-1,-2 5 1,-11 21-6741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1:36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24093,'521'0'0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1:31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1237 24575,'104'1'0,"-34"2"0,0-4 0,116-16 0,-165 14 0,-1-2 0,0 0 0,0-1 0,0-1 0,-1-1 0,0-1 0,-1 0 0,0-2 0,0 0 0,-1 0 0,0-2 0,-1 0 0,20-23 0,-23 22 0,-2 0 0,0-1 0,-1-1 0,0 1 0,-1-2 0,-1 1 0,-1-1 0,9-27 0,-11 21 0,0 0 0,-1 0 0,-2 0 0,0-1 0,-2 1 0,-3-31 0,1 35 0,-1-1 0,-1 0 0,-1 1 0,-1 0 0,-8-19 0,-48-90 0,28 62 0,13 23 0,11 19 0,-1 1 0,-1 0 0,-1 0 0,-1 2 0,-1-1 0,-34-36 0,31 42 0,-1 0 0,-1 1 0,-1 2 0,0 0 0,0 0 0,-1 2 0,-1 1 0,0 1 0,-44-11 0,52 16 0,-1 1 0,0 0 0,0 2 0,0 0 0,1 0 0,-1 2 0,0 0 0,0 1 0,0 0 0,1 1 0,-1 1 0,1 1 0,0 0 0,0 0 0,0 2 0,-18 10 0,16-5 0,1-1 0,0 2 0,1 0 0,0 1 0,1 1 0,0 0 0,1 1 0,1 0 0,1 1 0,0 0 0,1 1 0,1 0 0,1 1 0,0 0 0,2 0 0,-6 23 0,0 11 0,3 1 0,-5 107 0,17 113 0,1-116 0,-4-136 15,1-1 0,1 1 0,2 0 0,0-1 0,0 0 0,2 0 0,17 39 0,-18-50-102,0 0-1,1 0 1,0-1 0,0 0-1,1 0 1,1 0 0,-1-1-1,2 0 1,-1 0-1,1-1 1,0 0 0,0-1-1,1 0 1,0-1 0,0 1-1,19 5 1,12 1-6739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1:34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0 577 24575,'121'1'0,"132"-3"0,-247 1 0,1 1 0,0-1 0,0-1 0,0 1 0,-1-1 0,1 0 0,-1-1 0,1 1 0,-1-1 0,0 0 0,0-1 0,0 0 0,-1 0 0,1 0 0,-1 0 0,0-1 0,0 0 0,0 0 0,-1 0 0,0-1 0,0 0 0,0 1 0,-1-1 0,0-1 0,0 1 0,0 0 0,-1-1 0,0 1 0,0-1 0,-1 0 0,1 0 0,-2 1 0,1-12 0,-4-140 0,0 107 0,4-71 0,-1 119 0,1 0 0,-1 0 0,1 0 0,0 0 0,0 1 0,0-1 0,0 0 0,0 0 0,1 0 0,-1 1 0,1-1 0,0 1 0,0-1 0,0 1 0,0 0 0,0 0 0,0 0 0,1 0 0,-1 0 0,1 0 0,-1 1 0,1-1 0,0 1 0,-1-1 0,6 0 0,6-2 0,0 0 0,1 1 0,-1 1 0,19-1 0,5 0 0,-30 1 0,-1 1 0,1 0 0,0 1 0,-1 0 0,1 0 0,0 1 0,-1 0 0,1 0 0,11 4 0,-15-4 0,-1 1 0,1 0 0,-1 0 0,1 0 0,-1 1 0,0-1 0,0 1 0,0-1 0,0 1 0,-1 0 0,1 0 0,-1 1 0,1-1 0,-1 0 0,0 1 0,0-1 0,-1 1 0,1 0 0,-1 0 0,1 5 0,4 19 0,-2 0 0,-1 0 0,-2 0 0,-1 1 0,-4 41 0,1-21 0,3-47 0,0 1 0,0-1 0,0 1 0,0-1 0,0 1 0,0-1 0,1 1 0,-1-1 0,1 1 0,-1-1 0,1 1 0,0-1 0,0 0 0,1 1 0,-1-1 0,3 4 0,-2-4 0,0-1 0,0 1 0,1-1 0,-1 0 0,1 0 0,-1 0 0,1 0 0,-1 0 0,1 0 0,-1-1 0,1 1 0,0-1 0,-1 0 0,1 1 0,4-2 0,23 1-1365,-2-3-5461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1:40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0 499 24575,'71'1'0,"79"-3"0,-148 2 0,0 0 0,0-1 0,1 1 0,-1-1 0,0 1 0,0-1 0,0 0 0,0 1 0,0-1 0,0 0 0,0 0 0,0-1 0,0 1 0,0 0 0,0-1 0,-1 1 0,1-1 0,0 1 0,-1-1 0,2-2 0,-1 1 0,-1 0 0,0-1 0,0 1 0,0 0 0,0 0 0,0-1 0,0 1 0,-1 0 0,0-1 0,0 1 0,0-1 0,0-3 0,-2-4 0,1 0 0,-2 1 0,0-1 0,0 0 0,-1 1 0,0 0 0,-8-14 0,1 6 0,1-1 0,1 0 0,0 0 0,-10-40 0,17 52 0,0-1 0,1 1 0,0-1 0,1 1 0,0-1 0,0 1 0,0-1 0,1 1 0,0-1 0,1 1 0,0-1 0,0 1 0,0 0 0,1 0 0,0 0 0,0 0 0,6-8 0,-5 10 0,0 0 0,1 1 0,-1 0 0,1 0 0,0 0 0,0 0 0,0 1 0,0 0 0,1 0 0,0 0 0,-1 1 0,1 0 0,0 0 0,0 0 0,9-1 0,-12 2 0,0 1 0,0-1 0,1 1 0,-1 0 0,0-1 0,0 1 0,1 1 0,-1-1 0,0 0 0,0 1 0,1 0 0,-1 0 0,0 0 0,0 0 0,0 0 0,0 1 0,0-1 0,-1 1 0,1 0 0,0 0 0,-1 0 0,1 0 0,-1 0 0,0 0 0,1 1 0,-1-1 0,0 1 0,-1 0 0,1 0 0,2 4 0,0 6 0,0-1 0,-1 1 0,-1 0 0,0 0 0,0 0 0,-2 0 0,1 1 0,-4 19 0,-20 108 0,19-125 0,3-10 0,-1 0 0,2 0 0,-1 0 0,0 0 0,1 0 0,1 11 0,0-15 0,-1 0 0,1 0 0,-1 0 0,1 0 0,0 0 0,0 0 0,0 0 0,0-1 0,0 1 0,0 0 0,0-1 0,1 1 0,-1-1 0,1 1 0,-1-1 0,1 0 0,-1 1 0,1-1 0,0 0 0,0 0 0,-1 0 0,1 0 0,0-1 0,2 2 0,18 2 0,0 0 0,1-1 0,-1-1 0,0-1 0,1-1 0,33-4 0,1 0 0,205 0 0,-253 4 0,-1-1 0,1 0 0,-1 0 0,1-1 0,-1 0 0,1 0 0,-1-1 0,14-7 0,-18 7 0,-1 1 0,1-1 0,-1 1 0,0-1 0,1 0 0,-2 0 0,1-1 0,0 1 0,-1-1 0,1 1 0,-1-1 0,0 0 0,0 0 0,0 0 0,-1 0 0,1 0 0,-1 0 0,0 0 0,0-7 0,1-16 0,-1 1 0,-4-52 0,-1-18 0,4 93 0,0 0 0,1 0 0,-1 0 0,1 0 0,0 0 0,-1 1 0,1-1 0,1 0 0,-1 0 0,0 1 0,1-1 0,-1 1 0,1-1 0,0 1 0,-1 0 0,1-1 0,1 1 0,-1 0 0,0 0 0,0 1 0,1-1 0,-1 0 0,1 1 0,-1-1 0,1 1 0,0 0 0,4-2 0,-5 3 0,1-1 0,-1 1 0,1 0 0,-1 0 0,0 0 0,1 0 0,-1 0 0,1 0 0,-1 1 0,0-1 0,1 1 0,-1 0 0,0-1 0,0 1 0,1 0 0,-1 0 0,0 1 0,0-1 0,0 0 0,0 1 0,0-1 0,-1 1 0,1 0 0,0-1 0,-1 1 0,1 0 0,-1 0 0,0 0 0,1 0 0,-1 0 0,0 1 0,0-1 0,1 4 0,3 16 0,0 0 0,-1 0 0,-1 0 0,-2 1 0,0-1 0,-4 42 0,1 23 0,2-83 0,0 1 0,1 0 0,-1-1 0,1 1 0,0-1 0,0 1 0,1-1 0,-1 1 0,1-1 0,0 0 0,0 0 0,0 0 0,1 0 0,-1 0 0,6 5 0,-3-4 0,1-1 0,0 0 0,-1 0 0,1 0 0,1-1 0,-1 0 0,0 0 0,1-1 0,11 4 0,15 2 0,0-1 0,1-2 0,0-1 0,65-1 0,138-23 0,-26 2 0,-152 18 0,-41 1 0,0 0 0,0-2 0,0 0 0,1-1 0,20-5 0,-16-4-1365,-8-3-5461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1:41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24575,'0'11'0,"0"10"0,0 17 0,0 8 0,0 1 0,0 10 0,0 1 0,0 1 0,0-4 0,0-5 0,0-6 0,0 0 0,0-6-8191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1:41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1 265 24575,'6'-6'0,"0"1"0,1 0 0,0 1 0,0-1 0,0 2 0,1-1 0,-1 1 0,11-4 0,68-14 0,-66 16 0,316-58 0,-142 21 0,226-18 0,-410 60-195,0-2 0,1 1 0,-1-1 0,0-1 0,-1 0 0,12-4 0,2-6-6631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1:42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24575,'0'16'0,"0"12"0,0 6 0,0 3 0,0 11 0,0 4 0,0-2 0,0-3 0,0-5 0,0-4 0,0-2 0,0-3 0,0 0 0,0-7-8191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1:42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12 24575,'-3'4'0,"0"0"0,0 0 0,1 0 0,0 0 0,-1 0 0,1 1 0,1-1 0,-1 1 0,1 0 0,0-1 0,-1 9 0,-4 59 0,5-53 0,1-9 0,0-1 0,0 0 0,1 1 0,0-1 0,4 14 0,-5-22 0,1 1 0,-1 0 0,0 0 0,1 0 0,0-1 0,-1 1 0,1 0 0,0-1 0,0 1 0,0-1 0,0 1 0,0-1 0,0 1 0,1-1 0,-1 0 0,0 0 0,1 1 0,-1-1 0,1 0 0,-1 0 0,1 0 0,0-1 0,-1 1 0,1 0 0,0-1 0,0 1 0,-1-1 0,1 1 0,0-1 0,0 0 0,0 0 0,-1 0 0,1 0 0,0 0 0,3 0 0,-2-2 0,0 1 0,1 0 0,-1-1 0,0 0 0,0 0 0,0 0 0,0 0 0,0-1 0,0 1 0,-1-1 0,1 1 0,-1-1 0,4-5 0,24-43 0,-27 46-50,0 0-1,-1-1 1,0 1-1,0-1 0,0 0 1,-1 0-1,1 0 1,-1 0-1,-1 0 1,1 0-1,-1 0 0,0 0 1,-1 0-1,1 0 1,-1 0-1,0 1 1,-1-1-1,1 0 0,-1 0 1,0 1-1,-1-1 1,0 1-1,1-1 1,-2 1-1,1 0 1,-6-6-1,-16-13-6775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1:43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24575,'5'0'0,"8"0"0,7 0 0,6-11 0,-2-4-8191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1:43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24575,'8'0'0,"0"0"0,0 1 0,0-1 0,0 2 0,-1-1 0,1 1 0,0 0 0,-1 1 0,1 0 0,-1 0 0,0 0 0,7 5 0,-11-5 0,0-1 0,0 1 0,-1 0 0,1 0 0,0 0 0,-1 0 0,0 0 0,0 0 0,0 1 0,0-1 0,-1 1 0,1-1 0,-1 1 0,0 0 0,0-1 0,0 1 0,0 0 0,-1 0 0,1 0 0,-1 0 0,0 0 0,-1-1 0,1 1 0,0 0 0,-1 0 0,-1 5 0,-1 0 0,0 1 0,0 0 0,-1-1 0,-1 0 0,1 0 0,-1 0 0,-1-1 0,-8 11 0,-1 0 0,-1-2 0,-24 20 0,20-14 0,20-23 0,0 1 0,0-1 0,0 0 0,-1 1 0,1-1 0,0 1 0,0-1 0,0 0 0,0 1 0,0-1 0,0 1 0,0-1 0,0 0 0,0 1 0,0-1 0,0 1 0,0-1 0,0 1 0,0-1 0,0 0 0,0 1 0,1-1 0,-1 0 0,0 1 0,0-1 0,0 1 0,1-1 0,-1 0 0,0 1 0,0-1 0,1 0 0,-1 1 0,4 0 0,0 1 0,0-1 0,0 0 0,0 0 0,0-1 0,0 1 0,1-1 0,-1 0 0,6 0 0,120-4-1365,-93 2-5461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1:44.2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1 24575,'-4'0'0,"0"0"0,0 0 0,1 1 0,-1-1 0,0 1 0,1 0 0,-1 0 0,0 0 0,1 1 0,0-1 0,-1 1 0,1 0 0,0 0 0,0 0 0,0 0 0,0 1 0,0-1 0,0 1 0,1 0 0,-1-1 0,1 1 0,0 0 0,0 1 0,0-1 0,0 0 0,0 0 0,1 1 0,0-1 0,-1 1 0,1 0 0,1-1 0,-1 1 0,0 0 0,1 3 0,0-4 0,0 1 0,0-1 0,0 0 0,0 0 0,1 0 0,0 0 0,-1 0 0,1 0 0,0 0 0,1 0 0,-1 0 0,0 0 0,1-1 0,-1 1 0,1 0 0,0-1 0,0 1 0,0-1 0,0 0 0,1 0 0,-1 0 0,4 3 0,7 3 0,0 0 0,1-1 0,22 10 0,15 8 0,-40-19 0,-1 1 0,0 1 0,0 0 0,-1 0 0,0 1 0,0 0 0,-1 0 0,7 11 0,-14-19 0,-1-1 0,1 1 0,-1 0 0,0-1 0,0 1 0,1-1 0,-1 1 0,0 0 0,0-1 0,0 1 0,0 0 0,1-1 0,-1 1 0,0 0 0,0-1 0,-1 1 0,1 0 0,0-1 0,0 1 0,0 0 0,0-1 0,0 1 0,-1 0 0,1-1 0,0 1 0,-1-1 0,1 1 0,0-1 0,-1 1 0,1-1 0,-1 1 0,1-1 0,-1 1 0,1-1 0,-1 1 0,1-1 0,-1 1 0,1-1 0,-1 0 0,1 0 0,-1 1 0,0-1 0,1 0 0,-1 0 0,0 1 0,1-1 0,-1 0 0,0 0 0,1 0 0,-2 0 0,-1 0 0,0 0 0,1 0 0,-1 0 0,0 0 0,0 0 0,1-1 0,-1 1 0,0-1 0,1 0 0,-1 1 0,-4-3 0,-16-16-1365,1-2-5461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1:44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24575,'6'0'0,"7"0"0,12 0 0,8 0 0,4 0 0,-5 6 0,-7 6 0,-9 8 0,5 11 0,-2 6 0,2 3 0,-3-1 0,-4-7-8191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1:45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552 1 24575,'0'5'0,"-5"19"0,-14 5 0,-8-2 0,-5-6 0,-9-6 0,-8-6 0,-13-5 0,0-2 0,-2-3 0,5 0 0,7 0 0,6 0 0,12 0-8191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1:46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1 334 24575,'170'1'0,"221"-3"0,-286-3 0,-1-5 0,0-4 0,-1-5 0,119-37 0,-158 34 0,-1-3 0,-1-3 0,115-70 0,-165 90 0,0 1 0,1 0 0,-1 1 0,1 1 0,1 0 0,-1 1 0,1 0 0,-1 1 0,1 0 0,0 1 0,0 1 0,0 0 0,15 2 0,0 1-1365,-3 0-5461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1:46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24575,'0'5'0,"0"8"0,0 7 0,0 6 0,0 9 0,0-1-8191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08:41:46.8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436 0 24575,'-22'34'0,"-30"26"0,-11 10 0,-1-7 0,6-10 0,0-2 0,-5-4 0,7-10-8191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10:20:24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24575,'12'1'0,"0"0"0,0 1 0,0 0 0,14 6 0,24 3 0,38-3 0,161-6 0,-125-4 0,918 1-1365,-1012 1-5461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10:21:21.2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24575,'5'6'0,"8"7"0,1 7 0,-1 5 0,2 10 0,-1-1-8191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10:21:28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0 24575,'12'0'0,"1"0"0,-1 1 0,21 4 0,-27-3 0,-1 0 0,1 0 0,0 0 0,-1 1 0,1 0 0,-1 0 0,0 0 0,0 1 0,8 7 0,11 13 0,-1 1 0,-2 1 0,0 1 0,29 52 0,53 130 0,-78-143 0,-2 0 0,-3 2 0,-3 0 0,9 82 0,-25-135 0,0 1 0,-1-1 0,0 1 0,-1-1 0,-1 1 0,-1-1 0,0 0 0,0 0 0,-9 22 0,2-15 0,-1-1 0,-1 0 0,0 0 0,-1-1 0,-23 25 0,23-28 0,2 1 0,0 0 0,0 0 0,2 1 0,0 0 0,2 1 0,0 0 0,1 0 0,1 0 0,-4 32 0,1 23 0,3 120 0,5-146 0,2 1106 0,31-761 0,-1-59 0,-28-219 0,31 193 0,-9-102 0,-20-135 0,21 97 0,13 40 0,-26-121 0,-5-13 0,-3 0 0,-7 125 0,-1-78 0,1 853 0,-16-772 0,0 8 0,19-114 0,-3 108 0,0-198 0,1-1 0,-1 1 0,0-1 0,0 0 0,-1 0 0,0 0 0,0 0 0,-1 0 0,1 0 0,-6 7 0,5-9 0,1-1 0,-1 1 0,-1-1 0,1 0 0,0 0 0,-1-1 0,0 1 0,1-1 0,-1 0 0,0 0 0,0 0 0,0 0 0,-1-1 0,1 1 0,-7 0 0,-12 3 0,9-2 0,-1 0 0,0 1 0,1 0 0,-1 1 0,1 1 0,1 0 0,-15 9 0,-5 8 0,2 2 0,0 1 0,1 1 0,2 2 0,1 1 0,-42 60 0,40-45 0,2 2 0,2 0 0,2 2 0,-27 84 0,4 36-399,39-139-567,-3 8-5860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10:21:29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24575,'-2'61'0,"0"-37"0,2 0 0,0 1 0,1-1 0,8 39 0,-7-58 0,-1-1 0,1 0 0,0 1 0,1-1 0,-1-1 0,0 1 0,1 0 0,0 0 0,0-1 0,0 0 0,1 1 0,-1-1 0,1 0 0,-1-1 0,1 1 0,0-1 0,0 0 0,0 1 0,0-2 0,1 1 0,-1 0 0,1-1 0,-1 0 0,8 1 0,10 1 0,1-1 0,0 0 0,38-4 0,-42 1 0,0 1-118,-4 0-194,0-1 1,0 0-1,30-7 0,-22 0-6514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10:21:30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24575,'5'0'0,"8"0"0,12 0 0,8 0 0,4 0 0,1 0 0,-1 0 0,0 0 0,4 0 0,0 0 0,0 0 0,-3-5 0,4-3 0,1 1 0,-8 2-8191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10:21:30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24575,'0'5'0,"0"14"0,0 19 0,0 21 0,0 16 0,0 12 0,0 14 0,0 0 0,0-5 0,0-3 0,0-7 0,0-5 0,0-7 0,0-4 0,0-9 0,0-20 0,0-17-8191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10:21:31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 24575,'6'0'0,"7"0"0,7 0 0,5 0 0,5 0 0,2 0 0,1 0 0,1 0 0,6 0 0,-4-5 0,-9-3-8191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10:21:31.5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24575,'5'0'0,"8"0"0,7 0 0,6 0 0,9 0 0,4 0 0,2 0 0,4 0 0,-5 0-8191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10:21:32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24575,'1'2'0,"-1"-1"0,0 0 0,1 0 0,-1 0 0,1 0 0,-1 0 0,1 0 0,-1 0 0,1 0 0,0 0 0,-1 0 0,1 0 0,0 0 0,0 0 0,0-1 0,0 1 0,0 0 0,0 0 0,0-1 0,0 1 0,0-1 0,0 1 0,0-1 0,0 0 0,0 1 0,3-1 0,33 7 0,-33-6 0,59 1 0,-51-3 0,0 1 0,0 0 0,0 1 0,0 1 0,0 0 0,0 0 0,15 6 0,-25-8 0,0 1 0,-1 0 0,1 0 0,-1-1 0,1 1 0,-1 0 0,0 0 0,1 0 0,-1 1 0,0-1 0,0 0 0,0 0 0,0 1 0,0-1 0,0 0 0,0 1 0,0-1 0,0 1 0,-1-1 0,1 1 0,-1 0 0,1-1 0,-1 1 0,0 0 0,1-1 0,-1 1 0,0 0 0,0-1 0,0 1 0,0 0 0,0-1 0,-1 1 0,1 0 0,0-1 0,-1 1 0,0 1 0,-3 7 0,-1-1 0,1 0 0,-1 1 0,-13 14 0,5-4 0,7-10 0,0 1 0,-7 21 0,12-29 0,0 0 0,0-1 0,1 1 0,-1 0 0,1 0 0,0 0 0,0-1 0,0 6 0,0-8 0,0 1 0,0 0 0,1 0 0,-1 0 0,0-1 0,1 1 0,-1 0 0,0 0 0,1-1 0,-1 1 0,1 0 0,-1-1 0,1 1 0,-1-1 0,1 1 0,0 0 0,-1-1 0,1 1 0,0-1 0,-1 0 0,1 1 0,0-1 0,-1 1 0,1-1 0,0 0 0,0 0 0,0 1 0,0-1 0,1 0 0,-1 0 0,1 0 0,0 0 0,-1-1 0,1 1 0,-1 0 0,1-1 0,0 1 0,-1-1 0,1 0 0,-1 1 0,0-1 0,1 0 0,-1 0 0,1 0 0,-1 0 0,0 0 0,0 0 0,0 0 0,0 0 0,0 0 0,0-1 0,0 1 0,0 0 0,0-1 0,0 1 0,-1-1 0,1 1 0,0-3 0,3-4 0,-1-1 0,0 0 0,3-16 0,-5 15-227,1-1-1,-1 1 1,-1-1-1,0 0 1,-2-11-1,-4-8-6598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10:21:32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24575,'5'0'0,"8"0"0,7 0 0,6 0 0,3 0 0,9 0 0,-3 0-8191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10:21:33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24575,'0'6'0,"11"1"0,9 0 0,1-1-8191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10:21:33.5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0 24575,'0'6'0,"0"7"0,0 12 0,0 14 0,0 21 0,-6 24 0,-1 13 0,0 7 0,1 3 0,-3-12 0,-1-5 0,2-7 0,1-12 0,3-12 0,2-22 0,1-18-8191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10:21:33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24575,'0'1733'-1365,"0"-1703"-5461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30T10:23:02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10:25:13.1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0,'763'0,"-712"2,-1 1,60 14,99 30,55 9,-33-25,65 10,-161-15,-72-12,0-3,119 5,72-1,-39 0,-160-11,-1 3,0 2,72 21,65 12,-148-37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10:25:15.5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35,'2056'0,"-2005"-3,66-11,36-2,-123 15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10:25:17.24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1 133,'0'-1,"0"0,1 0,-1 0,0 0,1 0,-1 0,1 0,0 1,-1-1,1 0,0 0,-1 0,1 0,0 1,0-1,0 0,-1 1,1-1,0 1,0-1,0 1,0-1,0 1,0 0,0-1,0 1,0 0,2 0,37-5,-32 4,480-10,-139 8,-244-3,134-23,-159 13,121-19,-113 28,145 7,-107 2,48-2,-147 0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10:25:19.4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0,'3498'0,"-3469"0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10:25:23.3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1 100,'43'-11,"0"1,1 3,72-4,-81 8,898-22,-772 25,1312 2,-1448-3,-1-2,41-9,-36 6,44-4,214 8,-161 3,-81-1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10:25:26.9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1,'1631'0,"-1594"1,0 1,0 2,0 1,-1 3,1 0,67 27,-82-27,1 0,0-2,1-1,-1-1,25 1,118-4,-106-3,73 8,77 17,-171-20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10:25:30.7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0,'7'6,"0"0,1-1,-1 1,1-2,0 1,0-1,1 0,16 4,7 1,36 4,-60-11,527 51,1-45,-427-8,524-3,-605 3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10:25:31.4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0,'16'0,"34"0,41 0,50 0,28 0,24 0,2 0,-16 0,-22 0,-26 0,-25 0,-24 0,-16 0,-13 0,-10 0,-7 0,-9 0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30T10:25:32.97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14,'3019'0,"-3006"0,0 0,0-1,20-4,-10-2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C7CB9-B529-4919-BEA0-236D646660CA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2A3F-0A7D-4A36-B8EA-85537ABCF5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689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C7CB9-B529-4919-BEA0-236D646660CA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2A3F-0A7D-4A36-B8EA-85537ABCF5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58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C7CB9-B529-4919-BEA0-236D646660CA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2A3F-0A7D-4A36-B8EA-85537ABCF5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3959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C7CB9-B529-4919-BEA0-236D646660CA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2A3F-0A7D-4A36-B8EA-85537ABCF5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5895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C7CB9-B529-4919-BEA0-236D646660CA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2A3F-0A7D-4A36-B8EA-85537ABCF5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2912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C7CB9-B529-4919-BEA0-236D646660CA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2A3F-0A7D-4A36-B8EA-85537ABCF5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309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C7CB9-B529-4919-BEA0-236D646660CA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2A3F-0A7D-4A36-B8EA-85537ABCF5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802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C7CB9-B529-4919-BEA0-236D646660CA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2A3F-0A7D-4A36-B8EA-85537ABCF5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3579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C7CB9-B529-4919-BEA0-236D646660CA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2A3F-0A7D-4A36-B8EA-85537ABCF5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8660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C7CB9-B529-4919-BEA0-236D646660CA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2A3F-0A7D-4A36-B8EA-85537ABCF5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180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C7CB9-B529-4919-BEA0-236D646660CA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52A3F-0A7D-4A36-B8EA-85537ABCF5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432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6C7CB9-B529-4919-BEA0-236D646660CA}" type="datetimeFigureOut">
              <a:rPr lang="ko-KR" altLang="en-US" smtClean="0"/>
              <a:t>2026-10-30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852A3F-0A7D-4A36-B8EA-85537ABCF55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765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671" Type="http://schemas.openxmlformats.org/officeDocument/2006/relationships/image" Target="../media/image334.png"/><Relationship Id="rId21" Type="http://schemas.openxmlformats.org/officeDocument/2006/relationships/customXml" Target="../ink/ink10.xml"/><Relationship Id="rId324" Type="http://schemas.openxmlformats.org/officeDocument/2006/relationships/image" Target="../media/image161.png"/><Relationship Id="rId531" Type="http://schemas.openxmlformats.org/officeDocument/2006/relationships/customXml" Target="../ink/ink266.xml"/><Relationship Id="rId629" Type="http://schemas.openxmlformats.org/officeDocument/2006/relationships/image" Target="../media/image313.png"/><Relationship Id="rId170" Type="http://schemas.openxmlformats.org/officeDocument/2006/relationships/image" Target="../media/image84.png"/><Relationship Id="rId268" Type="http://schemas.openxmlformats.org/officeDocument/2006/relationships/image" Target="../media/image133.png"/><Relationship Id="rId475" Type="http://schemas.openxmlformats.org/officeDocument/2006/relationships/customXml" Target="../ink/ink238.xml"/><Relationship Id="rId682" Type="http://schemas.openxmlformats.org/officeDocument/2006/relationships/customXml" Target="../ink/ink342.xml"/><Relationship Id="rId32" Type="http://schemas.openxmlformats.org/officeDocument/2006/relationships/image" Target="../media/image16.png"/><Relationship Id="rId128" Type="http://schemas.openxmlformats.org/officeDocument/2006/relationships/image" Target="../media/image64.png"/><Relationship Id="rId335" Type="http://schemas.openxmlformats.org/officeDocument/2006/relationships/customXml" Target="../ink/ink168.xml"/><Relationship Id="rId542" Type="http://schemas.openxmlformats.org/officeDocument/2006/relationships/image" Target="../media/image270.png"/><Relationship Id="rId181" Type="http://schemas.openxmlformats.org/officeDocument/2006/relationships/customXml" Target="../ink/ink91.xml"/><Relationship Id="rId402" Type="http://schemas.openxmlformats.org/officeDocument/2006/relationships/image" Target="../media/image200.png"/><Relationship Id="rId279" Type="http://schemas.openxmlformats.org/officeDocument/2006/relationships/customXml" Target="../ink/ink140.xml"/><Relationship Id="rId486" Type="http://schemas.openxmlformats.org/officeDocument/2006/relationships/image" Target="../media/image242.png"/><Relationship Id="rId693" Type="http://schemas.openxmlformats.org/officeDocument/2006/relationships/image" Target="../media/image345.png"/><Relationship Id="rId707" Type="http://schemas.openxmlformats.org/officeDocument/2006/relationships/image" Target="../media/image352.png"/><Relationship Id="rId43" Type="http://schemas.openxmlformats.org/officeDocument/2006/relationships/customXml" Target="../ink/ink21.xml"/><Relationship Id="rId139" Type="http://schemas.openxmlformats.org/officeDocument/2006/relationships/image" Target="../media/image69.png"/><Relationship Id="rId346" Type="http://schemas.openxmlformats.org/officeDocument/2006/relationships/image" Target="../media/image172.png"/><Relationship Id="rId553" Type="http://schemas.openxmlformats.org/officeDocument/2006/relationships/customXml" Target="../ink/ink277.xml"/><Relationship Id="rId192" Type="http://schemas.openxmlformats.org/officeDocument/2006/relationships/image" Target="../media/image95.png"/><Relationship Id="rId206" Type="http://schemas.openxmlformats.org/officeDocument/2006/relationships/image" Target="../media/image102.png"/><Relationship Id="rId413" Type="http://schemas.openxmlformats.org/officeDocument/2006/relationships/customXml" Target="../ink/ink207.xml"/><Relationship Id="rId497" Type="http://schemas.openxmlformats.org/officeDocument/2006/relationships/customXml" Target="../ink/ink249.xml"/><Relationship Id="rId620" Type="http://schemas.openxmlformats.org/officeDocument/2006/relationships/customXml" Target="../ink/ink311.xml"/><Relationship Id="rId718" Type="http://schemas.openxmlformats.org/officeDocument/2006/relationships/customXml" Target="../ink/ink360.xml"/><Relationship Id="rId357" Type="http://schemas.openxmlformats.org/officeDocument/2006/relationships/customXml" Target="../ink/ink179.xml"/><Relationship Id="rId54" Type="http://schemas.openxmlformats.org/officeDocument/2006/relationships/image" Target="../media/image27.png"/><Relationship Id="rId217" Type="http://schemas.openxmlformats.org/officeDocument/2006/relationships/customXml" Target="../ink/ink109.xml"/><Relationship Id="rId564" Type="http://schemas.openxmlformats.org/officeDocument/2006/relationships/image" Target="../media/image281.png"/><Relationship Id="rId424" Type="http://schemas.openxmlformats.org/officeDocument/2006/relationships/image" Target="../media/image211.png"/><Relationship Id="rId631" Type="http://schemas.openxmlformats.org/officeDocument/2006/relationships/image" Target="../media/image314.png"/><Relationship Id="rId729" Type="http://schemas.openxmlformats.org/officeDocument/2006/relationships/image" Target="../media/image363.png"/><Relationship Id="rId270" Type="http://schemas.openxmlformats.org/officeDocument/2006/relationships/image" Target="../media/image134.png"/><Relationship Id="rId65" Type="http://schemas.openxmlformats.org/officeDocument/2006/relationships/customXml" Target="../ink/ink32.xml"/><Relationship Id="rId130" Type="http://schemas.openxmlformats.org/officeDocument/2006/relationships/image" Target="../media/image65.png"/><Relationship Id="rId368" Type="http://schemas.openxmlformats.org/officeDocument/2006/relationships/image" Target="../media/image183.png"/><Relationship Id="rId575" Type="http://schemas.openxmlformats.org/officeDocument/2006/relationships/customXml" Target="../ink/ink288.xml"/><Relationship Id="rId228" Type="http://schemas.openxmlformats.org/officeDocument/2006/relationships/image" Target="../media/image113.png"/><Relationship Id="rId435" Type="http://schemas.openxmlformats.org/officeDocument/2006/relationships/customXml" Target="../ink/ink218.xml"/><Relationship Id="rId642" Type="http://schemas.openxmlformats.org/officeDocument/2006/relationships/customXml" Target="../ink/ink322.xml"/><Relationship Id="rId281" Type="http://schemas.openxmlformats.org/officeDocument/2006/relationships/customXml" Target="../ink/ink141.xml"/><Relationship Id="rId502" Type="http://schemas.openxmlformats.org/officeDocument/2006/relationships/image" Target="../media/image250.png"/><Relationship Id="rId76" Type="http://schemas.openxmlformats.org/officeDocument/2006/relationships/image" Target="../media/image38.png"/><Relationship Id="rId141" Type="http://schemas.openxmlformats.org/officeDocument/2006/relationships/image" Target="../media/image70.png"/><Relationship Id="rId379" Type="http://schemas.openxmlformats.org/officeDocument/2006/relationships/customXml" Target="../ink/ink190.xml"/><Relationship Id="rId586" Type="http://schemas.openxmlformats.org/officeDocument/2006/relationships/image" Target="../media/image292.png"/><Relationship Id="rId7" Type="http://schemas.openxmlformats.org/officeDocument/2006/relationships/customXml" Target="../ink/ink3.xml"/><Relationship Id="rId239" Type="http://schemas.openxmlformats.org/officeDocument/2006/relationships/customXml" Target="../ink/ink120.xml"/><Relationship Id="rId446" Type="http://schemas.openxmlformats.org/officeDocument/2006/relationships/image" Target="../media/image222.png"/><Relationship Id="rId653" Type="http://schemas.openxmlformats.org/officeDocument/2006/relationships/image" Target="../media/image325.png"/><Relationship Id="rId292" Type="http://schemas.openxmlformats.org/officeDocument/2006/relationships/image" Target="../media/image145.png"/><Relationship Id="rId306" Type="http://schemas.openxmlformats.org/officeDocument/2006/relationships/image" Target="../media/image152.png"/><Relationship Id="rId87" Type="http://schemas.openxmlformats.org/officeDocument/2006/relationships/customXml" Target="../ink/ink43.xml"/><Relationship Id="rId513" Type="http://schemas.openxmlformats.org/officeDocument/2006/relationships/customXml" Target="../ink/ink257.xml"/><Relationship Id="rId597" Type="http://schemas.openxmlformats.org/officeDocument/2006/relationships/image" Target="../media/image297.png"/><Relationship Id="rId720" Type="http://schemas.openxmlformats.org/officeDocument/2006/relationships/customXml" Target="../ink/ink361.xml"/><Relationship Id="rId152" Type="http://schemas.openxmlformats.org/officeDocument/2006/relationships/image" Target="../media/image75.png"/><Relationship Id="rId457" Type="http://schemas.openxmlformats.org/officeDocument/2006/relationships/customXml" Target="../ink/ink229.xml"/><Relationship Id="rId664" Type="http://schemas.openxmlformats.org/officeDocument/2006/relationships/customXml" Target="../ink/ink333.xml"/><Relationship Id="rId14" Type="http://schemas.openxmlformats.org/officeDocument/2006/relationships/image" Target="../media/image7.png"/><Relationship Id="rId317" Type="http://schemas.openxmlformats.org/officeDocument/2006/relationships/customXml" Target="../ink/ink159.xml"/><Relationship Id="rId524" Type="http://schemas.openxmlformats.org/officeDocument/2006/relationships/image" Target="../media/image261.png"/><Relationship Id="rId731" Type="http://schemas.openxmlformats.org/officeDocument/2006/relationships/image" Target="../media/image364.png"/><Relationship Id="rId98" Type="http://schemas.openxmlformats.org/officeDocument/2006/relationships/image" Target="../media/image49.png"/><Relationship Id="rId163" Type="http://schemas.openxmlformats.org/officeDocument/2006/relationships/customXml" Target="../ink/ink82.xml"/><Relationship Id="rId370" Type="http://schemas.openxmlformats.org/officeDocument/2006/relationships/image" Target="../media/image184.png"/><Relationship Id="rId230" Type="http://schemas.openxmlformats.org/officeDocument/2006/relationships/image" Target="../media/image114.png"/><Relationship Id="rId468" Type="http://schemas.openxmlformats.org/officeDocument/2006/relationships/image" Target="../media/image233.png"/><Relationship Id="rId675" Type="http://schemas.openxmlformats.org/officeDocument/2006/relationships/image" Target="../media/image336.png"/><Relationship Id="rId25" Type="http://schemas.openxmlformats.org/officeDocument/2006/relationships/customXml" Target="../ink/ink12.xml"/><Relationship Id="rId328" Type="http://schemas.openxmlformats.org/officeDocument/2006/relationships/image" Target="../media/image163.png"/><Relationship Id="rId535" Type="http://schemas.openxmlformats.org/officeDocument/2006/relationships/customXml" Target="../ink/ink268.xml"/><Relationship Id="rId174" Type="http://schemas.openxmlformats.org/officeDocument/2006/relationships/image" Target="../media/image86.png"/><Relationship Id="rId381" Type="http://schemas.openxmlformats.org/officeDocument/2006/relationships/customXml" Target="../ink/ink191.xml"/><Relationship Id="rId602" Type="http://schemas.openxmlformats.org/officeDocument/2006/relationships/customXml" Target="../ink/ink302.xml"/><Relationship Id="rId241" Type="http://schemas.openxmlformats.org/officeDocument/2006/relationships/customXml" Target="../ink/ink121.xml"/><Relationship Id="rId479" Type="http://schemas.openxmlformats.org/officeDocument/2006/relationships/customXml" Target="../ink/ink240.xml"/><Relationship Id="rId686" Type="http://schemas.openxmlformats.org/officeDocument/2006/relationships/customXml" Target="../ink/ink344.xml"/><Relationship Id="rId36" Type="http://schemas.openxmlformats.org/officeDocument/2006/relationships/image" Target="../media/image18.png"/><Relationship Id="rId339" Type="http://schemas.openxmlformats.org/officeDocument/2006/relationships/customXml" Target="../ink/ink170.xml"/><Relationship Id="rId546" Type="http://schemas.openxmlformats.org/officeDocument/2006/relationships/image" Target="../media/image272.png"/><Relationship Id="rId101" Type="http://schemas.openxmlformats.org/officeDocument/2006/relationships/customXml" Target="../ink/ink50.xml"/><Relationship Id="rId185" Type="http://schemas.openxmlformats.org/officeDocument/2006/relationships/customXml" Target="../ink/ink93.xml"/><Relationship Id="rId406" Type="http://schemas.openxmlformats.org/officeDocument/2006/relationships/image" Target="../media/image202.png"/><Relationship Id="rId392" Type="http://schemas.openxmlformats.org/officeDocument/2006/relationships/image" Target="../media/image195.png"/><Relationship Id="rId613" Type="http://schemas.openxmlformats.org/officeDocument/2006/relationships/image" Target="../media/image305.png"/><Relationship Id="rId697" Type="http://schemas.openxmlformats.org/officeDocument/2006/relationships/image" Target="../media/image347.png"/><Relationship Id="rId252" Type="http://schemas.openxmlformats.org/officeDocument/2006/relationships/image" Target="../media/image125.png"/><Relationship Id="rId47" Type="http://schemas.openxmlformats.org/officeDocument/2006/relationships/customXml" Target="../ink/ink23.xml"/><Relationship Id="rId112" Type="http://schemas.openxmlformats.org/officeDocument/2006/relationships/image" Target="../media/image56.png"/><Relationship Id="rId557" Type="http://schemas.openxmlformats.org/officeDocument/2006/relationships/customXml" Target="../ink/ink279.xml"/><Relationship Id="rId196" Type="http://schemas.openxmlformats.org/officeDocument/2006/relationships/image" Target="../media/image97.png"/><Relationship Id="rId417" Type="http://schemas.openxmlformats.org/officeDocument/2006/relationships/customXml" Target="../ink/ink209.xml"/><Relationship Id="rId624" Type="http://schemas.openxmlformats.org/officeDocument/2006/relationships/customXml" Target="../ink/ink313.xml"/><Relationship Id="rId263" Type="http://schemas.openxmlformats.org/officeDocument/2006/relationships/customXml" Target="../ink/ink132.xml"/><Relationship Id="rId470" Type="http://schemas.openxmlformats.org/officeDocument/2006/relationships/image" Target="../media/image234.png"/><Relationship Id="rId58" Type="http://schemas.openxmlformats.org/officeDocument/2006/relationships/image" Target="../media/image29.png"/><Relationship Id="rId123" Type="http://schemas.openxmlformats.org/officeDocument/2006/relationships/customXml" Target="../ink/ink61.xml"/><Relationship Id="rId330" Type="http://schemas.openxmlformats.org/officeDocument/2006/relationships/image" Target="../media/image164.png"/><Relationship Id="rId568" Type="http://schemas.openxmlformats.org/officeDocument/2006/relationships/image" Target="../media/image283.png"/><Relationship Id="rId428" Type="http://schemas.openxmlformats.org/officeDocument/2006/relationships/image" Target="../media/image213.png"/><Relationship Id="rId635" Type="http://schemas.openxmlformats.org/officeDocument/2006/relationships/image" Target="../media/image316.png"/><Relationship Id="rId274" Type="http://schemas.openxmlformats.org/officeDocument/2006/relationships/image" Target="../media/image136.png"/><Relationship Id="rId481" Type="http://schemas.openxmlformats.org/officeDocument/2006/relationships/customXml" Target="../ink/ink241.xml"/><Relationship Id="rId702" Type="http://schemas.openxmlformats.org/officeDocument/2006/relationships/customXml" Target="../ink/ink352.xml"/><Relationship Id="rId69" Type="http://schemas.openxmlformats.org/officeDocument/2006/relationships/customXml" Target="../ink/ink34.xml"/><Relationship Id="rId134" Type="http://schemas.openxmlformats.org/officeDocument/2006/relationships/image" Target="../media/image67.png"/><Relationship Id="rId579" Type="http://schemas.openxmlformats.org/officeDocument/2006/relationships/customXml" Target="../ink/ink290.xml"/><Relationship Id="rId341" Type="http://schemas.openxmlformats.org/officeDocument/2006/relationships/customXml" Target="../ink/ink171.xml"/><Relationship Id="rId439" Type="http://schemas.openxmlformats.org/officeDocument/2006/relationships/customXml" Target="../ink/ink220.xml"/><Relationship Id="rId646" Type="http://schemas.openxmlformats.org/officeDocument/2006/relationships/customXml" Target="../ink/ink324.xml"/><Relationship Id="rId201" Type="http://schemas.openxmlformats.org/officeDocument/2006/relationships/customXml" Target="../ink/ink101.xml"/><Relationship Id="rId285" Type="http://schemas.openxmlformats.org/officeDocument/2006/relationships/customXml" Target="../ink/ink143.xml"/><Relationship Id="rId506" Type="http://schemas.openxmlformats.org/officeDocument/2006/relationships/image" Target="../media/image252.png"/><Relationship Id="rId492" Type="http://schemas.openxmlformats.org/officeDocument/2006/relationships/image" Target="../media/image245.png"/><Relationship Id="rId713" Type="http://schemas.openxmlformats.org/officeDocument/2006/relationships/image" Target="../media/image355.png"/><Relationship Id="rId145" Type="http://schemas.openxmlformats.org/officeDocument/2006/relationships/image" Target="../media/image72.png"/><Relationship Id="rId352" Type="http://schemas.openxmlformats.org/officeDocument/2006/relationships/image" Target="../media/image175.png"/><Relationship Id="rId212" Type="http://schemas.openxmlformats.org/officeDocument/2006/relationships/image" Target="../media/image105.png"/><Relationship Id="rId657" Type="http://schemas.openxmlformats.org/officeDocument/2006/relationships/image" Target="../media/image327.png"/><Relationship Id="rId296" Type="http://schemas.openxmlformats.org/officeDocument/2006/relationships/image" Target="../media/image147.png"/><Relationship Id="rId517" Type="http://schemas.openxmlformats.org/officeDocument/2006/relationships/customXml" Target="../ink/ink259.xml"/><Relationship Id="rId724" Type="http://schemas.openxmlformats.org/officeDocument/2006/relationships/customXml" Target="../ink/ink363.xml"/><Relationship Id="rId60" Type="http://schemas.openxmlformats.org/officeDocument/2006/relationships/image" Target="../media/image30.png"/><Relationship Id="rId156" Type="http://schemas.openxmlformats.org/officeDocument/2006/relationships/image" Target="../media/image77.png"/><Relationship Id="rId363" Type="http://schemas.openxmlformats.org/officeDocument/2006/relationships/customXml" Target="../ink/ink182.xml"/><Relationship Id="rId570" Type="http://schemas.openxmlformats.org/officeDocument/2006/relationships/image" Target="../media/image284.png"/><Relationship Id="rId223" Type="http://schemas.openxmlformats.org/officeDocument/2006/relationships/customXml" Target="../ink/ink112.xml"/><Relationship Id="rId430" Type="http://schemas.openxmlformats.org/officeDocument/2006/relationships/image" Target="../media/image214.png"/><Relationship Id="rId668" Type="http://schemas.openxmlformats.org/officeDocument/2006/relationships/customXml" Target="../ink/ink335.xml"/><Relationship Id="rId18" Type="http://schemas.openxmlformats.org/officeDocument/2006/relationships/image" Target="../media/image9.png"/><Relationship Id="rId528" Type="http://schemas.openxmlformats.org/officeDocument/2006/relationships/image" Target="../media/image263.png"/><Relationship Id="rId735" Type="http://schemas.openxmlformats.org/officeDocument/2006/relationships/image" Target="../media/image366.png"/><Relationship Id="rId167" Type="http://schemas.openxmlformats.org/officeDocument/2006/relationships/customXml" Target="../ink/ink84.xml"/><Relationship Id="rId374" Type="http://schemas.openxmlformats.org/officeDocument/2006/relationships/image" Target="../media/image186.png"/><Relationship Id="rId581" Type="http://schemas.openxmlformats.org/officeDocument/2006/relationships/customXml" Target="../ink/ink291.xml"/><Relationship Id="rId71" Type="http://schemas.openxmlformats.org/officeDocument/2006/relationships/customXml" Target="../ink/ink35.xml"/><Relationship Id="rId234" Type="http://schemas.openxmlformats.org/officeDocument/2006/relationships/image" Target="../media/image116.png"/><Relationship Id="rId679" Type="http://schemas.openxmlformats.org/officeDocument/2006/relationships/image" Target="../media/image338.png"/><Relationship Id="rId2" Type="http://schemas.openxmlformats.org/officeDocument/2006/relationships/image" Target="../media/image1.png"/><Relationship Id="rId29" Type="http://schemas.openxmlformats.org/officeDocument/2006/relationships/customXml" Target="../ink/ink14.xml"/><Relationship Id="rId441" Type="http://schemas.openxmlformats.org/officeDocument/2006/relationships/customXml" Target="../ink/ink221.xml"/><Relationship Id="rId539" Type="http://schemas.openxmlformats.org/officeDocument/2006/relationships/customXml" Target="../ink/ink270.xml"/><Relationship Id="rId178" Type="http://schemas.openxmlformats.org/officeDocument/2006/relationships/image" Target="../media/image88.png"/><Relationship Id="rId301" Type="http://schemas.openxmlformats.org/officeDocument/2006/relationships/customXml" Target="../ink/ink151.xml"/><Relationship Id="rId82" Type="http://schemas.openxmlformats.org/officeDocument/2006/relationships/image" Target="../media/image41.png"/><Relationship Id="rId385" Type="http://schemas.openxmlformats.org/officeDocument/2006/relationships/customXml" Target="../ink/ink193.xml"/><Relationship Id="rId592" Type="http://schemas.openxmlformats.org/officeDocument/2006/relationships/customXml" Target="../ink/ink297.xml"/><Relationship Id="rId606" Type="http://schemas.openxmlformats.org/officeDocument/2006/relationships/customXml" Target="../ink/ink304.xml"/><Relationship Id="rId245" Type="http://schemas.openxmlformats.org/officeDocument/2006/relationships/customXml" Target="../ink/ink123.xml"/><Relationship Id="rId452" Type="http://schemas.openxmlformats.org/officeDocument/2006/relationships/image" Target="../media/image225.png"/><Relationship Id="rId105" Type="http://schemas.openxmlformats.org/officeDocument/2006/relationships/customXml" Target="../ink/ink52.xml"/><Relationship Id="rId312" Type="http://schemas.openxmlformats.org/officeDocument/2006/relationships/image" Target="../media/image155.png"/><Relationship Id="rId93" Type="http://schemas.openxmlformats.org/officeDocument/2006/relationships/customXml" Target="../ink/ink46.xml"/><Relationship Id="rId189" Type="http://schemas.openxmlformats.org/officeDocument/2006/relationships/customXml" Target="../ink/ink95.xml"/><Relationship Id="rId396" Type="http://schemas.openxmlformats.org/officeDocument/2006/relationships/image" Target="../media/image197.png"/><Relationship Id="rId617" Type="http://schemas.openxmlformats.org/officeDocument/2006/relationships/image" Target="../media/image307.png"/><Relationship Id="rId256" Type="http://schemas.openxmlformats.org/officeDocument/2006/relationships/image" Target="../media/image127.png"/><Relationship Id="rId463" Type="http://schemas.openxmlformats.org/officeDocument/2006/relationships/customXml" Target="../ink/ink232.xml"/><Relationship Id="rId670" Type="http://schemas.openxmlformats.org/officeDocument/2006/relationships/customXml" Target="../ink/ink336.xml"/><Relationship Id="rId116" Type="http://schemas.openxmlformats.org/officeDocument/2006/relationships/image" Target="../media/image58.png"/><Relationship Id="rId158" Type="http://schemas.openxmlformats.org/officeDocument/2006/relationships/image" Target="../media/image78.png"/><Relationship Id="rId323" Type="http://schemas.openxmlformats.org/officeDocument/2006/relationships/customXml" Target="../ink/ink162.xml"/><Relationship Id="rId530" Type="http://schemas.openxmlformats.org/officeDocument/2006/relationships/image" Target="../media/image264.png"/><Relationship Id="rId726" Type="http://schemas.openxmlformats.org/officeDocument/2006/relationships/customXml" Target="../ink/ink364.xml"/><Relationship Id="rId20" Type="http://schemas.openxmlformats.org/officeDocument/2006/relationships/image" Target="../media/image10.png"/><Relationship Id="rId62" Type="http://schemas.openxmlformats.org/officeDocument/2006/relationships/image" Target="../media/image31.png"/><Relationship Id="rId365" Type="http://schemas.openxmlformats.org/officeDocument/2006/relationships/customXml" Target="../ink/ink183.xml"/><Relationship Id="rId572" Type="http://schemas.openxmlformats.org/officeDocument/2006/relationships/image" Target="../media/image285.png"/><Relationship Id="rId628" Type="http://schemas.openxmlformats.org/officeDocument/2006/relationships/customXml" Target="../ink/ink315.xml"/><Relationship Id="rId225" Type="http://schemas.openxmlformats.org/officeDocument/2006/relationships/customXml" Target="../ink/ink113.xml"/><Relationship Id="rId267" Type="http://schemas.openxmlformats.org/officeDocument/2006/relationships/customXml" Target="../ink/ink134.xml"/><Relationship Id="rId432" Type="http://schemas.openxmlformats.org/officeDocument/2006/relationships/image" Target="../media/image215.png"/><Relationship Id="rId474" Type="http://schemas.openxmlformats.org/officeDocument/2006/relationships/image" Target="../media/image236.png"/><Relationship Id="rId127" Type="http://schemas.openxmlformats.org/officeDocument/2006/relationships/customXml" Target="../ink/ink63.xml"/><Relationship Id="rId681" Type="http://schemas.openxmlformats.org/officeDocument/2006/relationships/image" Target="../media/image339.png"/><Relationship Id="rId737" Type="http://schemas.openxmlformats.org/officeDocument/2006/relationships/image" Target="../media/image367.png"/><Relationship Id="rId31" Type="http://schemas.openxmlformats.org/officeDocument/2006/relationships/customXml" Target="../ink/ink15.xml"/><Relationship Id="rId73" Type="http://schemas.openxmlformats.org/officeDocument/2006/relationships/customXml" Target="../ink/ink36.xml"/><Relationship Id="rId169" Type="http://schemas.openxmlformats.org/officeDocument/2006/relationships/customXml" Target="../ink/ink85.xml"/><Relationship Id="rId334" Type="http://schemas.openxmlformats.org/officeDocument/2006/relationships/image" Target="../media/image166.png"/><Relationship Id="rId376" Type="http://schemas.openxmlformats.org/officeDocument/2006/relationships/image" Target="../media/image187.png"/><Relationship Id="rId541" Type="http://schemas.openxmlformats.org/officeDocument/2006/relationships/customXml" Target="../ink/ink271.xml"/><Relationship Id="rId583" Type="http://schemas.openxmlformats.org/officeDocument/2006/relationships/customXml" Target="../ink/ink292.xml"/><Relationship Id="rId639" Type="http://schemas.openxmlformats.org/officeDocument/2006/relationships/image" Target="../media/image318.png"/><Relationship Id="rId4" Type="http://schemas.openxmlformats.org/officeDocument/2006/relationships/image" Target="../media/image2.png"/><Relationship Id="rId180" Type="http://schemas.openxmlformats.org/officeDocument/2006/relationships/image" Target="../media/image89.png"/><Relationship Id="rId236" Type="http://schemas.openxmlformats.org/officeDocument/2006/relationships/image" Target="../media/image117.png"/><Relationship Id="rId278" Type="http://schemas.openxmlformats.org/officeDocument/2006/relationships/image" Target="../media/image138.png"/><Relationship Id="rId401" Type="http://schemas.openxmlformats.org/officeDocument/2006/relationships/customXml" Target="../ink/ink201.xml"/><Relationship Id="rId443" Type="http://schemas.openxmlformats.org/officeDocument/2006/relationships/customXml" Target="../ink/ink222.xml"/><Relationship Id="rId650" Type="http://schemas.openxmlformats.org/officeDocument/2006/relationships/customXml" Target="../ink/ink326.xml"/><Relationship Id="rId303" Type="http://schemas.openxmlformats.org/officeDocument/2006/relationships/customXml" Target="../ink/ink152.xml"/><Relationship Id="rId485" Type="http://schemas.openxmlformats.org/officeDocument/2006/relationships/customXml" Target="../ink/ink243.xml"/><Relationship Id="rId692" Type="http://schemas.openxmlformats.org/officeDocument/2006/relationships/customXml" Target="../ink/ink347.xml"/><Relationship Id="rId706" Type="http://schemas.openxmlformats.org/officeDocument/2006/relationships/customXml" Target="../ink/ink354.xml"/><Relationship Id="rId42" Type="http://schemas.openxmlformats.org/officeDocument/2006/relationships/image" Target="../media/image21.png"/><Relationship Id="rId84" Type="http://schemas.openxmlformats.org/officeDocument/2006/relationships/image" Target="../media/image42.png"/><Relationship Id="rId138" Type="http://schemas.openxmlformats.org/officeDocument/2006/relationships/customXml" Target="../ink/ink69.xml"/><Relationship Id="rId345" Type="http://schemas.openxmlformats.org/officeDocument/2006/relationships/customXml" Target="../ink/ink173.xml"/><Relationship Id="rId387" Type="http://schemas.openxmlformats.org/officeDocument/2006/relationships/customXml" Target="../ink/ink194.xml"/><Relationship Id="rId510" Type="http://schemas.openxmlformats.org/officeDocument/2006/relationships/image" Target="../media/image254.png"/><Relationship Id="rId552" Type="http://schemas.openxmlformats.org/officeDocument/2006/relationships/image" Target="../media/image275.png"/><Relationship Id="rId594" Type="http://schemas.openxmlformats.org/officeDocument/2006/relationships/customXml" Target="../ink/ink298.xml"/><Relationship Id="rId608" Type="http://schemas.openxmlformats.org/officeDocument/2006/relationships/customXml" Target="../ink/ink305.xml"/><Relationship Id="rId191" Type="http://schemas.openxmlformats.org/officeDocument/2006/relationships/customXml" Target="../ink/ink96.xml"/><Relationship Id="rId205" Type="http://schemas.openxmlformats.org/officeDocument/2006/relationships/customXml" Target="../ink/ink103.xml"/><Relationship Id="rId247" Type="http://schemas.openxmlformats.org/officeDocument/2006/relationships/customXml" Target="../ink/ink124.xml"/><Relationship Id="rId412" Type="http://schemas.openxmlformats.org/officeDocument/2006/relationships/image" Target="../media/image205.png"/><Relationship Id="rId107" Type="http://schemas.openxmlformats.org/officeDocument/2006/relationships/customXml" Target="../ink/ink53.xml"/><Relationship Id="rId289" Type="http://schemas.openxmlformats.org/officeDocument/2006/relationships/customXml" Target="../ink/ink145.xml"/><Relationship Id="rId454" Type="http://schemas.openxmlformats.org/officeDocument/2006/relationships/image" Target="../media/image226.png"/><Relationship Id="rId496" Type="http://schemas.openxmlformats.org/officeDocument/2006/relationships/image" Target="../media/image247.png"/><Relationship Id="rId661" Type="http://schemas.openxmlformats.org/officeDocument/2006/relationships/image" Target="../media/image329.png"/><Relationship Id="rId717" Type="http://schemas.openxmlformats.org/officeDocument/2006/relationships/image" Target="../media/image357.png"/><Relationship Id="rId11" Type="http://schemas.openxmlformats.org/officeDocument/2006/relationships/customXml" Target="../ink/ink5.xml"/><Relationship Id="rId53" Type="http://schemas.openxmlformats.org/officeDocument/2006/relationships/customXml" Target="../ink/ink26.xml"/><Relationship Id="rId149" Type="http://schemas.openxmlformats.org/officeDocument/2006/relationships/customXml" Target="../ink/ink75.xml"/><Relationship Id="rId314" Type="http://schemas.openxmlformats.org/officeDocument/2006/relationships/image" Target="../media/image156.png"/><Relationship Id="rId356" Type="http://schemas.openxmlformats.org/officeDocument/2006/relationships/image" Target="../media/image177.png"/><Relationship Id="rId398" Type="http://schemas.openxmlformats.org/officeDocument/2006/relationships/image" Target="../media/image198.png"/><Relationship Id="rId521" Type="http://schemas.openxmlformats.org/officeDocument/2006/relationships/customXml" Target="../ink/ink261.xml"/><Relationship Id="rId563" Type="http://schemas.openxmlformats.org/officeDocument/2006/relationships/customXml" Target="../ink/ink282.xml"/><Relationship Id="rId619" Type="http://schemas.openxmlformats.org/officeDocument/2006/relationships/image" Target="../media/image308.png"/><Relationship Id="rId95" Type="http://schemas.openxmlformats.org/officeDocument/2006/relationships/customXml" Target="../ink/ink47.xml"/><Relationship Id="rId160" Type="http://schemas.openxmlformats.org/officeDocument/2006/relationships/image" Target="../media/image79.png"/><Relationship Id="rId216" Type="http://schemas.openxmlformats.org/officeDocument/2006/relationships/image" Target="../media/image107.png"/><Relationship Id="rId423" Type="http://schemas.openxmlformats.org/officeDocument/2006/relationships/customXml" Target="../ink/ink212.xml"/><Relationship Id="rId258" Type="http://schemas.openxmlformats.org/officeDocument/2006/relationships/image" Target="../media/image128.png"/><Relationship Id="rId465" Type="http://schemas.openxmlformats.org/officeDocument/2006/relationships/customXml" Target="../ink/ink233.xml"/><Relationship Id="rId630" Type="http://schemas.openxmlformats.org/officeDocument/2006/relationships/customXml" Target="../ink/ink316.xml"/><Relationship Id="rId672" Type="http://schemas.openxmlformats.org/officeDocument/2006/relationships/customXml" Target="../ink/ink337.xml"/><Relationship Id="rId728" Type="http://schemas.openxmlformats.org/officeDocument/2006/relationships/customXml" Target="../ink/ink365.xml"/><Relationship Id="rId22" Type="http://schemas.openxmlformats.org/officeDocument/2006/relationships/image" Target="../media/image11.png"/><Relationship Id="rId64" Type="http://schemas.openxmlformats.org/officeDocument/2006/relationships/image" Target="../media/image32.png"/><Relationship Id="rId118" Type="http://schemas.openxmlformats.org/officeDocument/2006/relationships/image" Target="../media/image59.png"/><Relationship Id="rId325" Type="http://schemas.openxmlformats.org/officeDocument/2006/relationships/customXml" Target="../ink/ink163.xml"/><Relationship Id="rId367" Type="http://schemas.openxmlformats.org/officeDocument/2006/relationships/customXml" Target="../ink/ink184.xml"/><Relationship Id="rId532" Type="http://schemas.openxmlformats.org/officeDocument/2006/relationships/image" Target="../media/image265.png"/><Relationship Id="rId574" Type="http://schemas.openxmlformats.org/officeDocument/2006/relationships/image" Target="../media/image286.png"/><Relationship Id="rId171" Type="http://schemas.openxmlformats.org/officeDocument/2006/relationships/customXml" Target="../ink/ink86.xml"/><Relationship Id="rId227" Type="http://schemas.openxmlformats.org/officeDocument/2006/relationships/customXml" Target="../ink/ink114.xml"/><Relationship Id="rId269" Type="http://schemas.openxmlformats.org/officeDocument/2006/relationships/customXml" Target="../ink/ink135.xml"/><Relationship Id="rId434" Type="http://schemas.openxmlformats.org/officeDocument/2006/relationships/image" Target="../media/image216.png"/><Relationship Id="rId476" Type="http://schemas.openxmlformats.org/officeDocument/2006/relationships/image" Target="../media/image237.png"/><Relationship Id="rId641" Type="http://schemas.openxmlformats.org/officeDocument/2006/relationships/image" Target="../media/image319.png"/><Relationship Id="rId683" Type="http://schemas.openxmlformats.org/officeDocument/2006/relationships/image" Target="../media/image340.png"/><Relationship Id="rId739" Type="http://schemas.openxmlformats.org/officeDocument/2006/relationships/image" Target="../media/image368.png"/><Relationship Id="rId33" Type="http://schemas.openxmlformats.org/officeDocument/2006/relationships/customXml" Target="../ink/ink16.xml"/><Relationship Id="rId129" Type="http://schemas.openxmlformats.org/officeDocument/2006/relationships/customXml" Target="../ink/ink64.xml"/><Relationship Id="rId280" Type="http://schemas.openxmlformats.org/officeDocument/2006/relationships/image" Target="../media/image139.png"/><Relationship Id="rId336" Type="http://schemas.openxmlformats.org/officeDocument/2006/relationships/image" Target="../media/image167.png"/><Relationship Id="rId501" Type="http://schemas.openxmlformats.org/officeDocument/2006/relationships/customXml" Target="../ink/ink251.xml"/><Relationship Id="rId543" Type="http://schemas.openxmlformats.org/officeDocument/2006/relationships/customXml" Target="../ink/ink272.xml"/><Relationship Id="rId75" Type="http://schemas.openxmlformats.org/officeDocument/2006/relationships/customXml" Target="../ink/ink37.xml"/><Relationship Id="rId140" Type="http://schemas.openxmlformats.org/officeDocument/2006/relationships/customXml" Target="../ink/ink70.xml"/><Relationship Id="rId182" Type="http://schemas.openxmlformats.org/officeDocument/2006/relationships/image" Target="../media/image90.png"/><Relationship Id="rId378" Type="http://schemas.openxmlformats.org/officeDocument/2006/relationships/image" Target="../media/image188.png"/><Relationship Id="rId403" Type="http://schemas.openxmlformats.org/officeDocument/2006/relationships/customXml" Target="../ink/ink202.xml"/><Relationship Id="rId585" Type="http://schemas.openxmlformats.org/officeDocument/2006/relationships/customXml" Target="../ink/ink293.xml"/><Relationship Id="rId6" Type="http://schemas.openxmlformats.org/officeDocument/2006/relationships/image" Target="../media/image3.png"/><Relationship Id="rId238" Type="http://schemas.openxmlformats.org/officeDocument/2006/relationships/image" Target="../media/image118.png"/><Relationship Id="rId445" Type="http://schemas.openxmlformats.org/officeDocument/2006/relationships/customXml" Target="../ink/ink223.xml"/><Relationship Id="rId487" Type="http://schemas.openxmlformats.org/officeDocument/2006/relationships/customXml" Target="../ink/ink244.xml"/><Relationship Id="rId610" Type="http://schemas.openxmlformats.org/officeDocument/2006/relationships/customXml" Target="../ink/ink306.xml"/><Relationship Id="rId652" Type="http://schemas.openxmlformats.org/officeDocument/2006/relationships/customXml" Target="../ink/ink327.xml"/><Relationship Id="rId694" Type="http://schemas.openxmlformats.org/officeDocument/2006/relationships/customXml" Target="../ink/ink348.xml"/><Relationship Id="rId708" Type="http://schemas.openxmlformats.org/officeDocument/2006/relationships/customXml" Target="../ink/ink355.xml"/><Relationship Id="rId291" Type="http://schemas.openxmlformats.org/officeDocument/2006/relationships/customXml" Target="../ink/ink146.xml"/><Relationship Id="rId305" Type="http://schemas.openxmlformats.org/officeDocument/2006/relationships/customXml" Target="../ink/ink153.xml"/><Relationship Id="rId347" Type="http://schemas.openxmlformats.org/officeDocument/2006/relationships/customXml" Target="../ink/ink174.xml"/><Relationship Id="rId512" Type="http://schemas.openxmlformats.org/officeDocument/2006/relationships/image" Target="../media/image255.png"/><Relationship Id="rId44" Type="http://schemas.openxmlformats.org/officeDocument/2006/relationships/image" Target="../media/image22.png"/><Relationship Id="rId86" Type="http://schemas.openxmlformats.org/officeDocument/2006/relationships/image" Target="../media/image43.png"/><Relationship Id="rId151" Type="http://schemas.openxmlformats.org/officeDocument/2006/relationships/customXml" Target="../ink/ink76.xml"/><Relationship Id="rId389" Type="http://schemas.openxmlformats.org/officeDocument/2006/relationships/customXml" Target="../ink/ink195.xml"/><Relationship Id="rId554" Type="http://schemas.openxmlformats.org/officeDocument/2006/relationships/image" Target="../media/image276.png"/><Relationship Id="rId596" Type="http://schemas.openxmlformats.org/officeDocument/2006/relationships/customXml" Target="../ink/ink299.xml"/><Relationship Id="rId193" Type="http://schemas.openxmlformats.org/officeDocument/2006/relationships/customXml" Target="../ink/ink97.xml"/><Relationship Id="rId207" Type="http://schemas.openxmlformats.org/officeDocument/2006/relationships/customXml" Target="../ink/ink104.xml"/><Relationship Id="rId249" Type="http://schemas.openxmlformats.org/officeDocument/2006/relationships/customXml" Target="../ink/ink125.xml"/><Relationship Id="rId414" Type="http://schemas.openxmlformats.org/officeDocument/2006/relationships/image" Target="../media/image206.png"/><Relationship Id="rId456" Type="http://schemas.openxmlformats.org/officeDocument/2006/relationships/image" Target="../media/image227.png"/><Relationship Id="rId498" Type="http://schemas.openxmlformats.org/officeDocument/2006/relationships/image" Target="../media/image248.png"/><Relationship Id="rId621" Type="http://schemas.openxmlformats.org/officeDocument/2006/relationships/image" Target="../media/image309.png"/><Relationship Id="rId663" Type="http://schemas.openxmlformats.org/officeDocument/2006/relationships/image" Target="../media/image330.png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260" Type="http://schemas.openxmlformats.org/officeDocument/2006/relationships/image" Target="../media/image129.png"/><Relationship Id="rId316" Type="http://schemas.openxmlformats.org/officeDocument/2006/relationships/image" Target="../media/image157.png"/><Relationship Id="rId523" Type="http://schemas.openxmlformats.org/officeDocument/2006/relationships/customXml" Target="../ink/ink262.xml"/><Relationship Id="rId719" Type="http://schemas.openxmlformats.org/officeDocument/2006/relationships/image" Target="../media/image358.png"/><Relationship Id="rId55" Type="http://schemas.openxmlformats.org/officeDocument/2006/relationships/customXml" Target="../ink/ink27.xml"/><Relationship Id="rId97" Type="http://schemas.openxmlformats.org/officeDocument/2006/relationships/customXml" Target="../ink/ink48.xml"/><Relationship Id="rId120" Type="http://schemas.openxmlformats.org/officeDocument/2006/relationships/image" Target="../media/image60.png"/><Relationship Id="rId358" Type="http://schemas.openxmlformats.org/officeDocument/2006/relationships/image" Target="../media/image178.png"/><Relationship Id="rId565" Type="http://schemas.openxmlformats.org/officeDocument/2006/relationships/customXml" Target="../ink/ink283.xml"/><Relationship Id="rId730" Type="http://schemas.openxmlformats.org/officeDocument/2006/relationships/customXml" Target="../ink/ink366.xml"/><Relationship Id="rId162" Type="http://schemas.openxmlformats.org/officeDocument/2006/relationships/image" Target="../media/image80.png"/><Relationship Id="rId218" Type="http://schemas.openxmlformats.org/officeDocument/2006/relationships/image" Target="../media/image108.png"/><Relationship Id="rId425" Type="http://schemas.openxmlformats.org/officeDocument/2006/relationships/customXml" Target="../ink/ink213.xml"/><Relationship Id="rId467" Type="http://schemas.openxmlformats.org/officeDocument/2006/relationships/customXml" Target="../ink/ink234.xml"/><Relationship Id="rId632" Type="http://schemas.openxmlformats.org/officeDocument/2006/relationships/customXml" Target="../ink/ink317.xml"/><Relationship Id="rId271" Type="http://schemas.openxmlformats.org/officeDocument/2006/relationships/customXml" Target="../ink/ink136.xml"/><Relationship Id="rId674" Type="http://schemas.openxmlformats.org/officeDocument/2006/relationships/customXml" Target="../ink/ink338.xml"/><Relationship Id="rId24" Type="http://schemas.openxmlformats.org/officeDocument/2006/relationships/image" Target="../media/image12.png"/><Relationship Id="rId66" Type="http://schemas.openxmlformats.org/officeDocument/2006/relationships/image" Target="../media/image33.png"/><Relationship Id="rId131" Type="http://schemas.openxmlformats.org/officeDocument/2006/relationships/customXml" Target="../ink/ink65.xml"/><Relationship Id="rId327" Type="http://schemas.openxmlformats.org/officeDocument/2006/relationships/customXml" Target="../ink/ink164.xml"/><Relationship Id="rId369" Type="http://schemas.openxmlformats.org/officeDocument/2006/relationships/customXml" Target="../ink/ink185.xml"/><Relationship Id="rId534" Type="http://schemas.openxmlformats.org/officeDocument/2006/relationships/image" Target="../media/image266.png"/><Relationship Id="rId576" Type="http://schemas.openxmlformats.org/officeDocument/2006/relationships/image" Target="../media/image287.png"/><Relationship Id="rId741" Type="http://schemas.openxmlformats.org/officeDocument/2006/relationships/image" Target="../media/image369.png"/><Relationship Id="rId173" Type="http://schemas.openxmlformats.org/officeDocument/2006/relationships/customXml" Target="../ink/ink87.xml"/><Relationship Id="rId229" Type="http://schemas.openxmlformats.org/officeDocument/2006/relationships/customXml" Target="../ink/ink115.xml"/><Relationship Id="rId380" Type="http://schemas.openxmlformats.org/officeDocument/2006/relationships/image" Target="../media/image189.png"/><Relationship Id="rId436" Type="http://schemas.openxmlformats.org/officeDocument/2006/relationships/image" Target="../media/image217.png"/><Relationship Id="rId601" Type="http://schemas.openxmlformats.org/officeDocument/2006/relationships/image" Target="../media/image299.png"/><Relationship Id="rId643" Type="http://schemas.openxmlformats.org/officeDocument/2006/relationships/image" Target="../media/image320.png"/><Relationship Id="rId240" Type="http://schemas.openxmlformats.org/officeDocument/2006/relationships/image" Target="../media/image119.png"/><Relationship Id="rId478" Type="http://schemas.openxmlformats.org/officeDocument/2006/relationships/image" Target="../media/image238.png"/><Relationship Id="rId685" Type="http://schemas.openxmlformats.org/officeDocument/2006/relationships/image" Target="../media/image341.png"/><Relationship Id="rId35" Type="http://schemas.openxmlformats.org/officeDocument/2006/relationships/customXml" Target="../ink/ink17.xml"/><Relationship Id="rId77" Type="http://schemas.openxmlformats.org/officeDocument/2006/relationships/customXml" Target="../ink/ink38.xml"/><Relationship Id="rId100" Type="http://schemas.openxmlformats.org/officeDocument/2006/relationships/image" Target="../media/image50.png"/><Relationship Id="rId282" Type="http://schemas.openxmlformats.org/officeDocument/2006/relationships/image" Target="../media/image140.png"/><Relationship Id="rId338" Type="http://schemas.openxmlformats.org/officeDocument/2006/relationships/image" Target="../media/image168.png"/><Relationship Id="rId503" Type="http://schemas.openxmlformats.org/officeDocument/2006/relationships/customXml" Target="../ink/ink252.xml"/><Relationship Id="rId545" Type="http://schemas.openxmlformats.org/officeDocument/2006/relationships/customXml" Target="../ink/ink273.xml"/><Relationship Id="rId587" Type="http://schemas.openxmlformats.org/officeDocument/2006/relationships/customXml" Target="../ink/ink294.xml"/><Relationship Id="rId710" Type="http://schemas.openxmlformats.org/officeDocument/2006/relationships/customXml" Target="../ink/ink356.xml"/><Relationship Id="rId8" Type="http://schemas.openxmlformats.org/officeDocument/2006/relationships/image" Target="../media/image4.png"/><Relationship Id="rId142" Type="http://schemas.openxmlformats.org/officeDocument/2006/relationships/customXml" Target="../ink/ink71.xml"/><Relationship Id="rId184" Type="http://schemas.openxmlformats.org/officeDocument/2006/relationships/image" Target="../media/image91.png"/><Relationship Id="rId391" Type="http://schemas.openxmlformats.org/officeDocument/2006/relationships/customXml" Target="../ink/ink196.xml"/><Relationship Id="rId405" Type="http://schemas.openxmlformats.org/officeDocument/2006/relationships/customXml" Target="../ink/ink203.xml"/><Relationship Id="rId447" Type="http://schemas.openxmlformats.org/officeDocument/2006/relationships/customXml" Target="../ink/ink224.xml"/><Relationship Id="rId612" Type="http://schemas.openxmlformats.org/officeDocument/2006/relationships/customXml" Target="../ink/ink307.xml"/><Relationship Id="rId251" Type="http://schemas.openxmlformats.org/officeDocument/2006/relationships/customXml" Target="../ink/ink126.xml"/><Relationship Id="rId489" Type="http://schemas.openxmlformats.org/officeDocument/2006/relationships/customXml" Target="../ink/ink245.xml"/><Relationship Id="rId654" Type="http://schemas.openxmlformats.org/officeDocument/2006/relationships/customXml" Target="../ink/ink328.xml"/><Relationship Id="rId696" Type="http://schemas.openxmlformats.org/officeDocument/2006/relationships/customXml" Target="../ink/ink349.xml"/><Relationship Id="rId46" Type="http://schemas.openxmlformats.org/officeDocument/2006/relationships/image" Target="../media/image23.png"/><Relationship Id="rId293" Type="http://schemas.openxmlformats.org/officeDocument/2006/relationships/customXml" Target="../ink/ink147.xml"/><Relationship Id="rId307" Type="http://schemas.openxmlformats.org/officeDocument/2006/relationships/customXml" Target="../ink/ink154.xml"/><Relationship Id="rId349" Type="http://schemas.openxmlformats.org/officeDocument/2006/relationships/customXml" Target="../ink/ink175.xml"/><Relationship Id="rId514" Type="http://schemas.openxmlformats.org/officeDocument/2006/relationships/image" Target="../media/image256.png"/><Relationship Id="rId556" Type="http://schemas.openxmlformats.org/officeDocument/2006/relationships/image" Target="../media/image277.png"/><Relationship Id="rId721" Type="http://schemas.openxmlformats.org/officeDocument/2006/relationships/image" Target="../media/image359.png"/><Relationship Id="rId88" Type="http://schemas.openxmlformats.org/officeDocument/2006/relationships/image" Target="../media/image44.png"/><Relationship Id="rId111" Type="http://schemas.openxmlformats.org/officeDocument/2006/relationships/customXml" Target="../ink/ink55.xml"/><Relationship Id="rId153" Type="http://schemas.openxmlformats.org/officeDocument/2006/relationships/customXml" Target="../ink/ink77.xml"/><Relationship Id="rId195" Type="http://schemas.openxmlformats.org/officeDocument/2006/relationships/customXml" Target="../ink/ink98.xml"/><Relationship Id="rId209" Type="http://schemas.openxmlformats.org/officeDocument/2006/relationships/customXml" Target="../ink/ink105.xml"/><Relationship Id="rId360" Type="http://schemas.openxmlformats.org/officeDocument/2006/relationships/image" Target="../media/image179.png"/><Relationship Id="rId416" Type="http://schemas.openxmlformats.org/officeDocument/2006/relationships/image" Target="../media/image207.png"/><Relationship Id="rId598" Type="http://schemas.openxmlformats.org/officeDocument/2006/relationships/customXml" Target="../ink/ink300.xml"/><Relationship Id="rId220" Type="http://schemas.openxmlformats.org/officeDocument/2006/relationships/image" Target="../media/image109.png"/><Relationship Id="rId458" Type="http://schemas.openxmlformats.org/officeDocument/2006/relationships/image" Target="../media/image228.png"/><Relationship Id="rId623" Type="http://schemas.openxmlformats.org/officeDocument/2006/relationships/image" Target="../media/image310.png"/><Relationship Id="rId665" Type="http://schemas.openxmlformats.org/officeDocument/2006/relationships/image" Target="../media/image331.png"/><Relationship Id="rId15" Type="http://schemas.openxmlformats.org/officeDocument/2006/relationships/customXml" Target="../ink/ink7.xml"/><Relationship Id="rId57" Type="http://schemas.openxmlformats.org/officeDocument/2006/relationships/customXml" Target="../ink/ink28.xml"/><Relationship Id="rId262" Type="http://schemas.openxmlformats.org/officeDocument/2006/relationships/image" Target="../media/image130.png"/><Relationship Id="rId318" Type="http://schemas.openxmlformats.org/officeDocument/2006/relationships/image" Target="../media/image158.png"/><Relationship Id="rId525" Type="http://schemas.openxmlformats.org/officeDocument/2006/relationships/customXml" Target="../ink/ink263.xml"/><Relationship Id="rId567" Type="http://schemas.openxmlformats.org/officeDocument/2006/relationships/customXml" Target="../ink/ink284.xml"/><Relationship Id="rId732" Type="http://schemas.openxmlformats.org/officeDocument/2006/relationships/customXml" Target="../ink/ink367.xml"/><Relationship Id="rId99" Type="http://schemas.openxmlformats.org/officeDocument/2006/relationships/customXml" Target="../ink/ink49.xml"/><Relationship Id="rId122" Type="http://schemas.openxmlformats.org/officeDocument/2006/relationships/image" Target="../media/image61.png"/><Relationship Id="rId164" Type="http://schemas.openxmlformats.org/officeDocument/2006/relationships/image" Target="../media/image81.png"/><Relationship Id="rId371" Type="http://schemas.openxmlformats.org/officeDocument/2006/relationships/customXml" Target="../ink/ink186.xml"/><Relationship Id="rId427" Type="http://schemas.openxmlformats.org/officeDocument/2006/relationships/customXml" Target="../ink/ink214.xml"/><Relationship Id="rId469" Type="http://schemas.openxmlformats.org/officeDocument/2006/relationships/customXml" Target="../ink/ink235.xml"/><Relationship Id="rId634" Type="http://schemas.openxmlformats.org/officeDocument/2006/relationships/customXml" Target="../ink/ink318.xml"/><Relationship Id="rId676" Type="http://schemas.openxmlformats.org/officeDocument/2006/relationships/customXml" Target="../ink/ink339.xml"/><Relationship Id="rId26" Type="http://schemas.openxmlformats.org/officeDocument/2006/relationships/image" Target="../media/image13.png"/><Relationship Id="rId231" Type="http://schemas.openxmlformats.org/officeDocument/2006/relationships/customXml" Target="../ink/ink116.xml"/><Relationship Id="rId273" Type="http://schemas.openxmlformats.org/officeDocument/2006/relationships/customXml" Target="../ink/ink137.xml"/><Relationship Id="rId329" Type="http://schemas.openxmlformats.org/officeDocument/2006/relationships/customXml" Target="../ink/ink165.xml"/><Relationship Id="rId480" Type="http://schemas.openxmlformats.org/officeDocument/2006/relationships/image" Target="../media/image239.png"/><Relationship Id="rId536" Type="http://schemas.openxmlformats.org/officeDocument/2006/relationships/image" Target="../media/image267.png"/><Relationship Id="rId701" Type="http://schemas.openxmlformats.org/officeDocument/2006/relationships/image" Target="../media/image349.png"/><Relationship Id="rId68" Type="http://schemas.openxmlformats.org/officeDocument/2006/relationships/image" Target="../media/image34.png"/><Relationship Id="rId133" Type="http://schemas.openxmlformats.org/officeDocument/2006/relationships/customXml" Target="../ink/ink66.xml"/><Relationship Id="rId175" Type="http://schemas.openxmlformats.org/officeDocument/2006/relationships/customXml" Target="../ink/ink88.xml"/><Relationship Id="rId340" Type="http://schemas.openxmlformats.org/officeDocument/2006/relationships/image" Target="../media/image169.png"/><Relationship Id="rId578" Type="http://schemas.openxmlformats.org/officeDocument/2006/relationships/image" Target="../media/image288.png"/><Relationship Id="rId200" Type="http://schemas.openxmlformats.org/officeDocument/2006/relationships/image" Target="../media/image99.png"/><Relationship Id="rId382" Type="http://schemas.openxmlformats.org/officeDocument/2006/relationships/image" Target="../media/image190.png"/><Relationship Id="rId438" Type="http://schemas.openxmlformats.org/officeDocument/2006/relationships/image" Target="../media/image218.png"/><Relationship Id="rId603" Type="http://schemas.openxmlformats.org/officeDocument/2006/relationships/image" Target="../media/image300.png"/><Relationship Id="rId645" Type="http://schemas.openxmlformats.org/officeDocument/2006/relationships/image" Target="../media/image321.png"/><Relationship Id="rId687" Type="http://schemas.openxmlformats.org/officeDocument/2006/relationships/image" Target="../media/image342.png"/><Relationship Id="rId242" Type="http://schemas.openxmlformats.org/officeDocument/2006/relationships/image" Target="../media/image120.png"/><Relationship Id="rId284" Type="http://schemas.openxmlformats.org/officeDocument/2006/relationships/image" Target="../media/image141.png"/><Relationship Id="rId491" Type="http://schemas.openxmlformats.org/officeDocument/2006/relationships/customXml" Target="../ink/ink246.xml"/><Relationship Id="rId505" Type="http://schemas.openxmlformats.org/officeDocument/2006/relationships/customXml" Target="../ink/ink253.xml"/><Relationship Id="rId712" Type="http://schemas.openxmlformats.org/officeDocument/2006/relationships/customXml" Target="../ink/ink357.xml"/><Relationship Id="rId37" Type="http://schemas.openxmlformats.org/officeDocument/2006/relationships/customXml" Target="../ink/ink18.xml"/><Relationship Id="rId79" Type="http://schemas.openxmlformats.org/officeDocument/2006/relationships/customXml" Target="../ink/ink39.xml"/><Relationship Id="rId102" Type="http://schemas.openxmlformats.org/officeDocument/2006/relationships/image" Target="../media/image51.png"/><Relationship Id="rId144" Type="http://schemas.openxmlformats.org/officeDocument/2006/relationships/customXml" Target="../ink/ink72.xml"/><Relationship Id="rId547" Type="http://schemas.openxmlformats.org/officeDocument/2006/relationships/customXml" Target="../ink/ink274.xml"/><Relationship Id="rId589" Type="http://schemas.openxmlformats.org/officeDocument/2006/relationships/customXml" Target="../ink/ink295.xml"/><Relationship Id="rId90" Type="http://schemas.openxmlformats.org/officeDocument/2006/relationships/image" Target="../media/image45.png"/><Relationship Id="rId186" Type="http://schemas.openxmlformats.org/officeDocument/2006/relationships/image" Target="../media/image92.png"/><Relationship Id="rId351" Type="http://schemas.openxmlformats.org/officeDocument/2006/relationships/customXml" Target="../ink/ink176.xml"/><Relationship Id="rId393" Type="http://schemas.openxmlformats.org/officeDocument/2006/relationships/customXml" Target="../ink/ink197.xml"/><Relationship Id="rId407" Type="http://schemas.openxmlformats.org/officeDocument/2006/relationships/customXml" Target="../ink/ink204.xml"/><Relationship Id="rId449" Type="http://schemas.openxmlformats.org/officeDocument/2006/relationships/customXml" Target="../ink/ink225.xml"/><Relationship Id="rId614" Type="http://schemas.openxmlformats.org/officeDocument/2006/relationships/customXml" Target="../ink/ink308.xml"/><Relationship Id="rId656" Type="http://schemas.openxmlformats.org/officeDocument/2006/relationships/customXml" Target="../ink/ink329.xml"/><Relationship Id="rId211" Type="http://schemas.openxmlformats.org/officeDocument/2006/relationships/customXml" Target="../ink/ink106.xml"/><Relationship Id="rId253" Type="http://schemas.openxmlformats.org/officeDocument/2006/relationships/customXml" Target="../ink/ink127.xml"/><Relationship Id="rId295" Type="http://schemas.openxmlformats.org/officeDocument/2006/relationships/customXml" Target="../ink/ink148.xml"/><Relationship Id="rId309" Type="http://schemas.openxmlformats.org/officeDocument/2006/relationships/customXml" Target="../ink/ink155.xml"/><Relationship Id="rId460" Type="http://schemas.openxmlformats.org/officeDocument/2006/relationships/image" Target="../media/image229.png"/><Relationship Id="rId516" Type="http://schemas.openxmlformats.org/officeDocument/2006/relationships/image" Target="../media/image257.png"/><Relationship Id="rId698" Type="http://schemas.openxmlformats.org/officeDocument/2006/relationships/customXml" Target="../ink/ink350.xml"/><Relationship Id="rId48" Type="http://schemas.openxmlformats.org/officeDocument/2006/relationships/image" Target="../media/image24.png"/><Relationship Id="rId113" Type="http://schemas.openxmlformats.org/officeDocument/2006/relationships/customXml" Target="../ink/ink56.xml"/><Relationship Id="rId320" Type="http://schemas.openxmlformats.org/officeDocument/2006/relationships/image" Target="../media/image159.png"/><Relationship Id="rId558" Type="http://schemas.openxmlformats.org/officeDocument/2006/relationships/image" Target="../media/image278.png"/><Relationship Id="rId723" Type="http://schemas.openxmlformats.org/officeDocument/2006/relationships/image" Target="../media/image360.png"/><Relationship Id="rId155" Type="http://schemas.openxmlformats.org/officeDocument/2006/relationships/customXml" Target="../ink/ink78.xml"/><Relationship Id="rId197" Type="http://schemas.openxmlformats.org/officeDocument/2006/relationships/customXml" Target="../ink/ink99.xml"/><Relationship Id="rId362" Type="http://schemas.openxmlformats.org/officeDocument/2006/relationships/image" Target="../media/image180.png"/><Relationship Id="rId418" Type="http://schemas.openxmlformats.org/officeDocument/2006/relationships/image" Target="../media/image208.png"/><Relationship Id="rId625" Type="http://schemas.openxmlformats.org/officeDocument/2006/relationships/image" Target="../media/image311.png"/><Relationship Id="rId222" Type="http://schemas.openxmlformats.org/officeDocument/2006/relationships/image" Target="../media/image110.png"/><Relationship Id="rId264" Type="http://schemas.openxmlformats.org/officeDocument/2006/relationships/image" Target="../media/image131.png"/><Relationship Id="rId471" Type="http://schemas.openxmlformats.org/officeDocument/2006/relationships/customXml" Target="../ink/ink236.xml"/><Relationship Id="rId667" Type="http://schemas.openxmlformats.org/officeDocument/2006/relationships/image" Target="../media/image332.png"/><Relationship Id="rId17" Type="http://schemas.openxmlformats.org/officeDocument/2006/relationships/customXml" Target="../ink/ink8.xml"/><Relationship Id="rId59" Type="http://schemas.openxmlformats.org/officeDocument/2006/relationships/customXml" Target="../ink/ink29.xml"/><Relationship Id="rId124" Type="http://schemas.openxmlformats.org/officeDocument/2006/relationships/image" Target="../media/image62.png"/><Relationship Id="rId527" Type="http://schemas.openxmlformats.org/officeDocument/2006/relationships/customXml" Target="../ink/ink264.xml"/><Relationship Id="rId569" Type="http://schemas.openxmlformats.org/officeDocument/2006/relationships/customXml" Target="../ink/ink285.xml"/><Relationship Id="rId734" Type="http://schemas.openxmlformats.org/officeDocument/2006/relationships/customXml" Target="../ink/ink368.xml"/><Relationship Id="rId70" Type="http://schemas.openxmlformats.org/officeDocument/2006/relationships/image" Target="../media/image35.png"/><Relationship Id="rId166" Type="http://schemas.openxmlformats.org/officeDocument/2006/relationships/image" Target="../media/image82.png"/><Relationship Id="rId331" Type="http://schemas.openxmlformats.org/officeDocument/2006/relationships/customXml" Target="../ink/ink166.xml"/><Relationship Id="rId373" Type="http://schemas.openxmlformats.org/officeDocument/2006/relationships/customXml" Target="../ink/ink187.xml"/><Relationship Id="rId429" Type="http://schemas.openxmlformats.org/officeDocument/2006/relationships/customXml" Target="../ink/ink215.xml"/><Relationship Id="rId580" Type="http://schemas.openxmlformats.org/officeDocument/2006/relationships/image" Target="../media/image289.png"/><Relationship Id="rId636" Type="http://schemas.openxmlformats.org/officeDocument/2006/relationships/customXml" Target="../ink/ink319.xml"/><Relationship Id="rId1" Type="http://schemas.openxmlformats.org/officeDocument/2006/relationships/slideLayout" Target="../slideLayouts/slideLayout1.xml"/><Relationship Id="rId233" Type="http://schemas.openxmlformats.org/officeDocument/2006/relationships/customXml" Target="../ink/ink117.xml"/><Relationship Id="rId440" Type="http://schemas.openxmlformats.org/officeDocument/2006/relationships/image" Target="../media/image219.png"/><Relationship Id="rId678" Type="http://schemas.openxmlformats.org/officeDocument/2006/relationships/customXml" Target="../ink/ink340.xml"/><Relationship Id="rId28" Type="http://schemas.openxmlformats.org/officeDocument/2006/relationships/image" Target="../media/image14.png"/><Relationship Id="rId275" Type="http://schemas.openxmlformats.org/officeDocument/2006/relationships/customXml" Target="../ink/ink138.xml"/><Relationship Id="rId300" Type="http://schemas.openxmlformats.org/officeDocument/2006/relationships/image" Target="../media/image149.png"/><Relationship Id="rId482" Type="http://schemas.openxmlformats.org/officeDocument/2006/relationships/image" Target="../media/image240.png"/><Relationship Id="rId538" Type="http://schemas.openxmlformats.org/officeDocument/2006/relationships/image" Target="../media/image268.png"/><Relationship Id="rId703" Type="http://schemas.openxmlformats.org/officeDocument/2006/relationships/image" Target="../media/image350.png"/><Relationship Id="rId81" Type="http://schemas.openxmlformats.org/officeDocument/2006/relationships/customXml" Target="../ink/ink40.xml"/><Relationship Id="rId135" Type="http://schemas.openxmlformats.org/officeDocument/2006/relationships/customXml" Target="../ink/ink67.xml"/><Relationship Id="rId177" Type="http://schemas.openxmlformats.org/officeDocument/2006/relationships/customXml" Target="../ink/ink89.xml"/><Relationship Id="rId342" Type="http://schemas.openxmlformats.org/officeDocument/2006/relationships/image" Target="../media/image170.png"/><Relationship Id="rId384" Type="http://schemas.openxmlformats.org/officeDocument/2006/relationships/image" Target="../media/image191.png"/><Relationship Id="rId591" Type="http://schemas.openxmlformats.org/officeDocument/2006/relationships/image" Target="../media/image294.png"/><Relationship Id="rId605" Type="http://schemas.openxmlformats.org/officeDocument/2006/relationships/image" Target="../media/image301.png"/><Relationship Id="rId202" Type="http://schemas.openxmlformats.org/officeDocument/2006/relationships/image" Target="../media/image100.png"/><Relationship Id="rId244" Type="http://schemas.openxmlformats.org/officeDocument/2006/relationships/image" Target="../media/image121.png"/><Relationship Id="rId647" Type="http://schemas.openxmlformats.org/officeDocument/2006/relationships/image" Target="../media/image322.png"/><Relationship Id="rId689" Type="http://schemas.openxmlformats.org/officeDocument/2006/relationships/image" Target="../media/image343.png"/><Relationship Id="rId39" Type="http://schemas.openxmlformats.org/officeDocument/2006/relationships/customXml" Target="../ink/ink19.xml"/><Relationship Id="rId286" Type="http://schemas.openxmlformats.org/officeDocument/2006/relationships/image" Target="../media/image142.png"/><Relationship Id="rId451" Type="http://schemas.openxmlformats.org/officeDocument/2006/relationships/customXml" Target="../ink/ink226.xml"/><Relationship Id="rId493" Type="http://schemas.openxmlformats.org/officeDocument/2006/relationships/customXml" Target="../ink/ink247.xml"/><Relationship Id="rId507" Type="http://schemas.openxmlformats.org/officeDocument/2006/relationships/customXml" Target="../ink/ink254.xml"/><Relationship Id="rId549" Type="http://schemas.openxmlformats.org/officeDocument/2006/relationships/customXml" Target="../ink/ink275.xml"/><Relationship Id="rId714" Type="http://schemas.openxmlformats.org/officeDocument/2006/relationships/customXml" Target="../ink/ink358.xml"/><Relationship Id="rId50" Type="http://schemas.openxmlformats.org/officeDocument/2006/relationships/image" Target="../media/image25.png"/><Relationship Id="rId104" Type="http://schemas.openxmlformats.org/officeDocument/2006/relationships/image" Target="../media/image52.png"/><Relationship Id="rId146" Type="http://schemas.openxmlformats.org/officeDocument/2006/relationships/customXml" Target="../ink/ink73.xml"/><Relationship Id="rId188" Type="http://schemas.openxmlformats.org/officeDocument/2006/relationships/image" Target="../media/image93.png"/><Relationship Id="rId311" Type="http://schemas.openxmlformats.org/officeDocument/2006/relationships/customXml" Target="../ink/ink156.xml"/><Relationship Id="rId353" Type="http://schemas.openxmlformats.org/officeDocument/2006/relationships/customXml" Target="../ink/ink177.xml"/><Relationship Id="rId395" Type="http://schemas.openxmlformats.org/officeDocument/2006/relationships/customXml" Target="../ink/ink198.xml"/><Relationship Id="rId409" Type="http://schemas.openxmlformats.org/officeDocument/2006/relationships/customXml" Target="../ink/ink205.xml"/><Relationship Id="rId560" Type="http://schemas.openxmlformats.org/officeDocument/2006/relationships/image" Target="../media/image279.png"/><Relationship Id="rId92" Type="http://schemas.openxmlformats.org/officeDocument/2006/relationships/image" Target="../media/image46.png"/><Relationship Id="rId213" Type="http://schemas.openxmlformats.org/officeDocument/2006/relationships/customXml" Target="../ink/ink107.xml"/><Relationship Id="rId420" Type="http://schemas.openxmlformats.org/officeDocument/2006/relationships/image" Target="../media/image209.png"/><Relationship Id="rId616" Type="http://schemas.openxmlformats.org/officeDocument/2006/relationships/customXml" Target="../ink/ink309.xml"/><Relationship Id="rId658" Type="http://schemas.openxmlformats.org/officeDocument/2006/relationships/customXml" Target="../ink/ink330.xml"/><Relationship Id="rId255" Type="http://schemas.openxmlformats.org/officeDocument/2006/relationships/customXml" Target="../ink/ink128.xml"/><Relationship Id="rId297" Type="http://schemas.openxmlformats.org/officeDocument/2006/relationships/customXml" Target="../ink/ink149.xml"/><Relationship Id="rId462" Type="http://schemas.openxmlformats.org/officeDocument/2006/relationships/image" Target="../media/image230.png"/><Relationship Id="rId518" Type="http://schemas.openxmlformats.org/officeDocument/2006/relationships/image" Target="../media/image258.png"/><Relationship Id="rId725" Type="http://schemas.openxmlformats.org/officeDocument/2006/relationships/image" Target="../media/image361.png"/><Relationship Id="rId115" Type="http://schemas.openxmlformats.org/officeDocument/2006/relationships/customXml" Target="../ink/ink57.xml"/><Relationship Id="rId157" Type="http://schemas.openxmlformats.org/officeDocument/2006/relationships/customXml" Target="../ink/ink79.xml"/><Relationship Id="rId322" Type="http://schemas.openxmlformats.org/officeDocument/2006/relationships/image" Target="../media/image160.png"/><Relationship Id="rId364" Type="http://schemas.openxmlformats.org/officeDocument/2006/relationships/image" Target="../media/image181.png"/><Relationship Id="rId61" Type="http://schemas.openxmlformats.org/officeDocument/2006/relationships/customXml" Target="../ink/ink30.xml"/><Relationship Id="rId199" Type="http://schemas.openxmlformats.org/officeDocument/2006/relationships/customXml" Target="../ink/ink100.xml"/><Relationship Id="rId571" Type="http://schemas.openxmlformats.org/officeDocument/2006/relationships/customXml" Target="../ink/ink286.xml"/><Relationship Id="rId627" Type="http://schemas.openxmlformats.org/officeDocument/2006/relationships/image" Target="../media/image312.png"/><Relationship Id="rId669" Type="http://schemas.openxmlformats.org/officeDocument/2006/relationships/image" Target="../media/image333.png"/><Relationship Id="rId19" Type="http://schemas.openxmlformats.org/officeDocument/2006/relationships/customXml" Target="../ink/ink9.xml"/><Relationship Id="rId224" Type="http://schemas.openxmlformats.org/officeDocument/2006/relationships/image" Target="../media/image111.png"/><Relationship Id="rId266" Type="http://schemas.openxmlformats.org/officeDocument/2006/relationships/image" Target="../media/image132.png"/><Relationship Id="rId431" Type="http://schemas.openxmlformats.org/officeDocument/2006/relationships/customXml" Target="../ink/ink216.xml"/><Relationship Id="rId473" Type="http://schemas.openxmlformats.org/officeDocument/2006/relationships/customXml" Target="../ink/ink237.xml"/><Relationship Id="rId529" Type="http://schemas.openxmlformats.org/officeDocument/2006/relationships/customXml" Target="../ink/ink265.xml"/><Relationship Id="rId680" Type="http://schemas.openxmlformats.org/officeDocument/2006/relationships/customXml" Target="../ink/ink341.xml"/><Relationship Id="rId736" Type="http://schemas.openxmlformats.org/officeDocument/2006/relationships/customXml" Target="../ink/ink369.xml"/><Relationship Id="rId30" Type="http://schemas.openxmlformats.org/officeDocument/2006/relationships/image" Target="../media/image15.png"/><Relationship Id="rId126" Type="http://schemas.openxmlformats.org/officeDocument/2006/relationships/image" Target="../media/image63.png"/><Relationship Id="rId168" Type="http://schemas.openxmlformats.org/officeDocument/2006/relationships/image" Target="../media/image83.png"/><Relationship Id="rId333" Type="http://schemas.openxmlformats.org/officeDocument/2006/relationships/customXml" Target="../ink/ink167.xml"/><Relationship Id="rId540" Type="http://schemas.openxmlformats.org/officeDocument/2006/relationships/image" Target="../media/image269.png"/><Relationship Id="rId72" Type="http://schemas.openxmlformats.org/officeDocument/2006/relationships/image" Target="../media/image36.png"/><Relationship Id="rId375" Type="http://schemas.openxmlformats.org/officeDocument/2006/relationships/customXml" Target="../ink/ink188.xml"/><Relationship Id="rId582" Type="http://schemas.openxmlformats.org/officeDocument/2006/relationships/image" Target="../media/image290.png"/><Relationship Id="rId638" Type="http://schemas.openxmlformats.org/officeDocument/2006/relationships/customXml" Target="../ink/ink320.xml"/><Relationship Id="rId3" Type="http://schemas.openxmlformats.org/officeDocument/2006/relationships/customXml" Target="../ink/ink1.xml"/><Relationship Id="rId235" Type="http://schemas.openxmlformats.org/officeDocument/2006/relationships/customXml" Target="../ink/ink118.xml"/><Relationship Id="rId277" Type="http://schemas.openxmlformats.org/officeDocument/2006/relationships/customXml" Target="../ink/ink139.xml"/><Relationship Id="rId400" Type="http://schemas.openxmlformats.org/officeDocument/2006/relationships/image" Target="../media/image199.png"/><Relationship Id="rId442" Type="http://schemas.openxmlformats.org/officeDocument/2006/relationships/image" Target="../media/image220.png"/><Relationship Id="rId484" Type="http://schemas.openxmlformats.org/officeDocument/2006/relationships/image" Target="../media/image241.png"/><Relationship Id="rId705" Type="http://schemas.openxmlformats.org/officeDocument/2006/relationships/image" Target="../media/image351.png"/><Relationship Id="rId137" Type="http://schemas.openxmlformats.org/officeDocument/2006/relationships/customXml" Target="../ink/ink68.xml"/><Relationship Id="rId302" Type="http://schemas.openxmlformats.org/officeDocument/2006/relationships/image" Target="../media/image150.png"/><Relationship Id="rId344" Type="http://schemas.openxmlformats.org/officeDocument/2006/relationships/image" Target="../media/image171.png"/><Relationship Id="rId691" Type="http://schemas.openxmlformats.org/officeDocument/2006/relationships/image" Target="../media/image344.png"/><Relationship Id="rId41" Type="http://schemas.openxmlformats.org/officeDocument/2006/relationships/customXml" Target="../ink/ink20.xml"/><Relationship Id="rId83" Type="http://schemas.openxmlformats.org/officeDocument/2006/relationships/customXml" Target="../ink/ink41.xml"/><Relationship Id="rId179" Type="http://schemas.openxmlformats.org/officeDocument/2006/relationships/customXml" Target="../ink/ink90.xml"/><Relationship Id="rId386" Type="http://schemas.openxmlformats.org/officeDocument/2006/relationships/image" Target="../media/image192.png"/><Relationship Id="rId551" Type="http://schemas.openxmlformats.org/officeDocument/2006/relationships/customXml" Target="../ink/ink276.xml"/><Relationship Id="rId593" Type="http://schemas.openxmlformats.org/officeDocument/2006/relationships/image" Target="../media/image295.png"/><Relationship Id="rId607" Type="http://schemas.openxmlformats.org/officeDocument/2006/relationships/image" Target="../media/image302.png"/><Relationship Id="rId649" Type="http://schemas.openxmlformats.org/officeDocument/2006/relationships/image" Target="../media/image323.png"/><Relationship Id="rId190" Type="http://schemas.openxmlformats.org/officeDocument/2006/relationships/image" Target="../media/image94.png"/><Relationship Id="rId204" Type="http://schemas.openxmlformats.org/officeDocument/2006/relationships/image" Target="../media/image101.png"/><Relationship Id="rId246" Type="http://schemas.openxmlformats.org/officeDocument/2006/relationships/image" Target="../media/image122.png"/><Relationship Id="rId288" Type="http://schemas.openxmlformats.org/officeDocument/2006/relationships/image" Target="../media/image143.png"/><Relationship Id="rId411" Type="http://schemas.openxmlformats.org/officeDocument/2006/relationships/customXml" Target="../ink/ink206.xml"/><Relationship Id="rId453" Type="http://schemas.openxmlformats.org/officeDocument/2006/relationships/customXml" Target="../ink/ink227.xml"/><Relationship Id="rId509" Type="http://schemas.openxmlformats.org/officeDocument/2006/relationships/customXml" Target="../ink/ink255.xml"/><Relationship Id="rId660" Type="http://schemas.openxmlformats.org/officeDocument/2006/relationships/customXml" Target="../ink/ink331.xml"/><Relationship Id="rId106" Type="http://schemas.openxmlformats.org/officeDocument/2006/relationships/image" Target="../media/image53.png"/><Relationship Id="rId313" Type="http://schemas.openxmlformats.org/officeDocument/2006/relationships/customXml" Target="../ink/ink157.xml"/><Relationship Id="rId495" Type="http://schemas.openxmlformats.org/officeDocument/2006/relationships/customXml" Target="../ink/ink248.xml"/><Relationship Id="rId716" Type="http://schemas.openxmlformats.org/officeDocument/2006/relationships/customXml" Target="../ink/ink359.xml"/><Relationship Id="rId10" Type="http://schemas.openxmlformats.org/officeDocument/2006/relationships/image" Target="../media/image5.png"/><Relationship Id="rId52" Type="http://schemas.openxmlformats.org/officeDocument/2006/relationships/image" Target="../media/image26.png"/><Relationship Id="rId94" Type="http://schemas.openxmlformats.org/officeDocument/2006/relationships/image" Target="../media/image47.png"/><Relationship Id="rId148" Type="http://schemas.openxmlformats.org/officeDocument/2006/relationships/customXml" Target="../ink/ink74.xml"/><Relationship Id="rId355" Type="http://schemas.openxmlformats.org/officeDocument/2006/relationships/customXml" Target="../ink/ink178.xml"/><Relationship Id="rId397" Type="http://schemas.openxmlformats.org/officeDocument/2006/relationships/customXml" Target="../ink/ink199.xml"/><Relationship Id="rId520" Type="http://schemas.openxmlformats.org/officeDocument/2006/relationships/image" Target="../media/image259.png"/><Relationship Id="rId562" Type="http://schemas.openxmlformats.org/officeDocument/2006/relationships/image" Target="../media/image280.png"/><Relationship Id="rId618" Type="http://schemas.openxmlformats.org/officeDocument/2006/relationships/customXml" Target="../ink/ink310.xml"/><Relationship Id="rId215" Type="http://schemas.openxmlformats.org/officeDocument/2006/relationships/customXml" Target="../ink/ink108.xml"/><Relationship Id="rId257" Type="http://schemas.openxmlformats.org/officeDocument/2006/relationships/customXml" Target="../ink/ink129.xml"/><Relationship Id="rId422" Type="http://schemas.openxmlformats.org/officeDocument/2006/relationships/image" Target="../media/image210.png"/><Relationship Id="rId464" Type="http://schemas.openxmlformats.org/officeDocument/2006/relationships/image" Target="../media/image231.png"/><Relationship Id="rId299" Type="http://schemas.openxmlformats.org/officeDocument/2006/relationships/customXml" Target="../ink/ink150.xml"/><Relationship Id="rId727" Type="http://schemas.openxmlformats.org/officeDocument/2006/relationships/image" Target="../media/image362.png"/><Relationship Id="rId63" Type="http://schemas.openxmlformats.org/officeDocument/2006/relationships/customXml" Target="../ink/ink31.xml"/><Relationship Id="rId159" Type="http://schemas.openxmlformats.org/officeDocument/2006/relationships/customXml" Target="../ink/ink80.xml"/><Relationship Id="rId366" Type="http://schemas.openxmlformats.org/officeDocument/2006/relationships/image" Target="../media/image182.png"/><Relationship Id="rId573" Type="http://schemas.openxmlformats.org/officeDocument/2006/relationships/customXml" Target="../ink/ink287.xml"/><Relationship Id="rId226" Type="http://schemas.openxmlformats.org/officeDocument/2006/relationships/image" Target="../media/image112.png"/><Relationship Id="rId433" Type="http://schemas.openxmlformats.org/officeDocument/2006/relationships/customXml" Target="../ink/ink217.xml"/><Relationship Id="rId640" Type="http://schemas.openxmlformats.org/officeDocument/2006/relationships/customXml" Target="../ink/ink321.xml"/><Relationship Id="rId738" Type="http://schemas.openxmlformats.org/officeDocument/2006/relationships/customXml" Target="../ink/ink370.xml"/><Relationship Id="rId74" Type="http://schemas.openxmlformats.org/officeDocument/2006/relationships/image" Target="../media/image37.png"/><Relationship Id="rId377" Type="http://schemas.openxmlformats.org/officeDocument/2006/relationships/customXml" Target="../ink/ink189.xml"/><Relationship Id="rId500" Type="http://schemas.openxmlformats.org/officeDocument/2006/relationships/image" Target="../media/image249.png"/><Relationship Id="rId584" Type="http://schemas.openxmlformats.org/officeDocument/2006/relationships/image" Target="../media/image291.png"/><Relationship Id="rId5" Type="http://schemas.openxmlformats.org/officeDocument/2006/relationships/customXml" Target="../ink/ink2.xml"/><Relationship Id="rId237" Type="http://schemas.openxmlformats.org/officeDocument/2006/relationships/customXml" Target="../ink/ink119.xml"/><Relationship Id="rId444" Type="http://schemas.openxmlformats.org/officeDocument/2006/relationships/image" Target="../media/image221.png"/><Relationship Id="rId651" Type="http://schemas.openxmlformats.org/officeDocument/2006/relationships/image" Target="../media/image324.png"/><Relationship Id="rId290" Type="http://schemas.openxmlformats.org/officeDocument/2006/relationships/image" Target="../media/image144.png"/><Relationship Id="rId304" Type="http://schemas.openxmlformats.org/officeDocument/2006/relationships/image" Target="../media/image151.png"/><Relationship Id="rId388" Type="http://schemas.openxmlformats.org/officeDocument/2006/relationships/image" Target="../media/image193.png"/><Relationship Id="rId511" Type="http://schemas.openxmlformats.org/officeDocument/2006/relationships/customXml" Target="../ink/ink256.xml"/><Relationship Id="rId609" Type="http://schemas.openxmlformats.org/officeDocument/2006/relationships/image" Target="../media/image303.png"/><Relationship Id="rId85" Type="http://schemas.openxmlformats.org/officeDocument/2006/relationships/customXml" Target="../ink/ink42.xml"/><Relationship Id="rId150" Type="http://schemas.openxmlformats.org/officeDocument/2006/relationships/image" Target="../media/image74.png"/><Relationship Id="rId595" Type="http://schemas.openxmlformats.org/officeDocument/2006/relationships/image" Target="../media/image296.png"/><Relationship Id="rId248" Type="http://schemas.openxmlformats.org/officeDocument/2006/relationships/image" Target="../media/image123.png"/><Relationship Id="rId455" Type="http://schemas.openxmlformats.org/officeDocument/2006/relationships/customXml" Target="../ink/ink228.xml"/><Relationship Id="rId662" Type="http://schemas.openxmlformats.org/officeDocument/2006/relationships/customXml" Target="../ink/ink332.xml"/><Relationship Id="rId12" Type="http://schemas.openxmlformats.org/officeDocument/2006/relationships/image" Target="../media/image6.png"/><Relationship Id="rId108" Type="http://schemas.openxmlformats.org/officeDocument/2006/relationships/image" Target="../media/image54.png"/><Relationship Id="rId315" Type="http://schemas.openxmlformats.org/officeDocument/2006/relationships/customXml" Target="../ink/ink158.xml"/><Relationship Id="rId522" Type="http://schemas.openxmlformats.org/officeDocument/2006/relationships/image" Target="../media/image260.png"/><Relationship Id="rId96" Type="http://schemas.openxmlformats.org/officeDocument/2006/relationships/image" Target="../media/image48.png"/><Relationship Id="rId161" Type="http://schemas.openxmlformats.org/officeDocument/2006/relationships/customXml" Target="../ink/ink81.xml"/><Relationship Id="rId399" Type="http://schemas.openxmlformats.org/officeDocument/2006/relationships/customXml" Target="../ink/ink200.xml"/><Relationship Id="rId259" Type="http://schemas.openxmlformats.org/officeDocument/2006/relationships/customXml" Target="../ink/ink130.xml"/><Relationship Id="rId466" Type="http://schemas.openxmlformats.org/officeDocument/2006/relationships/image" Target="../media/image232.png"/><Relationship Id="rId673" Type="http://schemas.openxmlformats.org/officeDocument/2006/relationships/image" Target="../media/image335.png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326" Type="http://schemas.openxmlformats.org/officeDocument/2006/relationships/image" Target="../media/image162.png"/><Relationship Id="rId533" Type="http://schemas.openxmlformats.org/officeDocument/2006/relationships/customXml" Target="../ink/ink267.xml"/><Relationship Id="rId740" Type="http://schemas.openxmlformats.org/officeDocument/2006/relationships/customXml" Target="../ink/ink371.xml"/><Relationship Id="rId172" Type="http://schemas.openxmlformats.org/officeDocument/2006/relationships/image" Target="../media/image85.png"/><Relationship Id="rId477" Type="http://schemas.openxmlformats.org/officeDocument/2006/relationships/customXml" Target="../ink/ink239.xml"/><Relationship Id="rId600" Type="http://schemas.openxmlformats.org/officeDocument/2006/relationships/customXml" Target="../ink/ink301.xml"/><Relationship Id="rId684" Type="http://schemas.openxmlformats.org/officeDocument/2006/relationships/customXml" Target="../ink/ink343.xml"/><Relationship Id="rId337" Type="http://schemas.openxmlformats.org/officeDocument/2006/relationships/customXml" Target="../ink/ink169.xml"/><Relationship Id="rId34" Type="http://schemas.openxmlformats.org/officeDocument/2006/relationships/image" Target="../media/image17.png"/><Relationship Id="rId544" Type="http://schemas.openxmlformats.org/officeDocument/2006/relationships/image" Target="../media/image271.png"/><Relationship Id="rId183" Type="http://schemas.openxmlformats.org/officeDocument/2006/relationships/customXml" Target="../ink/ink92.xml"/><Relationship Id="rId390" Type="http://schemas.openxmlformats.org/officeDocument/2006/relationships/image" Target="../media/image194.png"/><Relationship Id="rId404" Type="http://schemas.openxmlformats.org/officeDocument/2006/relationships/image" Target="../media/image201.png"/><Relationship Id="rId611" Type="http://schemas.openxmlformats.org/officeDocument/2006/relationships/image" Target="../media/image304.png"/><Relationship Id="rId250" Type="http://schemas.openxmlformats.org/officeDocument/2006/relationships/image" Target="../media/image124.png"/><Relationship Id="rId488" Type="http://schemas.openxmlformats.org/officeDocument/2006/relationships/image" Target="../media/image243.png"/><Relationship Id="rId695" Type="http://schemas.openxmlformats.org/officeDocument/2006/relationships/image" Target="../media/image346.png"/><Relationship Id="rId709" Type="http://schemas.openxmlformats.org/officeDocument/2006/relationships/image" Target="../media/image353.png"/><Relationship Id="rId45" Type="http://schemas.openxmlformats.org/officeDocument/2006/relationships/customXml" Target="../ink/ink22.xml"/><Relationship Id="rId110" Type="http://schemas.openxmlformats.org/officeDocument/2006/relationships/image" Target="../media/image55.png"/><Relationship Id="rId348" Type="http://schemas.openxmlformats.org/officeDocument/2006/relationships/image" Target="../media/image173.png"/><Relationship Id="rId555" Type="http://schemas.openxmlformats.org/officeDocument/2006/relationships/customXml" Target="../ink/ink278.xml"/><Relationship Id="rId194" Type="http://schemas.openxmlformats.org/officeDocument/2006/relationships/image" Target="../media/image96.png"/><Relationship Id="rId208" Type="http://schemas.openxmlformats.org/officeDocument/2006/relationships/image" Target="../media/image103.png"/><Relationship Id="rId415" Type="http://schemas.openxmlformats.org/officeDocument/2006/relationships/customXml" Target="../ink/ink208.xml"/><Relationship Id="rId622" Type="http://schemas.openxmlformats.org/officeDocument/2006/relationships/customXml" Target="../ink/ink312.xml"/><Relationship Id="rId261" Type="http://schemas.openxmlformats.org/officeDocument/2006/relationships/customXml" Target="../ink/ink131.xml"/><Relationship Id="rId499" Type="http://schemas.openxmlformats.org/officeDocument/2006/relationships/customXml" Target="../ink/ink250.xml"/><Relationship Id="rId56" Type="http://schemas.openxmlformats.org/officeDocument/2006/relationships/image" Target="../media/image28.png"/><Relationship Id="rId359" Type="http://schemas.openxmlformats.org/officeDocument/2006/relationships/customXml" Target="../ink/ink180.xml"/><Relationship Id="rId566" Type="http://schemas.openxmlformats.org/officeDocument/2006/relationships/image" Target="../media/image282.png"/><Relationship Id="rId121" Type="http://schemas.openxmlformats.org/officeDocument/2006/relationships/customXml" Target="../ink/ink60.xml"/><Relationship Id="rId219" Type="http://schemas.openxmlformats.org/officeDocument/2006/relationships/customXml" Target="../ink/ink110.xml"/><Relationship Id="rId426" Type="http://schemas.openxmlformats.org/officeDocument/2006/relationships/image" Target="../media/image212.png"/><Relationship Id="rId633" Type="http://schemas.openxmlformats.org/officeDocument/2006/relationships/image" Target="../media/image315.png"/><Relationship Id="rId67" Type="http://schemas.openxmlformats.org/officeDocument/2006/relationships/customXml" Target="../ink/ink33.xml"/><Relationship Id="rId272" Type="http://schemas.openxmlformats.org/officeDocument/2006/relationships/image" Target="../media/image135.png"/><Relationship Id="rId577" Type="http://schemas.openxmlformats.org/officeDocument/2006/relationships/customXml" Target="../ink/ink289.xml"/><Relationship Id="rId700" Type="http://schemas.openxmlformats.org/officeDocument/2006/relationships/customXml" Target="../ink/ink351.xml"/><Relationship Id="rId132" Type="http://schemas.openxmlformats.org/officeDocument/2006/relationships/image" Target="../media/image66.png"/><Relationship Id="rId437" Type="http://schemas.openxmlformats.org/officeDocument/2006/relationships/customXml" Target="../ink/ink219.xml"/><Relationship Id="rId644" Type="http://schemas.openxmlformats.org/officeDocument/2006/relationships/customXml" Target="../ink/ink323.xml"/><Relationship Id="rId283" Type="http://schemas.openxmlformats.org/officeDocument/2006/relationships/customXml" Target="../ink/ink142.xml"/><Relationship Id="rId490" Type="http://schemas.openxmlformats.org/officeDocument/2006/relationships/image" Target="../media/image244.png"/><Relationship Id="rId504" Type="http://schemas.openxmlformats.org/officeDocument/2006/relationships/image" Target="../media/image251.png"/><Relationship Id="rId711" Type="http://schemas.openxmlformats.org/officeDocument/2006/relationships/image" Target="../media/image354.png"/><Relationship Id="rId78" Type="http://schemas.openxmlformats.org/officeDocument/2006/relationships/image" Target="../media/image39.png"/><Relationship Id="rId143" Type="http://schemas.openxmlformats.org/officeDocument/2006/relationships/image" Target="../media/image71.png"/><Relationship Id="rId350" Type="http://schemas.openxmlformats.org/officeDocument/2006/relationships/image" Target="../media/image174.png"/><Relationship Id="rId588" Type="http://schemas.openxmlformats.org/officeDocument/2006/relationships/image" Target="../media/image293.png"/><Relationship Id="rId9" Type="http://schemas.openxmlformats.org/officeDocument/2006/relationships/customXml" Target="../ink/ink4.xml"/><Relationship Id="rId210" Type="http://schemas.openxmlformats.org/officeDocument/2006/relationships/image" Target="../media/image104.png"/><Relationship Id="rId448" Type="http://schemas.openxmlformats.org/officeDocument/2006/relationships/image" Target="../media/image223.png"/><Relationship Id="rId655" Type="http://schemas.openxmlformats.org/officeDocument/2006/relationships/image" Target="../media/image326.png"/><Relationship Id="rId294" Type="http://schemas.openxmlformats.org/officeDocument/2006/relationships/image" Target="../media/image146.png"/><Relationship Id="rId308" Type="http://schemas.openxmlformats.org/officeDocument/2006/relationships/image" Target="../media/image153.png"/><Relationship Id="rId515" Type="http://schemas.openxmlformats.org/officeDocument/2006/relationships/customXml" Target="../ink/ink258.xml"/><Relationship Id="rId722" Type="http://schemas.openxmlformats.org/officeDocument/2006/relationships/customXml" Target="../ink/ink362.xml"/><Relationship Id="rId89" Type="http://schemas.openxmlformats.org/officeDocument/2006/relationships/customXml" Target="../ink/ink44.xml"/><Relationship Id="rId154" Type="http://schemas.openxmlformats.org/officeDocument/2006/relationships/image" Target="../media/image76.png"/><Relationship Id="rId361" Type="http://schemas.openxmlformats.org/officeDocument/2006/relationships/customXml" Target="../ink/ink181.xml"/><Relationship Id="rId599" Type="http://schemas.openxmlformats.org/officeDocument/2006/relationships/image" Target="../media/image298.png"/><Relationship Id="rId459" Type="http://schemas.openxmlformats.org/officeDocument/2006/relationships/customXml" Target="../ink/ink230.xml"/><Relationship Id="rId666" Type="http://schemas.openxmlformats.org/officeDocument/2006/relationships/customXml" Target="../ink/ink334.xml"/><Relationship Id="rId16" Type="http://schemas.openxmlformats.org/officeDocument/2006/relationships/image" Target="../media/image8.png"/><Relationship Id="rId221" Type="http://schemas.openxmlformats.org/officeDocument/2006/relationships/customXml" Target="../ink/ink111.xml"/><Relationship Id="rId319" Type="http://schemas.openxmlformats.org/officeDocument/2006/relationships/customXml" Target="../ink/ink160.xml"/><Relationship Id="rId526" Type="http://schemas.openxmlformats.org/officeDocument/2006/relationships/image" Target="../media/image262.png"/><Relationship Id="rId733" Type="http://schemas.openxmlformats.org/officeDocument/2006/relationships/image" Target="../media/image365.png"/><Relationship Id="rId165" Type="http://schemas.openxmlformats.org/officeDocument/2006/relationships/customXml" Target="../ink/ink83.xml"/><Relationship Id="rId372" Type="http://schemas.openxmlformats.org/officeDocument/2006/relationships/image" Target="../media/image185.png"/><Relationship Id="rId677" Type="http://schemas.openxmlformats.org/officeDocument/2006/relationships/image" Target="../media/image337.png"/><Relationship Id="rId232" Type="http://schemas.openxmlformats.org/officeDocument/2006/relationships/image" Target="../media/image115.png"/><Relationship Id="rId27" Type="http://schemas.openxmlformats.org/officeDocument/2006/relationships/customXml" Target="../ink/ink13.xml"/><Relationship Id="rId537" Type="http://schemas.openxmlformats.org/officeDocument/2006/relationships/customXml" Target="../ink/ink269.xml"/><Relationship Id="rId80" Type="http://schemas.openxmlformats.org/officeDocument/2006/relationships/image" Target="../media/image40.png"/><Relationship Id="rId176" Type="http://schemas.openxmlformats.org/officeDocument/2006/relationships/image" Target="../media/image87.png"/><Relationship Id="rId383" Type="http://schemas.openxmlformats.org/officeDocument/2006/relationships/customXml" Target="../ink/ink192.xml"/><Relationship Id="rId590" Type="http://schemas.openxmlformats.org/officeDocument/2006/relationships/customXml" Target="../ink/ink296.xml"/><Relationship Id="rId604" Type="http://schemas.openxmlformats.org/officeDocument/2006/relationships/customXml" Target="../ink/ink303.xml"/><Relationship Id="rId243" Type="http://schemas.openxmlformats.org/officeDocument/2006/relationships/customXml" Target="../ink/ink122.xml"/><Relationship Id="rId450" Type="http://schemas.openxmlformats.org/officeDocument/2006/relationships/image" Target="../media/image224.png"/><Relationship Id="rId688" Type="http://schemas.openxmlformats.org/officeDocument/2006/relationships/customXml" Target="../ink/ink345.xml"/><Relationship Id="rId38" Type="http://schemas.openxmlformats.org/officeDocument/2006/relationships/image" Target="../media/image19.png"/><Relationship Id="rId103" Type="http://schemas.openxmlformats.org/officeDocument/2006/relationships/customXml" Target="../ink/ink51.xml"/><Relationship Id="rId310" Type="http://schemas.openxmlformats.org/officeDocument/2006/relationships/image" Target="../media/image154.png"/><Relationship Id="rId548" Type="http://schemas.openxmlformats.org/officeDocument/2006/relationships/image" Target="../media/image273.png"/><Relationship Id="rId91" Type="http://schemas.openxmlformats.org/officeDocument/2006/relationships/customXml" Target="../ink/ink45.xml"/><Relationship Id="rId187" Type="http://schemas.openxmlformats.org/officeDocument/2006/relationships/customXml" Target="../ink/ink94.xml"/><Relationship Id="rId394" Type="http://schemas.openxmlformats.org/officeDocument/2006/relationships/image" Target="../media/image196.png"/><Relationship Id="rId408" Type="http://schemas.openxmlformats.org/officeDocument/2006/relationships/image" Target="../media/image203.png"/><Relationship Id="rId615" Type="http://schemas.openxmlformats.org/officeDocument/2006/relationships/image" Target="../media/image306.png"/><Relationship Id="rId254" Type="http://schemas.openxmlformats.org/officeDocument/2006/relationships/image" Target="../media/image126.png"/><Relationship Id="rId699" Type="http://schemas.openxmlformats.org/officeDocument/2006/relationships/image" Target="../media/image348.png"/><Relationship Id="rId49" Type="http://schemas.openxmlformats.org/officeDocument/2006/relationships/customXml" Target="../ink/ink24.xml"/><Relationship Id="rId114" Type="http://schemas.openxmlformats.org/officeDocument/2006/relationships/image" Target="../media/image57.png"/><Relationship Id="rId461" Type="http://schemas.openxmlformats.org/officeDocument/2006/relationships/customXml" Target="../ink/ink231.xml"/><Relationship Id="rId559" Type="http://schemas.openxmlformats.org/officeDocument/2006/relationships/customXml" Target="../ink/ink280.xml"/><Relationship Id="rId198" Type="http://schemas.openxmlformats.org/officeDocument/2006/relationships/image" Target="../media/image98.png"/><Relationship Id="rId321" Type="http://schemas.openxmlformats.org/officeDocument/2006/relationships/customXml" Target="../ink/ink161.xml"/><Relationship Id="rId419" Type="http://schemas.openxmlformats.org/officeDocument/2006/relationships/customXml" Target="../ink/ink210.xml"/><Relationship Id="rId626" Type="http://schemas.openxmlformats.org/officeDocument/2006/relationships/customXml" Target="../ink/ink314.xml"/><Relationship Id="rId265" Type="http://schemas.openxmlformats.org/officeDocument/2006/relationships/customXml" Target="../ink/ink133.xml"/><Relationship Id="rId472" Type="http://schemas.openxmlformats.org/officeDocument/2006/relationships/image" Target="../media/image235.png"/><Relationship Id="rId125" Type="http://schemas.openxmlformats.org/officeDocument/2006/relationships/customXml" Target="../ink/ink62.xml"/><Relationship Id="rId332" Type="http://schemas.openxmlformats.org/officeDocument/2006/relationships/image" Target="../media/image165.png"/><Relationship Id="rId637" Type="http://schemas.openxmlformats.org/officeDocument/2006/relationships/image" Target="../media/image317.png"/><Relationship Id="rId276" Type="http://schemas.openxmlformats.org/officeDocument/2006/relationships/image" Target="../media/image137.png"/><Relationship Id="rId483" Type="http://schemas.openxmlformats.org/officeDocument/2006/relationships/customXml" Target="../ink/ink242.xml"/><Relationship Id="rId690" Type="http://schemas.openxmlformats.org/officeDocument/2006/relationships/customXml" Target="../ink/ink346.xml"/><Relationship Id="rId704" Type="http://schemas.openxmlformats.org/officeDocument/2006/relationships/customXml" Target="../ink/ink353.xml"/><Relationship Id="rId40" Type="http://schemas.openxmlformats.org/officeDocument/2006/relationships/image" Target="../media/image20.png"/><Relationship Id="rId136" Type="http://schemas.openxmlformats.org/officeDocument/2006/relationships/image" Target="../media/image68.png"/><Relationship Id="rId343" Type="http://schemas.openxmlformats.org/officeDocument/2006/relationships/customXml" Target="../ink/ink172.xml"/><Relationship Id="rId550" Type="http://schemas.openxmlformats.org/officeDocument/2006/relationships/image" Target="../media/image274.png"/><Relationship Id="rId203" Type="http://schemas.openxmlformats.org/officeDocument/2006/relationships/customXml" Target="../ink/ink102.xml"/><Relationship Id="rId648" Type="http://schemas.openxmlformats.org/officeDocument/2006/relationships/customXml" Target="../ink/ink325.xml"/><Relationship Id="rId287" Type="http://schemas.openxmlformats.org/officeDocument/2006/relationships/customXml" Target="../ink/ink144.xml"/><Relationship Id="rId410" Type="http://schemas.openxmlformats.org/officeDocument/2006/relationships/image" Target="../media/image204.png"/><Relationship Id="rId494" Type="http://schemas.openxmlformats.org/officeDocument/2006/relationships/image" Target="../media/image246.png"/><Relationship Id="rId508" Type="http://schemas.openxmlformats.org/officeDocument/2006/relationships/image" Target="../media/image253.png"/><Relationship Id="rId715" Type="http://schemas.openxmlformats.org/officeDocument/2006/relationships/image" Target="../media/image356.png"/><Relationship Id="rId147" Type="http://schemas.openxmlformats.org/officeDocument/2006/relationships/image" Target="../media/image73.png"/><Relationship Id="rId354" Type="http://schemas.openxmlformats.org/officeDocument/2006/relationships/image" Target="../media/image176.png"/><Relationship Id="rId51" Type="http://schemas.openxmlformats.org/officeDocument/2006/relationships/customXml" Target="../ink/ink25.xml"/><Relationship Id="rId561" Type="http://schemas.openxmlformats.org/officeDocument/2006/relationships/customXml" Target="../ink/ink281.xml"/><Relationship Id="rId659" Type="http://schemas.openxmlformats.org/officeDocument/2006/relationships/image" Target="../media/image328.png"/><Relationship Id="rId214" Type="http://schemas.openxmlformats.org/officeDocument/2006/relationships/image" Target="../media/image106.png"/><Relationship Id="rId298" Type="http://schemas.openxmlformats.org/officeDocument/2006/relationships/image" Target="../media/image148.png"/><Relationship Id="rId421" Type="http://schemas.openxmlformats.org/officeDocument/2006/relationships/customXml" Target="../ink/ink211.xml"/><Relationship Id="rId519" Type="http://schemas.openxmlformats.org/officeDocument/2006/relationships/customXml" Target="../ink/ink260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431.xml"/><Relationship Id="rId21" Type="http://schemas.openxmlformats.org/officeDocument/2006/relationships/customXml" Target="../ink/ink381.xml"/><Relationship Id="rId324" Type="http://schemas.openxmlformats.org/officeDocument/2006/relationships/customXml" Target="../ink/ink537.xml"/><Relationship Id="rId531" Type="http://schemas.openxmlformats.org/officeDocument/2006/relationships/customXml" Target="../ink/ink644.xml"/><Relationship Id="rId170" Type="http://schemas.openxmlformats.org/officeDocument/2006/relationships/image" Target="../media/image450.png"/><Relationship Id="rId268" Type="http://schemas.openxmlformats.org/officeDocument/2006/relationships/customXml" Target="../ink/ink508.xml"/><Relationship Id="rId475" Type="http://schemas.openxmlformats.org/officeDocument/2006/relationships/customXml" Target="../ink/ink616.xml"/><Relationship Id="rId32" Type="http://schemas.openxmlformats.org/officeDocument/2006/relationships/image" Target="../media/image384.png"/><Relationship Id="rId128" Type="http://schemas.openxmlformats.org/officeDocument/2006/relationships/image" Target="../media/image429.png"/><Relationship Id="rId335" Type="http://schemas.openxmlformats.org/officeDocument/2006/relationships/image" Target="../media/image529.png"/><Relationship Id="rId542" Type="http://schemas.openxmlformats.org/officeDocument/2006/relationships/customXml" Target="../ink/ink650.xml"/><Relationship Id="rId181" Type="http://schemas.openxmlformats.org/officeDocument/2006/relationships/image" Target="../media/image455.png"/><Relationship Id="rId402" Type="http://schemas.openxmlformats.org/officeDocument/2006/relationships/customXml" Target="../ink/ink578.xml"/><Relationship Id="rId279" Type="http://schemas.openxmlformats.org/officeDocument/2006/relationships/image" Target="../media/image38.png"/><Relationship Id="rId486" Type="http://schemas.openxmlformats.org/officeDocument/2006/relationships/image" Target="../media/image601.png"/><Relationship Id="rId43" Type="http://schemas.openxmlformats.org/officeDocument/2006/relationships/customXml" Target="../ink/ink392.xml"/><Relationship Id="rId139" Type="http://schemas.openxmlformats.org/officeDocument/2006/relationships/customXml" Target="../ink/ink442.xml"/><Relationship Id="rId346" Type="http://schemas.openxmlformats.org/officeDocument/2006/relationships/customXml" Target="../ink/ink548.xml"/><Relationship Id="rId553" Type="http://schemas.openxmlformats.org/officeDocument/2006/relationships/image" Target="../media/image634.png"/><Relationship Id="rId192" Type="http://schemas.openxmlformats.org/officeDocument/2006/relationships/customXml" Target="../ink/ink469.xml"/><Relationship Id="rId206" Type="http://schemas.openxmlformats.org/officeDocument/2006/relationships/customXml" Target="../ink/ink476.xml"/><Relationship Id="rId413" Type="http://schemas.openxmlformats.org/officeDocument/2006/relationships/image" Target="../media/image565.png"/><Relationship Id="rId497" Type="http://schemas.openxmlformats.org/officeDocument/2006/relationships/customXml" Target="../ink/ink627.xml"/><Relationship Id="rId357" Type="http://schemas.openxmlformats.org/officeDocument/2006/relationships/image" Target="../media/image540.png"/><Relationship Id="rId54" Type="http://schemas.openxmlformats.org/officeDocument/2006/relationships/image" Target="../media/image395.png"/><Relationship Id="rId217" Type="http://schemas.openxmlformats.org/officeDocument/2006/relationships/image" Target="../media/image473.png"/><Relationship Id="rId564" Type="http://schemas.openxmlformats.org/officeDocument/2006/relationships/customXml" Target="../ink/ink661.xml"/><Relationship Id="rId424" Type="http://schemas.openxmlformats.org/officeDocument/2006/relationships/image" Target="../media/image570.png"/><Relationship Id="rId270" Type="http://schemas.openxmlformats.org/officeDocument/2006/relationships/customXml" Target="../ink/ink509.xml"/><Relationship Id="rId65" Type="http://schemas.openxmlformats.org/officeDocument/2006/relationships/customXml" Target="../ink/ink403.xml"/><Relationship Id="rId130" Type="http://schemas.openxmlformats.org/officeDocument/2006/relationships/image" Target="../media/image430.png"/><Relationship Id="rId368" Type="http://schemas.openxmlformats.org/officeDocument/2006/relationships/customXml" Target="../ink/ink560.xml"/><Relationship Id="rId172" Type="http://schemas.openxmlformats.org/officeDocument/2006/relationships/customXml" Target="../ink/ink459.xml"/><Relationship Id="rId228" Type="http://schemas.openxmlformats.org/officeDocument/2006/relationships/customXml" Target="../ink/ink487.xml"/><Relationship Id="rId435" Type="http://schemas.openxmlformats.org/officeDocument/2006/relationships/customXml" Target="../ink/ink596.xml"/><Relationship Id="rId477" Type="http://schemas.openxmlformats.org/officeDocument/2006/relationships/customXml" Target="../ink/ink617.xml"/><Relationship Id="rId281" Type="http://schemas.openxmlformats.org/officeDocument/2006/relationships/image" Target="../media/image503.png"/><Relationship Id="rId337" Type="http://schemas.openxmlformats.org/officeDocument/2006/relationships/image" Target="../media/image530.png"/><Relationship Id="rId502" Type="http://schemas.openxmlformats.org/officeDocument/2006/relationships/image" Target="../media/image609.png"/><Relationship Id="rId34" Type="http://schemas.openxmlformats.org/officeDocument/2006/relationships/image" Target="../media/image385.png"/><Relationship Id="rId76" Type="http://schemas.openxmlformats.org/officeDocument/2006/relationships/image" Target="../media/image405.png"/><Relationship Id="rId141" Type="http://schemas.openxmlformats.org/officeDocument/2006/relationships/customXml" Target="../ink/ink443.xml"/><Relationship Id="rId379" Type="http://schemas.openxmlformats.org/officeDocument/2006/relationships/customXml" Target="../ink/ink566.xml"/><Relationship Id="rId544" Type="http://schemas.openxmlformats.org/officeDocument/2006/relationships/customXml" Target="../ink/ink651.xml"/><Relationship Id="rId7" Type="http://schemas.openxmlformats.org/officeDocument/2006/relationships/customXml" Target="../ink/ink374.xml"/><Relationship Id="rId183" Type="http://schemas.openxmlformats.org/officeDocument/2006/relationships/image" Target="../media/image456.png"/><Relationship Id="rId239" Type="http://schemas.openxmlformats.org/officeDocument/2006/relationships/image" Target="../media/image484.png"/><Relationship Id="rId390" Type="http://schemas.openxmlformats.org/officeDocument/2006/relationships/customXml" Target="../ink/ink572.xml"/><Relationship Id="rId404" Type="http://schemas.openxmlformats.org/officeDocument/2006/relationships/customXml" Target="../ink/ink579.xml"/><Relationship Id="rId446" Type="http://schemas.openxmlformats.org/officeDocument/2006/relationships/image" Target="../media/image581.png"/><Relationship Id="rId250" Type="http://schemas.openxmlformats.org/officeDocument/2006/relationships/customXml" Target="../ink/ink498.xml"/><Relationship Id="rId292" Type="http://schemas.openxmlformats.org/officeDocument/2006/relationships/image" Target="../media/image508.png"/><Relationship Id="rId306" Type="http://schemas.openxmlformats.org/officeDocument/2006/relationships/image" Target="../media/image515.png"/><Relationship Id="rId488" Type="http://schemas.openxmlformats.org/officeDocument/2006/relationships/image" Target="../media/image602.png"/><Relationship Id="rId45" Type="http://schemas.openxmlformats.org/officeDocument/2006/relationships/customXml" Target="../ink/ink393.xml"/><Relationship Id="rId87" Type="http://schemas.openxmlformats.org/officeDocument/2006/relationships/image" Target="../media/image410.png"/><Relationship Id="rId110" Type="http://schemas.openxmlformats.org/officeDocument/2006/relationships/customXml" Target="../ink/ink427.xml"/><Relationship Id="rId348" Type="http://schemas.openxmlformats.org/officeDocument/2006/relationships/customXml" Target="../ink/ink549.xml"/><Relationship Id="rId513" Type="http://schemas.openxmlformats.org/officeDocument/2006/relationships/customXml" Target="../ink/ink635.xml"/><Relationship Id="rId555" Type="http://schemas.openxmlformats.org/officeDocument/2006/relationships/image" Target="../media/image635.png"/><Relationship Id="rId152" Type="http://schemas.openxmlformats.org/officeDocument/2006/relationships/image" Target="../media/image441.png"/><Relationship Id="rId194" Type="http://schemas.openxmlformats.org/officeDocument/2006/relationships/customXml" Target="../ink/ink470.xml"/><Relationship Id="rId208" Type="http://schemas.openxmlformats.org/officeDocument/2006/relationships/customXml" Target="../ink/ink477.xml"/><Relationship Id="rId415" Type="http://schemas.openxmlformats.org/officeDocument/2006/relationships/image" Target="../media/image566.png"/><Relationship Id="rId457" Type="http://schemas.openxmlformats.org/officeDocument/2006/relationships/customXml" Target="../ink/ink607.xml"/><Relationship Id="rId261" Type="http://schemas.openxmlformats.org/officeDocument/2006/relationships/customXml" Target="../ink/ink504.xml"/><Relationship Id="rId499" Type="http://schemas.openxmlformats.org/officeDocument/2006/relationships/customXml" Target="../ink/ink628.xml"/><Relationship Id="rId14" Type="http://schemas.openxmlformats.org/officeDocument/2006/relationships/image" Target="../media/image375.png"/><Relationship Id="rId56" Type="http://schemas.openxmlformats.org/officeDocument/2006/relationships/image" Target="../media/image396.png"/><Relationship Id="rId317" Type="http://schemas.openxmlformats.org/officeDocument/2006/relationships/customXml" Target="../ink/ink533.xml"/><Relationship Id="rId359" Type="http://schemas.openxmlformats.org/officeDocument/2006/relationships/image" Target="../media/image541.png"/><Relationship Id="rId524" Type="http://schemas.openxmlformats.org/officeDocument/2006/relationships/image" Target="../media/image620.png"/><Relationship Id="rId98" Type="http://schemas.openxmlformats.org/officeDocument/2006/relationships/customXml" Target="../ink/ink420.xml"/><Relationship Id="rId121" Type="http://schemas.openxmlformats.org/officeDocument/2006/relationships/customXml" Target="../ink/ink433.xml"/><Relationship Id="rId163" Type="http://schemas.openxmlformats.org/officeDocument/2006/relationships/customXml" Target="../ink/ink454.xml"/><Relationship Id="rId219" Type="http://schemas.openxmlformats.org/officeDocument/2006/relationships/image" Target="../media/image474.png"/><Relationship Id="rId370" Type="http://schemas.openxmlformats.org/officeDocument/2006/relationships/customXml" Target="../ink/ink561.xml"/><Relationship Id="rId426" Type="http://schemas.openxmlformats.org/officeDocument/2006/relationships/image" Target="../media/image571.png"/><Relationship Id="rId230" Type="http://schemas.openxmlformats.org/officeDocument/2006/relationships/customXml" Target="../ink/ink488.xml"/><Relationship Id="rId468" Type="http://schemas.openxmlformats.org/officeDocument/2006/relationships/image" Target="../media/image592.png"/><Relationship Id="rId25" Type="http://schemas.openxmlformats.org/officeDocument/2006/relationships/customXml" Target="../ink/ink383.xml"/><Relationship Id="rId67" Type="http://schemas.openxmlformats.org/officeDocument/2006/relationships/customXml" Target="../ink/ink404.xml"/><Relationship Id="rId272" Type="http://schemas.openxmlformats.org/officeDocument/2006/relationships/customXml" Target="../ink/ink510.xml"/><Relationship Id="rId328" Type="http://schemas.openxmlformats.org/officeDocument/2006/relationships/customXml" Target="../ink/ink539.xml"/><Relationship Id="rId535" Type="http://schemas.openxmlformats.org/officeDocument/2006/relationships/image" Target="../media/image625.png"/><Relationship Id="rId132" Type="http://schemas.openxmlformats.org/officeDocument/2006/relationships/image" Target="../media/image431.png"/><Relationship Id="rId174" Type="http://schemas.openxmlformats.org/officeDocument/2006/relationships/customXml" Target="../ink/ink460.xml"/><Relationship Id="rId381" Type="http://schemas.openxmlformats.org/officeDocument/2006/relationships/customXml" Target="../ink/ink567.xml"/><Relationship Id="rId241" Type="http://schemas.openxmlformats.org/officeDocument/2006/relationships/image" Target="../media/image485.png"/><Relationship Id="rId437" Type="http://schemas.openxmlformats.org/officeDocument/2006/relationships/customXml" Target="../ink/ink597.xml"/><Relationship Id="rId479" Type="http://schemas.openxmlformats.org/officeDocument/2006/relationships/customXml" Target="../ink/ink618.xml"/><Relationship Id="rId36" Type="http://schemas.openxmlformats.org/officeDocument/2006/relationships/image" Target="../media/image386.png"/><Relationship Id="rId283" Type="http://schemas.openxmlformats.org/officeDocument/2006/relationships/image" Target="../media/image504.png"/><Relationship Id="rId339" Type="http://schemas.openxmlformats.org/officeDocument/2006/relationships/image" Target="../media/image531.png"/><Relationship Id="rId490" Type="http://schemas.openxmlformats.org/officeDocument/2006/relationships/image" Target="../media/image603.png"/><Relationship Id="rId504" Type="http://schemas.openxmlformats.org/officeDocument/2006/relationships/image" Target="../media/image610.png"/><Relationship Id="rId546" Type="http://schemas.openxmlformats.org/officeDocument/2006/relationships/customXml" Target="../ink/ink652.xml"/><Relationship Id="rId78" Type="http://schemas.openxmlformats.org/officeDocument/2006/relationships/image" Target="../media/image406.png"/><Relationship Id="rId101" Type="http://schemas.openxmlformats.org/officeDocument/2006/relationships/customXml" Target="../ink/ink422.xml"/><Relationship Id="rId143" Type="http://schemas.openxmlformats.org/officeDocument/2006/relationships/customXml" Target="../ink/ink444.xml"/><Relationship Id="rId185" Type="http://schemas.openxmlformats.org/officeDocument/2006/relationships/image" Target="../media/image457.png"/><Relationship Id="rId350" Type="http://schemas.openxmlformats.org/officeDocument/2006/relationships/customXml" Target="../ink/ink550.xml"/><Relationship Id="rId406" Type="http://schemas.openxmlformats.org/officeDocument/2006/relationships/customXml" Target="../ink/ink580.xml"/><Relationship Id="rId9" Type="http://schemas.openxmlformats.org/officeDocument/2006/relationships/customXml" Target="../ink/ink375.xml"/><Relationship Id="rId210" Type="http://schemas.openxmlformats.org/officeDocument/2006/relationships/customXml" Target="../ink/ink478.xml"/><Relationship Id="rId392" Type="http://schemas.openxmlformats.org/officeDocument/2006/relationships/customXml" Target="../ink/ink573.xml"/><Relationship Id="rId448" Type="http://schemas.openxmlformats.org/officeDocument/2006/relationships/image" Target="../media/image582.png"/><Relationship Id="rId252" Type="http://schemas.openxmlformats.org/officeDocument/2006/relationships/customXml" Target="../ink/ink499.xml"/><Relationship Id="rId294" Type="http://schemas.openxmlformats.org/officeDocument/2006/relationships/image" Target="../media/image509.png"/><Relationship Id="rId308" Type="http://schemas.openxmlformats.org/officeDocument/2006/relationships/image" Target="../media/image516.png"/><Relationship Id="rId515" Type="http://schemas.openxmlformats.org/officeDocument/2006/relationships/customXml" Target="../ink/ink636.xml"/><Relationship Id="rId47" Type="http://schemas.openxmlformats.org/officeDocument/2006/relationships/customXml" Target="../ink/ink394.xml"/><Relationship Id="rId89" Type="http://schemas.openxmlformats.org/officeDocument/2006/relationships/image" Target="../media/image411.png"/><Relationship Id="rId112" Type="http://schemas.openxmlformats.org/officeDocument/2006/relationships/image" Target="../media/image421.png"/><Relationship Id="rId154" Type="http://schemas.openxmlformats.org/officeDocument/2006/relationships/image" Target="../media/image442.png"/><Relationship Id="rId361" Type="http://schemas.openxmlformats.org/officeDocument/2006/relationships/customXml" Target="../ink/ink556.xml"/><Relationship Id="rId557" Type="http://schemas.openxmlformats.org/officeDocument/2006/relationships/image" Target="../media/image636.png"/><Relationship Id="rId196" Type="http://schemas.openxmlformats.org/officeDocument/2006/relationships/customXml" Target="../ink/ink471.xml"/><Relationship Id="rId417" Type="http://schemas.openxmlformats.org/officeDocument/2006/relationships/image" Target="../media/image567.png"/><Relationship Id="rId459" Type="http://schemas.openxmlformats.org/officeDocument/2006/relationships/customXml" Target="../ink/ink608.xml"/><Relationship Id="rId16" Type="http://schemas.openxmlformats.org/officeDocument/2006/relationships/image" Target="../media/image376.png"/><Relationship Id="rId221" Type="http://schemas.openxmlformats.org/officeDocument/2006/relationships/image" Target="../media/image475.png"/><Relationship Id="rId263" Type="http://schemas.openxmlformats.org/officeDocument/2006/relationships/customXml" Target="../ink/ink505.xml"/><Relationship Id="rId319" Type="http://schemas.openxmlformats.org/officeDocument/2006/relationships/customXml" Target="../ink/ink534.xml"/><Relationship Id="rId470" Type="http://schemas.openxmlformats.org/officeDocument/2006/relationships/image" Target="../media/image593.png"/><Relationship Id="rId526" Type="http://schemas.openxmlformats.org/officeDocument/2006/relationships/image" Target="../media/image621.png"/><Relationship Id="rId58" Type="http://schemas.openxmlformats.org/officeDocument/2006/relationships/image" Target="../media/image397.png"/><Relationship Id="rId123" Type="http://schemas.openxmlformats.org/officeDocument/2006/relationships/customXml" Target="../ink/ink434.xml"/><Relationship Id="rId330" Type="http://schemas.openxmlformats.org/officeDocument/2006/relationships/customXml" Target="../ink/ink540.xml"/><Relationship Id="rId165" Type="http://schemas.openxmlformats.org/officeDocument/2006/relationships/customXml" Target="../ink/ink455.xml"/><Relationship Id="rId372" Type="http://schemas.openxmlformats.org/officeDocument/2006/relationships/customXml" Target="../ink/ink562.xml"/><Relationship Id="rId428" Type="http://schemas.openxmlformats.org/officeDocument/2006/relationships/image" Target="../media/image572.png"/><Relationship Id="rId232" Type="http://schemas.openxmlformats.org/officeDocument/2006/relationships/customXml" Target="../ink/ink489.xml"/><Relationship Id="rId274" Type="http://schemas.openxmlformats.org/officeDocument/2006/relationships/customXml" Target="../ink/ink511.xml"/><Relationship Id="rId481" Type="http://schemas.openxmlformats.org/officeDocument/2006/relationships/customXml" Target="../ink/ink619.xml"/><Relationship Id="rId27" Type="http://schemas.openxmlformats.org/officeDocument/2006/relationships/customXml" Target="../ink/ink384.xml"/><Relationship Id="rId69" Type="http://schemas.openxmlformats.org/officeDocument/2006/relationships/customXml" Target="../ink/ink405.xml"/><Relationship Id="rId134" Type="http://schemas.openxmlformats.org/officeDocument/2006/relationships/image" Target="../media/image432.png"/><Relationship Id="rId537" Type="http://schemas.openxmlformats.org/officeDocument/2006/relationships/image" Target="../media/image626.png"/><Relationship Id="rId80" Type="http://schemas.openxmlformats.org/officeDocument/2006/relationships/image" Target="../media/image407.png"/><Relationship Id="rId176" Type="http://schemas.openxmlformats.org/officeDocument/2006/relationships/customXml" Target="../ink/ink461.xml"/><Relationship Id="rId341" Type="http://schemas.openxmlformats.org/officeDocument/2006/relationships/image" Target="../media/image532.png"/><Relationship Id="rId383" Type="http://schemas.openxmlformats.org/officeDocument/2006/relationships/customXml" Target="../ink/ink568.xml"/><Relationship Id="rId439" Type="http://schemas.openxmlformats.org/officeDocument/2006/relationships/customXml" Target="../ink/ink598.xml"/><Relationship Id="rId201" Type="http://schemas.openxmlformats.org/officeDocument/2006/relationships/image" Target="../media/image465.png"/><Relationship Id="rId243" Type="http://schemas.openxmlformats.org/officeDocument/2006/relationships/image" Target="../media/image486.png"/><Relationship Id="rId285" Type="http://schemas.openxmlformats.org/officeDocument/2006/relationships/image" Target="../media/image505.png"/><Relationship Id="rId450" Type="http://schemas.openxmlformats.org/officeDocument/2006/relationships/image" Target="../media/image583.png"/><Relationship Id="rId506" Type="http://schemas.openxmlformats.org/officeDocument/2006/relationships/image" Target="../media/image611.png"/><Relationship Id="rId38" Type="http://schemas.openxmlformats.org/officeDocument/2006/relationships/image" Target="../media/image387.png"/><Relationship Id="rId103" Type="http://schemas.openxmlformats.org/officeDocument/2006/relationships/image" Target="../media/image417.png"/><Relationship Id="rId310" Type="http://schemas.openxmlformats.org/officeDocument/2006/relationships/image" Target="../media/image517.png"/><Relationship Id="rId492" Type="http://schemas.openxmlformats.org/officeDocument/2006/relationships/image" Target="../media/image604.png"/><Relationship Id="rId548" Type="http://schemas.openxmlformats.org/officeDocument/2006/relationships/customXml" Target="../ink/ink653.xml"/><Relationship Id="rId91" Type="http://schemas.openxmlformats.org/officeDocument/2006/relationships/image" Target="../media/image412.png"/><Relationship Id="rId145" Type="http://schemas.openxmlformats.org/officeDocument/2006/relationships/customXml" Target="../ink/ink445.xml"/><Relationship Id="rId187" Type="http://schemas.openxmlformats.org/officeDocument/2006/relationships/image" Target="../media/image458.png"/><Relationship Id="rId352" Type="http://schemas.openxmlformats.org/officeDocument/2006/relationships/customXml" Target="../ink/ink551.xml"/><Relationship Id="rId394" Type="http://schemas.openxmlformats.org/officeDocument/2006/relationships/customXml" Target="../ink/ink574.xml"/><Relationship Id="rId408" Type="http://schemas.openxmlformats.org/officeDocument/2006/relationships/image" Target="../media/image563.png"/><Relationship Id="rId212" Type="http://schemas.openxmlformats.org/officeDocument/2006/relationships/customXml" Target="../ink/ink479.xml"/><Relationship Id="rId254" Type="http://schemas.openxmlformats.org/officeDocument/2006/relationships/customXml" Target="../ink/ink500.xml"/><Relationship Id="rId49" Type="http://schemas.openxmlformats.org/officeDocument/2006/relationships/customXml" Target="../ink/ink395.xml"/><Relationship Id="rId114" Type="http://schemas.openxmlformats.org/officeDocument/2006/relationships/image" Target="../media/image422.png"/><Relationship Id="rId296" Type="http://schemas.openxmlformats.org/officeDocument/2006/relationships/image" Target="../media/image510.png"/><Relationship Id="rId461" Type="http://schemas.openxmlformats.org/officeDocument/2006/relationships/customXml" Target="../ink/ink609.xml"/><Relationship Id="rId517" Type="http://schemas.openxmlformats.org/officeDocument/2006/relationships/customXml" Target="../ink/ink637.xml"/><Relationship Id="rId559" Type="http://schemas.openxmlformats.org/officeDocument/2006/relationships/image" Target="../media/image637.png"/><Relationship Id="rId60" Type="http://schemas.openxmlformats.org/officeDocument/2006/relationships/image" Target="../media/image398.png"/><Relationship Id="rId156" Type="http://schemas.openxmlformats.org/officeDocument/2006/relationships/image" Target="../media/image443.png"/><Relationship Id="rId198" Type="http://schemas.openxmlformats.org/officeDocument/2006/relationships/customXml" Target="../ink/ink472.xml"/><Relationship Id="rId321" Type="http://schemas.openxmlformats.org/officeDocument/2006/relationships/image" Target="../media/image522.png"/><Relationship Id="rId363" Type="http://schemas.openxmlformats.org/officeDocument/2006/relationships/customXml" Target="../ink/ink557.xml"/><Relationship Id="rId419" Type="http://schemas.openxmlformats.org/officeDocument/2006/relationships/image" Target="../media/image568.png"/><Relationship Id="rId223" Type="http://schemas.openxmlformats.org/officeDocument/2006/relationships/image" Target="../media/image476.png"/><Relationship Id="rId430" Type="http://schemas.openxmlformats.org/officeDocument/2006/relationships/image" Target="../media/image573.png"/><Relationship Id="rId18" Type="http://schemas.openxmlformats.org/officeDocument/2006/relationships/image" Target="../media/image377.png"/><Relationship Id="rId265" Type="http://schemas.openxmlformats.org/officeDocument/2006/relationships/customXml" Target="../ink/ink506.xml"/><Relationship Id="rId472" Type="http://schemas.openxmlformats.org/officeDocument/2006/relationships/image" Target="../media/image594.png"/><Relationship Id="rId528" Type="http://schemas.openxmlformats.org/officeDocument/2006/relationships/image" Target="../media/image622.png"/><Relationship Id="rId125" Type="http://schemas.openxmlformats.org/officeDocument/2006/relationships/customXml" Target="../ink/ink435.xml"/><Relationship Id="rId167" Type="http://schemas.openxmlformats.org/officeDocument/2006/relationships/customXml" Target="../ink/ink456.xml"/><Relationship Id="rId332" Type="http://schemas.openxmlformats.org/officeDocument/2006/relationships/customXml" Target="../ink/ink541.xml"/><Relationship Id="rId374" Type="http://schemas.openxmlformats.org/officeDocument/2006/relationships/image" Target="../media/image547.png"/><Relationship Id="rId71" Type="http://schemas.openxmlformats.org/officeDocument/2006/relationships/customXml" Target="../ink/ink406.xml"/><Relationship Id="rId234" Type="http://schemas.openxmlformats.org/officeDocument/2006/relationships/customXml" Target="../ink/ink490.xml"/><Relationship Id="rId2" Type="http://schemas.openxmlformats.org/officeDocument/2006/relationships/image" Target="../media/image1.png"/><Relationship Id="rId29" Type="http://schemas.openxmlformats.org/officeDocument/2006/relationships/customXml" Target="../ink/ink385.xml"/><Relationship Id="rId276" Type="http://schemas.openxmlformats.org/officeDocument/2006/relationships/customXml" Target="../ink/ink512.xml"/><Relationship Id="rId441" Type="http://schemas.openxmlformats.org/officeDocument/2006/relationships/customXml" Target="../ink/ink599.xml"/><Relationship Id="rId483" Type="http://schemas.openxmlformats.org/officeDocument/2006/relationships/customXml" Target="../ink/ink620.xml"/><Relationship Id="rId539" Type="http://schemas.openxmlformats.org/officeDocument/2006/relationships/image" Target="../media/image627.png"/><Relationship Id="rId40" Type="http://schemas.openxmlformats.org/officeDocument/2006/relationships/image" Target="../media/image388.png"/><Relationship Id="rId136" Type="http://schemas.openxmlformats.org/officeDocument/2006/relationships/image" Target="../media/image433.png"/><Relationship Id="rId178" Type="http://schemas.openxmlformats.org/officeDocument/2006/relationships/customXml" Target="../ink/ink462.xml"/><Relationship Id="rId301" Type="http://schemas.openxmlformats.org/officeDocument/2006/relationships/customXml" Target="../ink/ink525.xml"/><Relationship Id="rId343" Type="http://schemas.openxmlformats.org/officeDocument/2006/relationships/image" Target="../media/image533.png"/><Relationship Id="rId550" Type="http://schemas.openxmlformats.org/officeDocument/2006/relationships/customXml" Target="../ink/ink654.xml"/><Relationship Id="rId82" Type="http://schemas.openxmlformats.org/officeDocument/2006/relationships/image" Target="../media/image408.png"/><Relationship Id="rId203" Type="http://schemas.openxmlformats.org/officeDocument/2006/relationships/image" Target="../media/image466.png"/><Relationship Id="rId385" Type="http://schemas.openxmlformats.org/officeDocument/2006/relationships/customXml" Target="../ink/ink569.xml"/><Relationship Id="rId245" Type="http://schemas.openxmlformats.org/officeDocument/2006/relationships/image" Target="../media/image487.png"/><Relationship Id="rId287" Type="http://schemas.openxmlformats.org/officeDocument/2006/relationships/image" Target="../media/image506.png"/><Relationship Id="rId410" Type="http://schemas.openxmlformats.org/officeDocument/2006/relationships/image" Target="../media/image564.png"/><Relationship Id="rId452" Type="http://schemas.openxmlformats.org/officeDocument/2006/relationships/image" Target="../media/image584.png"/><Relationship Id="rId494" Type="http://schemas.openxmlformats.org/officeDocument/2006/relationships/image" Target="../media/image605.png"/><Relationship Id="rId508" Type="http://schemas.openxmlformats.org/officeDocument/2006/relationships/image" Target="../media/image612.png"/><Relationship Id="rId105" Type="http://schemas.openxmlformats.org/officeDocument/2006/relationships/image" Target="../media/image418.png"/><Relationship Id="rId147" Type="http://schemas.openxmlformats.org/officeDocument/2006/relationships/customXml" Target="../ink/ink446.xml"/><Relationship Id="rId312" Type="http://schemas.openxmlformats.org/officeDocument/2006/relationships/image" Target="../media/image518.png"/><Relationship Id="rId354" Type="http://schemas.openxmlformats.org/officeDocument/2006/relationships/customXml" Target="../ink/ink552.xml"/><Relationship Id="rId51" Type="http://schemas.openxmlformats.org/officeDocument/2006/relationships/customXml" Target="../ink/ink396.xml"/><Relationship Id="rId93" Type="http://schemas.openxmlformats.org/officeDocument/2006/relationships/image" Target="../media/image413.png"/><Relationship Id="rId189" Type="http://schemas.openxmlformats.org/officeDocument/2006/relationships/image" Target="../media/image459.png"/><Relationship Id="rId396" Type="http://schemas.openxmlformats.org/officeDocument/2006/relationships/customXml" Target="../ink/ink575.xml"/><Relationship Id="rId561" Type="http://schemas.openxmlformats.org/officeDocument/2006/relationships/image" Target="../media/image638.png"/><Relationship Id="rId214" Type="http://schemas.openxmlformats.org/officeDocument/2006/relationships/customXml" Target="../ink/ink480.xml"/><Relationship Id="rId256" Type="http://schemas.openxmlformats.org/officeDocument/2006/relationships/customXml" Target="../ink/ink501.xml"/><Relationship Id="rId298" Type="http://schemas.openxmlformats.org/officeDocument/2006/relationships/image" Target="../media/image511.png"/><Relationship Id="rId421" Type="http://schemas.openxmlformats.org/officeDocument/2006/relationships/customXml" Target="../ink/ink589.xml"/><Relationship Id="rId463" Type="http://schemas.openxmlformats.org/officeDocument/2006/relationships/customXml" Target="../ink/ink610.xml"/><Relationship Id="rId519" Type="http://schemas.openxmlformats.org/officeDocument/2006/relationships/customXml" Target="../ink/ink638.xml"/><Relationship Id="rId116" Type="http://schemas.openxmlformats.org/officeDocument/2006/relationships/image" Target="../media/image423.png"/><Relationship Id="rId158" Type="http://schemas.openxmlformats.org/officeDocument/2006/relationships/image" Target="../media/image444.png"/><Relationship Id="rId323" Type="http://schemas.openxmlformats.org/officeDocument/2006/relationships/image" Target="../media/image523.png"/><Relationship Id="rId530" Type="http://schemas.openxmlformats.org/officeDocument/2006/relationships/image" Target="../media/image623.png"/><Relationship Id="rId20" Type="http://schemas.openxmlformats.org/officeDocument/2006/relationships/image" Target="../media/image378.png"/><Relationship Id="rId62" Type="http://schemas.openxmlformats.org/officeDocument/2006/relationships/image" Target="../media/image399.png"/><Relationship Id="rId365" Type="http://schemas.openxmlformats.org/officeDocument/2006/relationships/image" Target="../media/image543.png"/><Relationship Id="rId225" Type="http://schemas.openxmlformats.org/officeDocument/2006/relationships/image" Target="../media/image477.png"/><Relationship Id="rId267" Type="http://schemas.openxmlformats.org/officeDocument/2006/relationships/customXml" Target="../ink/ink507.xml"/><Relationship Id="rId432" Type="http://schemas.openxmlformats.org/officeDocument/2006/relationships/image" Target="../media/image574.png"/><Relationship Id="rId474" Type="http://schemas.openxmlformats.org/officeDocument/2006/relationships/image" Target="../media/image595.png"/><Relationship Id="rId127" Type="http://schemas.openxmlformats.org/officeDocument/2006/relationships/customXml" Target="../ink/ink436.xml"/><Relationship Id="rId31" Type="http://schemas.openxmlformats.org/officeDocument/2006/relationships/customXml" Target="../ink/ink386.xml"/><Relationship Id="rId73" Type="http://schemas.openxmlformats.org/officeDocument/2006/relationships/customXml" Target="../ink/ink407.xml"/><Relationship Id="rId169" Type="http://schemas.openxmlformats.org/officeDocument/2006/relationships/customXml" Target="../ink/ink457.xml"/><Relationship Id="rId334" Type="http://schemas.openxmlformats.org/officeDocument/2006/relationships/customXml" Target="../ink/ink542.xml"/><Relationship Id="rId376" Type="http://schemas.openxmlformats.org/officeDocument/2006/relationships/image" Target="../media/image548.png"/><Relationship Id="rId541" Type="http://schemas.openxmlformats.org/officeDocument/2006/relationships/image" Target="../media/image628.png"/><Relationship Id="rId4" Type="http://schemas.openxmlformats.org/officeDocument/2006/relationships/image" Target="../media/image370.png"/><Relationship Id="rId180" Type="http://schemas.openxmlformats.org/officeDocument/2006/relationships/customXml" Target="../ink/ink463.xml"/><Relationship Id="rId236" Type="http://schemas.openxmlformats.org/officeDocument/2006/relationships/customXml" Target="../ink/ink491.xml"/><Relationship Id="rId278" Type="http://schemas.openxmlformats.org/officeDocument/2006/relationships/customXml" Target="../ink/ink513.xml"/><Relationship Id="rId401" Type="http://schemas.openxmlformats.org/officeDocument/2006/relationships/image" Target="../media/image560.png"/><Relationship Id="rId443" Type="http://schemas.openxmlformats.org/officeDocument/2006/relationships/customXml" Target="../ink/ink600.xml"/><Relationship Id="rId303" Type="http://schemas.openxmlformats.org/officeDocument/2006/relationships/customXml" Target="../ink/ink526.xml"/><Relationship Id="rId485" Type="http://schemas.openxmlformats.org/officeDocument/2006/relationships/customXml" Target="../ink/ink621.xml"/><Relationship Id="rId42" Type="http://schemas.openxmlformats.org/officeDocument/2006/relationships/image" Target="../media/image389.png"/><Relationship Id="rId84" Type="http://schemas.openxmlformats.org/officeDocument/2006/relationships/image" Target="../media/image409.png"/><Relationship Id="rId138" Type="http://schemas.openxmlformats.org/officeDocument/2006/relationships/image" Target="../media/image434.png"/><Relationship Id="rId345" Type="http://schemas.openxmlformats.org/officeDocument/2006/relationships/image" Target="../media/image534.png"/><Relationship Id="rId387" Type="http://schemas.openxmlformats.org/officeDocument/2006/relationships/customXml" Target="../ink/ink570.xml"/><Relationship Id="rId510" Type="http://schemas.openxmlformats.org/officeDocument/2006/relationships/image" Target="../media/image613.png"/><Relationship Id="rId552" Type="http://schemas.openxmlformats.org/officeDocument/2006/relationships/customXml" Target="../ink/ink655.xml"/><Relationship Id="rId191" Type="http://schemas.openxmlformats.org/officeDocument/2006/relationships/image" Target="../media/image460.png"/><Relationship Id="rId205" Type="http://schemas.openxmlformats.org/officeDocument/2006/relationships/image" Target="../media/image467.png"/><Relationship Id="rId247" Type="http://schemas.openxmlformats.org/officeDocument/2006/relationships/image" Target="../media/image488.png"/><Relationship Id="rId412" Type="http://schemas.openxmlformats.org/officeDocument/2006/relationships/customXml" Target="../ink/ink584.xml"/><Relationship Id="rId107" Type="http://schemas.openxmlformats.org/officeDocument/2006/relationships/image" Target="../media/image419.png"/><Relationship Id="rId289" Type="http://schemas.openxmlformats.org/officeDocument/2006/relationships/customXml" Target="../ink/ink519.xml"/><Relationship Id="rId454" Type="http://schemas.openxmlformats.org/officeDocument/2006/relationships/image" Target="../media/image585.png"/><Relationship Id="rId496" Type="http://schemas.openxmlformats.org/officeDocument/2006/relationships/image" Target="../media/image606.png"/><Relationship Id="rId11" Type="http://schemas.openxmlformats.org/officeDocument/2006/relationships/customXml" Target="../ink/ink376.xml"/><Relationship Id="rId53" Type="http://schemas.openxmlformats.org/officeDocument/2006/relationships/customXml" Target="../ink/ink397.xml"/><Relationship Id="rId149" Type="http://schemas.openxmlformats.org/officeDocument/2006/relationships/customXml" Target="../ink/ink447.xml"/><Relationship Id="rId314" Type="http://schemas.openxmlformats.org/officeDocument/2006/relationships/image" Target="../media/image519.png"/><Relationship Id="rId356" Type="http://schemas.openxmlformats.org/officeDocument/2006/relationships/customXml" Target="../ink/ink553.xml"/><Relationship Id="rId398" Type="http://schemas.openxmlformats.org/officeDocument/2006/relationships/customXml" Target="../ink/ink576.xml"/><Relationship Id="rId521" Type="http://schemas.openxmlformats.org/officeDocument/2006/relationships/customXml" Target="../ink/ink639.xml"/><Relationship Id="rId563" Type="http://schemas.openxmlformats.org/officeDocument/2006/relationships/image" Target="../media/image639.png"/><Relationship Id="rId95" Type="http://schemas.openxmlformats.org/officeDocument/2006/relationships/image" Target="../media/image414.png"/><Relationship Id="rId160" Type="http://schemas.openxmlformats.org/officeDocument/2006/relationships/image" Target="../media/image445.png"/><Relationship Id="rId216" Type="http://schemas.openxmlformats.org/officeDocument/2006/relationships/customXml" Target="../ink/ink481.xml"/><Relationship Id="rId423" Type="http://schemas.openxmlformats.org/officeDocument/2006/relationships/customXml" Target="../ink/ink590.xml"/><Relationship Id="rId258" Type="http://schemas.openxmlformats.org/officeDocument/2006/relationships/customXml" Target="../ink/ink502.xml"/><Relationship Id="rId465" Type="http://schemas.openxmlformats.org/officeDocument/2006/relationships/customXml" Target="../ink/ink611.xml"/><Relationship Id="rId22" Type="http://schemas.openxmlformats.org/officeDocument/2006/relationships/image" Target="../media/image379.png"/><Relationship Id="rId64" Type="http://schemas.openxmlformats.org/officeDocument/2006/relationships/image" Target="../media/image400.png"/><Relationship Id="rId118" Type="http://schemas.openxmlformats.org/officeDocument/2006/relationships/image" Target="../media/image424.png"/><Relationship Id="rId325" Type="http://schemas.openxmlformats.org/officeDocument/2006/relationships/image" Target="../media/image524.png"/><Relationship Id="rId367" Type="http://schemas.openxmlformats.org/officeDocument/2006/relationships/image" Target="../media/image544.png"/><Relationship Id="rId532" Type="http://schemas.openxmlformats.org/officeDocument/2006/relationships/image" Target="../media/image624.png"/><Relationship Id="rId171" Type="http://schemas.openxmlformats.org/officeDocument/2006/relationships/customXml" Target="../ink/ink458.xml"/><Relationship Id="rId227" Type="http://schemas.openxmlformats.org/officeDocument/2006/relationships/image" Target="../media/image478.png"/><Relationship Id="rId269" Type="http://schemas.openxmlformats.org/officeDocument/2006/relationships/image" Target="../media/image498.png"/><Relationship Id="rId434" Type="http://schemas.openxmlformats.org/officeDocument/2006/relationships/image" Target="../media/image575.png"/><Relationship Id="rId476" Type="http://schemas.openxmlformats.org/officeDocument/2006/relationships/image" Target="../media/image596.png"/><Relationship Id="rId33" Type="http://schemas.openxmlformats.org/officeDocument/2006/relationships/customXml" Target="../ink/ink387.xml"/><Relationship Id="rId129" Type="http://schemas.openxmlformats.org/officeDocument/2006/relationships/customXml" Target="../ink/ink437.xml"/><Relationship Id="rId280" Type="http://schemas.openxmlformats.org/officeDocument/2006/relationships/customXml" Target="../ink/ink514.xml"/><Relationship Id="rId336" Type="http://schemas.openxmlformats.org/officeDocument/2006/relationships/customXml" Target="../ink/ink543.xml"/><Relationship Id="rId501" Type="http://schemas.openxmlformats.org/officeDocument/2006/relationships/customXml" Target="../ink/ink629.xml"/><Relationship Id="rId543" Type="http://schemas.openxmlformats.org/officeDocument/2006/relationships/image" Target="../media/image629.png"/><Relationship Id="rId75" Type="http://schemas.openxmlformats.org/officeDocument/2006/relationships/customXml" Target="../ink/ink408.xml"/><Relationship Id="rId140" Type="http://schemas.openxmlformats.org/officeDocument/2006/relationships/image" Target="../media/image435.png"/><Relationship Id="rId182" Type="http://schemas.openxmlformats.org/officeDocument/2006/relationships/customXml" Target="../ink/ink464.xml"/><Relationship Id="rId378" Type="http://schemas.openxmlformats.org/officeDocument/2006/relationships/image" Target="../media/image549.png"/><Relationship Id="rId403" Type="http://schemas.openxmlformats.org/officeDocument/2006/relationships/image" Target="../media/image561.png"/><Relationship Id="rId6" Type="http://schemas.openxmlformats.org/officeDocument/2006/relationships/image" Target="../media/image371.png"/><Relationship Id="rId238" Type="http://schemas.openxmlformats.org/officeDocument/2006/relationships/customXml" Target="../ink/ink492.xml"/><Relationship Id="rId445" Type="http://schemas.openxmlformats.org/officeDocument/2006/relationships/customXml" Target="../ink/ink601.xml"/><Relationship Id="rId487" Type="http://schemas.openxmlformats.org/officeDocument/2006/relationships/customXml" Target="../ink/ink622.xml"/><Relationship Id="rId291" Type="http://schemas.openxmlformats.org/officeDocument/2006/relationships/customXml" Target="../ink/ink520.xml"/><Relationship Id="rId305" Type="http://schemas.openxmlformats.org/officeDocument/2006/relationships/customXml" Target="../ink/ink527.xml"/><Relationship Id="rId347" Type="http://schemas.openxmlformats.org/officeDocument/2006/relationships/image" Target="../media/image535.png"/><Relationship Id="rId512" Type="http://schemas.openxmlformats.org/officeDocument/2006/relationships/image" Target="../media/image614.png"/><Relationship Id="rId44" Type="http://schemas.openxmlformats.org/officeDocument/2006/relationships/image" Target="../media/image390.png"/><Relationship Id="rId86" Type="http://schemas.openxmlformats.org/officeDocument/2006/relationships/customXml" Target="../ink/ink414.xml"/><Relationship Id="rId151" Type="http://schemas.openxmlformats.org/officeDocument/2006/relationships/customXml" Target="../ink/ink448.xml"/><Relationship Id="rId389" Type="http://schemas.openxmlformats.org/officeDocument/2006/relationships/image" Target="../media/image554.png"/><Relationship Id="rId554" Type="http://schemas.openxmlformats.org/officeDocument/2006/relationships/customXml" Target="../ink/ink656.xml"/><Relationship Id="rId193" Type="http://schemas.openxmlformats.org/officeDocument/2006/relationships/image" Target="../media/image461.png"/><Relationship Id="rId207" Type="http://schemas.openxmlformats.org/officeDocument/2006/relationships/image" Target="../media/image468.png"/><Relationship Id="rId249" Type="http://schemas.openxmlformats.org/officeDocument/2006/relationships/image" Target="../media/image489.png"/><Relationship Id="rId414" Type="http://schemas.openxmlformats.org/officeDocument/2006/relationships/customXml" Target="../ink/ink585.xml"/><Relationship Id="rId456" Type="http://schemas.openxmlformats.org/officeDocument/2006/relationships/image" Target="../media/image586.png"/><Relationship Id="rId498" Type="http://schemas.openxmlformats.org/officeDocument/2006/relationships/image" Target="../media/image607.png"/><Relationship Id="rId13" Type="http://schemas.openxmlformats.org/officeDocument/2006/relationships/customXml" Target="../ink/ink377.xml"/><Relationship Id="rId109" Type="http://schemas.openxmlformats.org/officeDocument/2006/relationships/image" Target="../media/image420.png"/><Relationship Id="rId260" Type="http://schemas.openxmlformats.org/officeDocument/2006/relationships/customXml" Target="../ink/ink503.xml"/><Relationship Id="rId316" Type="http://schemas.openxmlformats.org/officeDocument/2006/relationships/image" Target="../media/image520.png"/><Relationship Id="rId523" Type="http://schemas.openxmlformats.org/officeDocument/2006/relationships/customXml" Target="../ink/ink640.xml"/><Relationship Id="rId55" Type="http://schemas.openxmlformats.org/officeDocument/2006/relationships/customXml" Target="../ink/ink398.xml"/><Relationship Id="rId97" Type="http://schemas.openxmlformats.org/officeDocument/2006/relationships/image" Target="../media/image415.png"/><Relationship Id="rId120" Type="http://schemas.openxmlformats.org/officeDocument/2006/relationships/image" Target="../media/image425.png"/><Relationship Id="rId358" Type="http://schemas.openxmlformats.org/officeDocument/2006/relationships/customXml" Target="../ink/ink554.xml"/><Relationship Id="rId565" Type="http://schemas.openxmlformats.org/officeDocument/2006/relationships/image" Target="../media/image640.png"/><Relationship Id="rId162" Type="http://schemas.openxmlformats.org/officeDocument/2006/relationships/image" Target="../media/image446.png"/><Relationship Id="rId218" Type="http://schemas.openxmlformats.org/officeDocument/2006/relationships/customXml" Target="../ink/ink482.xml"/><Relationship Id="rId425" Type="http://schemas.openxmlformats.org/officeDocument/2006/relationships/customXml" Target="../ink/ink591.xml"/><Relationship Id="rId467" Type="http://schemas.openxmlformats.org/officeDocument/2006/relationships/customXml" Target="../ink/ink612.xml"/><Relationship Id="rId271" Type="http://schemas.openxmlformats.org/officeDocument/2006/relationships/image" Target="../media/image499.png"/><Relationship Id="rId24" Type="http://schemas.openxmlformats.org/officeDocument/2006/relationships/image" Target="../media/image380.png"/><Relationship Id="rId66" Type="http://schemas.openxmlformats.org/officeDocument/2006/relationships/image" Target="../media/image401.png"/><Relationship Id="rId131" Type="http://schemas.openxmlformats.org/officeDocument/2006/relationships/customXml" Target="../ink/ink438.xml"/><Relationship Id="rId327" Type="http://schemas.openxmlformats.org/officeDocument/2006/relationships/image" Target="../media/image525.png"/><Relationship Id="rId369" Type="http://schemas.openxmlformats.org/officeDocument/2006/relationships/image" Target="../media/image545.png"/><Relationship Id="rId534" Type="http://schemas.openxmlformats.org/officeDocument/2006/relationships/customXml" Target="../ink/ink646.xml"/><Relationship Id="rId173" Type="http://schemas.openxmlformats.org/officeDocument/2006/relationships/image" Target="../media/image451.png"/><Relationship Id="rId229" Type="http://schemas.openxmlformats.org/officeDocument/2006/relationships/image" Target="../media/image479.png"/><Relationship Id="rId380" Type="http://schemas.openxmlformats.org/officeDocument/2006/relationships/image" Target="../media/image550.png"/><Relationship Id="rId436" Type="http://schemas.openxmlformats.org/officeDocument/2006/relationships/image" Target="../media/image576.png"/><Relationship Id="rId240" Type="http://schemas.openxmlformats.org/officeDocument/2006/relationships/customXml" Target="../ink/ink493.xml"/><Relationship Id="rId478" Type="http://schemas.openxmlformats.org/officeDocument/2006/relationships/image" Target="../media/image597.png"/><Relationship Id="rId35" Type="http://schemas.openxmlformats.org/officeDocument/2006/relationships/customXml" Target="../ink/ink388.xml"/><Relationship Id="rId77" Type="http://schemas.openxmlformats.org/officeDocument/2006/relationships/customXml" Target="../ink/ink409.xml"/><Relationship Id="rId100" Type="http://schemas.openxmlformats.org/officeDocument/2006/relationships/image" Target="../media/image416.png"/><Relationship Id="rId282" Type="http://schemas.openxmlformats.org/officeDocument/2006/relationships/customXml" Target="../ink/ink515.xml"/><Relationship Id="rId338" Type="http://schemas.openxmlformats.org/officeDocument/2006/relationships/customXml" Target="../ink/ink544.xml"/><Relationship Id="rId503" Type="http://schemas.openxmlformats.org/officeDocument/2006/relationships/customXml" Target="../ink/ink630.xml"/><Relationship Id="rId545" Type="http://schemas.openxmlformats.org/officeDocument/2006/relationships/image" Target="../media/image630.png"/><Relationship Id="rId8" Type="http://schemas.openxmlformats.org/officeDocument/2006/relationships/image" Target="../media/image372.png"/><Relationship Id="rId142" Type="http://schemas.openxmlformats.org/officeDocument/2006/relationships/image" Target="../media/image436.png"/><Relationship Id="rId184" Type="http://schemas.openxmlformats.org/officeDocument/2006/relationships/customXml" Target="../ink/ink465.xml"/><Relationship Id="rId391" Type="http://schemas.openxmlformats.org/officeDocument/2006/relationships/image" Target="../media/image555.png"/><Relationship Id="rId405" Type="http://schemas.openxmlformats.org/officeDocument/2006/relationships/image" Target="../media/image562.png"/><Relationship Id="rId447" Type="http://schemas.openxmlformats.org/officeDocument/2006/relationships/customXml" Target="../ink/ink602.xml"/><Relationship Id="rId251" Type="http://schemas.openxmlformats.org/officeDocument/2006/relationships/image" Target="../media/image490.png"/><Relationship Id="rId489" Type="http://schemas.openxmlformats.org/officeDocument/2006/relationships/customXml" Target="../ink/ink623.xml"/><Relationship Id="rId46" Type="http://schemas.openxmlformats.org/officeDocument/2006/relationships/image" Target="../media/image391.png"/><Relationship Id="rId293" Type="http://schemas.openxmlformats.org/officeDocument/2006/relationships/customXml" Target="../ink/ink521.xml"/><Relationship Id="rId307" Type="http://schemas.openxmlformats.org/officeDocument/2006/relationships/customXml" Target="../ink/ink528.xml"/><Relationship Id="rId349" Type="http://schemas.openxmlformats.org/officeDocument/2006/relationships/image" Target="../media/image536.png"/><Relationship Id="rId514" Type="http://schemas.openxmlformats.org/officeDocument/2006/relationships/image" Target="../media/image615.png"/><Relationship Id="rId556" Type="http://schemas.openxmlformats.org/officeDocument/2006/relationships/customXml" Target="../ink/ink657.xml"/><Relationship Id="rId88" Type="http://schemas.openxmlformats.org/officeDocument/2006/relationships/customXml" Target="../ink/ink415.xml"/><Relationship Id="rId111" Type="http://schemas.openxmlformats.org/officeDocument/2006/relationships/customXml" Target="../ink/ink428.xml"/><Relationship Id="rId153" Type="http://schemas.openxmlformats.org/officeDocument/2006/relationships/customXml" Target="../ink/ink449.xml"/><Relationship Id="rId195" Type="http://schemas.openxmlformats.org/officeDocument/2006/relationships/image" Target="../media/image462.png"/><Relationship Id="rId209" Type="http://schemas.openxmlformats.org/officeDocument/2006/relationships/image" Target="../media/image469.png"/><Relationship Id="rId360" Type="http://schemas.openxmlformats.org/officeDocument/2006/relationships/customXml" Target="../ink/ink555.xml"/><Relationship Id="rId416" Type="http://schemas.openxmlformats.org/officeDocument/2006/relationships/customXml" Target="../ink/ink586.xml"/><Relationship Id="rId220" Type="http://schemas.openxmlformats.org/officeDocument/2006/relationships/customXml" Target="../ink/ink483.xml"/><Relationship Id="rId458" Type="http://schemas.openxmlformats.org/officeDocument/2006/relationships/image" Target="../media/image587.png"/><Relationship Id="rId15" Type="http://schemas.openxmlformats.org/officeDocument/2006/relationships/customXml" Target="../ink/ink378.xml"/><Relationship Id="rId57" Type="http://schemas.openxmlformats.org/officeDocument/2006/relationships/customXml" Target="../ink/ink399.xml"/><Relationship Id="rId262" Type="http://schemas.openxmlformats.org/officeDocument/2006/relationships/image" Target="../media/image495.png"/><Relationship Id="rId318" Type="http://schemas.openxmlformats.org/officeDocument/2006/relationships/image" Target="../media/image521.png"/><Relationship Id="rId525" Type="http://schemas.openxmlformats.org/officeDocument/2006/relationships/customXml" Target="../ink/ink641.xml"/><Relationship Id="rId99" Type="http://schemas.openxmlformats.org/officeDocument/2006/relationships/customXml" Target="../ink/ink421.xml"/><Relationship Id="rId122" Type="http://schemas.openxmlformats.org/officeDocument/2006/relationships/image" Target="../media/image426.png"/><Relationship Id="rId164" Type="http://schemas.openxmlformats.org/officeDocument/2006/relationships/image" Target="../media/image447.png"/><Relationship Id="rId371" Type="http://schemas.openxmlformats.org/officeDocument/2006/relationships/image" Target="../media/image546.png"/><Relationship Id="rId427" Type="http://schemas.openxmlformats.org/officeDocument/2006/relationships/customXml" Target="../ink/ink592.xml"/><Relationship Id="rId469" Type="http://schemas.openxmlformats.org/officeDocument/2006/relationships/customXml" Target="../ink/ink613.xml"/><Relationship Id="rId26" Type="http://schemas.openxmlformats.org/officeDocument/2006/relationships/image" Target="../media/image381.png"/><Relationship Id="rId231" Type="http://schemas.openxmlformats.org/officeDocument/2006/relationships/image" Target="../media/image480.png"/><Relationship Id="rId273" Type="http://schemas.openxmlformats.org/officeDocument/2006/relationships/image" Target="../media/image500.png"/><Relationship Id="rId329" Type="http://schemas.openxmlformats.org/officeDocument/2006/relationships/image" Target="../media/image526.png"/><Relationship Id="rId480" Type="http://schemas.openxmlformats.org/officeDocument/2006/relationships/image" Target="../media/image598.png"/><Relationship Id="rId536" Type="http://schemas.openxmlformats.org/officeDocument/2006/relationships/customXml" Target="../ink/ink647.xml"/><Relationship Id="rId68" Type="http://schemas.openxmlformats.org/officeDocument/2006/relationships/image" Target="../media/image402.png"/><Relationship Id="rId133" Type="http://schemas.openxmlformats.org/officeDocument/2006/relationships/customXml" Target="../ink/ink439.xml"/><Relationship Id="rId175" Type="http://schemas.openxmlformats.org/officeDocument/2006/relationships/image" Target="../media/image452.png"/><Relationship Id="rId340" Type="http://schemas.openxmlformats.org/officeDocument/2006/relationships/customXml" Target="../ink/ink545.xml"/><Relationship Id="rId200" Type="http://schemas.openxmlformats.org/officeDocument/2006/relationships/customXml" Target="../ink/ink473.xml"/><Relationship Id="rId382" Type="http://schemas.openxmlformats.org/officeDocument/2006/relationships/image" Target="../media/image551.png"/><Relationship Id="rId438" Type="http://schemas.openxmlformats.org/officeDocument/2006/relationships/image" Target="../media/image577.png"/><Relationship Id="rId242" Type="http://schemas.openxmlformats.org/officeDocument/2006/relationships/customXml" Target="../ink/ink494.xml"/><Relationship Id="rId284" Type="http://schemas.openxmlformats.org/officeDocument/2006/relationships/customXml" Target="../ink/ink516.xml"/><Relationship Id="rId491" Type="http://schemas.openxmlformats.org/officeDocument/2006/relationships/customXml" Target="../ink/ink624.xml"/><Relationship Id="rId505" Type="http://schemas.openxmlformats.org/officeDocument/2006/relationships/customXml" Target="../ink/ink631.xml"/><Relationship Id="rId37" Type="http://schemas.openxmlformats.org/officeDocument/2006/relationships/customXml" Target="../ink/ink389.xml"/><Relationship Id="rId79" Type="http://schemas.openxmlformats.org/officeDocument/2006/relationships/customXml" Target="../ink/ink410.xml"/><Relationship Id="rId102" Type="http://schemas.openxmlformats.org/officeDocument/2006/relationships/customXml" Target="../ink/ink423.xml"/><Relationship Id="rId144" Type="http://schemas.openxmlformats.org/officeDocument/2006/relationships/image" Target="../media/image437.png"/><Relationship Id="rId547" Type="http://schemas.openxmlformats.org/officeDocument/2006/relationships/image" Target="../media/image631.png"/><Relationship Id="rId90" Type="http://schemas.openxmlformats.org/officeDocument/2006/relationships/customXml" Target="../ink/ink416.xml"/><Relationship Id="rId186" Type="http://schemas.openxmlformats.org/officeDocument/2006/relationships/customXml" Target="../ink/ink466.xml"/><Relationship Id="rId351" Type="http://schemas.openxmlformats.org/officeDocument/2006/relationships/image" Target="../media/image537.png"/><Relationship Id="rId393" Type="http://schemas.openxmlformats.org/officeDocument/2006/relationships/image" Target="../media/image556.png"/><Relationship Id="rId407" Type="http://schemas.openxmlformats.org/officeDocument/2006/relationships/customXml" Target="../ink/ink581.xml"/><Relationship Id="rId449" Type="http://schemas.openxmlformats.org/officeDocument/2006/relationships/customXml" Target="../ink/ink603.xml"/><Relationship Id="rId211" Type="http://schemas.openxmlformats.org/officeDocument/2006/relationships/image" Target="../media/image470.png"/><Relationship Id="rId253" Type="http://schemas.openxmlformats.org/officeDocument/2006/relationships/image" Target="../media/image491.png"/><Relationship Id="rId295" Type="http://schemas.openxmlformats.org/officeDocument/2006/relationships/customXml" Target="../ink/ink522.xml"/><Relationship Id="rId309" Type="http://schemas.openxmlformats.org/officeDocument/2006/relationships/customXml" Target="../ink/ink529.xml"/><Relationship Id="rId460" Type="http://schemas.openxmlformats.org/officeDocument/2006/relationships/image" Target="../media/image588.png"/><Relationship Id="rId516" Type="http://schemas.openxmlformats.org/officeDocument/2006/relationships/image" Target="../media/image616.png"/><Relationship Id="rId48" Type="http://schemas.openxmlformats.org/officeDocument/2006/relationships/image" Target="../media/image392.png"/><Relationship Id="rId113" Type="http://schemas.openxmlformats.org/officeDocument/2006/relationships/customXml" Target="../ink/ink429.xml"/><Relationship Id="rId320" Type="http://schemas.openxmlformats.org/officeDocument/2006/relationships/customXml" Target="../ink/ink535.xml"/><Relationship Id="rId558" Type="http://schemas.openxmlformats.org/officeDocument/2006/relationships/customXml" Target="../ink/ink658.xml"/><Relationship Id="rId155" Type="http://schemas.openxmlformats.org/officeDocument/2006/relationships/customXml" Target="../ink/ink450.xml"/><Relationship Id="rId197" Type="http://schemas.openxmlformats.org/officeDocument/2006/relationships/image" Target="../media/image463.png"/><Relationship Id="rId362" Type="http://schemas.openxmlformats.org/officeDocument/2006/relationships/image" Target="../media/image542.png"/><Relationship Id="rId418" Type="http://schemas.openxmlformats.org/officeDocument/2006/relationships/customXml" Target="../ink/ink587.xml"/><Relationship Id="rId222" Type="http://schemas.openxmlformats.org/officeDocument/2006/relationships/customXml" Target="../ink/ink484.xml"/><Relationship Id="rId264" Type="http://schemas.openxmlformats.org/officeDocument/2006/relationships/image" Target="../media/image496.png"/><Relationship Id="rId471" Type="http://schemas.openxmlformats.org/officeDocument/2006/relationships/customXml" Target="../ink/ink614.xml"/><Relationship Id="rId17" Type="http://schemas.openxmlformats.org/officeDocument/2006/relationships/customXml" Target="../ink/ink379.xml"/><Relationship Id="rId59" Type="http://schemas.openxmlformats.org/officeDocument/2006/relationships/customXml" Target="../ink/ink400.xml"/><Relationship Id="rId124" Type="http://schemas.openxmlformats.org/officeDocument/2006/relationships/image" Target="../media/image427.png"/><Relationship Id="rId527" Type="http://schemas.openxmlformats.org/officeDocument/2006/relationships/customXml" Target="../ink/ink642.xml"/><Relationship Id="rId70" Type="http://schemas.openxmlformats.org/officeDocument/2006/relationships/image" Target="../media/image52.png"/><Relationship Id="rId166" Type="http://schemas.openxmlformats.org/officeDocument/2006/relationships/image" Target="../media/image448.png"/><Relationship Id="rId331" Type="http://schemas.openxmlformats.org/officeDocument/2006/relationships/image" Target="../media/image527.png"/><Relationship Id="rId373" Type="http://schemas.openxmlformats.org/officeDocument/2006/relationships/customXml" Target="../ink/ink563.xml"/><Relationship Id="rId429" Type="http://schemas.openxmlformats.org/officeDocument/2006/relationships/customXml" Target="../ink/ink593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481.png"/><Relationship Id="rId440" Type="http://schemas.openxmlformats.org/officeDocument/2006/relationships/image" Target="../media/image578.png"/><Relationship Id="rId28" Type="http://schemas.openxmlformats.org/officeDocument/2006/relationships/image" Target="../media/image382.png"/><Relationship Id="rId275" Type="http://schemas.openxmlformats.org/officeDocument/2006/relationships/image" Target="../media/image501.png"/><Relationship Id="rId300" Type="http://schemas.openxmlformats.org/officeDocument/2006/relationships/image" Target="../media/image512.png"/><Relationship Id="rId482" Type="http://schemas.openxmlformats.org/officeDocument/2006/relationships/image" Target="../media/image599.png"/><Relationship Id="rId538" Type="http://schemas.openxmlformats.org/officeDocument/2006/relationships/customXml" Target="../ink/ink648.xml"/><Relationship Id="rId81" Type="http://schemas.openxmlformats.org/officeDocument/2006/relationships/customXml" Target="../ink/ink411.xml"/><Relationship Id="rId135" Type="http://schemas.openxmlformats.org/officeDocument/2006/relationships/customXml" Target="../ink/ink440.xml"/><Relationship Id="rId177" Type="http://schemas.openxmlformats.org/officeDocument/2006/relationships/image" Target="../media/image453.png"/><Relationship Id="rId342" Type="http://schemas.openxmlformats.org/officeDocument/2006/relationships/customXml" Target="../ink/ink546.xml"/><Relationship Id="rId384" Type="http://schemas.openxmlformats.org/officeDocument/2006/relationships/image" Target="../media/image552.png"/><Relationship Id="rId202" Type="http://schemas.openxmlformats.org/officeDocument/2006/relationships/customXml" Target="../ink/ink474.xml"/><Relationship Id="rId244" Type="http://schemas.openxmlformats.org/officeDocument/2006/relationships/customXml" Target="../ink/ink495.xml"/><Relationship Id="rId39" Type="http://schemas.openxmlformats.org/officeDocument/2006/relationships/customXml" Target="../ink/ink390.xml"/><Relationship Id="rId286" Type="http://schemas.openxmlformats.org/officeDocument/2006/relationships/customXml" Target="../ink/ink517.xml"/><Relationship Id="rId451" Type="http://schemas.openxmlformats.org/officeDocument/2006/relationships/customXml" Target="../ink/ink604.xml"/><Relationship Id="rId493" Type="http://schemas.openxmlformats.org/officeDocument/2006/relationships/customXml" Target="../ink/ink625.xml"/><Relationship Id="rId507" Type="http://schemas.openxmlformats.org/officeDocument/2006/relationships/customXml" Target="../ink/ink632.xml"/><Relationship Id="rId549" Type="http://schemas.openxmlformats.org/officeDocument/2006/relationships/image" Target="../media/image632.png"/><Relationship Id="rId50" Type="http://schemas.openxmlformats.org/officeDocument/2006/relationships/image" Target="../media/image393.png"/><Relationship Id="rId104" Type="http://schemas.openxmlformats.org/officeDocument/2006/relationships/customXml" Target="../ink/ink424.xml"/><Relationship Id="rId146" Type="http://schemas.openxmlformats.org/officeDocument/2006/relationships/image" Target="../media/image438.png"/><Relationship Id="rId188" Type="http://schemas.openxmlformats.org/officeDocument/2006/relationships/customXml" Target="../ink/ink467.xml"/><Relationship Id="rId311" Type="http://schemas.openxmlformats.org/officeDocument/2006/relationships/customXml" Target="../ink/ink530.xml"/><Relationship Id="rId353" Type="http://schemas.openxmlformats.org/officeDocument/2006/relationships/image" Target="../media/image538.png"/><Relationship Id="rId395" Type="http://schemas.openxmlformats.org/officeDocument/2006/relationships/image" Target="../media/image557.png"/><Relationship Id="rId409" Type="http://schemas.openxmlformats.org/officeDocument/2006/relationships/customXml" Target="../ink/ink582.xml"/><Relationship Id="rId560" Type="http://schemas.openxmlformats.org/officeDocument/2006/relationships/customXml" Target="../ink/ink659.xml"/><Relationship Id="rId92" Type="http://schemas.openxmlformats.org/officeDocument/2006/relationships/customXml" Target="../ink/ink417.xml"/><Relationship Id="rId213" Type="http://schemas.openxmlformats.org/officeDocument/2006/relationships/image" Target="../media/image471.png"/><Relationship Id="rId420" Type="http://schemas.openxmlformats.org/officeDocument/2006/relationships/customXml" Target="../ink/ink588.xml"/><Relationship Id="rId255" Type="http://schemas.openxmlformats.org/officeDocument/2006/relationships/image" Target="../media/image492.png"/><Relationship Id="rId297" Type="http://schemas.openxmlformats.org/officeDocument/2006/relationships/customXml" Target="../ink/ink523.xml"/><Relationship Id="rId462" Type="http://schemas.openxmlformats.org/officeDocument/2006/relationships/image" Target="../media/image589.png"/><Relationship Id="rId518" Type="http://schemas.openxmlformats.org/officeDocument/2006/relationships/image" Target="../media/image617.png"/><Relationship Id="rId115" Type="http://schemas.openxmlformats.org/officeDocument/2006/relationships/customXml" Target="../ink/ink430.xml"/><Relationship Id="rId157" Type="http://schemas.openxmlformats.org/officeDocument/2006/relationships/customXml" Target="../ink/ink451.xml"/><Relationship Id="rId322" Type="http://schemas.openxmlformats.org/officeDocument/2006/relationships/customXml" Target="../ink/ink536.xml"/><Relationship Id="rId364" Type="http://schemas.openxmlformats.org/officeDocument/2006/relationships/customXml" Target="../ink/ink558.xml"/><Relationship Id="rId61" Type="http://schemas.openxmlformats.org/officeDocument/2006/relationships/customXml" Target="../ink/ink401.xml"/><Relationship Id="rId199" Type="http://schemas.openxmlformats.org/officeDocument/2006/relationships/image" Target="../media/image464.png"/><Relationship Id="rId19" Type="http://schemas.openxmlformats.org/officeDocument/2006/relationships/customXml" Target="../ink/ink380.xml"/><Relationship Id="rId224" Type="http://schemas.openxmlformats.org/officeDocument/2006/relationships/customXml" Target="../ink/ink485.xml"/><Relationship Id="rId266" Type="http://schemas.openxmlformats.org/officeDocument/2006/relationships/image" Target="../media/image497.png"/><Relationship Id="rId431" Type="http://schemas.openxmlformats.org/officeDocument/2006/relationships/customXml" Target="../ink/ink594.xml"/><Relationship Id="rId473" Type="http://schemas.openxmlformats.org/officeDocument/2006/relationships/customXml" Target="../ink/ink615.xml"/><Relationship Id="rId529" Type="http://schemas.openxmlformats.org/officeDocument/2006/relationships/customXml" Target="../ink/ink643.xml"/><Relationship Id="rId30" Type="http://schemas.openxmlformats.org/officeDocument/2006/relationships/image" Target="../media/image383.png"/><Relationship Id="rId126" Type="http://schemas.openxmlformats.org/officeDocument/2006/relationships/image" Target="../media/image428.png"/><Relationship Id="rId168" Type="http://schemas.openxmlformats.org/officeDocument/2006/relationships/image" Target="../media/image449.png"/><Relationship Id="rId333" Type="http://schemas.openxmlformats.org/officeDocument/2006/relationships/image" Target="../media/image528.png"/><Relationship Id="rId540" Type="http://schemas.openxmlformats.org/officeDocument/2006/relationships/customXml" Target="../ink/ink649.xml"/><Relationship Id="rId72" Type="http://schemas.openxmlformats.org/officeDocument/2006/relationships/image" Target="../media/image403.png"/><Relationship Id="rId375" Type="http://schemas.openxmlformats.org/officeDocument/2006/relationships/customXml" Target="../ink/ink564.xml"/><Relationship Id="rId3" Type="http://schemas.openxmlformats.org/officeDocument/2006/relationships/customXml" Target="../ink/ink372.xml"/><Relationship Id="rId235" Type="http://schemas.openxmlformats.org/officeDocument/2006/relationships/image" Target="../media/image482.png"/><Relationship Id="rId277" Type="http://schemas.openxmlformats.org/officeDocument/2006/relationships/image" Target="../media/image502.png"/><Relationship Id="rId400" Type="http://schemas.openxmlformats.org/officeDocument/2006/relationships/customXml" Target="../ink/ink577.xml"/><Relationship Id="rId442" Type="http://schemas.openxmlformats.org/officeDocument/2006/relationships/image" Target="../media/image579.png"/><Relationship Id="rId484" Type="http://schemas.openxmlformats.org/officeDocument/2006/relationships/image" Target="../media/image600.png"/><Relationship Id="rId137" Type="http://schemas.openxmlformats.org/officeDocument/2006/relationships/customXml" Target="../ink/ink441.xml"/><Relationship Id="rId302" Type="http://schemas.openxmlformats.org/officeDocument/2006/relationships/image" Target="../media/image513.png"/><Relationship Id="rId344" Type="http://schemas.openxmlformats.org/officeDocument/2006/relationships/customXml" Target="../ink/ink547.xml"/><Relationship Id="rId41" Type="http://schemas.openxmlformats.org/officeDocument/2006/relationships/customXml" Target="../ink/ink391.xml"/><Relationship Id="rId83" Type="http://schemas.openxmlformats.org/officeDocument/2006/relationships/customXml" Target="../ink/ink412.xml"/><Relationship Id="rId179" Type="http://schemas.openxmlformats.org/officeDocument/2006/relationships/image" Target="../media/image454.png"/><Relationship Id="rId386" Type="http://schemas.openxmlformats.org/officeDocument/2006/relationships/image" Target="../media/image553.png"/><Relationship Id="rId551" Type="http://schemas.openxmlformats.org/officeDocument/2006/relationships/image" Target="../media/image633.png"/><Relationship Id="rId190" Type="http://schemas.openxmlformats.org/officeDocument/2006/relationships/customXml" Target="../ink/ink468.xml"/><Relationship Id="rId204" Type="http://schemas.openxmlformats.org/officeDocument/2006/relationships/customXml" Target="../ink/ink475.xml"/><Relationship Id="rId246" Type="http://schemas.openxmlformats.org/officeDocument/2006/relationships/customXml" Target="../ink/ink496.xml"/><Relationship Id="rId288" Type="http://schemas.openxmlformats.org/officeDocument/2006/relationships/customXml" Target="../ink/ink518.xml"/><Relationship Id="rId411" Type="http://schemas.openxmlformats.org/officeDocument/2006/relationships/customXml" Target="../ink/ink583.xml"/><Relationship Id="rId453" Type="http://schemas.openxmlformats.org/officeDocument/2006/relationships/customXml" Target="../ink/ink605.xml"/><Relationship Id="rId509" Type="http://schemas.openxmlformats.org/officeDocument/2006/relationships/customXml" Target="../ink/ink633.xml"/><Relationship Id="rId106" Type="http://schemas.openxmlformats.org/officeDocument/2006/relationships/customXml" Target="../ink/ink425.xml"/><Relationship Id="rId313" Type="http://schemas.openxmlformats.org/officeDocument/2006/relationships/customXml" Target="../ink/ink531.xml"/><Relationship Id="rId495" Type="http://schemas.openxmlformats.org/officeDocument/2006/relationships/customXml" Target="../ink/ink626.xml"/><Relationship Id="rId10" Type="http://schemas.openxmlformats.org/officeDocument/2006/relationships/image" Target="../media/image373.png"/><Relationship Id="rId52" Type="http://schemas.openxmlformats.org/officeDocument/2006/relationships/image" Target="../media/image394.png"/><Relationship Id="rId94" Type="http://schemas.openxmlformats.org/officeDocument/2006/relationships/customXml" Target="../ink/ink418.xml"/><Relationship Id="rId148" Type="http://schemas.openxmlformats.org/officeDocument/2006/relationships/image" Target="../media/image439.png"/><Relationship Id="rId355" Type="http://schemas.openxmlformats.org/officeDocument/2006/relationships/image" Target="../media/image539.png"/><Relationship Id="rId397" Type="http://schemas.openxmlformats.org/officeDocument/2006/relationships/image" Target="../media/image558.png"/><Relationship Id="rId520" Type="http://schemas.openxmlformats.org/officeDocument/2006/relationships/image" Target="../media/image618.png"/><Relationship Id="rId562" Type="http://schemas.openxmlformats.org/officeDocument/2006/relationships/customXml" Target="../ink/ink660.xml"/><Relationship Id="rId215" Type="http://schemas.openxmlformats.org/officeDocument/2006/relationships/image" Target="../media/image472.png"/><Relationship Id="rId257" Type="http://schemas.openxmlformats.org/officeDocument/2006/relationships/image" Target="../media/image493.png"/><Relationship Id="rId422" Type="http://schemas.openxmlformats.org/officeDocument/2006/relationships/image" Target="../media/image569.png"/><Relationship Id="rId464" Type="http://schemas.openxmlformats.org/officeDocument/2006/relationships/image" Target="../media/image590.png"/><Relationship Id="rId299" Type="http://schemas.openxmlformats.org/officeDocument/2006/relationships/customXml" Target="../ink/ink524.xml"/><Relationship Id="rId63" Type="http://schemas.openxmlformats.org/officeDocument/2006/relationships/customXml" Target="../ink/ink402.xml"/><Relationship Id="rId159" Type="http://schemas.openxmlformats.org/officeDocument/2006/relationships/customXml" Target="../ink/ink452.xml"/><Relationship Id="rId366" Type="http://schemas.openxmlformats.org/officeDocument/2006/relationships/customXml" Target="../ink/ink559.xml"/><Relationship Id="rId226" Type="http://schemas.openxmlformats.org/officeDocument/2006/relationships/customXml" Target="../ink/ink486.xml"/><Relationship Id="rId433" Type="http://schemas.openxmlformats.org/officeDocument/2006/relationships/customXml" Target="../ink/ink595.xml"/><Relationship Id="rId74" Type="http://schemas.openxmlformats.org/officeDocument/2006/relationships/image" Target="../media/image404.png"/><Relationship Id="rId377" Type="http://schemas.openxmlformats.org/officeDocument/2006/relationships/customXml" Target="../ink/ink565.xml"/><Relationship Id="rId500" Type="http://schemas.openxmlformats.org/officeDocument/2006/relationships/image" Target="../media/image608.png"/><Relationship Id="rId5" Type="http://schemas.openxmlformats.org/officeDocument/2006/relationships/customXml" Target="../ink/ink373.xml"/><Relationship Id="rId237" Type="http://schemas.openxmlformats.org/officeDocument/2006/relationships/image" Target="../media/image483.png"/><Relationship Id="rId444" Type="http://schemas.openxmlformats.org/officeDocument/2006/relationships/image" Target="../media/image580.png"/><Relationship Id="rId290" Type="http://schemas.openxmlformats.org/officeDocument/2006/relationships/image" Target="../media/image507.png"/><Relationship Id="rId304" Type="http://schemas.openxmlformats.org/officeDocument/2006/relationships/image" Target="../media/image514.png"/><Relationship Id="rId388" Type="http://schemas.openxmlformats.org/officeDocument/2006/relationships/customXml" Target="../ink/ink571.xml"/><Relationship Id="rId511" Type="http://schemas.openxmlformats.org/officeDocument/2006/relationships/customXml" Target="../ink/ink634.xml"/><Relationship Id="rId85" Type="http://schemas.openxmlformats.org/officeDocument/2006/relationships/customXml" Target="../ink/ink413.xml"/><Relationship Id="rId150" Type="http://schemas.openxmlformats.org/officeDocument/2006/relationships/image" Target="../media/image440.png"/><Relationship Id="rId248" Type="http://schemas.openxmlformats.org/officeDocument/2006/relationships/customXml" Target="../ink/ink497.xml"/><Relationship Id="rId455" Type="http://schemas.openxmlformats.org/officeDocument/2006/relationships/customXml" Target="../ink/ink606.xml"/><Relationship Id="rId12" Type="http://schemas.openxmlformats.org/officeDocument/2006/relationships/image" Target="../media/image374.png"/><Relationship Id="rId108" Type="http://schemas.openxmlformats.org/officeDocument/2006/relationships/customXml" Target="../ink/ink426.xml"/><Relationship Id="rId315" Type="http://schemas.openxmlformats.org/officeDocument/2006/relationships/customXml" Target="../ink/ink532.xml"/><Relationship Id="rId522" Type="http://schemas.openxmlformats.org/officeDocument/2006/relationships/image" Target="../media/image619.png"/><Relationship Id="rId96" Type="http://schemas.openxmlformats.org/officeDocument/2006/relationships/customXml" Target="../ink/ink419.xml"/><Relationship Id="rId161" Type="http://schemas.openxmlformats.org/officeDocument/2006/relationships/customXml" Target="../ink/ink453.xml"/><Relationship Id="rId399" Type="http://schemas.openxmlformats.org/officeDocument/2006/relationships/image" Target="../media/image559.png"/><Relationship Id="rId259" Type="http://schemas.openxmlformats.org/officeDocument/2006/relationships/image" Target="../media/image494.png"/><Relationship Id="rId466" Type="http://schemas.openxmlformats.org/officeDocument/2006/relationships/image" Target="../media/image591.png"/><Relationship Id="rId23" Type="http://schemas.openxmlformats.org/officeDocument/2006/relationships/customXml" Target="../ink/ink382.xml"/><Relationship Id="rId119" Type="http://schemas.openxmlformats.org/officeDocument/2006/relationships/customXml" Target="../ink/ink432.xml"/><Relationship Id="rId326" Type="http://schemas.openxmlformats.org/officeDocument/2006/relationships/customXml" Target="../ink/ink538.xml"/><Relationship Id="rId533" Type="http://schemas.openxmlformats.org/officeDocument/2006/relationships/customXml" Target="../ink/ink645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52.png"/><Relationship Id="rId21" Type="http://schemas.openxmlformats.org/officeDocument/2006/relationships/customXml" Target="../ink/ink671.xml"/><Relationship Id="rId42" Type="http://schemas.openxmlformats.org/officeDocument/2006/relationships/image" Target="../media/image660.png"/><Relationship Id="rId47" Type="http://schemas.openxmlformats.org/officeDocument/2006/relationships/customXml" Target="../ink/ink684.xml"/><Relationship Id="rId63" Type="http://schemas.openxmlformats.org/officeDocument/2006/relationships/customXml" Target="../ink/ink692.xml"/><Relationship Id="rId68" Type="http://schemas.openxmlformats.org/officeDocument/2006/relationships/image" Target="../media/image673.png"/><Relationship Id="rId84" Type="http://schemas.openxmlformats.org/officeDocument/2006/relationships/image" Target="../media/image681.png"/><Relationship Id="rId89" Type="http://schemas.openxmlformats.org/officeDocument/2006/relationships/customXml" Target="../ink/ink705.xml"/><Relationship Id="rId112" Type="http://schemas.openxmlformats.org/officeDocument/2006/relationships/image" Target="../media/image695.png"/><Relationship Id="rId16" Type="http://schemas.openxmlformats.org/officeDocument/2006/relationships/image" Target="../media/image647.png"/><Relationship Id="rId107" Type="http://schemas.openxmlformats.org/officeDocument/2006/relationships/customXml" Target="../ink/ink714.xml"/><Relationship Id="rId11" Type="http://schemas.openxmlformats.org/officeDocument/2006/relationships/customXml" Target="../ink/ink666.xml"/><Relationship Id="rId32" Type="http://schemas.openxmlformats.org/officeDocument/2006/relationships/image" Target="../media/image655.png"/><Relationship Id="rId37" Type="http://schemas.openxmlformats.org/officeDocument/2006/relationships/customXml" Target="../ink/ink679.xml"/><Relationship Id="rId53" Type="http://schemas.openxmlformats.org/officeDocument/2006/relationships/customXml" Target="../ink/ink687.xml"/><Relationship Id="rId58" Type="http://schemas.openxmlformats.org/officeDocument/2006/relationships/image" Target="../media/image668.png"/><Relationship Id="rId74" Type="http://schemas.openxmlformats.org/officeDocument/2006/relationships/image" Target="../media/image676.png"/><Relationship Id="rId79" Type="http://schemas.openxmlformats.org/officeDocument/2006/relationships/customXml" Target="../ink/ink700.xml"/><Relationship Id="rId102" Type="http://schemas.openxmlformats.org/officeDocument/2006/relationships/image" Target="../media/image690.png"/><Relationship Id="rId5" Type="http://schemas.openxmlformats.org/officeDocument/2006/relationships/customXml" Target="../ink/ink663.xml"/><Relationship Id="rId90" Type="http://schemas.openxmlformats.org/officeDocument/2006/relationships/image" Target="../media/image684.png"/><Relationship Id="rId95" Type="http://schemas.openxmlformats.org/officeDocument/2006/relationships/customXml" Target="../ink/ink708.xml"/><Relationship Id="rId22" Type="http://schemas.openxmlformats.org/officeDocument/2006/relationships/image" Target="../media/image650.png"/><Relationship Id="rId27" Type="http://schemas.openxmlformats.org/officeDocument/2006/relationships/customXml" Target="../ink/ink674.xml"/><Relationship Id="rId43" Type="http://schemas.openxmlformats.org/officeDocument/2006/relationships/customXml" Target="../ink/ink682.xml"/><Relationship Id="rId48" Type="http://schemas.openxmlformats.org/officeDocument/2006/relationships/image" Target="../media/image663.png"/><Relationship Id="rId64" Type="http://schemas.openxmlformats.org/officeDocument/2006/relationships/image" Target="../media/image671.png"/><Relationship Id="rId69" Type="http://schemas.openxmlformats.org/officeDocument/2006/relationships/customXml" Target="../ink/ink695.xml"/><Relationship Id="rId113" Type="http://schemas.openxmlformats.org/officeDocument/2006/relationships/customXml" Target="../ink/ink717.xml"/><Relationship Id="rId80" Type="http://schemas.openxmlformats.org/officeDocument/2006/relationships/image" Target="../media/image679.png"/><Relationship Id="rId85" Type="http://schemas.openxmlformats.org/officeDocument/2006/relationships/customXml" Target="../ink/ink703.xml"/><Relationship Id="rId12" Type="http://schemas.openxmlformats.org/officeDocument/2006/relationships/image" Target="../media/image645.png"/><Relationship Id="rId17" Type="http://schemas.openxmlformats.org/officeDocument/2006/relationships/customXml" Target="../ink/ink669.xml"/><Relationship Id="rId33" Type="http://schemas.openxmlformats.org/officeDocument/2006/relationships/customXml" Target="../ink/ink677.xml"/><Relationship Id="rId38" Type="http://schemas.openxmlformats.org/officeDocument/2006/relationships/image" Target="../media/image658.png"/><Relationship Id="rId59" Type="http://schemas.openxmlformats.org/officeDocument/2006/relationships/customXml" Target="../ink/ink690.xml"/><Relationship Id="rId103" Type="http://schemas.openxmlformats.org/officeDocument/2006/relationships/customXml" Target="../ink/ink712.xml"/><Relationship Id="rId108" Type="http://schemas.openxmlformats.org/officeDocument/2006/relationships/image" Target="../media/image693.png"/><Relationship Id="rId54" Type="http://schemas.openxmlformats.org/officeDocument/2006/relationships/image" Target="../media/image666.png"/><Relationship Id="rId70" Type="http://schemas.openxmlformats.org/officeDocument/2006/relationships/image" Target="../media/image674.png"/><Relationship Id="rId75" Type="http://schemas.openxmlformats.org/officeDocument/2006/relationships/customXml" Target="../ink/ink698.xml"/><Relationship Id="rId91" Type="http://schemas.openxmlformats.org/officeDocument/2006/relationships/customXml" Target="../ink/ink706.xml"/><Relationship Id="rId96" Type="http://schemas.openxmlformats.org/officeDocument/2006/relationships/image" Target="../media/image6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2.png"/><Relationship Id="rId15" Type="http://schemas.openxmlformats.org/officeDocument/2006/relationships/customXml" Target="../ink/ink668.xml"/><Relationship Id="rId23" Type="http://schemas.openxmlformats.org/officeDocument/2006/relationships/customXml" Target="../ink/ink672.xml"/><Relationship Id="rId28" Type="http://schemas.openxmlformats.org/officeDocument/2006/relationships/image" Target="../media/image653.png"/><Relationship Id="rId36" Type="http://schemas.openxmlformats.org/officeDocument/2006/relationships/image" Target="../media/image657.png"/><Relationship Id="rId49" Type="http://schemas.openxmlformats.org/officeDocument/2006/relationships/customXml" Target="../ink/ink685.xml"/><Relationship Id="rId57" Type="http://schemas.openxmlformats.org/officeDocument/2006/relationships/customXml" Target="../ink/ink689.xml"/><Relationship Id="rId106" Type="http://schemas.openxmlformats.org/officeDocument/2006/relationships/image" Target="../media/image692.png"/><Relationship Id="rId114" Type="http://schemas.openxmlformats.org/officeDocument/2006/relationships/image" Target="../media/image696.png"/><Relationship Id="rId10" Type="http://schemas.openxmlformats.org/officeDocument/2006/relationships/image" Target="../media/image644.png"/><Relationship Id="rId31" Type="http://schemas.openxmlformats.org/officeDocument/2006/relationships/customXml" Target="../ink/ink676.xml"/><Relationship Id="rId44" Type="http://schemas.openxmlformats.org/officeDocument/2006/relationships/image" Target="../media/image661.png"/><Relationship Id="rId52" Type="http://schemas.openxmlformats.org/officeDocument/2006/relationships/image" Target="../media/image665.png"/><Relationship Id="rId60" Type="http://schemas.openxmlformats.org/officeDocument/2006/relationships/image" Target="../media/image669.png"/><Relationship Id="rId65" Type="http://schemas.openxmlformats.org/officeDocument/2006/relationships/customXml" Target="../ink/ink693.xml"/><Relationship Id="rId73" Type="http://schemas.openxmlformats.org/officeDocument/2006/relationships/customXml" Target="../ink/ink697.xml"/><Relationship Id="rId78" Type="http://schemas.openxmlformats.org/officeDocument/2006/relationships/image" Target="../media/image678.png"/><Relationship Id="rId81" Type="http://schemas.openxmlformats.org/officeDocument/2006/relationships/customXml" Target="../ink/ink701.xml"/><Relationship Id="rId86" Type="http://schemas.openxmlformats.org/officeDocument/2006/relationships/image" Target="../media/image682.png"/><Relationship Id="rId94" Type="http://schemas.openxmlformats.org/officeDocument/2006/relationships/image" Target="../media/image686.png"/><Relationship Id="rId99" Type="http://schemas.openxmlformats.org/officeDocument/2006/relationships/customXml" Target="../ink/ink710.xml"/><Relationship Id="rId101" Type="http://schemas.openxmlformats.org/officeDocument/2006/relationships/customXml" Target="../ink/ink711.xml"/><Relationship Id="rId4" Type="http://schemas.openxmlformats.org/officeDocument/2006/relationships/image" Target="../media/image641.png"/><Relationship Id="rId9" Type="http://schemas.openxmlformats.org/officeDocument/2006/relationships/customXml" Target="../ink/ink665.xml"/><Relationship Id="rId13" Type="http://schemas.openxmlformats.org/officeDocument/2006/relationships/customXml" Target="../ink/ink667.xml"/><Relationship Id="rId18" Type="http://schemas.openxmlformats.org/officeDocument/2006/relationships/image" Target="../media/image648.png"/><Relationship Id="rId39" Type="http://schemas.openxmlformats.org/officeDocument/2006/relationships/customXml" Target="../ink/ink680.xml"/><Relationship Id="rId109" Type="http://schemas.openxmlformats.org/officeDocument/2006/relationships/customXml" Target="../ink/ink715.xml"/><Relationship Id="rId34" Type="http://schemas.openxmlformats.org/officeDocument/2006/relationships/image" Target="../media/image656.png"/><Relationship Id="rId50" Type="http://schemas.openxmlformats.org/officeDocument/2006/relationships/image" Target="../media/image664.png"/><Relationship Id="rId55" Type="http://schemas.openxmlformats.org/officeDocument/2006/relationships/customXml" Target="../ink/ink688.xml"/><Relationship Id="rId76" Type="http://schemas.openxmlformats.org/officeDocument/2006/relationships/image" Target="../media/image677.png"/><Relationship Id="rId97" Type="http://schemas.openxmlformats.org/officeDocument/2006/relationships/customXml" Target="../ink/ink709.xml"/><Relationship Id="rId104" Type="http://schemas.openxmlformats.org/officeDocument/2006/relationships/image" Target="../media/image691.png"/><Relationship Id="rId7" Type="http://schemas.openxmlformats.org/officeDocument/2006/relationships/customXml" Target="../ink/ink664.xml"/><Relationship Id="rId71" Type="http://schemas.openxmlformats.org/officeDocument/2006/relationships/customXml" Target="../ink/ink696.xml"/><Relationship Id="rId92" Type="http://schemas.openxmlformats.org/officeDocument/2006/relationships/image" Target="../media/image685.png"/><Relationship Id="rId2" Type="http://schemas.openxmlformats.org/officeDocument/2006/relationships/image" Target="../media/image1.png"/><Relationship Id="rId29" Type="http://schemas.openxmlformats.org/officeDocument/2006/relationships/customXml" Target="../ink/ink675.xml"/><Relationship Id="rId24" Type="http://schemas.openxmlformats.org/officeDocument/2006/relationships/image" Target="../media/image651.png"/><Relationship Id="rId40" Type="http://schemas.openxmlformats.org/officeDocument/2006/relationships/image" Target="../media/image659.png"/><Relationship Id="rId45" Type="http://schemas.openxmlformats.org/officeDocument/2006/relationships/customXml" Target="../ink/ink683.xml"/><Relationship Id="rId66" Type="http://schemas.openxmlformats.org/officeDocument/2006/relationships/image" Target="../media/image672.png"/><Relationship Id="rId87" Type="http://schemas.openxmlformats.org/officeDocument/2006/relationships/customXml" Target="../ink/ink704.xml"/><Relationship Id="rId110" Type="http://schemas.openxmlformats.org/officeDocument/2006/relationships/image" Target="../media/image694.png"/><Relationship Id="rId115" Type="http://schemas.openxmlformats.org/officeDocument/2006/relationships/customXml" Target="../ink/ink718.xml"/><Relationship Id="rId61" Type="http://schemas.openxmlformats.org/officeDocument/2006/relationships/customXml" Target="../ink/ink691.xml"/><Relationship Id="rId82" Type="http://schemas.openxmlformats.org/officeDocument/2006/relationships/image" Target="../media/image680.png"/><Relationship Id="rId19" Type="http://schemas.openxmlformats.org/officeDocument/2006/relationships/customXml" Target="../ink/ink670.xml"/><Relationship Id="rId14" Type="http://schemas.openxmlformats.org/officeDocument/2006/relationships/image" Target="../media/image646.png"/><Relationship Id="rId30" Type="http://schemas.openxmlformats.org/officeDocument/2006/relationships/image" Target="../media/image654.png"/><Relationship Id="rId35" Type="http://schemas.openxmlformats.org/officeDocument/2006/relationships/customXml" Target="../ink/ink678.xml"/><Relationship Id="rId56" Type="http://schemas.openxmlformats.org/officeDocument/2006/relationships/image" Target="../media/image667.png"/><Relationship Id="rId77" Type="http://schemas.openxmlformats.org/officeDocument/2006/relationships/customXml" Target="../ink/ink699.xml"/><Relationship Id="rId100" Type="http://schemas.openxmlformats.org/officeDocument/2006/relationships/image" Target="../media/image689.png"/><Relationship Id="rId105" Type="http://schemas.openxmlformats.org/officeDocument/2006/relationships/customXml" Target="../ink/ink713.xml"/><Relationship Id="rId8" Type="http://schemas.openxmlformats.org/officeDocument/2006/relationships/image" Target="../media/image643.png"/><Relationship Id="rId51" Type="http://schemas.openxmlformats.org/officeDocument/2006/relationships/customXml" Target="../ink/ink686.xml"/><Relationship Id="rId72" Type="http://schemas.openxmlformats.org/officeDocument/2006/relationships/image" Target="../media/image675.png"/><Relationship Id="rId93" Type="http://schemas.openxmlformats.org/officeDocument/2006/relationships/customXml" Target="../ink/ink707.xml"/><Relationship Id="rId98" Type="http://schemas.openxmlformats.org/officeDocument/2006/relationships/image" Target="../media/image688.png"/><Relationship Id="rId3" Type="http://schemas.openxmlformats.org/officeDocument/2006/relationships/customXml" Target="../ink/ink662.xml"/><Relationship Id="rId25" Type="http://schemas.openxmlformats.org/officeDocument/2006/relationships/customXml" Target="../ink/ink673.xml"/><Relationship Id="rId46" Type="http://schemas.openxmlformats.org/officeDocument/2006/relationships/image" Target="../media/image662.png"/><Relationship Id="rId67" Type="http://schemas.openxmlformats.org/officeDocument/2006/relationships/customXml" Target="../ink/ink694.xml"/><Relationship Id="rId116" Type="http://schemas.openxmlformats.org/officeDocument/2006/relationships/image" Target="../media/image697.png"/><Relationship Id="rId20" Type="http://schemas.openxmlformats.org/officeDocument/2006/relationships/image" Target="../media/image649.png"/><Relationship Id="rId41" Type="http://schemas.openxmlformats.org/officeDocument/2006/relationships/customXml" Target="../ink/ink681.xml"/><Relationship Id="rId62" Type="http://schemas.openxmlformats.org/officeDocument/2006/relationships/image" Target="../media/image670.png"/><Relationship Id="rId83" Type="http://schemas.openxmlformats.org/officeDocument/2006/relationships/customXml" Target="../ink/ink702.xml"/><Relationship Id="rId88" Type="http://schemas.openxmlformats.org/officeDocument/2006/relationships/image" Target="../media/image683.png"/><Relationship Id="rId111" Type="http://schemas.openxmlformats.org/officeDocument/2006/relationships/customXml" Target="../ink/ink7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724.xml"/><Relationship Id="rId18" Type="http://schemas.openxmlformats.org/officeDocument/2006/relationships/image" Target="../media/image707.png"/><Relationship Id="rId26" Type="http://schemas.openxmlformats.org/officeDocument/2006/relationships/image" Target="../media/image711.png"/><Relationship Id="rId3" Type="http://schemas.openxmlformats.org/officeDocument/2006/relationships/customXml" Target="../ink/ink719.xml"/><Relationship Id="rId21" Type="http://schemas.openxmlformats.org/officeDocument/2006/relationships/customXml" Target="../ink/ink728.xml"/><Relationship Id="rId34" Type="http://schemas.openxmlformats.org/officeDocument/2006/relationships/image" Target="../media/image715.png"/><Relationship Id="rId7" Type="http://schemas.openxmlformats.org/officeDocument/2006/relationships/customXml" Target="../ink/ink721.xml"/><Relationship Id="rId12" Type="http://schemas.openxmlformats.org/officeDocument/2006/relationships/image" Target="../media/image704.png"/><Relationship Id="rId17" Type="http://schemas.openxmlformats.org/officeDocument/2006/relationships/customXml" Target="../ink/ink726.xml"/><Relationship Id="rId25" Type="http://schemas.openxmlformats.org/officeDocument/2006/relationships/customXml" Target="../ink/ink730.xml"/><Relationship Id="rId33" Type="http://schemas.openxmlformats.org/officeDocument/2006/relationships/customXml" Target="../ink/ink734.xml"/><Relationship Id="rId2" Type="http://schemas.openxmlformats.org/officeDocument/2006/relationships/image" Target="../media/image699.png"/><Relationship Id="rId16" Type="http://schemas.openxmlformats.org/officeDocument/2006/relationships/image" Target="../media/image706.png"/><Relationship Id="rId20" Type="http://schemas.openxmlformats.org/officeDocument/2006/relationships/image" Target="../media/image708.png"/><Relationship Id="rId29" Type="http://schemas.openxmlformats.org/officeDocument/2006/relationships/customXml" Target="../ink/ink7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1.png"/><Relationship Id="rId11" Type="http://schemas.openxmlformats.org/officeDocument/2006/relationships/customXml" Target="../ink/ink723.xml"/><Relationship Id="rId24" Type="http://schemas.openxmlformats.org/officeDocument/2006/relationships/image" Target="../media/image710.png"/><Relationship Id="rId32" Type="http://schemas.openxmlformats.org/officeDocument/2006/relationships/image" Target="../media/image714.png"/><Relationship Id="rId5" Type="http://schemas.openxmlformats.org/officeDocument/2006/relationships/customXml" Target="../ink/ink720.xml"/><Relationship Id="rId15" Type="http://schemas.openxmlformats.org/officeDocument/2006/relationships/customXml" Target="../ink/ink725.xml"/><Relationship Id="rId23" Type="http://schemas.openxmlformats.org/officeDocument/2006/relationships/customXml" Target="../ink/ink729.xml"/><Relationship Id="rId28" Type="http://schemas.openxmlformats.org/officeDocument/2006/relationships/image" Target="../media/image712.png"/><Relationship Id="rId36" Type="http://schemas.openxmlformats.org/officeDocument/2006/relationships/image" Target="../media/image716.png"/><Relationship Id="rId10" Type="http://schemas.openxmlformats.org/officeDocument/2006/relationships/image" Target="../media/image703.png"/><Relationship Id="rId19" Type="http://schemas.openxmlformats.org/officeDocument/2006/relationships/customXml" Target="../ink/ink727.xml"/><Relationship Id="rId31" Type="http://schemas.openxmlformats.org/officeDocument/2006/relationships/customXml" Target="../ink/ink733.xml"/><Relationship Id="rId4" Type="http://schemas.openxmlformats.org/officeDocument/2006/relationships/image" Target="../media/image700.png"/><Relationship Id="rId9" Type="http://schemas.openxmlformats.org/officeDocument/2006/relationships/customXml" Target="../ink/ink722.xml"/><Relationship Id="rId14" Type="http://schemas.openxmlformats.org/officeDocument/2006/relationships/image" Target="../media/image705.png"/><Relationship Id="rId22" Type="http://schemas.openxmlformats.org/officeDocument/2006/relationships/image" Target="../media/image709.png"/><Relationship Id="rId27" Type="http://schemas.openxmlformats.org/officeDocument/2006/relationships/customXml" Target="../ink/ink731.xml"/><Relationship Id="rId30" Type="http://schemas.openxmlformats.org/officeDocument/2006/relationships/image" Target="../media/image713.png"/><Relationship Id="rId35" Type="http://schemas.openxmlformats.org/officeDocument/2006/relationships/customXml" Target="../ink/ink735.xml"/><Relationship Id="rId8" Type="http://schemas.openxmlformats.org/officeDocument/2006/relationships/image" Target="../media/image702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47.xml"/><Relationship Id="rId21" Type="http://schemas.openxmlformats.org/officeDocument/2006/relationships/image" Target="../media/image727.png"/><Relationship Id="rId42" Type="http://schemas.openxmlformats.org/officeDocument/2006/relationships/customXml" Target="../ink/ink755.xml"/><Relationship Id="rId47" Type="http://schemas.openxmlformats.org/officeDocument/2006/relationships/image" Target="../media/image740.png"/><Relationship Id="rId63" Type="http://schemas.openxmlformats.org/officeDocument/2006/relationships/image" Target="../media/image748.png"/><Relationship Id="rId68" Type="http://schemas.openxmlformats.org/officeDocument/2006/relationships/customXml" Target="../ink/ink768.xml"/><Relationship Id="rId7" Type="http://schemas.openxmlformats.org/officeDocument/2006/relationships/image" Target="../media/image720.png"/><Relationship Id="rId2" Type="http://schemas.openxmlformats.org/officeDocument/2006/relationships/image" Target="../media/image717.png"/><Relationship Id="rId16" Type="http://schemas.openxmlformats.org/officeDocument/2006/relationships/customXml" Target="../ink/ink742.xml"/><Relationship Id="rId29" Type="http://schemas.openxmlformats.org/officeDocument/2006/relationships/image" Target="../media/image731.png"/><Relationship Id="rId11" Type="http://schemas.openxmlformats.org/officeDocument/2006/relationships/image" Target="../media/image722.png"/><Relationship Id="rId24" Type="http://schemas.openxmlformats.org/officeDocument/2006/relationships/customXml" Target="../ink/ink746.xml"/><Relationship Id="rId32" Type="http://schemas.openxmlformats.org/officeDocument/2006/relationships/customXml" Target="../ink/ink750.xml"/><Relationship Id="rId37" Type="http://schemas.openxmlformats.org/officeDocument/2006/relationships/image" Target="../media/image735.png"/><Relationship Id="rId40" Type="http://schemas.openxmlformats.org/officeDocument/2006/relationships/customXml" Target="../ink/ink754.xml"/><Relationship Id="rId45" Type="http://schemas.openxmlformats.org/officeDocument/2006/relationships/image" Target="../media/image739.png"/><Relationship Id="rId53" Type="http://schemas.openxmlformats.org/officeDocument/2006/relationships/image" Target="../media/image743.png"/><Relationship Id="rId58" Type="http://schemas.openxmlformats.org/officeDocument/2006/relationships/customXml" Target="../ink/ink763.xml"/><Relationship Id="rId66" Type="http://schemas.openxmlformats.org/officeDocument/2006/relationships/customXml" Target="../ink/ink767.xml"/><Relationship Id="rId5" Type="http://schemas.openxmlformats.org/officeDocument/2006/relationships/image" Target="../media/image719.png"/><Relationship Id="rId61" Type="http://schemas.openxmlformats.org/officeDocument/2006/relationships/image" Target="../media/image747.png"/><Relationship Id="rId19" Type="http://schemas.openxmlformats.org/officeDocument/2006/relationships/image" Target="../media/image726.png"/><Relationship Id="rId14" Type="http://schemas.openxmlformats.org/officeDocument/2006/relationships/customXml" Target="../ink/ink741.xml"/><Relationship Id="rId22" Type="http://schemas.openxmlformats.org/officeDocument/2006/relationships/customXml" Target="../ink/ink745.xml"/><Relationship Id="rId27" Type="http://schemas.openxmlformats.org/officeDocument/2006/relationships/image" Target="../media/image730.png"/><Relationship Id="rId30" Type="http://schemas.openxmlformats.org/officeDocument/2006/relationships/customXml" Target="../ink/ink749.xml"/><Relationship Id="rId35" Type="http://schemas.openxmlformats.org/officeDocument/2006/relationships/image" Target="../media/image734.png"/><Relationship Id="rId43" Type="http://schemas.openxmlformats.org/officeDocument/2006/relationships/image" Target="../media/image738.png"/><Relationship Id="rId48" Type="http://schemas.openxmlformats.org/officeDocument/2006/relationships/customXml" Target="../ink/ink758.xml"/><Relationship Id="rId56" Type="http://schemas.openxmlformats.org/officeDocument/2006/relationships/customXml" Target="../ink/ink762.xml"/><Relationship Id="rId64" Type="http://schemas.openxmlformats.org/officeDocument/2006/relationships/customXml" Target="../ink/ink766.xml"/><Relationship Id="rId69" Type="http://schemas.openxmlformats.org/officeDocument/2006/relationships/image" Target="../media/image751.png"/><Relationship Id="rId8" Type="http://schemas.openxmlformats.org/officeDocument/2006/relationships/customXml" Target="../ink/ink738.xml"/><Relationship Id="rId51" Type="http://schemas.openxmlformats.org/officeDocument/2006/relationships/image" Target="../media/image742.png"/><Relationship Id="rId3" Type="http://schemas.openxmlformats.org/officeDocument/2006/relationships/image" Target="../media/image718.png"/><Relationship Id="rId12" Type="http://schemas.openxmlformats.org/officeDocument/2006/relationships/customXml" Target="../ink/ink740.xml"/><Relationship Id="rId17" Type="http://schemas.openxmlformats.org/officeDocument/2006/relationships/image" Target="../media/image725.png"/><Relationship Id="rId25" Type="http://schemas.openxmlformats.org/officeDocument/2006/relationships/image" Target="../media/image729.png"/><Relationship Id="rId33" Type="http://schemas.openxmlformats.org/officeDocument/2006/relationships/image" Target="../media/image733.png"/><Relationship Id="rId38" Type="http://schemas.openxmlformats.org/officeDocument/2006/relationships/customXml" Target="../ink/ink753.xml"/><Relationship Id="rId46" Type="http://schemas.openxmlformats.org/officeDocument/2006/relationships/customXml" Target="../ink/ink757.xml"/><Relationship Id="rId59" Type="http://schemas.openxmlformats.org/officeDocument/2006/relationships/image" Target="../media/image746.png"/><Relationship Id="rId67" Type="http://schemas.openxmlformats.org/officeDocument/2006/relationships/image" Target="../media/image750.png"/><Relationship Id="rId20" Type="http://schemas.openxmlformats.org/officeDocument/2006/relationships/customXml" Target="../ink/ink744.xml"/><Relationship Id="rId41" Type="http://schemas.openxmlformats.org/officeDocument/2006/relationships/image" Target="../media/image737.png"/><Relationship Id="rId54" Type="http://schemas.openxmlformats.org/officeDocument/2006/relationships/customXml" Target="../ink/ink761.xml"/><Relationship Id="rId62" Type="http://schemas.openxmlformats.org/officeDocument/2006/relationships/customXml" Target="../ink/ink76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37.xml"/><Relationship Id="rId15" Type="http://schemas.openxmlformats.org/officeDocument/2006/relationships/image" Target="../media/image724.png"/><Relationship Id="rId23" Type="http://schemas.openxmlformats.org/officeDocument/2006/relationships/image" Target="../media/image728.png"/><Relationship Id="rId28" Type="http://schemas.openxmlformats.org/officeDocument/2006/relationships/customXml" Target="../ink/ink748.xml"/><Relationship Id="rId36" Type="http://schemas.openxmlformats.org/officeDocument/2006/relationships/customXml" Target="../ink/ink752.xml"/><Relationship Id="rId49" Type="http://schemas.openxmlformats.org/officeDocument/2006/relationships/image" Target="../media/image741.png"/><Relationship Id="rId57" Type="http://schemas.openxmlformats.org/officeDocument/2006/relationships/image" Target="../media/image745.png"/><Relationship Id="rId10" Type="http://schemas.openxmlformats.org/officeDocument/2006/relationships/customXml" Target="../ink/ink739.xml"/><Relationship Id="rId31" Type="http://schemas.openxmlformats.org/officeDocument/2006/relationships/image" Target="../media/image732.png"/><Relationship Id="rId44" Type="http://schemas.openxmlformats.org/officeDocument/2006/relationships/customXml" Target="../ink/ink756.xml"/><Relationship Id="rId52" Type="http://schemas.openxmlformats.org/officeDocument/2006/relationships/customXml" Target="../ink/ink760.xml"/><Relationship Id="rId60" Type="http://schemas.openxmlformats.org/officeDocument/2006/relationships/customXml" Target="../ink/ink764.xml"/><Relationship Id="rId65" Type="http://schemas.openxmlformats.org/officeDocument/2006/relationships/image" Target="../media/image749.png"/><Relationship Id="rId4" Type="http://schemas.openxmlformats.org/officeDocument/2006/relationships/customXml" Target="../ink/ink736.xml"/><Relationship Id="rId9" Type="http://schemas.openxmlformats.org/officeDocument/2006/relationships/image" Target="../media/image721.png"/><Relationship Id="rId13" Type="http://schemas.openxmlformats.org/officeDocument/2006/relationships/image" Target="../media/image723.png"/><Relationship Id="rId18" Type="http://schemas.openxmlformats.org/officeDocument/2006/relationships/customXml" Target="../ink/ink743.xml"/><Relationship Id="rId39" Type="http://schemas.openxmlformats.org/officeDocument/2006/relationships/image" Target="../media/image736.png"/><Relationship Id="rId34" Type="http://schemas.openxmlformats.org/officeDocument/2006/relationships/customXml" Target="../ink/ink751.xml"/><Relationship Id="rId50" Type="http://schemas.openxmlformats.org/officeDocument/2006/relationships/customXml" Target="../ink/ink759.xml"/><Relationship Id="rId55" Type="http://schemas.openxmlformats.org/officeDocument/2006/relationships/image" Target="../media/image744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09.png"/><Relationship Id="rId21" Type="http://schemas.openxmlformats.org/officeDocument/2006/relationships/image" Target="../media/image761.png"/><Relationship Id="rId42" Type="http://schemas.openxmlformats.org/officeDocument/2006/relationships/customXml" Target="../ink/ink789.xml"/><Relationship Id="rId63" Type="http://schemas.openxmlformats.org/officeDocument/2006/relationships/image" Target="../media/image782.png"/><Relationship Id="rId84" Type="http://schemas.openxmlformats.org/officeDocument/2006/relationships/customXml" Target="../ink/ink810.xml"/><Relationship Id="rId138" Type="http://schemas.openxmlformats.org/officeDocument/2006/relationships/customXml" Target="../ink/ink837.xml"/><Relationship Id="rId159" Type="http://schemas.openxmlformats.org/officeDocument/2006/relationships/image" Target="../media/image829.png"/><Relationship Id="rId170" Type="http://schemas.openxmlformats.org/officeDocument/2006/relationships/customXml" Target="../ink/ink853.xml"/><Relationship Id="rId191" Type="http://schemas.openxmlformats.org/officeDocument/2006/relationships/image" Target="../media/image845.png"/><Relationship Id="rId205" Type="http://schemas.openxmlformats.org/officeDocument/2006/relationships/image" Target="../media/image852.png"/><Relationship Id="rId226" Type="http://schemas.openxmlformats.org/officeDocument/2006/relationships/customXml" Target="../ink/ink881.xml"/><Relationship Id="rId107" Type="http://schemas.openxmlformats.org/officeDocument/2006/relationships/image" Target="../media/image804.png"/><Relationship Id="rId11" Type="http://schemas.openxmlformats.org/officeDocument/2006/relationships/image" Target="../media/image756.png"/><Relationship Id="rId32" Type="http://schemas.openxmlformats.org/officeDocument/2006/relationships/customXml" Target="../ink/ink784.xml"/><Relationship Id="rId53" Type="http://schemas.openxmlformats.org/officeDocument/2006/relationships/image" Target="../media/image777.png"/><Relationship Id="rId74" Type="http://schemas.openxmlformats.org/officeDocument/2006/relationships/customXml" Target="../ink/ink805.xml"/><Relationship Id="rId128" Type="http://schemas.openxmlformats.org/officeDocument/2006/relationships/customXml" Target="../ink/ink832.xml"/><Relationship Id="rId149" Type="http://schemas.openxmlformats.org/officeDocument/2006/relationships/image" Target="../media/image824.png"/><Relationship Id="rId5" Type="http://schemas.openxmlformats.org/officeDocument/2006/relationships/image" Target="../media/image753.png"/><Relationship Id="rId95" Type="http://schemas.openxmlformats.org/officeDocument/2006/relationships/image" Target="../media/image798.png"/><Relationship Id="rId160" Type="http://schemas.openxmlformats.org/officeDocument/2006/relationships/customXml" Target="../ink/ink848.xml"/><Relationship Id="rId181" Type="http://schemas.openxmlformats.org/officeDocument/2006/relationships/image" Target="../media/image840.png"/><Relationship Id="rId216" Type="http://schemas.openxmlformats.org/officeDocument/2006/relationships/customXml" Target="../ink/ink876.xml"/><Relationship Id="rId237" Type="http://schemas.openxmlformats.org/officeDocument/2006/relationships/image" Target="../media/image868.png"/><Relationship Id="rId22" Type="http://schemas.openxmlformats.org/officeDocument/2006/relationships/customXml" Target="../ink/ink779.xml"/><Relationship Id="rId43" Type="http://schemas.openxmlformats.org/officeDocument/2006/relationships/image" Target="../media/image772.png"/><Relationship Id="rId64" Type="http://schemas.openxmlformats.org/officeDocument/2006/relationships/customXml" Target="../ink/ink800.xml"/><Relationship Id="rId118" Type="http://schemas.openxmlformats.org/officeDocument/2006/relationships/customXml" Target="../ink/ink827.xml"/><Relationship Id="rId139" Type="http://schemas.openxmlformats.org/officeDocument/2006/relationships/image" Target="../media/image820.png"/><Relationship Id="rId85" Type="http://schemas.openxmlformats.org/officeDocument/2006/relationships/image" Target="../media/image793.png"/><Relationship Id="rId150" Type="http://schemas.openxmlformats.org/officeDocument/2006/relationships/customXml" Target="../ink/ink843.xml"/><Relationship Id="rId171" Type="http://schemas.openxmlformats.org/officeDocument/2006/relationships/image" Target="../media/image835.png"/><Relationship Id="rId192" Type="http://schemas.openxmlformats.org/officeDocument/2006/relationships/customXml" Target="../ink/ink864.xml"/><Relationship Id="rId206" Type="http://schemas.openxmlformats.org/officeDocument/2006/relationships/customXml" Target="../ink/ink871.xml"/><Relationship Id="rId227" Type="http://schemas.openxmlformats.org/officeDocument/2006/relationships/image" Target="../media/image863.png"/><Relationship Id="rId12" Type="http://schemas.openxmlformats.org/officeDocument/2006/relationships/customXml" Target="../ink/ink774.xml"/><Relationship Id="rId33" Type="http://schemas.openxmlformats.org/officeDocument/2006/relationships/image" Target="../media/image767.png"/><Relationship Id="rId108" Type="http://schemas.openxmlformats.org/officeDocument/2006/relationships/customXml" Target="../ink/ink822.xml"/><Relationship Id="rId129" Type="http://schemas.openxmlformats.org/officeDocument/2006/relationships/image" Target="../media/image815.png"/><Relationship Id="rId54" Type="http://schemas.openxmlformats.org/officeDocument/2006/relationships/customXml" Target="../ink/ink795.xml"/><Relationship Id="rId75" Type="http://schemas.openxmlformats.org/officeDocument/2006/relationships/image" Target="../media/image788.png"/><Relationship Id="rId96" Type="http://schemas.openxmlformats.org/officeDocument/2006/relationships/customXml" Target="../ink/ink816.xml"/><Relationship Id="rId140" Type="http://schemas.openxmlformats.org/officeDocument/2006/relationships/customXml" Target="../ink/ink838.xml"/><Relationship Id="rId161" Type="http://schemas.openxmlformats.org/officeDocument/2006/relationships/image" Target="../media/image830.png"/><Relationship Id="rId182" Type="http://schemas.openxmlformats.org/officeDocument/2006/relationships/customXml" Target="../ink/ink859.xml"/><Relationship Id="rId217" Type="http://schemas.openxmlformats.org/officeDocument/2006/relationships/image" Target="../media/image858.png"/><Relationship Id="rId6" Type="http://schemas.openxmlformats.org/officeDocument/2006/relationships/customXml" Target="../ink/ink771.xml"/><Relationship Id="rId23" Type="http://schemas.openxmlformats.org/officeDocument/2006/relationships/image" Target="../media/image762.png"/><Relationship Id="rId119" Type="http://schemas.openxmlformats.org/officeDocument/2006/relationships/image" Target="../media/image810.png"/><Relationship Id="rId44" Type="http://schemas.openxmlformats.org/officeDocument/2006/relationships/customXml" Target="../ink/ink790.xml"/><Relationship Id="rId65" Type="http://schemas.openxmlformats.org/officeDocument/2006/relationships/image" Target="../media/image783.png"/><Relationship Id="rId86" Type="http://schemas.openxmlformats.org/officeDocument/2006/relationships/customXml" Target="../ink/ink811.xml"/><Relationship Id="rId130" Type="http://schemas.openxmlformats.org/officeDocument/2006/relationships/customXml" Target="../ink/ink833.xml"/><Relationship Id="rId151" Type="http://schemas.openxmlformats.org/officeDocument/2006/relationships/image" Target="../media/image825.png"/><Relationship Id="rId172" Type="http://schemas.openxmlformats.org/officeDocument/2006/relationships/customXml" Target="../ink/ink854.xml"/><Relationship Id="rId193" Type="http://schemas.openxmlformats.org/officeDocument/2006/relationships/image" Target="../media/image846.png"/><Relationship Id="rId207" Type="http://schemas.openxmlformats.org/officeDocument/2006/relationships/image" Target="../media/image853.png"/><Relationship Id="rId228" Type="http://schemas.openxmlformats.org/officeDocument/2006/relationships/customXml" Target="../ink/ink882.xml"/><Relationship Id="rId13" Type="http://schemas.openxmlformats.org/officeDocument/2006/relationships/image" Target="../media/image757.png"/><Relationship Id="rId109" Type="http://schemas.openxmlformats.org/officeDocument/2006/relationships/image" Target="../media/image805.png"/><Relationship Id="rId34" Type="http://schemas.openxmlformats.org/officeDocument/2006/relationships/customXml" Target="../ink/ink785.xml"/><Relationship Id="rId55" Type="http://schemas.openxmlformats.org/officeDocument/2006/relationships/image" Target="../media/image778.png"/><Relationship Id="rId76" Type="http://schemas.openxmlformats.org/officeDocument/2006/relationships/customXml" Target="../ink/ink806.xml"/><Relationship Id="rId97" Type="http://schemas.openxmlformats.org/officeDocument/2006/relationships/image" Target="../media/image799.png"/><Relationship Id="rId120" Type="http://schemas.openxmlformats.org/officeDocument/2006/relationships/customXml" Target="../ink/ink828.xml"/><Relationship Id="rId141" Type="http://schemas.openxmlformats.org/officeDocument/2006/relationships/image" Target="../media/image441.png"/><Relationship Id="rId7" Type="http://schemas.openxmlformats.org/officeDocument/2006/relationships/image" Target="../media/image754.png"/><Relationship Id="rId162" Type="http://schemas.openxmlformats.org/officeDocument/2006/relationships/customXml" Target="../ink/ink849.xml"/><Relationship Id="rId183" Type="http://schemas.openxmlformats.org/officeDocument/2006/relationships/image" Target="../media/image841.png"/><Relationship Id="rId218" Type="http://schemas.openxmlformats.org/officeDocument/2006/relationships/customXml" Target="../ink/ink877.xml"/><Relationship Id="rId24" Type="http://schemas.openxmlformats.org/officeDocument/2006/relationships/customXml" Target="../ink/ink780.xml"/><Relationship Id="rId45" Type="http://schemas.openxmlformats.org/officeDocument/2006/relationships/image" Target="../media/image773.png"/><Relationship Id="rId66" Type="http://schemas.openxmlformats.org/officeDocument/2006/relationships/customXml" Target="../ink/ink801.xml"/><Relationship Id="rId87" Type="http://schemas.openxmlformats.org/officeDocument/2006/relationships/image" Target="../media/image794.png"/><Relationship Id="rId110" Type="http://schemas.openxmlformats.org/officeDocument/2006/relationships/customXml" Target="../ink/ink823.xml"/><Relationship Id="rId131" Type="http://schemas.openxmlformats.org/officeDocument/2006/relationships/image" Target="../media/image816.png"/><Relationship Id="rId152" Type="http://schemas.openxmlformats.org/officeDocument/2006/relationships/customXml" Target="../ink/ink844.xml"/><Relationship Id="rId173" Type="http://schemas.openxmlformats.org/officeDocument/2006/relationships/image" Target="../media/image836.png"/><Relationship Id="rId194" Type="http://schemas.openxmlformats.org/officeDocument/2006/relationships/customXml" Target="../ink/ink865.xml"/><Relationship Id="rId208" Type="http://schemas.openxmlformats.org/officeDocument/2006/relationships/customXml" Target="../ink/ink872.xml"/><Relationship Id="rId229" Type="http://schemas.openxmlformats.org/officeDocument/2006/relationships/image" Target="../media/image864.png"/><Relationship Id="rId14" Type="http://schemas.openxmlformats.org/officeDocument/2006/relationships/customXml" Target="../ink/ink775.xml"/><Relationship Id="rId35" Type="http://schemas.openxmlformats.org/officeDocument/2006/relationships/image" Target="../media/image768.png"/><Relationship Id="rId56" Type="http://schemas.openxmlformats.org/officeDocument/2006/relationships/customXml" Target="../ink/ink796.xml"/><Relationship Id="rId77" Type="http://schemas.openxmlformats.org/officeDocument/2006/relationships/image" Target="../media/image789.png"/><Relationship Id="rId100" Type="http://schemas.openxmlformats.org/officeDocument/2006/relationships/customXml" Target="../ink/ink818.xml"/><Relationship Id="rId8" Type="http://schemas.openxmlformats.org/officeDocument/2006/relationships/customXml" Target="../ink/ink772.xml"/><Relationship Id="rId98" Type="http://schemas.openxmlformats.org/officeDocument/2006/relationships/customXml" Target="../ink/ink817.xml"/><Relationship Id="rId121" Type="http://schemas.openxmlformats.org/officeDocument/2006/relationships/image" Target="../media/image811.png"/><Relationship Id="rId142" Type="http://schemas.openxmlformats.org/officeDocument/2006/relationships/customXml" Target="../ink/ink839.xml"/><Relationship Id="rId163" Type="http://schemas.openxmlformats.org/officeDocument/2006/relationships/image" Target="../media/image831.png"/><Relationship Id="rId184" Type="http://schemas.openxmlformats.org/officeDocument/2006/relationships/customXml" Target="../ink/ink860.xml"/><Relationship Id="rId219" Type="http://schemas.openxmlformats.org/officeDocument/2006/relationships/image" Target="../media/image859.png"/><Relationship Id="rId230" Type="http://schemas.openxmlformats.org/officeDocument/2006/relationships/customXml" Target="../ink/ink883.xml"/><Relationship Id="rId25" Type="http://schemas.openxmlformats.org/officeDocument/2006/relationships/image" Target="../media/image763.png"/><Relationship Id="rId46" Type="http://schemas.openxmlformats.org/officeDocument/2006/relationships/customXml" Target="../ink/ink791.xml"/><Relationship Id="rId67" Type="http://schemas.openxmlformats.org/officeDocument/2006/relationships/image" Target="../media/image784.png"/><Relationship Id="rId88" Type="http://schemas.openxmlformats.org/officeDocument/2006/relationships/customXml" Target="../ink/ink812.xml"/><Relationship Id="rId111" Type="http://schemas.openxmlformats.org/officeDocument/2006/relationships/image" Target="../media/image806.png"/><Relationship Id="rId132" Type="http://schemas.openxmlformats.org/officeDocument/2006/relationships/customXml" Target="../ink/ink834.xml"/><Relationship Id="rId153" Type="http://schemas.openxmlformats.org/officeDocument/2006/relationships/image" Target="../media/image826.png"/><Relationship Id="rId174" Type="http://schemas.openxmlformats.org/officeDocument/2006/relationships/customXml" Target="../ink/ink855.xml"/><Relationship Id="rId195" Type="http://schemas.openxmlformats.org/officeDocument/2006/relationships/image" Target="../media/image847.png"/><Relationship Id="rId209" Type="http://schemas.openxmlformats.org/officeDocument/2006/relationships/image" Target="../media/image854.png"/><Relationship Id="rId190" Type="http://schemas.openxmlformats.org/officeDocument/2006/relationships/customXml" Target="../ink/ink863.xml"/><Relationship Id="rId204" Type="http://schemas.openxmlformats.org/officeDocument/2006/relationships/customXml" Target="../ink/ink870.xml"/><Relationship Id="rId220" Type="http://schemas.openxmlformats.org/officeDocument/2006/relationships/customXml" Target="../ink/ink878.xml"/><Relationship Id="rId225" Type="http://schemas.openxmlformats.org/officeDocument/2006/relationships/image" Target="../media/image862.png"/><Relationship Id="rId15" Type="http://schemas.openxmlformats.org/officeDocument/2006/relationships/image" Target="../media/image758.png"/><Relationship Id="rId36" Type="http://schemas.openxmlformats.org/officeDocument/2006/relationships/customXml" Target="../ink/ink786.xml"/><Relationship Id="rId57" Type="http://schemas.openxmlformats.org/officeDocument/2006/relationships/image" Target="../media/image779.png"/><Relationship Id="rId106" Type="http://schemas.openxmlformats.org/officeDocument/2006/relationships/customXml" Target="../ink/ink821.xml"/><Relationship Id="rId127" Type="http://schemas.openxmlformats.org/officeDocument/2006/relationships/image" Target="../media/image814.png"/><Relationship Id="rId10" Type="http://schemas.openxmlformats.org/officeDocument/2006/relationships/customXml" Target="../ink/ink773.xml"/><Relationship Id="rId31" Type="http://schemas.openxmlformats.org/officeDocument/2006/relationships/image" Target="../media/image766.png"/><Relationship Id="rId52" Type="http://schemas.openxmlformats.org/officeDocument/2006/relationships/customXml" Target="../ink/ink794.xml"/><Relationship Id="rId73" Type="http://schemas.openxmlformats.org/officeDocument/2006/relationships/image" Target="../media/image787.png"/><Relationship Id="rId78" Type="http://schemas.openxmlformats.org/officeDocument/2006/relationships/customXml" Target="../ink/ink807.xml"/><Relationship Id="rId94" Type="http://schemas.openxmlformats.org/officeDocument/2006/relationships/customXml" Target="../ink/ink815.xml"/><Relationship Id="rId99" Type="http://schemas.openxmlformats.org/officeDocument/2006/relationships/image" Target="../media/image800.png"/><Relationship Id="rId101" Type="http://schemas.openxmlformats.org/officeDocument/2006/relationships/image" Target="../media/image801.png"/><Relationship Id="rId122" Type="http://schemas.openxmlformats.org/officeDocument/2006/relationships/customXml" Target="../ink/ink829.xml"/><Relationship Id="rId143" Type="http://schemas.openxmlformats.org/officeDocument/2006/relationships/image" Target="../media/image821.png"/><Relationship Id="rId148" Type="http://schemas.openxmlformats.org/officeDocument/2006/relationships/customXml" Target="../ink/ink842.xml"/><Relationship Id="rId164" Type="http://schemas.openxmlformats.org/officeDocument/2006/relationships/customXml" Target="../ink/ink850.xml"/><Relationship Id="rId169" Type="http://schemas.openxmlformats.org/officeDocument/2006/relationships/image" Target="../media/image834.png"/><Relationship Id="rId185" Type="http://schemas.openxmlformats.org/officeDocument/2006/relationships/image" Target="../media/image842.png"/><Relationship Id="rId4" Type="http://schemas.openxmlformats.org/officeDocument/2006/relationships/customXml" Target="../ink/ink770.xml"/><Relationship Id="rId9" Type="http://schemas.openxmlformats.org/officeDocument/2006/relationships/image" Target="../media/image755.png"/><Relationship Id="rId180" Type="http://schemas.openxmlformats.org/officeDocument/2006/relationships/customXml" Target="../ink/ink858.xml"/><Relationship Id="rId210" Type="http://schemas.openxmlformats.org/officeDocument/2006/relationships/customXml" Target="../ink/ink873.xml"/><Relationship Id="rId215" Type="http://schemas.openxmlformats.org/officeDocument/2006/relationships/image" Target="../media/image857.png"/><Relationship Id="rId236" Type="http://schemas.openxmlformats.org/officeDocument/2006/relationships/customXml" Target="../ink/ink886.xml"/><Relationship Id="rId26" Type="http://schemas.openxmlformats.org/officeDocument/2006/relationships/customXml" Target="../ink/ink781.xml"/><Relationship Id="rId231" Type="http://schemas.openxmlformats.org/officeDocument/2006/relationships/image" Target="../media/image865.png"/><Relationship Id="rId47" Type="http://schemas.openxmlformats.org/officeDocument/2006/relationships/image" Target="../media/image774.png"/><Relationship Id="rId68" Type="http://schemas.openxmlformats.org/officeDocument/2006/relationships/customXml" Target="../ink/ink802.xml"/><Relationship Id="rId89" Type="http://schemas.openxmlformats.org/officeDocument/2006/relationships/image" Target="../media/image795.png"/><Relationship Id="rId112" Type="http://schemas.openxmlformats.org/officeDocument/2006/relationships/customXml" Target="../ink/ink824.xml"/><Relationship Id="rId133" Type="http://schemas.openxmlformats.org/officeDocument/2006/relationships/image" Target="../media/image817.png"/><Relationship Id="rId154" Type="http://schemas.openxmlformats.org/officeDocument/2006/relationships/customXml" Target="../ink/ink845.xml"/><Relationship Id="rId175" Type="http://schemas.openxmlformats.org/officeDocument/2006/relationships/image" Target="../media/image837.png"/><Relationship Id="rId196" Type="http://schemas.openxmlformats.org/officeDocument/2006/relationships/customXml" Target="../ink/ink866.xml"/><Relationship Id="rId200" Type="http://schemas.openxmlformats.org/officeDocument/2006/relationships/customXml" Target="../ink/ink868.xml"/><Relationship Id="rId16" Type="http://schemas.openxmlformats.org/officeDocument/2006/relationships/customXml" Target="../ink/ink776.xml"/><Relationship Id="rId221" Type="http://schemas.openxmlformats.org/officeDocument/2006/relationships/image" Target="../media/image860.png"/><Relationship Id="rId37" Type="http://schemas.openxmlformats.org/officeDocument/2006/relationships/image" Target="../media/image769.png"/><Relationship Id="rId58" Type="http://schemas.openxmlformats.org/officeDocument/2006/relationships/customXml" Target="../ink/ink797.xml"/><Relationship Id="rId79" Type="http://schemas.openxmlformats.org/officeDocument/2006/relationships/image" Target="../media/image790.png"/><Relationship Id="rId102" Type="http://schemas.openxmlformats.org/officeDocument/2006/relationships/customXml" Target="../ink/ink819.xml"/><Relationship Id="rId123" Type="http://schemas.openxmlformats.org/officeDocument/2006/relationships/image" Target="../media/image812.png"/><Relationship Id="rId144" Type="http://schemas.openxmlformats.org/officeDocument/2006/relationships/customXml" Target="../ink/ink840.xml"/><Relationship Id="rId90" Type="http://schemas.openxmlformats.org/officeDocument/2006/relationships/customXml" Target="../ink/ink813.xml"/><Relationship Id="rId165" Type="http://schemas.openxmlformats.org/officeDocument/2006/relationships/image" Target="../media/image832.png"/><Relationship Id="rId186" Type="http://schemas.openxmlformats.org/officeDocument/2006/relationships/customXml" Target="../ink/ink861.xml"/><Relationship Id="rId211" Type="http://schemas.openxmlformats.org/officeDocument/2006/relationships/image" Target="../media/image855.png"/><Relationship Id="rId232" Type="http://schemas.openxmlformats.org/officeDocument/2006/relationships/customXml" Target="../ink/ink884.xml"/><Relationship Id="rId27" Type="http://schemas.openxmlformats.org/officeDocument/2006/relationships/image" Target="../media/image764.png"/><Relationship Id="rId48" Type="http://schemas.openxmlformats.org/officeDocument/2006/relationships/customXml" Target="../ink/ink792.xml"/><Relationship Id="rId69" Type="http://schemas.openxmlformats.org/officeDocument/2006/relationships/image" Target="../media/image785.png"/><Relationship Id="rId113" Type="http://schemas.openxmlformats.org/officeDocument/2006/relationships/image" Target="../media/image807.png"/><Relationship Id="rId134" Type="http://schemas.openxmlformats.org/officeDocument/2006/relationships/customXml" Target="../ink/ink835.xml"/><Relationship Id="rId80" Type="http://schemas.openxmlformats.org/officeDocument/2006/relationships/customXml" Target="../ink/ink808.xml"/><Relationship Id="rId155" Type="http://schemas.openxmlformats.org/officeDocument/2006/relationships/image" Target="../media/image827.png"/><Relationship Id="rId176" Type="http://schemas.openxmlformats.org/officeDocument/2006/relationships/customXml" Target="../ink/ink856.xml"/><Relationship Id="rId197" Type="http://schemas.openxmlformats.org/officeDocument/2006/relationships/image" Target="../media/image848.png"/><Relationship Id="rId201" Type="http://schemas.openxmlformats.org/officeDocument/2006/relationships/image" Target="../media/image850.png"/><Relationship Id="rId222" Type="http://schemas.openxmlformats.org/officeDocument/2006/relationships/customXml" Target="../ink/ink879.xml"/><Relationship Id="rId17" Type="http://schemas.openxmlformats.org/officeDocument/2006/relationships/image" Target="../media/image759.png"/><Relationship Id="rId38" Type="http://schemas.openxmlformats.org/officeDocument/2006/relationships/customXml" Target="../ink/ink787.xml"/><Relationship Id="rId59" Type="http://schemas.openxmlformats.org/officeDocument/2006/relationships/image" Target="../media/image780.png"/><Relationship Id="rId103" Type="http://schemas.openxmlformats.org/officeDocument/2006/relationships/image" Target="../media/image802.png"/><Relationship Id="rId124" Type="http://schemas.openxmlformats.org/officeDocument/2006/relationships/customXml" Target="../ink/ink830.xml"/><Relationship Id="rId70" Type="http://schemas.openxmlformats.org/officeDocument/2006/relationships/customXml" Target="../ink/ink803.xml"/><Relationship Id="rId91" Type="http://schemas.openxmlformats.org/officeDocument/2006/relationships/image" Target="../media/image796.png"/><Relationship Id="rId145" Type="http://schemas.openxmlformats.org/officeDocument/2006/relationships/image" Target="../media/image822.png"/><Relationship Id="rId166" Type="http://schemas.openxmlformats.org/officeDocument/2006/relationships/customXml" Target="../ink/ink851.xml"/><Relationship Id="rId187" Type="http://schemas.openxmlformats.org/officeDocument/2006/relationships/image" Target="../media/image843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874.xml"/><Relationship Id="rId233" Type="http://schemas.openxmlformats.org/officeDocument/2006/relationships/image" Target="../media/image866.png"/><Relationship Id="rId28" Type="http://schemas.openxmlformats.org/officeDocument/2006/relationships/customXml" Target="../ink/ink782.xml"/><Relationship Id="rId49" Type="http://schemas.openxmlformats.org/officeDocument/2006/relationships/image" Target="../media/image775.png"/><Relationship Id="rId114" Type="http://schemas.openxmlformats.org/officeDocument/2006/relationships/customXml" Target="../ink/ink825.xml"/><Relationship Id="rId60" Type="http://schemas.openxmlformats.org/officeDocument/2006/relationships/customXml" Target="../ink/ink798.xml"/><Relationship Id="rId81" Type="http://schemas.openxmlformats.org/officeDocument/2006/relationships/image" Target="../media/image791.png"/><Relationship Id="rId135" Type="http://schemas.openxmlformats.org/officeDocument/2006/relationships/image" Target="../media/image818.png"/><Relationship Id="rId156" Type="http://schemas.openxmlformats.org/officeDocument/2006/relationships/customXml" Target="../ink/ink846.xml"/><Relationship Id="rId177" Type="http://schemas.openxmlformats.org/officeDocument/2006/relationships/image" Target="../media/image838.png"/><Relationship Id="rId198" Type="http://schemas.openxmlformats.org/officeDocument/2006/relationships/customXml" Target="../ink/ink867.xml"/><Relationship Id="rId202" Type="http://schemas.openxmlformats.org/officeDocument/2006/relationships/customXml" Target="../ink/ink869.xml"/><Relationship Id="rId223" Type="http://schemas.openxmlformats.org/officeDocument/2006/relationships/image" Target="../media/image861.png"/><Relationship Id="rId18" Type="http://schemas.openxmlformats.org/officeDocument/2006/relationships/customXml" Target="../ink/ink777.xml"/><Relationship Id="rId39" Type="http://schemas.openxmlformats.org/officeDocument/2006/relationships/image" Target="../media/image770.png"/><Relationship Id="rId50" Type="http://schemas.openxmlformats.org/officeDocument/2006/relationships/customXml" Target="../ink/ink793.xml"/><Relationship Id="rId104" Type="http://schemas.openxmlformats.org/officeDocument/2006/relationships/customXml" Target="../ink/ink820.xml"/><Relationship Id="rId125" Type="http://schemas.openxmlformats.org/officeDocument/2006/relationships/image" Target="../media/image813.png"/><Relationship Id="rId146" Type="http://schemas.openxmlformats.org/officeDocument/2006/relationships/customXml" Target="../ink/ink841.xml"/><Relationship Id="rId167" Type="http://schemas.openxmlformats.org/officeDocument/2006/relationships/image" Target="../media/image833.png"/><Relationship Id="rId188" Type="http://schemas.openxmlformats.org/officeDocument/2006/relationships/customXml" Target="../ink/ink862.xml"/><Relationship Id="rId71" Type="http://schemas.openxmlformats.org/officeDocument/2006/relationships/image" Target="../media/image786.png"/><Relationship Id="rId92" Type="http://schemas.openxmlformats.org/officeDocument/2006/relationships/customXml" Target="../ink/ink814.xml"/><Relationship Id="rId213" Type="http://schemas.openxmlformats.org/officeDocument/2006/relationships/image" Target="../media/image856.png"/><Relationship Id="rId234" Type="http://schemas.openxmlformats.org/officeDocument/2006/relationships/customXml" Target="../ink/ink885.xml"/><Relationship Id="rId2" Type="http://schemas.openxmlformats.org/officeDocument/2006/relationships/customXml" Target="../ink/ink769.xml"/><Relationship Id="rId29" Type="http://schemas.openxmlformats.org/officeDocument/2006/relationships/image" Target="../media/image765.png"/><Relationship Id="rId40" Type="http://schemas.openxmlformats.org/officeDocument/2006/relationships/customXml" Target="../ink/ink788.xml"/><Relationship Id="rId115" Type="http://schemas.openxmlformats.org/officeDocument/2006/relationships/image" Target="../media/image808.png"/><Relationship Id="rId136" Type="http://schemas.openxmlformats.org/officeDocument/2006/relationships/customXml" Target="../ink/ink836.xml"/><Relationship Id="rId157" Type="http://schemas.openxmlformats.org/officeDocument/2006/relationships/image" Target="../media/image828.png"/><Relationship Id="rId178" Type="http://schemas.openxmlformats.org/officeDocument/2006/relationships/customXml" Target="../ink/ink857.xml"/><Relationship Id="rId61" Type="http://schemas.openxmlformats.org/officeDocument/2006/relationships/image" Target="../media/image781.png"/><Relationship Id="rId82" Type="http://schemas.openxmlformats.org/officeDocument/2006/relationships/customXml" Target="../ink/ink809.xml"/><Relationship Id="rId199" Type="http://schemas.openxmlformats.org/officeDocument/2006/relationships/image" Target="../media/image849.png"/><Relationship Id="rId203" Type="http://schemas.openxmlformats.org/officeDocument/2006/relationships/image" Target="../media/image851.png"/><Relationship Id="rId19" Type="http://schemas.openxmlformats.org/officeDocument/2006/relationships/image" Target="../media/image760.png"/><Relationship Id="rId224" Type="http://schemas.openxmlformats.org/officeDocument/2006/relationships/customXml" Target="../ink/ink880.xml"/><Relationship Id="rId30" Type="http://schemas.openxmlformats.org/officeDocument/2006/relationships/customXml" Target="../ink/ink783.xml"/><Relationship Id="rId105" Type="http://schemas.openxmlformats.org/officeDocument/2006/relationships/image" Target="../media/image803.png"/><Relationship Id="rId126" Type="http://schemas.openxmlformats.org/officeDocument/2006/relationships/customXml" Target="../ink/ink831.xml"/><Relationship Id="rId147" Type="http://schemas.openxmlformats.org/officeDocument/2006/relationships/image" Target="../media/image823.png"/><Relationship Id="rId168" Type="http://schemas.openxmlformats.org/officeDocument/2006/relationships/customXml" Target="../ink/ink852.xml"/><Relationship Id="rId51" Type="http://schemas.openxmlformats.org/officeDocument/2006/relationships/image" Target="../media/image776.png"/><Relationship Id="rId72" Type="http://schemas.openxmlformats.org/officeDocument/2006/relationships/customXml" Target="../ink/ink804.xml"/><Relationship Id="rId93" Type="http://schemas.openxmlformats.org/officeDocument/2006/relationships/image" Target="../media/image797.png"/><Relationship Id="rId189" Type="http://schemas.openxmlformats.org/officeDocument/2006/relationships/image" Target="../media/image844.png"/><Relationship Id="rId3" Type="http://schemas.openxmlformats.org/officeDocument/2006/relationships/image" Target="../media/image752.png"/><Relationship Id="rId214" Type="http://schemas.openxmlformats.org/officeDocument/2006/relationships/customXml" Target="../ink/ink875.xml"/><Relationship Id="rId235" Type="http://schemas.openxmlformats.org/officeDocument/2006/relationships/image" Target="../media/image867.png"/><Relationship Id="rId116" Type="http://schemas.openxmlformats.org/officeDocument/2006/relationships/customXml" Target="../ink/ink826.xml"/><Relationship Id="rId137" Type="http://schemas.openxmlformats.org/officeDocument/2006/relationships/image" Target="../media/image819.png"/><Relationship Id="rId158" Type="http://schemas.openxmlformats.org/officeDocument/2006/relationships/customXml" Target="../ink/ink847.xml"/><Relationship Id="rId20" Type="http://schemas.openxmlformats.org/officeDocument/2006/relationships/customXml" Target="../ink/ink778.xml"/><Relationship Id="rId41" Type="http://schemas.openxmlformats.org/officeDocument/2006/relationships/image" Target="../media/image771.png"/><Relationship Id="rId62" Type="http://schemas.openxmlformats.org/officeDocument/2006/relationships/customXml" Target="../ink/ink799.xml"/><Relationship Id="rId83" Type="http://schemas.openxmlformats.org/officeDocument/2006/relationships/image" Target="../media/image792.png"/><Relationship Id="rId179" Type="http://schemas.openxmlformats.org/officeDocument/2006/relationships/image" Target="../media/image839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74.png"/><Relationship Id="rId18" Type="http://schemas.openxmlformats.org/officeDocument/2006/relationships/customXml" Target="../ink/ink895.xml"/><Relationship Id="rId26" Type="http://schemas.openxmlformats.org/officeDocument/2006/relationships/customXml" Target="../ink/ink899.xml"/><Relationship Id="rId39" Type="http://schemas.openxmlformats.org/officeDocument/2006/relationships/image" Target="../media/image886.png"/><Relationship Id="rId21" Type="http://schemas.openxmlformats.org/officeDocument/2006/relationships/image" Target="../media/image878.png"/><Relationship Id="rId34" Type="http://schemas.openxmlformats.org/officeDocument/2006/relationships/customXml" Target="../ink/ink903.xml"/><Relationship Id="rId42" Type="http://schemas.openxmlformats.org/officeDocument/2006/relationships/customXml" Target="../ink/ink907.xml"/><Relationship Id="rId47" Type="http://schemas.openxmlformats.org/officeDocument/2006/relationships/image" Target="../media/image890.png"/><Relationship Id="rId7" Type="http://schemas.openxmlformats.org/officeDocument/2006/relationships/image" Target="../media/image871.png"/><Relationship Id="rId2" Type="http://schemas.openxmlformats.org/officeDocument/2006/relationships/customXml" Target="../ink/ink887.xml"/><Relationship Id="rId16" Type="http://schemas.openxmlformats.org/officeDocument/2006/relationships/customXml" Target="../ink/ink894.xml"/><Relationship Id="rId29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89.xml"/><Relationship Id="rId11" Type="http://schemas.openxmlformats.org/officeDocument/2006/relationships/image" Target="../media/image873.png"/><Relationship Id="rId24" Type="http://schemas.openxmlformats.org/officeDocument/2006/relationships/customXml" Target="../ink/ink898.xml"/><Relationship Id="rId32" Type="http://schemas.openxmlformats.org/officeDocument/2006/relationships/customXml" Target="../ink/ink902.xml"/><Relationship Id="rId37" Type="http://schemas.openxmlformats.org/officeDocument/2006/relationships/image" Target="../media/image885.png"/><Relationship Id="rId40" Type="http://schemas.openxmlformats.org/officeDocument/2006/relationships/customXml" Target="../ink/ink906.xml"/><Relationship Id="rId45" Type="http://schemas.openxmlformats.org/officeDocument/2006/relationships/image" Target="../media/image889.png"/><Relationship Id="rId5" Type="http://schemas.openxmlformats.org/officeDocument/2006/relationships/image" Target="../media/image870.png"/><Relationship Id="rId15" Type="http://schemas.openxmlformats.org/officeDocument/2006/relationships/image" Target="../media/image875.png"/><Relationship Id="rId23" Type="http://schemas.openxmlformats.org/officeDocument/2006/relationships/image" Target="../media/image879.png"/><Relationship Id="rId28" Type="http://schemas.openxmlformats.org/officeDocument/2006/relationships/customXml" Target="../ink/ink900.xml"/><Relationship Id="rId36" Type="http://schemas.openxmlformats.org/officeDocument/2006/relationships/customXml" Target="../ink/ink904.xml"/><Relationship Id="rId10" Type="http://schemas.openxmlformats.org/officeDocument/2006/relationships/customXml" Target="../ink/ink891.xml"/><Relationship Id="rId19" Type="http://schemas.openxmlformats.org/officeDocument/2006/relationships/image" Target="../media/image877.png"/><Relationship Id="rId31" Type="http://schemas.openxmlformats.org/officeDocument/2006/relationships/image" Target="../media/image882.png"/><Relationship Id="rId44" Type="http://schemas.openxmlformats.org/officeDocument/2006/relationships/customXml" Target="../ink/ink908.xml"/><Relationship Id="rId4" Type="http://schemas.openxmlformats.org/officeDocument/2006/relationships/customXml" Target="../ink/ink888.xml"/><Relationship Id="rId9" Type="http://schemas.openxmlformats.org/officeDocument/2006/relationships/image" Target="../media/image872.png"/><Relationship Id="rId14" Type="http://schemas.openxmlformats.org/officeDocument/2006/relationships/customXml" Target="../ink/ink893.xml"/><Relationship Id="rId22" Type="http://schemas.openxmlformats.org/officeDocument/2006/relationships/customXml" Target="../ink/ink897.xml"/><Relationship Id="rId27" Type="http://schemas.openxmlformats.org/officeDocument/2006/relationships/image" Target="../media/image881.png"/><Relationship Id="rId30" Type="http://schemas.openxmlformats.org/officeDocument/2006/relationships/customXml" Target="../ink/ink901.xml"/><Relationship Id="rId35" Type="http://schemas.openxmlformats.org/officeDocument/2006/relationships/image" Target="../media/image884.png"/><Relationship Id="rId43" Type="http://schemas.openxmlformats.org/officeDocument/2006/relationships/image" Target="../media/image888.png"/><Relationship Id="rId8" Type="http://schemas.openxmlformats.org/officeDocument/2006/relationships/customXml" Target="../ink/ink890.xml"/><Relationship Id="rId3" Type="http://schemas.openxmlformats.org/officeDocument/2006/relationships/image" Target="../media/image869.png"/><Relationship Id="rId12" Type="http://schemas.openxmlformats.org/officeDocument/2006/relationships/customXml" Target="../ink/ink892.xml"/><Relationship Id="rId17" Type="http://schemas.openxmlformats.org/officeDocument/2006/relationships/image" Target="../media/image876.png"/><Relationship Id="rId25" Type="http://schemas.openxmlformats.org/officeDocument/2006/relationships/image" Target="../media/image880.png"/><Relationship Id="rId33" Type="http://schemas.openxmlformats.org/officeDocument/2006/relationships/image" Target="../media/image883.png"/><Relationship Id="rId38" Type="http://schemas.openxmlformats.org/officeDocument/2006/relationships/customXml" Target="../ink/ink905.xml"/><Relationship Id="rId46" Type="http://schemas.openxmlformats.org/officeDocument/2006/relationships/customXml" Target="../ink/ink909.xml"/><Relationship Id="rId20" Type="http://schemas.openxmlformats.org/officeDocument/2006/relationships/customXml" Target="../ink/ink896.xml"/><Relationship Id="rId41" Type="http://schemas.openxmlformats.org/officeDocument/2006/relationships/image" Target="../media/image88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07D6D4A-5C0C-5652-AD7D-18708CB72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49" y="4487576"/>
            <a:ext cx="6376121" cy="27548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A5BB38-2828-1CCD-46A1-3A04733F0BF9}"/>
              </a:ext>
            </a:extLst>
          </p:cNvPr>
          <p:cNvSpPr txBox="1"/>
          <p:nvPr/>
        </p:nvSpPr>
        <p:spPr>
          <a:xfrm>
            <a:off x="3040379" y="5258753"/>
            <a:ext cx="77724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19"/>
              <a:t>o_uart_R</a:t>
            </a:r>
            <a:endParaRPr lang="ko-KR" altLang="en-US" sz="619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606EE6-2120-00EE-7087-0DD33EEA9EFC}"/>
              </a:ext>
            </a:extLst>
          </p:cNvPr>
          <p:cNvSpPr txBox="1"/>
          <p:nvPr/>
        </p:nvSpPr>
        <p:spPr>
          <a:xfrm>
            <a:off x="3046094" y="5340197"/>
            <a:ext cx="77724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19"/>
              <a:t>o_uart_L</a:t>
            </a:r>
            <a:endParaRPr lang="ko-KR" altLang="en-US" sz="619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64DE6B-ADAB-08C7-8641-715D074CFC23}"/>
              </a:ext>
            </a:extLst>
          </p:cNvPr>
          <p:cNvSpPr txBox="1"/>
          <p:nvPr/>
        </p:nvSpPr>
        <p:spPr>
          <a:xfrm>
            <a:off x="3046094" y="5421642"/>
            <a:ext cx="77724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19"/>
              <a:t>o_uart_U</a:t>
            </a:r>
            <a:endParaRPr lang="ko-KR" altLang="en-US" sz="619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1C8DAC-D28C-7CBD-80B7-CDBBBA65EB05}"/>
              </a:ext>
            </a:extLst>
          </p:cNvPr>
          <p:cNvSpPr txBox="1"/>
          <p:nvPr/>
        </p:nvSpPr>
        <p:spPr>
          <a:xfrm>
            <a:off x="3046094" y="5510953"/>
            <a:ext cx="777240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19"/>
              <a:t>o_uart_D</a:t>
            </a:r>
            <a:endParaRPr lang="ko-KR" altLang="en-US" sz="619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45AD131-C5E2-A41B-985C-8765EA93B5BE}"/>
              </a:ext>
            </a:extLst>
          </p:cNvPr>
          <p:cNvSpPr/>
          <p:nvPr/>
        </p:nvSpPr>
        <p:spPr>
          <a:xfrm>
            <a:off x="3127248" y="6567488"/>
            <a:ext cx="264033" cy="22631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13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1692DB-44C0-B456-322D-78A42A72B0F2}"/>
              </a:ext>
            </a:extLst>
          </p:cNvPr>
          <p:cNvSpPr txBox="1"/>
          <p:nvPr/>
        </p:nvSpPr>
        <p:spPr>
          <a:xfrm>
            <a:off x="3771899" y="6544337"/>
            <a:ext cx="68581" cy="187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19"/>
              <a:t>2</a:t>
            </a:r>
            <a:endParaRPr lang="ko-KR" altLang="en-US" sz="619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BDD907-6BDA-6130-983F-62779BAE9443}"/>
              </a:ext>
            </a:extLst>
          </p:cNvPr>
          <p:cNvSpPr txBox="1"/>
          <p:nvPr/>
        </p:nvSpPr>
        <p:spPr>
          <a:xfrm>
            <a:off x="3785615" y="6851633"/>
            <a:ext cx="68581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13"/>
              <a:t>3</a:t>
            </a:r>
            <a:endParaRPr lang="ko-KR" altLang="en-US" sz="1013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B0145F09-F839-CAE9-9877-6E84608EF03C}"/>
              </a:ext>
            </a:extLst>
          </p:cNvPr>
          <p:cNvGrpSpPr/>
          <p:nvPr/>
        </p:nvGrpSpPr>
        <p:grpSpPr>
          <a:xfrm>
            <a:off x="3320426" y="5067131"/>
            <a:ext cx="342428" cy="619448"/>
            <a:chOff x="5902980" y="1599900"/>
            <a:chExt cx="608760" cy="1101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F95A6437-7A4C-4DCD-B0B8-50187E05C36F}"/>
                    </a:ext>
                  </a:extLst>
                </p14:cNvPr>
                <p14:cNvContentPartPr/>
                <p14:nvPr/>
              </p14:nvContentPartPr>
              <p14:xfrm>
                <a:off x="5902980" y="2001660"/>
                <a:ext cx="171720" cy="14760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F95A6437-7A4C-4DCD-B0B8-50187E05C36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871062" y="1970351"/>
                  <a:ext cx="234918" cy="2108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646ADEBB-2F5E-E5D5-B7A0-03BB33981B6B}"/>
                    </a:ext>
                  </a:extLst>
                </p14:cNvPr>
                <p14:cNvContentPartPr/>
                <p14:nvPr/>
              </p14:nvContentPartPr>
              <p14:xfrm>
                <a:off x="6342900" y="1599900"/>
                <a:ext cx="148680" cy="90756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646ADEBB-2F5E-E5D5-B7A0-03BB33981B6B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310994" y="1567899"/>
                  <a:ext cx="211853" cy="9709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4BF85116-3B45-2332-C09C-A0E703CA6B54}"/>
                    </a:ext>
                  </a:extLst>
                </p14:cNvPr>
                <p14:cNvContentPartPr/>
                <p14:nvPr/>
              </p14:nvContentPartPr>
              <p14:xfrm>
                <a:off x="6443340" y="2438340"/>
                <a:ext cx="68400" cy="6588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4BF85116-3B45-2332-C09C-A0E703CA6B5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411377" y="2406359"/>
                  <a:ext cx="131686" cy="1292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CCEA8F27-E435-2DCF-131C-2EF5ACEDCE5B}"/>
                    </a:ext>
                  </a:extLst>
                </p14:cNvPr>
                <p14:cNvContentPartPr/>
                <p14:nvPr/>
              </p14:nvContentPartPr>
              <p14:xfrm>
                <a:off x="6118620" y="2583060"/>
                <a:ext cx="257040" cy="11808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CCEA8F27-E435-2DCF-131C-2EF5ACEDCE5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086650" y="2551146"/>
                  <a:ext cx="320341" cy="181269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7BE3F20A-F7E3-3C3B-273A-914FEA5DF564}"/>
                  </a:ext>
                </a:extLst>
              </p14:cNvPr>
              <p14:cNvContentPartPr/>
              <p14:nvPr/>
            </p14:nvContentPartPr>
            <p14:xfrm>
              <a:off x="4899116" y="4797199"/>
              <a:ext cx="1013" cy="203"/>
            </p14:xfrm>
          </p:contentPart>
        </mc:Choice>
        <mc:Fallback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7BE3F20A-F7E3-3C3B-273A-914FEA5DF56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882233" y="4787049"/>
                <a:ext cx="34442" cy="2030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그룹 31">
            <a:extLst>
              <a:ext uri="{FF2B5EF4-FFF2-40B4-BE49-F238E27FC236}">
                <a16:creationId xmlns:a16="http://schemas.microsoft.com/office/drawing/2014/main" id="{F23BDA0C-6CA7-9375-6B0F-864E95271458}"/>
              </a:ext>
            </a:extLst>
          </p:cNvPr>
          <p:cNvGrpSpPr/>
          <p:nvPr/>
        </p:nvGrpSpPr>
        <p:grpSpPr>
          <a:xfrm>
            <a:off x="4890611" y="4569994"/>
            <a:ext cx="114008" cy="99428"/>
            <a:chOff x="8694420" y="716100"/>
            <a:chExt cx="202680" cy="17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7A854ED9-480D-4CB2-562C-B9F6E57ECA1E}"/>
                    </a:ext>
                  </a:extLst>
                </p14:cNvPr>
                <p14:cNvContentPartPr/>
                <p14:nvPr/>
              </p14:nvContentPartPr>
              <p14:xfrm>
                <a:off x="8709540" y="723660"/>
                <a:ext cx="168120" cy="15300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7A854ED9-480D-4CB2-562C-B9F6E57ECA1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677578" y="691652"/>
                  <a:ext cx="231405" cy="2163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C197F16F-9E59-3B05-48F4-8AB3ED91A9AF}"/>
                    </a:ext>
                  </a:extLst>
                </p14:cNvPr>
                <p14:cNvContentPartPr/>
                <p14:nvPr/>
              </p14:nvContentPartPr>
              <p14:xfrm>
                <a:off x="8694420" y="716100"/>
                <a:ext cx="202680" cy="17676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C197F16F-9E59-3B05-48F4-8AB3ED91A9A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662452" y="684194"/>
                  <a:ext cx="265978" cy="23993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DE7C84E3-6583-F5AC-8844-2B562784BFD2}"/>
              </a:ext>
            </a:extLst>
          </p:cNvPr>
          <p:cNvGrpSpPr/>
          <p:nvPr/>
        </p:nvGrpSpPr>
        <p:grpSpPr>
          <a:xfrm>
            <a:off x="4496141" y="4449911"/>
            <a:ext cx="254745" cy="374018"/>
            <a:chOff x="7993140" y="502620"/>
            <a:chExt cx="452880" cy="664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CBFAD3AC-F733-BD8A-9F3A-06D2777550F3}"/>
                    </a:ext>
                  </a:extLst>
                </p14:cNvPr>
                <p14:cNvContentPartPr/>
                <p14:nvPr/>
              </p14:nvContentPartPr>
              <p14:xfrm>
                <a:off x="7993140" y="502620"/>
                <a:ext cx="14400" cy="11304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CBFAD3AC-F733-BD8A-9F3A-06D2777550F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961836" y="470688"/>
                  <a:ext cx="76383" cy="1762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92C0D7FF-FA3A-A67B-BB04-2AB49D4BBF15}"/>
                    </a:ext>
                  </a:extLst>
                </p14:cNvPr>
                <p14:cNvContentPartPr/>
                <p14:nvPr/>
              </p14:nvContentPartPr>
              <p14:xfrm>
                <a:off x="8031300" y="517020"/>
                <a:ext cx="185400" cy="20232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92C0D7FF-FA3A-A67B-BB04-2AB49D4BBF1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999334" y="485108"/>
                  <a:ext cx="248692" cy="2655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11EA64D4-3590-DC00-AD21-221C22484E4E}"/>
                    </a:ext>
                  </a:extLst>
                </p14:cNvPr>
                <p14:cNvContentPartPr/>
                <p14:nvPr/>
              </p14:nvContentPartPr>
              <p14:xfrm>
                <a:off x="8008620" y="952260"/>
                <a:ext cx="16200" cy="18108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11EA64D4-3590-DC00-AD21-221C22484E4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977466" y="920267"/>
                  <a:ext cx="77885" cy="24442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65911F2D-C4B1-0FFB-E5DA-49FAA365FFFF}"/>
                    </a:ext>
                  </a:extLst>
                </p14:cNvPr>
                <p14:cNvContentPartPr/>
                <p14:nvPr/>
              </p14:nvContentPartPr>
              <p14:xfrm>
                <a:off x="8046420" y="951540"/>
                <a:ext cx="193680" cy="21600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65911F2D-C4B1-0FFB-E5DA-49FAA365FFF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014460" y="919587"/>
                  <a:ext cx="256962" cy="2792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4447F0D8-596D-30B7-74E3-7028BA0C98C4}"/>
                    </a:ext>
                  </a:extLst>
                </p14:cNvPr>
                <p14:cNvContentPartPr/>
                <p14:nvPr/>
              </p14:nvContentPartPr>
              <p14:xfrm>
                <a:off x="8244780" y="556260"/>
                <a:ext cx="201240" cy="32328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4447F0D8-596D-30B7-74E3-7028BA0C98C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212837" y="524252"/>
                  <a:ext cx="264487" cy="386656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3" name="잉크 32">
                <a:extLst>
                  <a:ext uri="{FF2B5EF4-FFF2-40B4-BE49-F238E27FC236}">
                    <a16:creationId xmlns:a16="http://schemas.microsoft.com/office/drawing/2014/main" id="{923D6ED7-1457-CB1D-EE39-3FFA363B3BB2}"/>
                  </a:ext>
                </a:extLst>
              </p14:cNvPr>
              <p14:cNvContentPartPr/>
              <p14:nvPr/>
            </p14:nvContentPartPr>
            <p14:xfrm>
              <a:off x="213840" y="5418671"/>
              <a:ext cx="259403" cy="1261170"/>
            </p14:xfrm>
          </p:contentPart>
        </mc:Choice>
        <mc:Fallback>
          <p:pic>
            <p:nvPicPr>
              <p:cNvPr id="33" name="잉크 32">
                <a:extLst>
                  <a:ext uri="{FF2B5EF4-FFF2-40B4-BE49-F238E27FC236}">
                    <a16:creationId xmlns:a16="http://schemas.microsoft.com/office/drawing/2014/main" id="{923D6ED7-1457-CB1D-EE39-3FFA363B3BB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95851" y="5400675"/>
                <a:ext cx="295021" cy="1296802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그룹 73">
            <a:extLst>
              <a:ext uri="{FF2B5EF4-FFF2-40B4-BE49-F238E27FC236}">
                <a16:creationId xmlns:a16="http://schemas.microsoft.com/office/drawing/2014/main" id="{FA26BDBC-320D-65A0-ED21-D71409D06401}"/>
              </a:ext>
            </a:extLst>
          </p:cNvPr>
          <p:cNvGrpSpPr/>
          <p:nvPr/>
        </p:nvGrpSpPr>
        <p:grpSpPr>
          <a:xfrm>
            <a:off x="2704590" y="6867356"/>
            <a:ext cx="325823" cy="443880"/>
            <a:chOff x="4808160" y="4800300"/>
            <a:chExt cx="579240" cy="78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D9B87572-BAA0-42BE-A602-94E1A5217DF6}"/>
                    </a:ext>
                  </a:extLst>
                </p14:cNvPr>
                <p14:cNvContentPartPr/>
                <p14:nvPr/>
              </p14:nvContentPartPr>
              <p14:xfrm>
                <a:off x="4899960" y="4800300"/>
                <a:ext cx="487440" cy="789120"/>
              </p14:xfrm>
            </p:contentPart>
          </mc:Choice>
          <mc:Fallback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D9B87572-BAA0-42BE-A602-94E1A5217DF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883968" y="4784300"/>
                  <a:ext cx="518785" cy="8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73" name="잉크 72">
                  <a:extLst>
                    <a:ext uri="{FF2B5EF4-FFF2-40B4-BE49-F238E27FC236}">
                      <a16:creationId xmlns:a16="http://schemas.microsoft.com/office/drawing/2014/main" id="{43BA6512-CA0D-C8FC-1417-570C4B8E5C5D}"/>
                    </a:ext>
                  </a:extLst>
                </p14:cNvPr>
                <p14:cNvContentPartPr/>
                <p14:nvPr/>
              </p14:nvContentPartPr>
              <p14:xfrm>
                <a:off x="4808160" y="5356860"/>
                <a:ext cx="339480" cy="163800"/>
              </p14:xfrm>
            </p:contentPart>
          </mc:Choice>
          <mc:Fallback>
            <p:pic>
              <p:nvPicPr>
                <p:cNvPr id="73" name="잉크 72">
                  <a:extLst>
                    <a:ext uri="{FF2B5EF4-FFF2-40B4-BE49-F238E27FC236}">
                      <a16:creationId xmlns:a16="http://schemas.microsoft.com/office/drawing/2014/main" id="{43BA6512-CA0D-C8FC-1417-570C4B8E5C5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792177" y="5340864"/>
                  <a:ext cx="370807" cy="19515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6DD03D05-D515-048C-F497-9D8C44584F12}"/>
              </a:ext>
            </a:extLst>
          </p:cNvPr>
          <p:cNvGrpSpPr/>
          <p:nvPr/>
        </p:nvGrpSpPr>
        <p:grpSpPr>
          <a:xfrm>
            <a:off x="449955" y="4951504"/>
            <a:ext cx="1126913" cy="224978"/>
            <a:chOff x="799920" y="1394340"/>
            <a:chExt cx="2003400" cy="39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ABCE871E-52A4-BD23-2D48-A5932D2E39C4}"/>
                    </a:ext>
                  </a:extLst>
                </p14:cNvPr>
                <p14:cNvContentPartPr/>
                <p14:nvPr/>
              </p14:nvContentPartPr>
              <p14:xfrm>
                <a:off x="815040" y="1417020"/>
                <a:ext cx="282600" cy="27360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ABCE871E-52A4-BD23-2D48-A5932D2E39C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99056" y="1401039"/>
                  <a:ext cx="313929" cy="3049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734AA01C-DC12-7E57-3395-211E92F5A84A}"/>
                    </a:ext>
                  </a:extLst>
                </p14:cNvPr>
                <p14:cNvContentPartPr/>
                <p14:nvPr/>
              </p14:nvContentPartPr>
              <p14:xfrm>
                <a:off x="1127520" y="1440060"/>
                <a:ext cx="78120" cy="181080"/>
              </p14:xfrm>
            </p:contentPart>
          </mc:Choice>
          <mc:Fallback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734AA01C-DC12-7E57-3395-211E92F5A84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111642" y="1424064"/>
                  <a:ext cx="109241" cy="2124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66CA6F6D-732B-93E8-50D8-9E56BE1806A6}"/>
                    </a:ext>
                  </a:extLst>
                </p14:cNvPr>
                <p14:cNvContentPartPr/>
                <p14:nvPr/>
              </p14:nvContentPartPr>
              <p14:xfrm>
                <a:off x="1257120" y="1494780"/>
                <a:ext cx="120240" cy="14040"/>
              </p14:xfrm>
            </p:contentPart>
          </mc:Choice>
          <mc:Fallback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66CA6F6D-732B-93E8-50D8-9E56BE1806A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241131" y="1478825"/>
                  <a:ext cx="151579" cy="453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A1AC079E-C7E3-9300-AA51-029FAF3EC0BB}"/>
                    </a:ext>
                  </a:extLst>
                </p14:cNvPr>
                <p14:cNvContentPartPr/>
                <p14:nvPr/>
              </p14:nvContentPartPr>
              <p14:xfrm>
                <a:off x="1334160" y="1394340"/>
                <a:ext cx="87120" cy="247320"/>
              </p14:xfrm>
            </p:contentPart>
          </mc:Choice>
          <mc:Fallback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A1AC079E-C7E3-9300-AA51-029FAF3EC0BB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318145" y="1378363"/>
                  <a:ext cx="118509" cy="2786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40538786-58C7-725B-7758-687EAEFC92C7}"/>
                    </a:ext>
                  </a:extLst>
                </p14:cNvPr>
                <p14:cNvContentPartPr/>
                <p14:nvPr/>
              </p14:nvContentPartPr>
              <p14:xfrm>
                <a:off x="1455120" y="1523940"/>
                <a:ext cx="146160" cy="137160"/>
              </p14:xfrm>
            </p:contentPart>
          </mc:Choice>
          <mc:Fallback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40538786-58C7-725B-7758-687EAEFC92C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439164" y="1507991"/>
                  <a:ext cx="177434" cy="1684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60EF30D6-C49D-F8B0-7DC2-11899C86B530}"/>
                    </a:ext>
                  </a:extLst>
                </p14:cNvPr>
                <p14:cNvContentPartPr/>
                <p14:nvPr/>
              </p14:nvContentPartPr>
              <p14:xfrm>
                <a:off x="1934280" y="1399020"/>
                <a:ext cx="220320" cy="293400"/>
              </p14:xfrm>
            </p:contentPart>
          </mc:Choice>
          <mc:Fallback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60EF30D6-C49D-F8B0-7DC2-11899C86B530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918315" y="1383679"/>
                  <a:ext cx="251612" cy="3247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2BBF9C84-8448-2D5D-74AB-284AE15F737B}"/>
                    </a:ext>
                  </a:extLst>
                </p14:cNvPr>
                <p14:cNvContentPartPr/>
                <p14:nvPr/>
              </p14:nvContentPartPr>
              <p14:xfrm>
                <a:off x="2491560" y="1714380"/>
                <a:ext cx="63360" cy="45360"/>
              </p14:xfrm>
            </p:contentPart>
          </mc:Choice>
          <mc:Fallback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2BBF9C84-8448-2D5D-74AB-284AE15F737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475720" y="1698408"/>
                  <a:ext cx="94406" cy="766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79" name="잉크 78">
                  <a:extLst>
                    <a:ext uri="{FF2B5EF4-FFF2-40B4-BE49-F238E27FC236}">
                      <a16:creationId xmlns:a16="http://schemas.microsoft.com/office/drawing/2014/main" id="{2BFEC0CB-CF54-5BFF-91C7-15C23C679D24}"/>
                    </a:ext>
                  </a:extLst>
                </p14:cNvPr>
                <p14:cNvContentPartPr/>
                <p14:nvPr/>
              </p14:nvContentPartPr>
              <p14:xfrm>
                <a:off x="799920" y="1760100"/>
                <a:ext cx="2003400" cy="34200"/>
              </p14:xfrm>
            </p:contentPart>
          </mc:Choice>
          <mc:Fallback>
            <p:pic>
              <p:nvPicPr>
                <p:cNvPr id="79" name="잉크 78">
                  <a:extLst>
                    <a:ext uri="{FF2B5EF4-FFF2-40B4-BE49-F238E27FC236}">
                      <a16:creationId xmlns:a16="http://schemas.microsoft.com/office/drawing/2014/main" id="{2BFEC0CB-CF54-5BFF-91C7-15C23C679D24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83924" y="1744267"/>
                  <a:ext cx="2034753" cy="6523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82" name="잉크 81">
                <a:extLst>
                  <a:ext uri="{FF2B5EF4-FFF2-40B4-BE49-F238E27FC236}">
                    <a16:creationId xmlns:a16="http://schemas.microsoft.com/office/drawing/2014/main" id="{E64F8A84-86C0-FAE0-8126-6F1122AA4472}"/>
                  </a:ext>
                </a:extLst>
              </p14:cNvPr>
              <p14:cNvContentPartPr/>
              <p14:nvPr/>
            </p14:nvContentPartPr>
            <p14:xfrm>
              <a:off x="1852470" y="5381614"/>
              <a:ext cx="627953" cy="627953"/>
            </p14:xfrm>
          </p:contentPart>
        </mc:Choice>
        <mc:Fallback>
          <p:pic>
            <p:nvPicPr>
              <p:cNvPr id="82" name="잉크 81">
                <a:extLst>
                  <a:ext uri="{FF2B5EF4-FFF2-40B4-BE49-F238E27FC236}">
                    <a16:creationId xmlns:a16="http://schemas.microsoft.com/office/drawing/2014/main" id="{E64F8A84-86C0-FAE0-8126-6F1122AA447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843474" y="5372618"/>
                <a:ext cx="645586" cy="6455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66" name="잉크 65">
                <a:extLst>
                  <a:ext uri="{FF2B5EF4-FFF2-40B4-BE49-F238E27FC236}">
                    <a16:creationId xmlns:a16="http://schemas.microsoft.com/office/drawing/2014/main" id="{8E801CB4-0DFB-B534-9DFB-95A96C0FD4F5}"/>
                  </a:ext>
                </a:extLst>
              </p14:cNvPr>
              <p14:cNvContentPartPr/>
              <p14:nvPr/>
            </p14:nvContentPartPr>
            <p14:xfrm>
              <a:off x="3081442" y="4723286"/>
              <a:ext cx="69863" cy="121905"/>
            </p14:xfrm>
          </p:contentPart>
        </mc:Choice>
        <mc:Fallback>
          <p:pic>
            <p:nvPicPr>
              <p:cNvPr id="66" name="잉크 65">
                <a:extLst>
                  <a:ext uri="{FF2B5EF4-FFF2-40B4-BE49-F238E27FC236}">
                    <a16:creationId xmlns:a16="http://schemas.microsoft.com/office/drawing/2014/main" id="{8E801CB4-0DFB-B534-9DFB-95A96C0FD4F5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072439" y="4714296"/>
                <a:ext cx="87509" cy="139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67" name="잉크 66">
                <a:extLst>
                  <a:ext uri="{FF2B5EF4-FFF2-40B4-BE49-F238E27FC236}">
                    <a16:creationId xmlns:a16="http://schemas.microsoft.com/office/drawing/2014/main" id="{D375E77C-7B4F-B0E1-41DD-987A094B9A01}"/>
                  </a:ext>
                </a:extLst>
              </p14:cNvPr>
              <p14:cNvContentPartPr/>
              <p14:nvPr/>
            </p14:nvContentPartPr>
            <p14:xfrm>
              <a:off x="3247087" y="4728551"/>
              <a:ext cx="47183" cy="95378"/>
            </p14:xfrm>
          </p:contentPart>
        </mc:Choice>
        <mc:Fallback>
          <p:pic>
            <p:nvPicPr>
              <p:cNvPr id="67" name="잉크 66">
                <a:extLst>
                  <a:ext uri="{FF2B5EF4-FFF2-40B4-BE49-F238E27FC236}">
                    <a16:creationId xmlns:a16="http://schemas.microsoft.com/office/drawing/2014/main" id="{D375E77C-7B4F-B0E1-41DD-987A094B9A01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238083" y="4719587"/>
                <a:ext cx="64832" cy="1129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34" name="잉크 33">
                <a:extLst>
                  <a:ext uri="{FF2B5EF4-FFF2-40B4-BE49-F238E27FC236}">
                    <a16:creationId xmlns:a16="http://schemas.microsoft.com/office/drawing/2014/main" id="{6365CBB3-875B-4317-90F0-FA1C458A79E0}"/>
                  </a:ext>
                </a:extLst>
              </p14:cNvPr>
              <p14:cNvContentPartPr/>
              <p14:nvPr/>
            </p14:nvContentPartPr>
            <p14:xfrm>
              <a:off x="3483405" y="5254444"/>
              <a:ext cx="132840" cy="1160528"/>
            </p14:xfrm>
          </p:contentPart>
        </mc:Choice>
        <mc:Fallback>
          <p:pic>
            <p:nvPicPr>
              <p:cNvPr id="34" name="잉크 33">
                <a:extLst>
                  <a:ext uri="{FF2B5EF4-FFF2-40B4-BE49-F238E27FC236}">
                    <a16:creationId xmlns:a16="http://schemas.microsoft.com/office/drawing/2014/main" id="{6365CBB3-875B-4317-90F0-FA1C458A79E0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474405" y="5245445"/>
                <a:ext cx="150480" cy="11781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35" name="잉크 34">
                <a:extLst>
                  <a:ext uri="{FF2B5EF4-FFF2-40B4-BE49-F238E27FC236}">
                    <a16:creationId xmlns:a16="http://schemas.microsoft.com/office/drawing/2014/main" id="{10D78A4D-6181-B3D1-643B-33A0BC57AFDD}"/>
                  </a:ext>
                </a:extLst>
              </p14:cNvPr>
              <p14:cNvContentPartPr/>
              <p14:nvPr/>
            </p14:nvContentPartPr>
            <p14:xfrm>
              <a:off x="3506895" y="5260114"/>
              <a:ext cx="25110" cy="93758"/>
            </p14:xfrm>
          </p:contentPart>
        </mc:Choice>
        <mc:Fallback>
          <p:pic>
            <p:nvPicPr>
              <p:cNvPr id="35" name="잉크 34">
                <a:extLst>
                  <a:ext uri="{FF2B5EF4-FFF2-40B4-BE49-F238E27FC236}">
                    <a16:creationId xmlns:a16="http://schemas.microsoft.com/office/drawing/2014/main" id="{10D78A4D-6181-B3D1-643B-33A0BC57AFDD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497927" y="5251133"/>
                <a:ext cx="42687" cy="11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36" name="잉크 35">
                <a:extLst>
                  <a:ext uri="{FF2B5EF4-FFF2-40B4-BE49-F238E27FC236}">
                    <a16:creationId xmlns:a16="http://schemas.microsoft.com/office/drawing/2014/main" id="{5BEC0B83-CA52-29A4-52D7-A42628630A06}"/>
                  </a:ext>
                </a:extLst>
              </p14:cNvPr>
              <p14:cNvContentPartPr/>
              <p14:nvPr/>
            </p14:nvContentPartPr>
            <p14:xfrm>
              <a:off x="3522690" y="5358731"/>
              <a:ext cx="30578" cy="99225"/>
            </p14:xfrm>
          </p:contentPart>
        </mc:Choice>
        <mc:Fallback>
          <p:pic>
            <p:nvPicPr>
              <p:cNvPr id="36" name="잉크 35">
                <a:extLst>
                  <a:ext uri="{FF2B5EF4-FFF2-40B4-BE49-F238E27FC236}">
                    <a16:creationId xmlns:a16="http://schemas.microsoft.com/office/drawing/2014/main" id="{5BEC0B83-CA52-29A4-52D7-A42628630A06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513801" y="5349743"/>
                <a:ext cx="48000" cy="1168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37" name="잉크 36">
                <a:extLst>
                  <a:ext uri="{FF2B5EF4-FFF2-40B4-BE49-F238E27FC236}">
                    <a16:creationId xmlns:a16="http://schemas.microsoft.com/office/drawing/2014/main" id="{D07AEAEC-7178-F650-8677-866247702DD8}"/>
                  </a:ext>
                </a:extLst>
              </p14:cNvPr>
              <p14:cNvContentPartPr/>
              <p14:nvPr/>
            </p14:nvContentPartPr>
            <p14:xfrm>
              <a:off x="3523703" y="5487319"/>
              <a:ext cx="34020" cy="86873"/>
            </p14:xfrm>
          </p:contentPart>
        </mc:Choice>
        <mc:Fallback>
          <p:pic>
            <p:nvPicPr>
              <p:cNvPr id="37" name="잉크 36">
                <a:extLst>
                  <a:ext uri="{FF2B5EF4-FFF2-40B4-BE49-F238E27FC236}">
                    <a16:creationId xmlns:a16="http://schemas.microsoft.com/office/drawing/2014/main" id="{D07AEAEC-7178-F650-8677-866247702DD8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3514750" y="5478345"/>
                <a:ext cx="51567" cy="1044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38" name="잉크 37">
                <a:extLst>
                  <a:ext uri="{FF2B5EF4-FFF2-40B4-BE49-F238E27FC236}">
                    <a16:creationId xmlns:a16="http://schemas.microsoft.com/office/drawing/2014/main" id="{0A8217A4-53F6-BC5D-A28D-4CA7F36A2988}"/>
                  </a:ext>
                </a:extLst>
              </p14:cNvPr>
              <p14:cNvContentPartPr/>
              <p14:nvPr/>
            </p14:nvContentPartPr>
            <p14:xfrm>
              <a:off x="3537878" y="5611654"/>
              <a:ext cx="19845" cy="51638"/>
            </p14:xfrm>
          </p:contentPart>
        </mc:Choice>
        <mc:Fallback>
          <p:pic>
            <p:nvPicPr>
              <p:cNvPr id="38" name="잉크 37">
                <a:extLst>
                  <a:ext uri="{FF2B5EF4-FFF2-40B4-BE49-F238E27FC236}">
                    <a16:creationId xmlns:a16="http://schemas.microsoft.com/office/drawing/2014/main" id="{0A8217A4-53F6-BC5D-A28D-4CA7F36A2988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3528858" y="5602689"/>
                <a:ext cx="37525" cy="692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39" name="잉크 38">
                <a:extLst>
                  <a:ext uri="{FF2B5EF4-FFF2-40B4-BE49-F238E27FC236}">
                    <a16:creationId xmlns:a16="http://schemas.microsoft.com/office/drawing/2014/main" id="{090CDB42-34B5-0047-3F1A-1DA22B3AB0CD}"/>
                  </a:ext>
                </a:extLst>
              </p14:cNvPr>
              <p14:cNvContentPartPr/>
              <p14:nvPr/>
            </p14:nvContentPartPr>
            <p14:xfrm>
              <a:off x="3540712" y="5718776"/>
              <a:ext cx="12758" cy="86468"/>
            </p14:xfrm>
          </p:contentPart>
        </mc:Choice>
        <mc:Fallback>
          <p:pic>
            <p:nvPicPr>
              <p:cNvPr id="39" name="잉크 38">
                <a:extLst>
                  <a:ext uri="{FF2B5EF4-FFF2-40B4-BE49-F238E27FC236}">
                    <a16:creationId xmlns:a16="http://schemas.microsoft.com/office/drawing/2014/main" id="{090CDB42-34B5-0047-3F1A-1DA22B3AB0CD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531852" y="5709769"/>
                <a:ext cx="30123" cy="1041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40" name="잉크 39">
                <a:extLst>
                  <a:ext uri="{FF2B5EF4-FFF2-40B4-BE49-F238E27FC236}">
                    <a16:creationId xmlns:a16="http://schemas.microsoft.com/office/drawing/2014/main" id="{9A11EA63-957C-CF4F-AB2A-E74D17C90C4D}"/>
                  </a:ext>
                </a:extLst>
              </p14:cNvPr>
              <p14:cNvContentPartPr/>
              <p14:nvPr/>
            </p14:nvContentPartPr>
            <p14:xfrm>
              <a:off x="3544965" y="5825899"/>
              <a:ext cx="21465" cy="61155"/>
            </p14:xfrm>
          </p:contentPart>
        </mc:Choice>
        <mc:Fallback>
          <p:pic>
            <p:nvPicPr>
              <p:cNvPr id="40" name="잉크 39">
                <a:extLst>
                  <a:ext uri="{FF2B5EF4-FFF2-40B4-BE49-F238E27FC236}">
                    <a16:creationId xmlns:a16="http://schemas.microsoft.com/office/drawing/2014/main" id="{9A11EA63-957C-CF4F-AB2A-E74D17C90C4D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3536021" y="5816906"/>
                <a:ext cx="38995" cy="787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41" name="잉크 40">
                <a:extLst>
                  <a:ext uri="{FF2B5EF4-FFF2-40B4-BE49-F238E27FC236}">
                    <a16:creationId xmlns:a16="http://schemas.microsoft.com/office/drawing/2014/main" id="{9EACAC5C-9A98-47EB-9589-209D3F6D6955}"/>
                  </a:ext>
                </a:extLst>
              </p14:cNvPr>
              <p14:cNvContentPartPr/>
              <p14:nvPr/>
            </p14:nvContentPartPr>
            <p14:xfrm>
              <a:off x="3538687" y="5937274"/>
              <a:ext cx="14783" cy="69053"/>
            </p14:xfrm>
          </p:contentPart>
        </mc:Choice>
        <mc:Fallback>
          <p:pic>
            <p:nvPicPr>
              <p:cNvPr id="41" name="잉크 40">
                <a:extLst>
                  <a:ext uri="{FF2B5EF4-FFF2-40B4-BE49-F238E27FC236}">
                    <a16:creationId xmlns:a16="http://schemas.microsoft.com/office/drawing/2014/main" id="{9EACAC5C-9A98-47EB-9589-209D3F6D6955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529673" y="5928283"/>
                <a:ext cx="32450" cy="866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42" name="잉크 41">
                <a:extLst>
                  <a:ext uri="{FF2B5EF4-FFF2-40B4-BE49-F238E27FC236}">
                    <a16:creationId xmlns:a16="http://schemas.microsoft.com/office/drawing/2014/main" id="{496E989E-816F-8F6F-2342-E0D79C975555}"/>
                  </a:ext>
                </a:extLst>
              </p14:cNvPr>
              <p14:cNvContentPartPr/>
              <p14:nvPr/>
            </p14:nvContentPartPr>
            <p14:xfrm>
              <a:off x="3518843" y="6053104"/>
              <a:ext cx="25920" cy="76545"/>
            </p14:xfrm>
          </p:contentPart>
        </mc:Choice>
        <mc:Fallback>
          <p:pic>
            <p:nvPicPr>
              <p:cNvPr id="42" name="잉크 41">
                <a:extLst>
                  <a:ext uri="{FF2B5EF4-FFF2-40B4-BE49-F238E27FC236}">
                    <a16:creationId xmlns:a16="http://schemas.microsoft.com/office/drawing/2014/main" id="{496E989E-816F-8F6F-2342-E0D79C975555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3510203" y="6044120"/>
                <a:ext cx="43560" cy="941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43" name="잉크 42">
                <a:extLst>
                  <a:ext uri="{FF2B5EF4-FFF2-40B4-BE49-F238E27FC236}">
                    <a16:creationId xmlns:a16="http://schemas.microsoft.com/office/drawing/2014/main" id="{57E798AA-3FF0-A688-9AAA-D42FAF48A2F9}"/>
                  </a:ext>
                </a:extLst>
              </p14:cNvPr>
              <p14:cNvContentPartPr/>
              <p14:nvPr/>
            </p14:nvContentPartPr>
            <p14:xfrm>
              <a:off x="3544560" y="6160226"/>
              <a:ext cx="4455" cy="47385"/>
            </p14:xfrm>
          </p:contentPart>
        </mc:Choice>
        <mc:Fallback>
          <p:pic>
            <p:nvPicPr>
              <p:cNvPr id="43" name="잉크 42">
                <a:extLst>
                  <a:ext uri="{FF2B5EF4-FFF2-40B4-BE49-F238E27FC236}">
                    <a16:creationId xmlns:a16="http://schemas.microsoft.com/office/drawing/2014/main" id="{57E798AA-3FF0-A688-9AAA-D42FAF48A2F9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535993" y="6151252"/>
                <a:ext cx="21247" cy="649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44" name="잉크 43">
                <a:extLst>
                  <a:ext uri="{FF2B5EF4-FFF2-40B4-BE49-F238E27FC236}">
                    <a16:creationId xmlns:a16="http://schemas.microsoft.com/office/drawing/2014/main" id="{39BDBB28-CB62-31F3-4DF5-66042E372A75}"/>
                  </a:ext>
                </a:extLst>
              </p14:cNvPr>
              <p14:cNvContentPartPr/>
              <p14:nvPr/>
            </p14:nvContentPartPr>
            <p14:xfrm>
              <a:off x="3544560" y="6263096"/>
              <a:ext cx="203" cy="63585"/>
            </p14:xfrm>
          </p:contentPart>
        </mc:Choice>
        <mc:Fallback>
          <p:pic>
            <p:nvPicPr>
              <p:cNvPr id="44" name="잉크 43">
                <a:extLst>
                  <a:ext uri="{FF2B5EF4-FFF2-40B4-BE49-F238E27FC236}">
                    <a16:creationId xmlns:a16="http://schemas.microsoft.com/office/drawing/2014/main" id="{39BDBB28-CB62-31F3-4DF5-66042E372A75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3539485" y="6254115"/>
                <a:ext cx="10150" cy="811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58" name="잉크 57">
                <a:extLst>
                  <a:ext uri="{FF2B5EF4-FFF2-40B4-BE49-F238E27FC236}">
                    <a16:creationId xmlns:a16="http://schemas.microsoft.com/office/drawing/2014/main" id="{B9F90672-C4B6-494B-FD59-A52285D033A2}"/>
                  </a:ext>
                </a:extLst>
              </p14:cNvPr>
              <p14:cNvContentPartPr/>
              <p14:nvPr/>
            </p14:nvContentPartPr>
            <p14:xfrm>
              <a:off x="3304800" y="5297171"/>
              <a:ext cx="116843" cy="95985"/>
            </p14:xfrm>
          </p:contentPart>
        </mc:Choice>
        <mc:Fallback>
          <p:pic>
            <p:nvPicPr>
              <p:cNvPr id="58" name="잉크 57">
                <a:extLst>
                  <a:ext uri="{FF2B5EF4-FFF2-40B4-BE49-F238E27FC236}">
                    <a16:creationId xmlns:a16="http://schemas.microsoft.com/office/drawing/2014/main" id="{B9F90672-C4B6-494B-FD59-A52285D033A2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3296172" y="5288184"/>
                <a:ext cx="134459" cy="11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59" name="잉크 58">
                <a:extLst>
                  <a:ext uri="{FF2B5EF4-FFF2-40B4-BE49-F238E27FC236}">
                    <a16:creationId xmlns:a16="http://schemas.microsoft.com/office/drawing/2014/main" id="{DC537236-11D6-B9D9-F3EE-4AAF9D149C2F}"/>
                  </a:ext>
                </a:extLst>
              </p14:cNvPr>
              <p14:cNvContentPartPr/>
              <p14:nvPr/>
            </p14:nvContentPartPr>
            <p14:xfrm>
              <a:off x="3342668" y="5393764"/>
              <a:ext cx="87480" cy="81203"/>
            </p14:xfrm>
          </p:contentPart>
        </mc:Choice>
        <mc:Fallback>
          <p:pic>
            <p:nvPicPr>
              <p:cNvPr id="59" name="잉크 58">
                <a:extLst>
                  <a:ext uri="{FF2B5EF4-FFF2-40B4-BE49-F238E27FC236}">
                    <a16:creationId xmlns:a16="http://schemas.microsoft.com/office/drawing/2014/main" id="{DC537236-11D6-B9D9-F3EE-4AAF9D149C2F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3333668" y="5384781"/>
                <a:ext cx="105120" cy="988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61" name="잉크 60">
                <a:extLst>
                  <a:ext uri="{FF2B5EF4-FFF2-40B4-BE49-F238E27FC236}">
                    <a16:creationId xmlns:a16="http://schemas.microsoft.com/office/drawing/2014/main" id="{7799E804-A65A-045C-4DAE-FB2BA144BE04}"/>
                  </a:ext>
                </a:extLst>
              </p14:cNvPr>
              <p14:cNvContentPartPr/>
              <p14:nvPr/>
            </p14:nvContentPartPr>
            <p14:xfrm>
              <a:off x="3232305" y="4912219"/>
              <a:ext cx="295245" cy="241583"/>
            </p14:xfrm>
          </p:contentPart>
        </mc:Choice>
        <mc:Fallback>
          <p:pic>
            <p:nvPicPr>
              <p:cNvPr id="61" name="잉크 60">
                <a:extLst>
                  <a:ext uri="{FF2B5EF4-FFF2-40B4-BE49-F238E27FC236}">
                    <a16:creationId xmlns:a16="http://schemas.microsoft.com/office/drawing/2014/main" id="{7799E804-A65A-045C-4DAE-FB2BA144BE04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3223315" y="4903218"/>
                <a:ext cx="312866" cy="2592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62" name="잉크 61">
                <a:extLst>
                  <a:ext uri="{FF2B5EF4-FFF2-40B4-BE49-F238E27FC236}">
                    <a16:creationId xmlns:a16="http://schemas.microsoft.com/office/drawing/2014/main" id="{91ED945D-AD18-F1A7-8316-318623522FB1}"/>
                  </a:ext>
                </a:extLst>
              </p14:cNvPr>
              <p14:cNvContentPartPr/>
              <p14:nvPr/>
            </p14:nvContentPartPr>
            <p14:xfrm>
              <a:off x="3197475" y="5092849"/>
              <a:ext cx="114008" cy="43740"/>
            </p14:xfrm>
          </p:contentPart>
        </mc:Choice>
        <mc:Fallback>
          <p:pic>
            <p:nvPicPr>
              <p:cNvPr id="62" name="잉크 61">
                <a:extLst>
                  <a:ext uri="{FF2B5EF4-FFF2-40B4-BE49-F238E27FC236}">
                    <a16:creationId xmlns:a16="http://schemas.microsoft.com/office/drawing/2014/main" id="{91ED945D-AD18-F1A7-8316-318623522FB1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188484" y="5083886"/>
                <a:ext cx="131631" cy="613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63" name="잉크 62">
                <a:extLst>
                  <a:ext uri="{FF2B5EF4-FFF2-40B4-BE49-F238E27FC236}">
                    <a16:creationId xmlns:a16="http://schemas.microsoft.com/office/drawing/2014/main" id="{1310D363-0C88-BEEA-6143-20AD039A9631}"/>
                  </a:ext>
                </a:extLst>
              </p14:cNvPr>
              <p14:cNvContentPartPr/>
              <p14:nvPr/>
            </p14:nvContentPartPr>
            <p14:xfrm>
              <a:off x="3067470" y="4908574"/>
              <a:ext cx="473243" cy="236115"/>
            </p14:xfrm>
          </p:contentPart>
        </mc:Choice>
        <mc:Fallback>
          <p:pic>
            <p:nvPicPr>
              <p:cNvPr id="63" name="잉크 62">
                <a:extLst>
                  <a:ext uri="{FF2B5EF4-FFF2-40B4-BE49-F238E27FC236}">
                    <a16:creationId xmlns:a16="http://schemas.microsoft.com/office/drawing/2014/main" id="{1310D363-0C88-BEEA-6143-20AD039A9631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3058473" y="4899576"/>
                <a:ext cx="490877" cy="2537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64" name="잉크 63">
                <a:extLst>
                  <a:ext uri="{FF2B5EF4-FFF2-40B4-BE49-F238E27FC236}">
                    <a16:creationId xmlns:a16="http://schemas.microsoft.com/office/drawing/2014/main" id="{EC322D4B-BF02-BECC-4262-39A6473FE36E}"/>
                  </a:ext>
                </a:extLst>
              </p14:cNvPr>
              <p14:cNvContentPartPr/>
              <p14:nvPr/>
            </p14:nvContentPartPr>
            <p14:xfrm>
              <a:off x="3025957" y="5092444"/>
              <a:ext cx="119678" cy="52650"/>
            </p14:xfrm>
          </p:contentPart>
        </mc:Choice>
        <mc:Fallback>
          <p:pic>
            <p:nvPicPr>
              <p:cNvPr id="64" name="잉크 63">
                <a:extLst>
                  <a:ext uri="{FF2B5EF4-FFF2-40B4-BE49-F238E27FC236}">
                    <a16:creationId xmlns:a16="http://schemas.microsoft.com/office/drawing/2014/main" id="{EC322D4B-BF02-BECC-4262-39A6473FE36E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016972" y="5083490"/>
                <a:ext cx="137288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69" name="잉크 68">
                <a:extLst>
                  <a:ext uri="{FF2B5EF4-FFF2-40B4-BE49-F238E27FC236}">
                    <a16:creationId xmlns:a16="http://schemas.microsoft.com/office/drawing/2014/main" id="{C70490D0-286F-B9FC-2AE5-1ABDF95194FC}"/>
                  </a:ext>
                </a:extLst>
              </p14:cNvPr>
              <p14:cNvContentPartPr/>
              <p14:nvPr/>
            </p14:nvContentPartPr>
            <p14:xfrm>
              <a:off x="3341250" y="4917281"/>
              <a:ext cx="27945" cy="189945"/>
            </p14:xfrm>
          </p:contentPart>
        </mc:Choice>
        <mc:Fallback>
          <p:pic>
            <p:nvPicPr>
              <p:cNvPr id="69" name="잉크 68">
                <a:extLst>
                  <a:ext uri="{FF2B5EF4-FFF2-40B4-BE49-F238E27FC236}">
                    <a16:creationId xmlns:a16="http://schemas.microsoft.com/office/drawing/2014/main" id="{C70490D0-286F-B9FC-2AE5-1ABDF95194FC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3332293" y="4908287"/>
                <a:ext cx="45500" cy="2075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70" name="잉크 69">
                <a:extLst>
                  <a:ext uri="{FF2B5EF4-FFF2-40B4-BE49-F238E27FC236}">
                    <a16:creationId xmlns:a16="http://schemas.microsoft.com/office/drawing/2014/main" id="{162A46B2-0ED7-EA38-4DE9-48E69529F900}"/>
                  </a:ext>
                </a:extLst>
              </p14:cNvPr>
              <p14:cNvContentPartPr/>
              <p14:nvPr/>
            </p14:nvContentPartPr>
            <p14:xfrm>
              <a:off x="3313102" y="5075839"/>
              <a:ext cx="120488" cy="35235"/>
            </p14:xfrm>
          </p:contentPart>
        </mc:Choice>
        <mc:Fallback>
          <p:pic>
            <p:nvPicPr>
              <p:cNvPr id="70" name="잉크 69">
                <a:extLst>
                  <a:ext uri="{FF2B5EF4-FFF2-40B4-BE49-F238E27FC236}">
                    <a16:creationId xmlns:a16="http://schemas.microsoft.com/office/drawing/2014/main" id="{162A46B2-0ED7-EA38-4DE9-48E69529F900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304110" y="5066850"/>
                <a:ext cx="138112" cy="528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54" name="잉크 53">
                <a:extLst>
                  <a:ext uri="{FF2B5EF4-FFF2-40B4-BE49-F238E27FC236}">
                    <a16:creationId xmlns:a16="http://schemas.microsoft.com/office/drawing/2014/main" id="{5F0C2F3B-5535-10D7-9A1F-F73C9CC98155}"/>
                  </a:ext>
                </a:extLst>
              </p14:cNvPr>
              <p14:cNvContentPartPr/>
              <p14:nvPr/>
            </p14:nvContentPartPr>
            <p14:xfrm>
              <a:off x="1907348" y="5320054"/>
              <a:ext cx="532170" cy="203"/>
            </p14:xfrm>
          </p:contentPart>
        </mc:Choice>
        <mc:Fallback>
          <p:pic>
            <p:nvPicPr>
              <p:cNvPr id="54" name="잉크 53">
                <a:extLst>
                  <a:ext uri="{FF2B5EF4-FFF2-40B4-BE49-F238E27FC236}">
                    <a16:creationId xmlns:a16="http://schemas.microsoft.com/office/drawing/2014/main" id="{5F0C2F3B-5535-10D7-9A1F-F73C9CC98155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1898346" y="5314979"/>
                <a:ext cx="549813" cy="101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55" name="잉크 54">
                <a:extLst>
                  <a:ext uri="{FF2B5EF4-FFF2-40B4-BE49-F238E27FC236}">
                    <a16:creationId xmlns:a16="http://schemas.microsoft.com/office/drawing/2014/main" id="{25EB2D00-9727-F47F-7649-23318D91AD12}"/>
                  </a:ext>
                </a:extLst>
              </p14:cNvPr>
              <p14:cNvContentPartPr/>
              <p14:nvPr/>
            </p14:nvContentPartPr>
            <p14:xfrm>
              <a:off x="2515860" y="5443984"/>
              <a:ext cx="437400" cy="26933"/>
            </p14:xfrm>
          </p:contentPart>
        </mc:Choice>
        <mc:Fallback>
          <p:pic>
            <p:nvPicPr>
              <p:cNvPr id="55" name="잉크 54">
                <a:extLst>
                  <a:ext uri="{FF2B5EF4-FFF2-40B4-BE49-F238E27FC236}">
                    <a16:creationId xmlns:a16="http://schemas.microsoft.com/office/drawing/2014/main" id="{25EB2D00-9727-F47F-7649-23318D91AD12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2506860" y="5435006"/>
                <a:ext cx="455040" cy="445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56" name="잉크 55">
                <a:extLst>
                  <a:ext uri="{FF2B5EF4-FFF2-40B4-BE49-F238E27FC236}">
                    <a16:creationId xmlns:a16="http://schemas.microsoft.com/office/drawing/2014/main" id="{1492A7BB-1D71-BFE9-CF89-68E7E367B0A0}"/>
                  </a:ext>
                </a:extLst>
              </p14:cNvPr>
              <p14:cNvContentPartPr/>
              <p14:nvPr/>
            </p14:nvContentPartPr>
            <p14:xfrm>
              <a:off x="2777490" y="5405914"/>
              <a:ext cx="136688" cy="102263"/>
            </p14:xfrm>
          </p:contentPart>
        </mc:Choice>
        <mc:Fallback>
          <p:pic>
            <p:nvPicPr>
              <p:cNvPr id="56" name="잉크 55">
                <a:extLst>
                  <a:ext uri="{FF2B5EF4-FFF2-40B4-BE49-F238E27FC236}">
                    <a16:creationId xmlns:a16="http://schemas.microsoft.com/office/drawing/2014/main" id="{1492A7BB-1D71-BFE9-CF89-68E7E367B0A0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2768497" y="5396944"/>
                <a:ext cx="154314" cy="1198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75" name="잉크 74">
                <a:extLst>
                  <a:ext uri="{FF2B5EF4-FFF2-40B4-BE49-F238E27FC236}">
                    <a16:creationId xmlns:a16="http://schemas.microsoft.com/office/drawing/2014/main" id="{C7503672-CCAC-E4D4-45B6-55F7C8622652}"/>
                  </a:ext>
                </a:extLst>
              </p14:cNvPr>
              <p14:cNvContentPartPr/>
              <p14:nvPr/>
            </p14:nvContentPartPr>
            <p14:xfrm>
              <a:off x="2485890" y="5443984"/>
              <a:ext cx="224775" cy="5063"/>
            </p14:xfrm>
          </p:contentPart>
        </mc:Choice>
        <mc:Fallback>
          <p:pic>
            <p:nvPicPr>
              <p:cNvPr id="75" name="잉크 74">
                <a:extLst>
                  <a:ext uri="{FF2B5EF4-FFF2-40B4-BE49-F238E27FC236}">
                    <a16:creationId xmlns:a16="http://schemas.microsoft.com/office/drawing/2014/main" id="{C7503672-CCAC-E4D4-45B6-55F7C8622652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2476899" y="5434943"/>
                <a:ext cx="242397" cy="227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76" name="잉크 75">
                <a:extLst>
                  <a:ext uri="{FF2B5EF4-FFF2-40B4-BE49-F238E27FC236}">
                    <a16:creationId xmlns:a16="http://schemas.microsoft.com/office/drawing/2014/main" id="{76DD1DED-FD3E-2E48-12B4-18650B6CC6C1}"/>
                  </a:ext>
                </a:extLst>
              </p14:cNvPr>
              <p14:cNvContentPartPr/>
              <p14:nvPr/>
            </p14:nvContentPartPr>
            <p14:xfrm>
              <a:off x="2605972" y="5413811"/>
              <a:ext cx="134258" cy="76545"/>
            </p14:xfrm>
          </p:contentPart>
        </mc:Choice>
        <mc:Fallback>
          <p:pic>
            <p:nvPicPr>
              <p:cNvPr id="76" name="잉크 75">
                <a:extLst>
                  <a:ext uri="{FF2B5EF4-FFF2-40B4-BE49-F238E27FC236}">
                    <a16:creationId xmlns:a16="http://schemas.microsoft.com/office/drawing/2014/main" id="{76DD1DED-FD3E-2E48-12B4-18650B6CC6C1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2596973" y="5404827"/>
                <a:ext cx="151895" cy="941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77" name="잉크 76">
                <a:extLst>
                  <a:ext uri="{FF2B5EF4-FFF2-40B4-BE49-F238E27FC236}">
                    <a16:creationId xmlns:a16="http://schemas.microsoft.com/office/drawing/2014/main" id="{F21900CC-E84B-07C5-D3EB-51872E17F53C}"/>
                  </a:ext>
                </a:extLst>
              </p14:cNvPr>
              <p14:cNvContentPartPr/>
              <p14:nvPr/>
            </p14:nvContentPartPr>
            <p14:xfrm>
              <a:off x="2700337" y="5495824"/>
              <a:ext cx="203" cy="203"/>
            </p14:xfrm>
          </p:contentPart>
        </mc:Choice>
        <mc:Fallback>
          <p:pic>
            <p:nvPicPr>
              <p:cNvPr id="77" name="잉크 76">
                <a:extLst>
                  <a:ext uri="{FF2B5EF4-FFF2-40B4-BE49-F238E27FC236}">
                    <a16:creationId xmlns:a16="http://schemas.microsoft.com/office/drawing/2014/main" id="{F21900CC-E84B-07C5-D3EB-51872E17F53C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2695262" y="5490749"/>
                <a:ext cx="10150" cy="101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80" name="잉크 79">
                <a:extLst>
                  <a:ext uri="{FF2B5EF4-FFF2-40B4-BE49-F238E27FC236}">
                    <a16:creationId xmlns:a16="http://schemas.microsoft.com/office/drawing/2014/main" id="{56CFEA3D-785E-6017-5D80-D2FAC3AC7BE8}"/>
                  </a:ext>
                </a:extLst>
              </p14:cNvPr>
              <p14:cNvContentPartPr/>
              <p14:nvPr/>
            </p14:nvContentPartPr>
            <p14:xfrm>
              <a:off x="1945822" y="5345366"/>
              <a:ext cx="580568" cy="9113"/>
            </p14:xfrm>
          </p:contentPart>
        </mc:Choice>
        <mc:Fallback>
          <p:pic>
            <p:nvPicPr>
              <p:cNvPr id="80" name="잉크 79">
                <a:extLst>
                  <a:ext uri="{FF2B5EF4-FFF2-40B4-BE49-F238E27FC236}">
                    <a16:creationId xmlns:a16="http://schemas.microsoft.com/office/drawing/2014/main" id="{56CFEA3D-785E-6017-5D80-D2FAC3AC7BE8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1936824" y="5336603"/>
                <a:ext cx="598205" cy="262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83" name="잉크 82">
                <a:extLst>
                  <a:ext uri="{FF2B5EF4-FFF2-40B4-BE49-F238E27FC236}">
                    <a16:creationId xmlns:a16="http://schemas.microsoft.com/office/drawing/2014/main" id="{12C7452E-98D3-C348-0237-491AAC32D4E1}"/>
                  </a:ext>
                </a:extLst>
              </p14:cNvPr>
              <p14:cNvContentPartPr/>
              <p14:nvPr/>
            </p14:nvContentPartPr>
            <p14:xfrm>
              <a:off x="2628247" y="5285831"/>
              <a:ext cx="63788" cy="117045"/>
            </p14:xfrm>
          </p:contentPart>
        </mc:Choice>
        <mc:Fallback>
          <p:pic>
            <p:nvPicPr>
              <p:cNvPr id="83" name="잉크 82">
                <a:extLst>
                  <a:ext uri="{FF2B5EF4-FFF2-40B4-BE49-F238E27FC236}">
                    <a16:creationId xmlns:a16="http://schemas.microsoft.com/office/drawing/2014/main" id="{12C7452E-98D3-C348-0237-491AAC32D4E1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2619237" y="5276855"/>
                <a:ext cx="81447" cy="1346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84" name="잉크 83">
                <a:extLst>
                  <a:ext uri="{FF2B5EF4-FFF2-40B4-BE49-F238E27FC236}">
                    <a16:creationId xmlns:a16="http://schemas.microsoft.com/office/drawing/2014/main" id="{F018ED9E-A919-39EB-13A3-940B15848E0F}"/>
                  </a:ext>
                </a:extLst>
              </p14:cNvPr>
              <p14:cNvContentPartPr/>
              <p14:nvPr/>
            </p14:nvContentPartPr>
            <p14:xfrm>
              <a:off x="2730307" y="5336659"/>
              <a:ext cx="112793" cy="27135"/>
            </p14:xfrm>
          </p:contentPart>
        </mc:Choice>
        <mc:Fallback>
          <p:pic>
            <p:nvPicPr>
              <p:cNvPr id="84" name="잉크 83">
                <a:extLst>
                  <a:ext uri="{FF2B5EF4-FFF2-40B4-BE49-F238E27FC236}">
                    <a16:creationId xmlns:a16="http://schemas.microsoft.com/office/drawing/2014/main" id="{F018ED9E-A919-39EB-13A3-940B15848E0F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2721327" y="5327733"/>
                <a:ext cx="130394" cy="446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87" name="잉크 86">
                <a:extLst>
                  <a:ext uri="{FF2B5EF4-FFF2-40B4-BE49-F238E27FC236}">
                    <a16:creationId xmlns:a16="http://schemas.microsoft.com/office/drawing/2014/main" id="{831D3C42-7306-2420-87B6-5F26D2787726}"/>
                  </a:ext>
                </a:extLst>
              </p14:cNvPr>
              <p14:cNvContentPartPr/>
              <p14:nvPr/>
            </p14:nvContentPartPr>
            <p14:xfrm>
              <a:off x="2867805" y="5212931"/>
              <a:ext cx="72495" cy="70673"/>
            </p14:xfrm>
          </p:contentPart>
        </mc:Choice>
        <mc:Fallback>
          <p:pic>
            <p:nvPicPr>
              <p:cNvPr id="87" name="잉크 86">
                <a:extLst>
                  <a:ext uri="{FF2B5EF4-FFF2-40B4-BE49-F238E27FC236}">
                    <a16:creationId xmlns:a16="http://schemas.microsoft.com/office/drawing/2014/main" id="{831D3C42-7306-2420-87B6-5F26D2787726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2858833" y="5203962"/>
                <a:ext cx="90080" cy="882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88" name="잉크 87">
                <a:extLst>
                  <a:ext uri="{FF2B5EF4-FFF2-40B4-BE49-F238E27FC236}">
                    <a16:creationId xmlns:a16="http://schemas.microsoft.com/office/drawing/2014/main" id="{ED453ABC-9D93-92A7-FE6F-B4914DAB7CBE}"/>
                  </a:ext>
                </a:extLst>
              </p14:cNvPr>
              <p14:cNvContentPartPr/>
              <p14:nvPr/>
            </p14:nvContentPartPr>
            <p14:xfrm>
              <a:off x="2992950" y="5182961"/>
              <a:ext cx="119070" cy="143573"/>
            </p14:xfrm>
          </p:contentPart>
        </mc:Choice>
        <mc:Fallback>
          <p:pic>
            <p:nvPicPr>
              <p:cNvPr id="88" name="잉크 87">
                <a:extLst>
                  <a:ext uri="{FF2B5EF4-FFF2-40B4-BE49-F238E27FC236}">
                    <a16:creationId xmlns:a16="http://schemas.microsoft.com/office/drawing/2014/main" id="{ED453ABC-9D93-92A7-FE6F-B4914DAB7CBE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2983957" y="5173965"/>
                <a:ext cx="136697" cy="1612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89" name="잉크 88">
                <a:extLst>
                  <a:ext uri="{FF2B5EF4-FFF2-40B4-BE49-F238E27FC236}">
                    <a16:creationId xmlns:a16="http://schemas.microsoft.com/office/drawing/2014/main" id="{8EBF4478-AD62-AE5F-11F4-16F782DAF40E}"/>
                  </a:ext>
                </a:extLst>
              </p14:cNvPr>
              <p14:cNvContentPartPr/>
              <p14:nvPr/>
            </p14:nvContentPartPr>
            <p14:xfrm>
              <a:off x="3096023" y="5272871"/>
              <a:ext cx="101655" cy="173340"/>
            </p14:xfrm>
          </p:contentPart>
        </mc:Choice>
        <mc:Fallback>
          <p:pic>
            <p:nvPicPr>
              <p:cNvPr id="89" name="잉크 88">
                <a:extLst>
                  <a:ext uri="{FF2B5EF4-FFF2-40B4-BE49-F238E27FC236}">
                    <a16:creationId xmlns:a16="http://schemas.microsoft.com/office/drawing/2014/main" id="{8EBF4478-AD62-AE5F-11F4-16F782DAF40E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3087043" y="5263880"/>
                <a:ext cx="119256" cy="1909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97" name="잉크 96">
                <a:extLst>
                  <a:ext uri="{FF2B5EF4-FFF2-40B4-BE49-F238E27FC236}">
                    <a16:creationId xmlns:a16="http://schemas.microsoft.com/office/drawing/2014/main" id="{5D222444-E8A8-F1FD-00B8-7A7936A5BFE2}"/>
                  </a:ext>
                </a:extLst>
              </p14:cNvPr>
              <p14:cNvContentPartPr/>
              <p14:nvPr/>
            </p14:nvContentPartPr>
            <p14:xfrm>
              <a:off x="3377295" y="4750016"/>
              <a:ext cx="51030" cy="85860"/>
            </p14:xfrm>
          </p:contentPart>
        </mc:Choice>
        <mc:Fallback>
          <p:pic>
            <p:nvPicPr>
              <p:cNvPr id="97" name="잉크 96">
                <a:extLst>
                  <a:ext uri="{FF2B5EF4-FFF2-40B4-BE49-F238E27FC236}">
                    <a16:creationId xmlns:a16="http://schemas.microsoft.com/office/drawing/2014/main" id="{5D222444-E8A8-F1FD-00B8-7A7936A5BFE2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3368311" y="4741035"/>
                <a:ext cx="68639" cy="1034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98" name="잉크 97">
                <a:extLst>
                  <a:ext uri="{FF2B5EF4-FFF2-40B4-BE49-F238E27FC236}">
                    <a16:creationId xmlns:a16="http://schemas.microsoft.com/office/drawing/2014/main" id="{118B3BFE-9995-58C0-7CCD-0ACB6A086545}"/>
                  </a:ext>
                </a:extLst>
              </p14:cNvPr>
              <p14:cNvContentPartPr/>
              <p14:nvPr/>
            </p14:nvContentPartPr>
            <p14:xfrm>
              <a:off x="3490695" y="4711541"/>
              <a:ext cx="63585" cy="148838"/>
            </p14:xfrm>
          </p:contentPart>
        </mc:Choice>
        <mc:Fallback>
          <p:pic>
            <p:nvPicPr>
              <p:cNvPr id="98" name="잉크 97">
                <a:extLst>
                  <a:ext uri="{FF2B5EF4-FFF2-40B4-BE49-F238E27FC236}">
                    <a16:creationId xmlns:a16="http://schemas.microsoft.com/office/drawing/2014/main" id="{118B3BFE-9995-58C0-7CCD-0ACB6A086545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3481714" y="4702553"/>
                <a:ext cx="81188" cy="1664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99" name="잉크 98">
                <a:extLst>
                  <a:ext uri="{FF2B5EF4-FFF2-40B4-BE49-F238E27FC236}">
                    <a16:creationId xmlns:a16="http://schemas.microsoft.com/office/drawing/2014/main" id="{80E9FC54-0A9E-F8D9-E0FF-48308AEA36F6}"/>
                  </a:ext>
                </a:extLst>
              </p14:cNvPr>
              <p14:cNvContentPartPr/>
              <p14:nvPr/>
            </p14:nvContentPartPr>
            <p14:xfrm>
              <a:off x="3840412" y="4767229"/>
              <a:ext cx="1013" cy="1013"/>
            </p14:xfrm>
          </p:contentPart>
        </mc:Choice>
        <mc:Fallback>
          <p:pic>
            <p:nvPicPr>
              <p:cNvPr id="99" name="잉크 98">
                <a:extLst>
                  <a:ext uri="{FF2B5EF4-FFF2-40B4-BE49-F238E27FC236}">
                    <a16:creationId xmlns:a16="http://schemas.microsoft.com/office/drawing/2014/main" id="{80E9FC54-0A9E-F8D9-E0FF-48308AEA36F6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3831970" y="4758787"/>
                <a:ext cx="17559" cy="175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90" name="잉크 89">
                <a:extLst>
                  <a:ext uri="{FF2B5EF4-FFF2-40B4-BE49-F238E27FC236}">
                    <a16:creationId xmlns:a16="http://schemas.microsoft.com/office/drawing/2014/main" id="{56549D27-1758-B779-44C3-AF2013AACFD5}"/>
                  </a:ext>
                </a:extLst>
              </p14:cNvPr>
              <p14:cNvContentPartPr/>
              <p14:nvPr/>
            </p14:nvContentPartPr>
            <p14:xfrm>
              <a:off x="3012390" y="5641624"/>
              <a:ext cx="26730" cy="67635"/>
            </p14:xfrm>
          </p:contentPart>
        </mc:Choice>
        <mc:Fallback>
          <p:pic>
            <p:nvPicPr>
              <p:cNvPr id="90" name="잉크 89">
                <a:extLst>
                  <a:ext uri="{FF2B5EF4-FFF2-40B4-BE49-F238E27FC236}">
                    <a16:creationId xmlns:a16="http://schemas.microsoft.com/office/drawing/2014/main" id="{56549D27-1758-B779-44C3-AF2013AACFD5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3003480" y="5632630"/>
                <a:ext cx="44194" cy="852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91" name="잉크 90">
                <a:extLst>
                  <a:ext uri="{FF2B5EF4-FFF2-40B4-BE49-F238E27FC236}">
                    <a16:creationId xmlns:a16="http://schemas.microsoft.com/office/drawing/2014/main" id="{8DE0C720-0119-D109-819D-F6B6CAE936A0}"/>
                  </a:ext>
                </a:extLst>
              </p14:cNvPr>
              <p14:cNvContentPartPr/>
              <p14:nvPr/>
            </p14:nvContentPartPr>
            <p14:xfrm>
              <a:off x="3026160" y="5757251"/>
              <a:ext cx="85860" cy="110768"/>
            </p14:xfrm>
          </p:contentPart>
        </mc:Choice>
        <mc:Fallback>
          <p:pic>
            <p:nvPicPr>
              <p:cNvPr id="91" name="잉크 90">
                <a:extLst>
                  <a:ext uri="{FF2B5EF4-FFF2-40B4-BE49-F238E27FC236}">
                    <a16:creationId xmlns:a16="http://schemas.microsoft.com/office/drawing/2014/main" id="{8DE0C720-0119-D109-819D-F6B6CAE936A0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3017179" y="5748260"/>
                <a:ext cx="103463" cy="1283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92" name="잉크 91">
                <a:extLst>
                  <a:ext uri="{FF2B5EF4-FFF2-40B4-BE49-F238E27FC236}">
                    <a16:creationId xmlns:a16="http://schemas.microsoft.com/office/drawing/2014/main" id="{C2711B49-71AF-1F5A-8587-02560054B61B}"/>
                  </a:ext>
                </a:extLst>
              </p14:cNvPr>
              <p14:cNvContentPartPr/>
              <p14:nvPr/>
            </p14:nvContentPartPr>
            <p14:xfrm>
              <a:off x="3134700" y="5937274"/>
              <a:ext cx="71483" cy="111780"/>
            </p14:xfrm>
          </p:contentPart>
        </mc:Choice>
        <mc:Fallback>
          <p:pic>
            <p:nvPicPr>
              <p:cNvPr id="92" name="잉크 91">
                <a:extLst>
                  <a:ext uri="{FF2B5EF4-FFF2-40B4-BE49-F238E27FC236}">
                    <a16:creationId xmlns:a16="http://schemas.microsoft.com/office/drawing/2014/main" id="{C2711B49-71AF-1F5A-8587-02560054B61B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3125720" y="5928288"/>
                <a:ext cx="89084" cy="1293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93" name="잉크 92">
                <a:extLst>
                  <a:ext uri="{FF2B5EF4-FFF2-40B4-BE49-F238E27FC236}">
                    <a16:creationId xmlns:a16="http://schemas.microsoft.com/office/drawing/2014/main" id="{41A74326-A890-B93A-165C-C0BA2CD14A77}"/>
                  </a:ext>
                </a:extLst>
              </p14:cNvPr>
              <p14:cNvContentPartPr/>
              <p14:nvPr/>
            </p14:nvContentPartPr>
            <p14:xfrm>
              <a:off x="3148470" y="6091579"/>
              <a:ext cx="104895" cy="126563"/>
            </p14:xfrm>
          </p:contentPart>
        </mc:Choice>
        <mc:Fallback>
          <p:pic>
            <p:nvPicPr>
              <p:cNvPr id="93" name="잉크 92">
                <a:extLst>
                  <a:ext uri="{FF2B5EF4-FFF2-40B4-BE49-F238E27FC236}">
                    <a16:creationId xmlns:a16="http://schemas.microsoft.com/office/drawing/2014/main" id="{41A74326-A890-B93A-165C-C0BA2CD14A77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3139489" y="6082590"/>
                <a:ext cx="122497" cy="1441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94" name="잉크 93">
                <a:extLst>
                  <a:ext uri="{FF2B5EF4-FFF2-40B4-BE49-F238E27FC236}">
                    <a16:creationId xmlns:a16="http://schemas.microsoft.com/office/drawing/2014/main" id="{CFCB2F42-3D86-EC85-E977-E35381A14B4D}"/>
                  </a:ext>
                </a:extLst>
              </p14:cNvPr>
              <p14:cNvContentPartPr/>
              <p14:nvPr/>
            </p14:nvContentPartPr>
            <p14:xfrm>
              <a:off x="3108780" y="6301571"/>
              <a:ext cx="123120" cy="142965"/>
            </p14:xfrm>
          </p:contentPart>
        </mc:Choice>
        <mc:Fallback>
          <p:pic>
            <p:nvPicPr>
              <p:cNvPr id="94" name="잉크 93">
                <a:extLst>
                  <a:ext uri="{FF2B5EF4-FFF2-40B4-BE49-F238E27FC236}">
                    <a16:creationId xmlns:a16="http://schemas.microsoft.com/office/drawing/2014/main" id="{CFCB2F42-3D86-EC85-E977-E35381A14B4D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3099780" y="6292591"/>
                <a:ext cx="140760" cy="160566"/>
              </a:xfrm>
              <a:prstGeom prst="rect">
                <a:avLst/>
              </a:prstGeom>
            </p:spPr>
          </p:pic>
        </mc:Fallback>
      </mc:AlternateContent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D6E55582-6900-4B27-EFB6-24191B645FA7}"/>
              </a:ext>
            </a:extLst>
          </p:cNvPr>
          <p:cNvGrpSpPr/>
          <p:nvPr/>
        </p:nvGrpSpPr>
        <p:grpSpPr>
          <a:xfrm>
            <a:off x="2078663" y="6083074"/>
            <a:ext cx="910845" cy="383130"/>
            <a:chOff x="3695400" y="3406020"/>
            <a:chExt cx="1619280" cy="681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DC1754D1-2F10-C7E8-2CFB-EAE9F4D4E02C}"/>
                    </a:ext>
                  </a:extLst>
                </p14:cNvPr>
                <p14:cNvContentPartPr/>
                <p14:nvPr/>
              </p14:nvContentPartPr>
              <p14:xfrm>
                <a:off x="4422240" y="3985260"/>
                <a:ext cx="630000" cy="360"/>
              </p14:xfrm>
            </p:contentPart>
          </mc:Choice>
          <mc:Fallback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DC1754D1-2F10-C7E8-2CFB-EAE9F4D4E02C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406250" y="3976260"/>
                  <a:ext cx="6613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02" name="잉크 101">
                  <a:extLst>
                    <a:ext uri="{FF2B5EF4-FFF2-40B4-BE49-F238E27FC236}">
                      <a16:creationId xmlns:a16="http://schemas.microsoft.com/office/drawing/2014/main" id="{4B8A1AB8-8DEA-C225-B5C3-EE04D08F4423}"/>
                    </a:ext>
                  </a:extLst>
                </p14:cNvPr>
                <p14:cNvContentPartPr/>
                <p14:nvPr/>
              </p14:nvContentPartPr>
              <p14:xfrm>
                <a:off x="4395960" y="3855660"/>
                <a:ext cx="202680" cy="229320"/>
              </p14:xfrm>
            </p:contentPart>
          </mc:Choice>
          <mc:Fallback>
            <p:pic>
              <p:nvPicPr>
                <p:cNvPr id="102" name="잉크 101">
                  <a:extLst>
                    <a:ext uri="{FF2B5EF4-FFF2-40B4-BE49-F238E27FC236}">
                      <a16:creationId xmlns:a16="http://schemas.microsoft.com/office/drawing/2014/main" id="{4B8A1AB8-8DEA-C225-B5C3-EE04D08F4423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380615" y="3839691"/>
                  <a:ext cx="234009" cy="2606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A835938A-2612-4723-D78F-295566995C61}"/>
                    </a:ext>
                  </a:extLst>
                </p14:cNvPr>
                <p14:cNvContentPartPr/>
                <p14:nvPr/>
              </p14:nvContentPartPr>
              <p14:xfrm>
                <a:off x="4647960" y="4084260"/>
                <a:ext cx="360" cy="360"/>
              </p14:xfrm>
            </p:contentPart>
          </mc:Choice>
          <mc:Fallback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A835938A-2612-4723-D78F-295566995C61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4638960" y="4075260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12" name="잉크 111">
                  <a:extLst>
                    <a:ext uri="{FF2B5EF4-FFF2-40B4-BE49-F238E27FC236}">
                      <a16:creationId xmlns:a16="http://schemas.microsoft.com/office/drawing/2014/main" id="{AAC1C4ED-422A-819F-A1C3-9005175E661B}"/>
                    </a:ext>
                  </a:extLst>
                </p14:cNvPr>
                <p14:cNvContentPartPr/>
                <p14:nvPr/>
              </p14:nvContentPartPr>
              <p14:xfrm>
                <a:off x="5182920" y="3809940"/>
                <a:ext cx="6480" cy="277200"/>
              </p14:xfrm>
            </p:contentPart>
          </mc:Choice>
          <mc:Fallback>
            <p:pic>
              <p:nvPicPr>
                <p:cNvPr id="112" name="잉크 111">
                  <a:extLst>
                    <a:ext uri="{FF2B5EF4-FFF2-40B4-BE49-F238E27FC236}">
                      <a16:creationId xmlns:a16="http://schemas.microsoft.com/office/drawing/2014/main" id="{AAC1C4ED-422A-819F-A1C3-9005175E661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168193" y="3793935"/>
                  <a:ext cx="35345" cy="3085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13" name="잉크 112">
                  <a:extLst>
                    <a:ext uri="{FF2B5EF4-FFF2-40B4-BE49-F238E27FC236}">
                      <a16:creationId xmlns:a16="http://schemas.microsoft.com/office/drawing/2014/main" id="{A23B069B-D745-DF4C-19F3-49E8AB7151CD}"/>
                    </a:ext>
                  </a:extLst>
                </p14:cNvPr>
                <p14:cNvContentPartPr/>
                <p14:nvPr/>
              </p14:nvContentPartPr>
              <p14:xfrm>
                <a:off x="5105160" y="3986700"/>
                <a:ext cx="209520" cy="69120"/>
              </p14:xfrm>
            </p:contentPart>
          </mc:Choice>
          <mc:Fallback>
            <p:pic>
              <p:nvPicPr>
                <p:cNvPr id="113" name="잉크 112">
                  <a:extLst>
                    <a:ext uri="{FF2B5EF4-FFF2-40B4-BE49-F238E27FC236}">
                      <a16:creationId xmlns:a16="http://schemas.microsoft.com/office/drawing/2014/main" id="{A23B069B-D745-DF4C-19F3-49E8AB7151C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089190" y="3971340"/>
                  <a:ext cx="240820" cy="1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17" name="잉크 116">
                  <a:extLst>
                    <a:ext uri="{FF2B5EF4-FFF2-40B4-BE49-F238E27FC236}">
                      <a16:creationId xmlns:a16="http://schemas.microsoft.com/office/drawing/2014/main" id="{09B896C4-B188-5268-4E7F-20F79FC694C0}"/>
                    </a:ext>
                  </a:extLst>
                </p14:cNvPr>
                <p14:cNvContentPartPr/>
                <p14:nvPr/>
              </p14:nvContentPartPr>
              <p14:xfrm>
                <a:off x="3695400" y="3542100"/>
                <a:ext cx="1459440" cy="321480"/>
              </p14:xfrm>
            </p:contentPart>
          </mc:Choice>
          <mc:Fallback>
            <p:pic>
              <p:nvPicPr>
                <p:cNvPr id="117" name="잉크 116">
                  <a:extLst>
                    <a:ext uri="{FF2B5EF4-FFF2-40B4-BE49-F238E27FC236}">
                      <a16:creationId xmlns:a16="http://schemas.microsoft.com/office/drawing/2014/main" id="{09B896C4-B188-5268-4E7F-20F79FC694C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679404" y="3526122"/>
                  <a:ext cx="1490791" cy="3527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20" name="잉크 119">
                  <a:extLst>
                    <a:ext uri="{FF2B5EF4-FFF2-40B4-BE49-F238E27FC236}">
                      <a16:creationId xmlns:a16="http://schemas.microsoft.com/office/drawing/2014/main" id="{36AEA2AD-023B-F9A0-2816-C7B561D9C9A9}"/>
                    </a:ext>
                  </a:extLst>
                </p14:cNvPr>
                <p14:cNvContentPartPr/>
                <p14:nvPr/>
              </p14:nvContentPartPr>
              <p14:xfrm>
                <a:off x="4671720" y="3406020"/>
                <a:ext cx="91080" cy="98640"/>
              </p14:xfrm>
            </p:contentPart>
          </mc:Choice>
          <mc:Fallback>
            <p:pic>
              <p:nvPicPr>
                <p:cNvPr id="120" name="잉크 119">
                  <a:extLst>
                    <a:ext uri="{FF2B5EF4-FFF2-40B4-BE49-F238E27FC236}">
                      <a16:creationId xmlns:a16="http://schemas.microsoft.com/office/drawing/2014/main" id="{36AEA2AD-023B-F9A0-2816-C7B561D9C9A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655797" y="3390110"/>
                  <a:ext cx="122289" cy="1298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21" name="잉크 120">
                  <a:extLst>
                    <a:ext uri="{FF2B5EF4-FFF2-40B4-BE49-F238E27FC236}">
                      <a16:creationId xmlns:a16="http://schemas.microsoft.com/office/drawing/2014/main" id="{2329DDF6-8875-DF3B-BB03-C47F820B04C9}"/>
                    </a:ext>
                  </a:extLst>
                </p14:cNvPr>
                <p14:cNvContentPartPr/>
                <p14:nvPr/>
              </p14:nvContentPartPr>
              <p14:xfrm>
                <a:off x="4663440" y="3436620"/>
                <a:ext cx="130320" cy="90720"/>
              </p14:xfrm>
            </p:contentPart>
          </mc:Choice>
          <mc:Fallback>
            <p:pic>
              <p:nvPicPr>
                <p:cNvPr id="121" name="잉크 120">
                  <a:extLst>
                    <a:ext uri="{FF2B5EF4-FFF2-40B4-BE49-F238E27FC236}">
                      <a16:creationId xmlns:a16="http://schemas.microsoft.com/office/drawing/2014/main" id="{2329DDF6-8875-DF3B-BB03-C47F820B04C9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647469" y="3420648"/>
                  <a:ext cx="161622" cy="1220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22" name="잉크 121">
                  <a:extLst>
                    <a:ext uri="{FF2B5EF4-FFF2-40B4-BE49-F238E27FC236}">
                      <a16:creationId xmlns:a16="http://schemas.microsoft.com/office/drawing/2014/main" id="{44731298-9804-A41C-FF50-3725FB49654A}"/>
                    </a:ext>
                  </a:extLst>
                </p14:cNvPr>
                <p14:cNvContentPartPr/>
                <p14:nvPr/>
              </p14:nvContentPartPr>
              <p14:xfrm>
                <a:off x="5128200" y="3482340"/>
                <a:ext cx="360" cy="1800"/>
              </p14:xfrm>
            </p:contentPart>
          </mc:Choice>
          <mc:Fallback>
            <p:pic>
              <p:nvPicPr>
                <p:cNvPr id="122" name="잉크 121">
                  <a:extLst>
                    <a:ext uri="{FF2B5EF4-FFF2-40B4-BE49-F238E27FC236}">
                      <a16:creationId xmlns:a16="http://schemas.microsoft.com/office/drawing/2014/main" id="{44731298-9804-A41C-FF50-3725FB49654A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119200" y="3467340"/>
                  <a:ext cx="18000" cy="3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8FD3EC03-EFE3-9A61-7182-D132DC65273A}"/>
              </a:ext>
            </a:extLst>
          </p:cNvPr>
          <p:cNvGrpSpPr/>
          <p:nvPr/>
        </p:nvGrpSpPr>
        <p:grpSpPr>
          <a:xfrm>
            <a:off x="2494598" y="6605929"/>
            <a:ext cx="377460" cy="141548"/>
            <a:chOff x="4434840" y="4335540"/>
            <a:chExt cx="671040" cy="25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24" name="잉크 123">
                  <a:extLst>
                    <a:ext uri="{FF2B5EF4-FFF2-40B4-BE49-F238E27FC236}">
                      <a16:creationId xmlns:a16="http://schemas.microsoft.com/office/drawing/2014/main" id="{7D05A26A-17F0-5312-A203-B77D1A4B9769}"/>
                    </a:ext>
                  </a:extLst>
                </p14:cNvPr>
                <p14:cNvContentPartPr/>
                <p14:nvPr/>
              </p14:nvContentPartPr>
              <p14:xfrm>
                <a:off x="4499280" y="4434540"/>
                <a:ext cx="606600" cy="46080"/>
              </p14:xfrm>
            </p:contentPart>
          </mc:Choice>
          <mc:Fallback>
            <p:pic>
              <p:nvPicPr>
                <p:cNvPr id="124" name="잉크 123">
                  <a:extLst>
                    <a:ext uri="{FF2B5EF4-FFF2-40B4-BE49-F238E27FC236}">
                      <a16:creationId xmlns:a16="http://schemas.microsoft.com/office/drawing/2014/main" id="{7D05A26A-17F0-5312-A203-B77D1A4B9769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483283" y="4418759"/>
                  <a:ext cx="637954" cy="770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25" name="잉크 124">
                  <a:extLst>
                    <a:ext uri="{FF2B5EF4-FFF2-40B4-BE49-F238E27FC236}">
                      <a16:creationId xmlns:a16="http://schemas.microsoft.com/office/drawing/2014/main" id="{D6711EDD-F96B-81DE-64BE-4672F51E219F}"/>
                    </a:ext>
                  </a:extLst>
                </p14:cNvPr>
                <p14:cNvContentPartPr/>
                <p14:nvPr/>
              </p14:nvContentPartPr>
              <p14:xfrm>
                <a:off x="4434840" y="4335540"/>
                <a:ext cx="259200" cy="251640"/>
              </p14:xfrm>
            </p:contentPart>
          </mc:Choice>
          <mc:Fallback>
            <p:pic>
              <p:nvPicPr>
                <p:cNvPr id="125" name="잉크 124">
                  <a:extLst>
                    <a:ext uri="{FF2B5EF4-FFF2-40B4-BE49-F238E27FC236}">
                      <a16:creationId xmlns:a16="http://schemas.microsoft.com/office/drawing/2014/main" id="{D6711EDD-F96B-81DE-64BE-4672F51E219F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418879" y="4319532"/>
                  <a:ext cx="290483" cy="28301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72479E60-3E22-E982-FC88-9AAE5188FEF3}"/>
              </a:ext>
            </a:extLst>
          </p:cNvPr>
          <p:cNvGrpSpPr/>
          <p:nvPr/>
        </p:nvGrpSpPr>
        <p:grpSpPr>
          <a:xfrm>
            <a:off x="919553" y="7013156"/>
            <a:ext cx="494910" cy="309623"/>
            <a:chOff x="1634760" y="5059500"/>
            <a:chExt cx="879840" cy="55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31" name="잉크 130">
                  <a:extLst>
                    <a:ext uri="{FF2B5EF4-FFF2-40B4-BE49-F238E27FC236}">
                      <a16:creationId xmlns:a16="http://schemas.microsoft.com/office/drawing/2014/main" id="{403D4BF1-CA6D-27A0-4B07-AE8FCA95CD6C}"/>
                    </a:ext>
                  </a:extLst>
                </p14:cNvPr>
                <p14:cNvContentPartPr/>
                <p14:nvPr/>
              </p14:nvContentPartPr>
              <p14:xfrm>
                <a:off x="1634760" y="5059500"/>
                <a:ext cx="110160" cy="99360"/>
              </p14:xfrm>
            </p:contentPart>
          </mc:Choice>
          <mc:Fallback>
            <p:pic>
              <p:nvPicPr>
                <p:cNvPr id="131" name="잉크 130">
                  <a:extLst>
                    <a:ext uri="{FF2B5EF4-FFF2-40B4-BE49-F238E27FC236}">
                      <a16:creationId xmlns:a16="http://schemas.microsoft.com/office/drawing/2014/main" id="{403D4BF1-CA6D-27A0-4B07-AE8FCA95CD6C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618841" y="5043577"/>
                  <a:ext cx="141361" cy="1305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32" name="잉크 131">
                  <a:extLst>
                    <a:ext uri="{FF2B5EF4-FFF2-40B4-BE49-F238E27FC236}">
                      <a16:creationId xmlns:a16="http://schemas.microsoft.com/office/drawing/2014/main" id="{BD579856-53E0-2ABB-1666-21FE46E3CDE1}"/>
                    </a:ext>
                  </a:extLst>
                </p14:cNvPr>
                <p14:cNvContentPartPr/>
                <p14:nvPr/>
              </p14:nvContentPartPr>
              <p14:xfrm>
                <a:off x="1911960" y="5112780"/>
                <a:ext cx="92160" cy="95760"/>
              </p14:xfrm>
            </p:contentPart>
          </mc:Choice>
          <mc:Fallback>
            <p:pic>
              <p:nvPicPr>
                <p:cNvPr id="132" name="잉크 131">
                  <a:extLst>
                    <a:ext uri="{FF2B5EF4-FFF2-40B4-BE49-F238E27FC236}">
                      <a16:creationId xmlns:a16="http://schemas.microsoft.com/office/drawing/2014/main" id="{BD579856-53E0-2ABB-1666-21FE46E3CDE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896070" y="5096820"/>
                  <a:ext cx="123304" cy="1270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33" name="잉크 132">
                  <a:extLst>
                    <a:ext uri="{FF2B5EF4-FFF2-40B4-BE49-F238E27FC236}">
                      <a16:creationId xmlns:a16="http://schemas.microsoft.com/office/drawing/2014/main" id="{C1646EF1-5833-99BD-A36C-2B53BAC40569}"/>
                    </a:ext>
                  </a:extLst>
                </p14:cNvPr>
                <p14:cNvContentPartPr/>
                <p14:nvPr/>
              </p14:nvContentPartPr>
              <p14:xfrm>
                <a:off x="1653480" y="5387100"/>
                <a:ext cx="861120" cy="222840"/>
              </p14:xfrm>
            </p:contentPart>
          </mc:Choice>
          <mc:Fallback>
            <p:pic>
              <p:nvPicPr>
                <p:cNvPr id="133" name="잉크 132">
                  <a:extLst>
                    <a:ext uri="{FF2B5EF4-FFF2-40B4-BE49-F238E27FC236}">
                      <a16:creationId xmlns:a16="http://schemas.microsoft.com/office/drawing/2014/main" id="{C1646EF1-5833-99BD-A36C-2B53BAC40569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637486" y="5371091"/>
                  <a:ext cx="892468" cy="2542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34" name="잉크 133">
                  <a:extLst>
                    <a:ext uri="{FF2B5EF4-FFF2-40B4-BE49-F238E27FC236}">
                      <a16:creationId xmlns:a16="http://schemas.microsoft.com/office/drawing/2014/main" id="{42315E6B-39A1-EA73-53C4-50BEA60B8E76}"/>
                    </a:ext>
                  </a:extLst>
                </p14:cNvPr>
                <p14:cNvContentPartPr/>
                <p14:nvPr/>
              </p14:nvContentPartPr>
              <p14:xfrm>
                <a:off x="1753920" y="5402580"/>
                <a:ext cx="92160" cy="98280"/>
              </p14:xfrm>
            </p:contentPart>
          </mc:Choice>
          <mc:Fallback>
            <p:pic>
              <p:nvPicPr>
                <p:cNvPr id="134" name="잉크 133">
                  <a:extLst>
                    <a:ext uri="{FF2B5EF4-FFF2-40B4-BE49-F238E27FC236}">
                      <a16:creationId xmlns:a16="http://schemas.microsoft.com/office/drawing/2014/main" id="{42315E6B-39A1-EA73-53C4-50BEA60B8E76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737920" y="5386625"/>
                  <a:ext cx="123520" cy="1295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35" name="잉크 134">
                  <a:extLst>
                    <a:ext uri="{FF2B5EF4-FFF2-40B4-BE49-F238E27FC236}">
                      <a16:creationId xmlns:a16="http://schemas.microsoft.com/office/drawing/2014/main" id="{943906E0-55EC-96D2-2AAF-39970CBF472F}"/>
                    </a:ext>
                  </a:extLst>
                </p14:cNvPr>
                <p14:cNvContentPartPr/>
                <p14:nvPr/>
              </p14:nvContentPartPr>
              <p14:xfrm>
                <a:off x="2086920" y="5455860"/>
                <a:ext cx="61920" cy="53280"/>
              </p14:xfrm>
            </p:contentPart>
          </mc:Choice>
          <mc:Fallback>
            <p:pic>
              <p:nvPicPr>
                <p:cNvPr id="135" name="잉크 134">
                  <a:extLst>
                    <a:ext uri="{FF2B5EF4-FFF2-40B4-BE49-F238E27FC236}">
                      <a16:creationId xmlns:a16="http://schemas.microsoft.com/office/drawing/2014/main" id="{943906E0-55EC-96D2-2AAF-39970CBF472F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071600" y="5440003"/>
                  <a:ext cx="93199" cy="8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36" name="잉크 135">
                  <a:extLst>
                    <a:ext uri="{FF2B5EF4-FFF2-40B4-BE49-F238E27FC236}">
                      <a16:creationId xmlns:a16="http://schemas.microsoft.com/office/drawing/2014/main" id="{273A10FF-9BDC-269E-2CBD-98EFA06754A4}"/>
                    </a:ext>
                  </a:extLst>
                </p14:cNvPr>
                <p14:cNvContentPartPr/>
                <p14:nvPr/>
              </p14:nvContentPartPr>
              <p14:xfrm>
                <a:off x="2209680" y="5509140"/>
                <a:ext cx="137160" cy="68760"/>
              </p14:xfrm>
            </p:contentPart>
          </mc:Choice>
          <mc:Fallback>
            <p:pic>
              <p:nvPicPr>
                <p:cNvPr id="136" name="잉크 135">
                  <a:extLst>
                    <a:ext uri="{FF2B5EF4-FFF2-40B4-BE49-F238E27FC236}">
                      <a16:creationId xmlns:a16="http://schemas.microsoft.com/office/drawing/2014/main" id="{273A10FF-9BDC-269E-2CBD-98EFA06754A4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194369" y="5493223"/>
                  <a:ext cx="168420" cy="999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37" name="잉크 136">
                  <a:extLst>
                    <a:ext uri="{FF2B5EF4-FFF2-40B4-BE49-F238E27FC236}">
                      <a16:creationId xmlns:a16="http://schemas.microsoft.com/office/drawing/2014/main" id="{4E426F41-EDC0-84B7-9CE4-E9144C5E8239}"/>
                    </a:ext>
                  </a:extLst>
                </p14:cNvPr>
                <p14:cNvContentPartPr/>
                <p14:nvPr/>
              </p14:nvContentPartPr>
              <p14:xfrm>
                <a:off x="2398320" y="5486100"/>
                <a:ext cx="70560" cy="75600"/>
              </p14:xfrm>
            </p:contentPart>
          </mc:Choice>
          <mc:Fallback>
            <p:pic>
              <p:nvPicPr>
                <p:cNvPr id="137" name="잉크 136">
                  <a:extLst>
                    <a:ext uri="{FF2B5EF4-FFF2-40B4-BE49-F238E27FC236}">
                      <a16:creationId xmlns:a16="http://schemas.microsoft.com/office/drawing/2014/main" id="{4E426F41-EDC0-84B7-9CE4-E9144C5E8239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382428" y="5470218"/>
                  <a:ext cx="101708" cy="10672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84ABC59B-E576-BAA8-BDEA-F32243AE8F1B}"/>
              </a:ext>
            </a:extLst>
          </p:cNvPr>
          <p:cNvGrpSpPr/>
          <p:nvPr/>
        </p:nvGrpSpPr>
        <p:grpSpPr>
          <a:xfrm>
            <a:off x="628155" y="7400741"/>
            <a:ext cx="798053" cy="185490"/>
            <a:chOff x="1116720" y="5748540"/>
            <a:chExt cx="1418760" cy="32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39" name="잉크 138">
                  <a:extLst>
                    <a:ext uri="{FF2B5EF4-FFF2-40B4-BE49-F238E27FC236}">
                      <a16:creationId xmlns:a16="http://schemas.microsoft.com/office/drawing/2014/main" id="{23CDDB04-447A-77B6-F959-C5AA243ED845}"/>
                    </a:ext>
                  </a:extLst>
                </p14:cNvPr>
                <p14:cNvContentPartPr/>
                <p14:nvPr/>
              </p14:nvContentPartPr>
              <p14:xfrm>
                <a:off x="1661040" y="5748540"/>
                <a:ext cx="874440" cy="213120"/>
              </p14:xfrm>
            </p:contentPart>
          </mc:Choice>
          <mc:Fallback>
            <p:pic>
              <p:nvPicPr>
                <p:cNvPr id="139" name="잉크 138">
                  <a:extLst>
                    <a:ext uri="{FF2B5EF4-FFF2-40B4-BE49-F238E27FC236}">
                      <a16:creationId xmlns:a16="http://schemas.microsoft.com/office/drawing/2014/main" id="{23CDDB04-447A-77B6-F959-C5AA243ED845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629056" y="5716540"/>
                  <a:ext cx="937768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40" name="잉크 139">
                  <a:extLst>
                    <a:ext uri="{FF2B5EF4-FFF2-40B4-BE49-F238E27FC236}">
                      <a16:creationId xmlns:a16="http://schemas.microsoft.com/office/drawing/2014/main" id="{5F1E9F79-DFB3-FAA4-402F-C52A68511F26}"/>
                    </a:ext>
                  </a:extLst>
                </p14:cNvPr>
                <p14:cNvContentPartPr/>
                <p14:nvPr/>
              </p14:nvContentPartPr>
              <p14:xfrm>
                <a:off x="1225800" y="5890020"/>
                <a:ext cx="481320" cy="360"/>
              </p14:xfrm>
            </p:contentPart>
          </mc:Choice>
          <mc:Fallback>
            <p:pic>
              <p:nvPicPr>
                <p:cNvPr id="140" name="잉크 139">
                  <a:extLst>
                    <a:ext uri="{FF2B5EF4-FFF2-40B4-BE49-F238E27FC236}">
                      <a16:creationId xmlns:a16="http://schemas.microsoft.com/office/drawing/2014/main" id="{5F1E9F79-DFB3-FAA4-402F-C52A68511F2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193797" y="5872020"/>
                  <a:ext cx="544685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41" name="잉크 140">
                  <a:extLst>
                    <a:ext uri="{FF2B5EF4-FFF2-40B4-BE49-F238E27FC236}">
                      <a16:creationId xmlns:a16="http://schemas.microsoft.com/office/drawing/2014/main" id="{0EF151A3-DE83-4777-7F98-622778907B1B}"/>
                    </a:ext>
                  </a:extLst>
                </p14:cNvPr>
                <p14:cNvContentPartPr/>
                <p14:nvPr/>
              </p14:nvContentPartPr>
              <p14:xfrm>
                <a:off x="1116720" y="5775900"/>
                <a:ext cx="399240" cy="302400"/>
              </p14:xfrm>
            </p:contentPart>
          </mc:Choice>
          <mc:Fallback>
            <p:pic>
              <p:nvPicPr>
                <p:cNvPr id="141" name="잉크 140">
                  <a:extLst>
                    <a:ext uri="{FF2B5EF4-FFF2-40B4-BE49-F238E27FC236}">
                      <a16:creationId xmlns:a16="http://schemas.microsoft.com/office/drawing/2014/main" id="{0EF151A3-DE83-4777-7F98-622778907B1B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84730" y="5743934"/>
                  <a:ext cx="462581" cy="36569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그룹 145">
            <a:extLst>
              <a:ext uri="{FF2B5EF4-FFF2-40B4-BE49-F238E27FC236}">
                <a16:creationId xmlns:a16="http://schemas.microsoft.com/office/drawing/2014/main" id="{0DF2D874-ACF8-8C14-87E8-65978DB14BD6}"/>
              </a:ext>
            </a:extLst>
          </p:cNvPr>
          <p:cNvGrpSpPr/>
          <p:nvPr/>
        </p:nvGrpSpPr>
        <p:grpSpPr>
          <a:xfrm>
            <a:off x="2042415" y="6138761"/>
            <a:ext cx="801293" cy="159570"/>
            <a:chOff x="3630960" y="3505020"/>
            <a:chExt cx="1424520" cy="283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43" name="잉크 142">
                  <a:extLst>
                    <a:ext uri="{FF2B5EF4-FFF2-40B4-BE49-F238E27FC236}">
                      <a16:creationId xmlns:a16="http://schemas.microsoft.com/office/drawing/2014/main" id="{49A0ED7E-98CB-4F91-99D6-9621C49E8E3B}"/>
                    </a:ext>
                  </a:extLst>
                </p14:cNvPr>
                <p14:cNvContentPartPr/>
                <p14:nvPr/>
              </p14:nvContentPartPr>
              <p14:xfrm>
                <a:off x="3630960" y="3578100"/>
                <a:ext cx="1424520" cy="210600"/>
              </p14:xfrm>
            </p:contentPart>
          </mc:Choice>
          <mc:Fallback>
            <p:pic>
              <p:nvPicPr>
                <p:cNvPr id="143" name="잉크 142">
                  <a:extLst>
                    <a:ext uri="{FF2B5EF4-FFF2-40B4-BE49-F238E27FC236}">
                      <a16:creationId xmlns:a16="http://schemas.microsoft.com/office/drawing/2014/main" id="{49A0ED7E-98CB-4F91-99D6-9621C49E8E3B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599603" y="3546094"/>
                  <a:ext cx="1487875" cy="2739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44" name="잉크 143">
                  <a:extLst>
                    <a:ext uri="{FF2B5EF4-FFF2-40B4-BE49-F238E27FC236}">
                      <a16:creationId xmlns:a16="http://schemas.microsoft.com/office/drawing/2014/main" id="{87BDEEE6-6D18-E20E-217F-4E33EF267D2D}"/>
                    </a:ext>
                  </a:extLst>
                </p14:cNvPr>
                <p14:cNvContentPartPr/>
                <p14:nvPr/>
              </p14:nvContentPartPr>
              <p14:xfrm>
                <a:off x="4252680" y="3535620"/>
                <a:ext cx="380520" cy="152280"/>
              </p14:xfrm>
            </p:contentPart>
          </mc:Choice>
          <mc:Fallback>
            <p:pic>
              <p:nvPicPr>
                <p:cNvPr id="144" name="잉크 143">
                  <a:extLst>
                    <a:ext uri="{FF2B5EF4-FFF2-40B4-BE49-F238E27FC236}">
                      <a16:creationId xmlns:a16="http://schemas.microsoft.com/office/drawing/2014/main" id="{87BDEEE6-6D18-E20E-217F-4E33EF267D2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4220704" y="3503628"/>
                  <a:ext cx="443833" cy="2156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45" name="잉크 144">
                  <a:extLst>
                    <a:ext uri="{FF2B5EF4-FFF2-40B4-BE49-F238E27FC236}">
                      <a16:creationId xmlns:a16="http://schemas.microsoft.com/office/drawing/2014/main" id="{C2181D8E-E1B3-55DD-3CFB-179DAADF59A1}"/>
                    </a:ext>
                  </a:extLst>
                </p14:cNvPr>
                <p14:cNvContentPartPr/>
                <p14:nvPr/>
              </p14:nvContentPartPr>
              <p14:xfrm>
                <a:off x="4274640" y="3505020"/>
                <a:ext cx="438120" cy="277560"/>
              </p14:xfrm>
            </p:contentPart>
          </mc:Choice>
          <mc:Fallback>
            <p:pic>
              <p:nvPicPr>
                <p:cNvPr id="145" name="잉크 144">
                  <a:extLst>
                    <a:ext uri="{FF2B5EF4-FFF2-40B4-BE49-F238E27FC236}">
                      <a16:creationId xmlns:a16="http://schemas.microsoft.com/office/drawing/2014/main" id="{C2181D8E-E1B3-55DD-3CFB-179DAADF59A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4242660" y="3473043"/>
                  <a:ext cx="501440" cy="34087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419289C2-23ED-EA10-C800-BE9F958DDD00}"/>
              </a:ext>
            </a:extLst>
          </p:cNvPr>
          <p:cNvGrpSpPr/>
          <p:nvPr/>
        </p:nvGrpSpPr>
        <p:grpSpPr>
          <a:xfrm>
            <a:off x="848070" y="6691789"/>
            <a:ext cx="957218" cy="124335"/>
            <a:chOff x="1507680" y="4488180"/>
            <a:chExt cx="1701720" cy="22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47" name="잉크 146">
                  <a:extLst>
                    <a:ext uri="{FF2B5EF4-FFF2-40B4-BE49-F238E27FC236}">
                      <a16:creationId xmlns:a16="http://schemas.microsoft.com/office/drawing/2014/main" id="{C2733BE1-7E0D-C03A-676F-677CFD030565}"/>
                    </a:ext>
                  </a:extLst>
                </p14:cNvPr>
                <p14:cNvContentPartPr/>
                <p14:nvPr/>
              </p14:nvContentPartPr>
              <p14:xfrm>
                <a:off x="1507680" y="4510860"/>
                <a:ext cx="105480" cy="99000"/>
              </p14:xfrm>
            </p:contentPart>
          </mc:Choice>
          <mc:Fallback>
            <p:pic>
              <p:nvPicPr>
                <p:cNvPr id="147" name="잉크 146">
                  <a:extLst>
                    <a:ext uri="{FF2B5EF4-FFF2-40B4-BE49-F238E27FC236}">
                      <a16:creationId xmlns:a16="http://schemas.microsoft.com/office/drawing/2014/main" id="{C2733BE1-7E0D-C03A-676F-677CFD030565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475716" y="4478925"/>
                  <a:ext cx="168768" cy="1622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49" name="잉크 148">
                  <a:extLst>
                    <a:ext uri="{FF2B5EF4-FFF2-40B4-BE49-F238E27FC236}">
                      <a16:creationId xmlns:a16="http://schemas.microsoft.com/office/drawing/2014/main" id="{34FDE68C-6673-09F3-8537-79682DF71327}"/>
                    </a:ext>
                  </a:extLst>
                </p14:cNvPr>
                <p14:cNvContentPartPr/>
                <p14:nvPr/>
              </p14:nvContentPartPr>
              <p14:xfrm>
                <a:off x="1714320" y="4511940"/>
                <a:ext cx="69840" cy="22320"/>
              </p14:xfrm>
            </p:contentPart>
          </mc:Choice>
          <mc:Fallback>
            <p:pic>
              <p:nvPicPr>
                <p:cNvPr id="149" name="잉크 148">
                  <a:extLst>
                    <a:ext uri="{FF2B5EF4-FFF2-40B4-BE49-F238E27FC236}">
                      <a16:creationId xmlns:a16="http://schemas.microsoft.com/office/drawing/2014/main" id="{34FDE68C-6673-09F3-8537-79682DF71327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682575" y="4480054"/>
                  <a:ext cx="132696" cy="854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51" name="잉크 150">
                  <a:extLst>
                    <a:ext uri="{FF2B5EF4-FFF2-40B4-BE49-F238E27FC236}">
                      <a16:creationId xmlns:a16="http://schemas.microsoft.com/office/drawing/2014/main" id="{E621FE11-1169-14B4-5E72-D3164E5A38BF}"/>
                    </a:ext>
                  </a:extLst>
                </p14:cNvPr>
                <p14:cNvContentPartPr/>
                <p14:nvPr/>
              </p14:nvContentPartPr>
              <p14:xfrm>
                <a:off x="1902960" y="4488180"/>
                <a:ext cx="107280" cy="147600"/>
              </p14:xfrm>
            </p:contentPart>
          </mc:Choice>
          <mc:Fallback>
            <p:pic>
              <p:nvPicPr>
                <p:cNvPr id="151" name="잉크 150">
                  <a:extLst>
                    <a:ext uri="{FF2B5EF4-FFF2-40B4-BE49-F238E27FC236}">
                      <a16:creationId xmlns:a16="http://schemas.microsoft.com/office/drawing/2014/main" id="{E621FE11-1169-14B4-5E72-D3164E5A38BF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871031" y="4456232"/>
                  <a:ext cx="170499" cy="2108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52" name="잉크 151">
                  <a:extLst>
                    <a:ext uri="{FF2B5EF4-FFF2-40B4-BE49-F238E27FC236}">
                      <a16:creationId xmlns:a16="http://schemas.microsoft.com/office/drawing/2014/main" id="{A4B56E3E-2090-401E-1D9F-C66421E995F0}"/>
                    </a:ext>
                  </a:extLst>
                </p14:cNvPr>
                <p14:cNvContentPartPr/>
                <p14:nvPr/>
              </p14:nvContentPartPr>
              <p14:xfrm>
                <a:off x="2361960" y="4549020"/>
                <a:ext cx="198000" cy="160200"/>
              </p14:xfrm>
            </p:contentPart>
          </mc:Choice>
          <mc:Fallback>
            <p:pic>
              <p:nvPicPr>
                <p:cNvPr id="152" name="잉크 151">
                  <a:extLst>
                    <a:ext uri="{FF2B5EF4-FFF2-40B4-BE49-F238E27FC236}">
                      <a16:creationId xmlns:a16="http://schemas.microsoft.com/office/drawing/2014/main" id="{A4B56E3E-2090-401E-1D9F-C66421E995F0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2330025" y="4517108"/>
                  <a:ext cx="261232" cy="2233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57" name="잉크 156">
                  <a:extLst>
                    <a:ext uri="{FF2B5EF4-FFF2-40B4-BE49-F238E27FC236}">
                      <a16:creationId xmlns:a16="http://schemas.microsoft.com/office/drawing/2014/main" id="{BA61D79D-99A2-DC50-C84F-F3F326F8ACE2}"/>
                    </a:ext>
                  </a:extLst>
                </p14:cNvPr>
                <p14:cNvContentPartPr/>
                <p14:nvPr/>
              </p14:nvContentPartPr>
              <p14:xfrm>
                <a:off x="3206520" y="4632900"/>
                <a:ext cx="2880" cy="360"/>
              </p14:xfrm>
            </p:contentPart>
          </mc:Choice>
          <mc:Fallback>
            <p:pic>
              <p:nvPicPr>
                <p:cNvPr id="157" name="잉크 156">
                  <a:extLst>
                    <a:ext uri="{FF2B5EF4-FFF2-40B4-BE49-F238E27FC236}">
                      <a16:creationId xmlns:a16="http://schemas.microsoft.com/office/drawing/2014/main" id="{BA61D79D-99A2-DC50-C84F-F3F326F8ACE2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3177720" y="4614900"/>
                  <a:ext cx="59904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89">
            <p14:nvContentPartPr>
              <p14:cNvPr id="163" name="잉크 162">
                <a:extLst>
                  <a:ext uri="{FF2B5EF4-FFF2-40B4-BE49-F238E27FC236}">
                    <a16:creationId xmlns:a16="http://schemas.microsoft.com/office/drawing/2014/main" id="{C9A92904-3C20-E420-DC13-19F41EA43BA3}"/>
                  </a:ext>
                </a:extLst>
              </p14:cNvPr>
              <p14:cNvContentPartPr/>
              <p14:nvPr/>
            </p14:nvContentPartPr>
            <p14:xfrm>
              <a:off x="737100" y="5675813"/>
              <a:ext cx="189743" cy="6075"/>
            </p14:xfrm>
          </p:contentPart>
        </mc:Choice>
        <mc:Fallback>
          <p:pic>
            <p:nvPicPr>
              <p:cNvPr id="163" name="잉크 162">
                <a:extLst>
                  <a:ext uri="{FF2B5EF4-FFF2-40B4-BE49-F238E27FC236}">
                    <a16:creationId xmlns:a16="http://schemas.microsoft.com/office/drawing/2014/main" id="{C9A92904-3C20-E420-DC13-19F41EA43BA3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728116" y="5625188"/>
                <a:ext cx="207352" cy="1069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91">
            <p14:nvContentPartPr>
              <p14:cNvPr id="194" name="잉크 193">
                <a:extLst>
                  <a:ext uri="{FF2B5EF4-FFF2-40B4-BE49-F238E27FC236}">
                    <a16:creationId xmlns:a16="http://schemas.microsoft.com/office/drawing/2014/main" id="{52479B1E-C300-2E78-B203-617896536FF7}"/>
                  </a:ext>
                </a:extLst>
              </p14:cNvPr>
              <p14:cNvContentPartPr/>
              <p14:nvPr/>
            </p14:nvContentPartPr>
            <p14:xfrm>
              <a:off x="2848770" y="6567218"/>
              <a:ext cx="303143" cy="405"/>
            </p14:xfrm>
          </p:contentPart>
        </mc:Choice>
        <mc:Fallback>
          <p:pic>
            <p:nvPicPr>
              <p:cNvPr id="194" name="잉크 193">
                <a:extLst>
                  <a:ext uri="{FF2B5EF4-FFF2-40B4-BE49-F238E27FC236}">
                    <a16:creationId xmlns:a16="http://schemas.microsoft.com/office/drawing/2014/main" id="{52479B1E-C300-2E78-B203-617896536FF7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2839780" y="6506468"/>
                <a:ext cx="320763" cy="1215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1" name="그룹 220">
            <a:extLst>
              <a:ext uri="{FF2B5EF4-FFF2-40B4-BE49-F238E27FC236}">
                <a16:creationId xmlns:a16="http://schemas.microsoft.com/office/drawing/2014/main" id="{45AFD2DD-09F6-A1AE-AF62-6A9AB5AF1F67}"/>
              </a:ext>
            </a:extLst>
          </p:cNvPr>
          <p:cNvGrpSpPr/>
          <p:nvPr/>
        </p:nvGrpSpPr>
        <p:grpSpPr>
          <a:xfrm>
            <a:off x="2462305" y="5397009"/>
            <a:ext cx="441855" cy="161190"/>
            <a:chOff x="4377431" y="2186349"/>
            <a:chExt cx="785520" cy="2865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93">
              <p14:nvContentPartPr>
                <p14:cNvPr id="218" name="잉크 217">
                  <a:extLst>
                    <a:ext uri="{FF2B5EF4-FFF2-40B4-BE49-F238E27FC236}">
                      <a16:creationId xmlns:a16="http://schemas.microsoft.com/office/drawing/2014/main" id="{5BA09A0C-5525-D340-E59B-EF38E6F90287}"/>
                    </a:ext>
                  </a:extLst>
                </p14:cNvPr>
                <p14:cNvContentPartPr/>
                <p14:nvPr/>
              </p14:nvContentPartPr>
              <p14:xfrm>
                <a:off x="4377431" y="2275989"/>
                <a:ext cx="785520" cy="360"/>
              </p14:xfrm>
            </p:contentPart>
          </mc:Choice>
          <mc:Fallback>
            <p:pic>
              <p:nvPicPr>
                <p:cNvPr id="218" name="잉크 217">
                  <a:extLst>
                    <a:ext uri="{FF2B5EF4-FFF2-40B4-BE49-F238E27FC236}">
                      <a16:creationId xmlns:a16="http://schemas.microsoft.com/office/drawing/2014/main" id="{5BA09A0C-5525-D340-E59B-EF38E6F90287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361439" y="2221989"/>
                  <a:ext cx="816864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95">
              <p14:nvContentPartPr>
                <p14:cNvPr id="219" name="잉크 218">
                  <a:extLst>
                    <a:ext uri="{FF2B5EF4-FFF2-40B4-BE49-F238E27FC236}">
                      <a16:creationId xmlns:a16="http://schemas.microsoft.com/office/drawing/2014/main" id="{694D476D-4E18-0B63-AFBF-52FD15E08E27}"/>
                    </a:ext>
                  </a:extLst>
                </p14:cNvPr>
                <p14:cNvContentPartPr/>
                <p14:nvPr/>
              </p14:nvContentPartPr>
              <p14:xfrm>
                <a:off x="4729151" y="2186349"/>
                <a:ext cx="414360" cy="286560"/>
              </p14:xfrm>
            </p:contentPart>
          </mc:Choice>
          <mc:Fallback>
            <p:pic>
              <p:nvPicPr>
                <p:cNvPr id="219" name="잉크 218">
                  <a:extLst>
                    <a:ext uri="{FF2B5EF4-FFF2-40B4-BE49-F238E27FC236}">
                      <a16:creationId xmlns:a16="http://schemas.microsoft.com/office/drawing/2014/main" id="{694D476D-4E18-0B63-AFBF-52FD15E08E27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713165" y="2090403"/>
                  <a:ext cx="445693" cy="4778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97">
              <p14:nvContentPartPr>
                <p14:cNvPr id="220" name="잉크 219">
                  <a:extLst>
                    <a:ext uri="{FF2B5EF4-FFF2-40B4-BE49-F238E27FC236}">
                      <a16:creationId xmlns:a16="http://schemas.microsoft.com/office/drawing/2014/main" id="{49C09E5E-2589-F0AF-44CE-C69863E01A18}"/>
                    </a:ext>
                  </a:extLst>
                </p14:cNvPr>
                <p14:cNvContentPartPr/>
                <p14:nvPr/>
              </p14:nvContentPartPr>
              <p14:xfrm>
                <a:off x="4813031" y="2198229"/>
                <a:ext cx="261360" cy="194040"/>
              </p14:xfrm>
            </p:contentPart>
          </mc:Choice>
          <mc:Fallback>
            <p:pic>
              <p:nvPicPr>
                <p:cNvPr id="220" name="잉크 219">
                  <a:extLst>
                    <a:ext uri="{FF2B5EF4-FFF2-40B4-BE49-F238E27FC236}">
                      <a16:creationId xmlns:a16="http://schemas.microsoft.com/office/drawing/2014/main" id="{49C09E5E-2589-F0AF-44CE-C69863E01A18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797055" y="2102486"/>
                  <a:ext cx="292672" cy="38488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6" name="그룹 265">
            <a:extLst>
              <a:ext uri="{FF2B5EF4-FFF2-40B4-BE49-F238E27FC236}">
                <a16:creationId xmlns:a16="http://schemas.microsoft.com/office/drawing/2014/main" id="{4909FB56-9E63-2A27-DA32-F8B5230FBFC6}"/>
              </a:ext>
            </a:extLst>
          </p:cNvPr>
          <p:cNvGrpSpPr/>
          <p:nvPr/>
        </p:nvGrpSpPr>
        <p:grpSpPr>
          <a:xfrm>
            <a:off x="572170" y="4123284"/>
            <a:ext cx="2386058" cy="615600"/>
            <a:chOff x="1017191" y="-78051"/>
            <a:chExt cx="4241880" cy="109440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99">
              <p14:nvContentPartPr>
                <p14:cNvPr id="222" name="잉크 221">
                  <a:extLst>
                    <a:ext uri="{FF2B5EF4-FFF2-40B4-BE49-F238E27FC236}">
                      <a16:creationId xmlns:a16="http://schemas.microsoft.com/office/drawing/2014/main" id="{DB5A777B-A4CA-D2E8-42AA-34E8609C0463}"/>
                    </a:ext>
                  </a:extLst>
                </p14:cNvPr>
                <p14:cNvContentPartPr/>
                <p14:nvPr/>
              </p14:nvContentPartPr>
              <p14:xfrm>
                <a:off x="1017191" y="-78051"/>
                <a:ext cx="221760" cy="488160"/>
              </p14:xfrm>
            </p:contentPart>
          </mc:Choice>
          <mc:Fallback>
            <p:pic>
              <p:nvPicPr>
                <p:cNvPr id="222" name="잉크 221">
                  <a:extLst>
                    <a:ext uri="{FF2B5EF4-FFF2-40B4-BE49-F238E27FC236}">
                      <a16:creationId xmlns:a16="http://schemas.microsoft.com/office/drawing/2014/main" id="{DB5A777B-A4CA-D2E8-42AA-34E8609C0463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001214" y="-174020"/>
                  <a:ext cx="253075" cy="6794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01">
              <p14:nvContentPartPr>
                <p14:cNvPr id="223" name="잉크 222">
                  <a:extLst>
                    <a:ext uri="{FF2B5EF4-FFF2-40B4-BE49-F238E27FC236}">
                      <a16:creationId xmlns:a16="http://schemas.microsoft.com/office/drawing/2014/main" id="{1FB342B2-5CEE-F53E-4971-5D5C2015D430}"/>
                    </a:ext>
                  </a:extLst>
                </p14:cNvPr>
                <p14:cNvContentPartPr/>
                <p14:nvPr/>
              </p14:nvContentPartPr>
              <p14:xfrm>
                <a:off x="1118351" y="136149"/>
                <a:ext cx="184680" cy="360"/>
              </p14:xfrm>
            </p:contentPart>
          </mc:Choice>
          <mc:Fallback>
            <p:pic>
              <p:nvPicPr>
                <p:cNvPr id="223" name="잉크 222">
                  <a:extLst>
                    <a:ext uri="{FF2B5EF4-FFF2-40B4-BE49-F238E27FC236}">
                      <a16:creationId xmlns:a16="http://schemas.microsoft.com/office/drawing/2014/main" id="{1FB342B2-5CEE-F53E-4971-5D5C2015D430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103014" y="82149"/>
                  <a:ext cx="215993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03">
              <p14:nvContentPartPr>
                <p14:cNvPr id="224" name="잉크 223">
                  <a:extLst>
                    <a:ext uri="{FF2B5EF4-FFF2-40B4-BE49-F238E27FC236}">
                      <a16:creationId xmlns:a16="http://schemas.microsoft.com/office/drawing/2014/main" id="{21FA35BA-DE8B-F62B-86EF-4672BEC71D4C}"/>
                    </a:ext>
                  </a:extLst>
                </p14:cNvPr>
                <p14:cNvContentPartPr/>
                <p14:nvPr/>
              </p14:nvContentPartPr>
              <p14:xfrm>
                <a:off x="1546391" y="-29451"/>
                <a:ext cx="149040" cy="348840"/>
              </p14:xfrm>
            </p:contentPart>
          </mc:Choice>
          <mc:Fallback>
            <p:pic>
              <p:nvPicPr>
                <p:cNvPr id="224" name="잉크 223">
                  <a:extLst>
                    <a:ext uri="{FF2B5EF4-FFF2-40B4-BE49-F238E27FC236}">
                      <a16:creationId xmlns:a16="http://schemas.microsoft.com/office/drawing/2014/main" id="{21FA35BA-DE8B-F62B-86EF-4672BEC71D4C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530400" y="-125286"/>
                  <a:ext cx="180383" cy="5398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05">
              <p14:nvContentPartPr>
                <p14:cNvPr id="225" name="잉크 224">
                  <a:extLst>
                    <a:ext uri="{FF2B5EF4-FFF2-40B4-BE49-F238E27FC236}">
                      <a16:creationId xmlns:a16="http://schemas.microsoft.com/office/drawing/2014/main" id="{CB7830F6-F6D0-B167-E793-6843470A6D42}"/>
                    </a:ext>
                  </a:extLst>
                </p14:cNvPr>
                <p14:cNvContentPartPr/>
                <p14:nvPr/>
              </p14:nvContentPartPr>
              <p14:xfrm>
                <a:off x="1750871" y="233349"/>
                <a:ext cx="126720" cy="59400"/>
              </p14:xfrm>
            </p:contentPart>
          </mc:Choice>
          <mc:Fallback>
            <p:pic>
              <p:nvPicPr>
                <p:cNvPr id="225" name="잉크 224">
                  <a:extLst>
                    <a:ext uri="{FF2B5EF4-FFF2-40B4-BE49-F238E27FC236}">
                      <a16:creationId xmlns:a16="http://schemas.microsoft.com/office/drawing/2014/main" id="{CB7830F6-F6D0-B167-E793-6843470A6D42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734951" y="137543"/>
                  <a:ext cx="157922" cy="2503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07">
              <p14:nvContentPartPr>
                <p14:cNvPr id="226" name="잉크 225">
                  <a:extLst>
                    <a:ext uri="{FF2B5EF4-FFF2-40B4-BE49-F238E27FC236}">
                      <a16:creationId xmlns:a16="http://schemas.microsoft.com/office/drawing/2014/main" id="{04EF3AE4-B38D-1B84-17B4-D9E2DABEC59C}"/>
                    </a:ext>
                  </a:extLst>
                </p14:cNvPr>
                <p14:cNvContentPartPr/>
                <p14:nvPr/>
              </p14:nvContentPartPr>
              <p14:xfrm>
                <a:off x="1401671" y="252789"/>
                <a:ext cx="524520" cy="304920"/>
              </p14:xfrm>
            </p:contentPart>
          </mc:Choice>
          <mc:Fallback>
            <p:pic>
              <p:nvPicPr>
                <p:cNvPr id="226" name="잉크 225">
                  <a:extLst>
                    <a:ext uri="{FF2B5EF4-FFF2-40B4-BE49-F238E27FC236}">
                      <a16:creationId xmlns:a16="http://schemas.microsoft.com/office/drawing/2014/main" id="{04EF3AE4-B38D-1B84-17B4-D9E2DABEC59C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385680" y="156902"/>
                  <a:ext cx="555863" cy="4960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09">
              <p14:nvContentPartPr>
                <p14:cNvPr id="227" name="잉크 226">
                  <a:extLst>
                    <a:ext uri="{FF2B5EF4-FFF2-40B4-BE49-F238E27FC236}">
                      <a16:creationId xmlns:a16="http://schemas.microsoft.com/office/drawing/2014/main" id="{167E5EB9-949A-3E2E-6E72-620CAB76E2BE}"/>
                    </a:ext>
                  </a:extLst>
                </p14:cNvPr>
                <p14:cNvContentPartPr/>
                <p14:nvPr/>
              </p14:nvContentPartPr>
              <p14:xfrm>
                <a:off x="2061911" y="231549"/>
                <a:ext cx="258120" cy="31320"/>
              </p14:xfrm>
            </p:contentPart>
          </mc:Choice>
          <mc:Fallback>
            <p:pic>
              <p:nvPicPr>
                <p:cNvPr id="227" name="잉크 226">
                  <a:extLst>
                    <a:ext uri="{FF2B5EF4-FFF2-40B4-BE49-F238E27FC236}">
                      <a16:creationId xmlns:a16="http://schemas.microsoft.com/office/drawing/2014/main" id="{167E5EB9-949A-3E2E-6E72-620CAB76E2BE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2046577" y="137589"/>
                  <a:ext cx="289427" cy="2186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11">
              <p14:nvContentPartPr>
                <p14:cNvPr id="228" name="잉크 227">
                  <a:extLst>
                    <a:ext uri="{FF2B5EF4-FFF2-40B4-BE49-F238E27FC236}">
                      <a16:creationId xmlns:a16="http://schemas.microsoft.com/office/drawing/2014/main" id="{9755F151-95AC-7C40-0729-DD8121011D1A}"/>
                    </a:ext>
                  </a:extLst>
                </p14:cNvPr>
                <p14:cNvContentPartPr/>
                <p14:nvPr/>
              </p14:nvContentPartPr>
              <p14:xfrm>
                <a:off x="2159471" y="97269"/>
                <a:ext cx="77760" cy="326520"/>
              </p14:xfrm>
            </p:contentPart>
          </mc:Choice>
          <mc:Fallback>
            <p:pic>
              <p:nvPicPr>
                <p:cNvPr id="228" name="잉크 227">
                  <a:extLst>
                    <a:ext uri="{FF2B5EF4-FFF2-40B4-BE49-F238E27FC236}">
                      <a16:creationId xmlns:a16="http://schemas.microsoft.com/office/drawing/2014/main" id="{9755F151-95AC-7C40-0729-DD8121011D1A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2143537" y="1422"/>
                  <a:ext cx="108991" cy="5175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13">
              <p14:nvContentPartPr>
                <p14:cNvPr id="229" name="잉크 228">
                  <a:extLst>
                    <a:ext uri="{FF2B5EF4-FFF2-40B4-BE49-F238E27FC236}">
                      <a16:creationId xmlns:a16="http://schemas.microsoft.com/office/drawing/2014/main" id="{7C2A6887-626F-C18C-068E-E38C210AD47F}"/>
                    </a:ext>
                  </a:extLst>
                </p14:cNvPr>
                <p14:cNvContentPartPr/>
                <p14:nvPr/>
              </p14:nvContentPartPr>
              <p14:xfrm>
                <a:off x="2270711" y="253149"/>
                <a:ext cx="290160" cy="306720"/>
              </p14:xfrm>
            </p:contentPart>
          </mc:Choice>
          <mc:Fallback>
            <p:pic>
              <p:nvPicPr>
                <p:cNvPr id="229" name="잉크 228">
                  <a:extLst>
                    <a:ext uri="{FF2B5EF4-FFF2-40B4-BE49-F238E27FC236}">
                      <a16:creationId xmlns:a16="http://schemas.microsoft.com/office/drawing/2014/main" id="{7C2A6887-626F-C18C-068E-E38C210AD47F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254733" y="157299"/>
                  <a:ext cx="321477" cy="4977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15">
              <p14:nvContentPartPr>
                <p14:cNvPr id="230" name="잉크 229">
                  <a:extLst>
                    <a:ext uri="{FF2B5EF4-FFF2-40B4-BE49-F238E27FC236}">
                      <a16:creationId xmlns:a16="http://schemas.microsoft.com/office/drawing/2014/main" id="{5D945194-AA85-F156-D574-FEE3701DA8FB}"/>
                    </a:ext>
                  </a:extLst>
                </p14:cNvPr>
                <p14:cNvContentPartPr/>
                <p14:nvPr/>
              </p14:nvContentPartPr>
              <p14:xfrm>
                <a:off x="2840231" y="408309"/>
                <a:ext cx="11880" cy="6480"/>
              </p14:xfrm>
            </p:contentPart>
          </mc:Choice>
          <mc:Fallback>
            <p:pic>
              <p:nvPicPr>
                <p:cNvPr id="230" name="잉크 229">
                  <a:extLst>
                    <a:ext uri="{FF2B5EF4-FFF2-40B4-BE49-F238E27FC236}">
                      <a16:creationId xmlns:a16="http://schemas.microsoft.com/office/drawing/2014/main" id="{5D945194-AA85-F156-D574-FEE3701DA8FB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2824599" y="311109"/>
                  <a:ext cx="42518" cy="2002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17">
              <p14:nvContentPartPr>
                <p14:cNvPr id="231" name="잉크 230">
                  <a:extLst>
                    <a:ext uri="{FF2B5EF4-FFF2-40B4-BE49-F238E27FC236}">
                      <a16:creationId xmlns:a16="http://schemas.microsoft.com/office/drawing/2014/main" id="{C3D62BC5-4528-F3AC-0EBB-04DEF064229A}"/>
                    </a:ext>
                  </a:extLst>
                </p14:cNvPr>
                <p14:cNvContentPartPr/>
                <p14:nvPr/>
              </p14:nvContentPartPr>
              <p14:xfrm>
                <a:off x="3062351" y="358989"/>
                <a:ext cx="414000" cy="30240"/>
              </p14:xfrm>
            </p:contentPart>
          </mc:Choice>
          <mc:Fallback>
            <p:pic>
              <p:nvPicPr>
                <p:cNvPr id="231" name="잉크 230">
                  <a:extLst>
                    <a:ext uri="{FF2B5EF4-FFF2-40B4-BE49-F238E27FC236}">
                      <a16:creationId xmlns:a16="http://schemas.microsoft.com/office/drawing/2014/main" id="{C3D62BC5-4528-F3AC-0EBB-04DEF064229A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3046354" y="264489"/>
                  <a:ext cx="445354" cy="2186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19">
              <p14:nvContentPartPr>
                <p14:cNvPr id="232" name="잉크 231">
                  <a:extLst>
                    <a:ext uri="{FF2B5EF4-FFF2-40B4-BE49-F238E27FC236}">
                      <a16:creationId xmlns:a16="http://schemas.microsoft.com/office/drawing/2014/main" id="{7102AA6D-2660-B7A9-20A1-773F5B782ACD}"/>
                    </a:ext>
                  </a:extLst>
                </p14:cNvPr>
                <p14:cNvContentPartPr/>
                <p14:nvPr/>
              </p14:nvContentPartPr>
              <p14:xfrm>
                <a:off x="3277271" y="252789"/>
                <a:ext cx="59400" cy="360720"/>
              </p14:xfrm>
            </p:contentPart>
          </mc:Choice>
          <mc:Fallback>
            <p:pic>
              <p:nvPicPr>
                <p:cNvPr id="232" name="잉크 231">
                  <a:extLst>
                    <a:ext uri="{FF2B5EF4-FFF2-40B4-BE49-F238E27FC236}">
                      <a16:creationId xmlns:a16="http://schemas.microsoft.com/office/drawing/2014/main" id="{7102AA6D-2660-B7A9-20A1-773F5B782ACD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3261303" y="156853"/>
                  <a:ext cx="90697" cy="5519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21">
              <p14:nvContentPartPr>
                <p14:cNvPr id="233" name="잉크 232">
                  <a:extLst>
                    <a:ext uri="{FF2B5EF4-FFF2-40B4-BE49-F238E27FC236}">
                      <a16:creationId xmlns:a16="http://schemas.microsoft.com/office/drawing/2014/main" id="{3C4AB386-E43F-F31A-AFE7-734464E9A797}"/>
                    </a:ext>
                  </a:extLst>
                </p14:cNvPr>
                <p14:cNvContentPartPr/>
                <p14:nvPr/>
              </p14:nvContentPartPr>
              <p14:xfrm>
                <a:off x="3736631" y="223629"/>
                <a:ext cx="315000" cy="209520"/>
              </p14:xfrm>
            </p:contentPart>
          </mc:Choice>
          <mc:Fallback>
            <p:pic>
              <p:nvPicPr>
                <p:cNvPr id="233" name="잉크 232">
                  <a:extLst>
                    <a:ext uri="{FF2B5EF4-FFF2-40B4-BE49-F238E27FC236}">
                      <a16:creationId xmlns:a16="http://schemas.microsoft.com/office/drawing/2014/main" id="{3C4AB386-E43F-F31A-AFE7-734464E9A797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3721296" y="127812"/>
                  <a:ext cx="346308" cy="4005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23">
              <p14:nvContentPartPr>
                <p14:cNvPr id="234" name="잉크 233">
                  <a:extLst>
                    <a:ext uri="{FF2B5EF4-FFF2-40B4-BE49-F238E27FC236}">
                      <a16:creationId xmlns:a16="http://schemas.microsoft.com/office/drawing/2014/main" id="{59D4F8D0-0A22-37C7-72E2-BE28CA56414D}"/>
                    </a:ext>
                  </a:extLst>
                </p14:cNvPr>
                <p14:cNvContentPartPr/>
                <p14:nvPr/>
              </p14:nvContentPartPr>
              <p14:xfrm>
                <a:off x="3949391" y="204189"/>
                <a:ext cx="360" cy="262800"/>
              </p14:xfrm>
            </p:contentPart>
          </mc:Choice>
          <mc:Fallback>
            <p:pic>
              <p:nvPicPr>
                <p:cNvPr id="234" name="잉크 233">
                  <a:extLst>
                    <a:ext uri="{FF2B5EF4-FFF2-40B4-BE49-F238E27FC236}">
                      <a16:creationId xmlns:a16="http://schemas.microsoft.com/office/drawing/2014/main" id="{59D4F8D0-0A22-37C7-72E2-BE28CA56414D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3940391" y="108277"/>
                  <a:ext cx="18000" cy="4539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25">
              <p14:nvContentPartPr>
                <p14:cNvPr id="235" name="잉크 234">
                  <a:extLst>
                    <a:ext uri="{FF2B5EF4-FFF2-40B4-BE49-F238E27FC236}">
                      <a16:creationId xmlns:a16="http://schemas.microsoft.com/office/drawing/2014/main" id="{72EA88DC-DDFA-CEB7-483F-29E9AAC08E23}"/>
                    </a:ext>
                  </a:extLst>
                </p14:cNvPr>
                <p14:cNvContentPartPr/>
                <p14:nvPr/>
              </p14:nvContentPartPr>
              <p14:xfrm>
                <a:off x="4090151" y="106989"/>
                <a:ext cx="125280" cy="414720"/>
              </p14:xfrm>
            </p:contentPart>
          </mc:Choice>
          <mc:Fallback>
            <p:pic>
              <p:nvPicPr>
                <p:cNvPr id="235" name="잉크 234">
                  <a:extLst>
                    <a:ext uri="{FF2B5EF4-FFF2-40B4-BE49-F238E27FC236}">
                      <a16:creationId xmlns:a16="http://schemas.microsoft.com/office/drawing/2014/main" id="{72EA88DC-DDFA-CEB7-483F-29E9AAC08E23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4074171" y="11137"/>
                  <a:ext cx="156600" cy="6057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27">
              <p14:nvContentPartPr>
                <p14:cNvPr id="236" name="잉크 235">
                  <a:extLst>
                    <a:ext uri="{FF2B5EF4-FFF2-40B4-BE49-F238E27FC236}">
                      <a16:creationId xmlns:a16="http://schemas.microsoft.com/office/drawing/2014/main" id="{EAFB39CB-5C76-4F04-8C6C-714053C3878A}"/>
                    </a:ext>
                  </a:extLst>
                </p14:cNvPr>
                <p14:cNvContentPartPr/>
                <p14:nvPr/>
              </p14:nvContentPartPr>
              <p14:xfrm>
                <a:off x="4387151" y="359709"/>
                <a:ext cx="160200" cy="119520"/>
              </p14:xfrm>
            </p:contentPart>
          </mc:Choice>
          <mc:Fallback>
            <p:pic>
              <p:nvPicPr>
                <p:cNvPr id="236" name="잉크 235">
                  <a:extLst>
                    <a:ext uri="{FF2B5EF4-FFF2-40B4-BE49-F238E27FC236}">
                      <a16:creationId xmlns:a16="http://schemas.microsoft.com/office/drawing/2014/main" id="{EAFB39CB-5C76-4F04-8C6C-714053C3878A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4371195" y="263837"/>
                  <a:ext cx="191474" cy="3106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29">
              <p14:nvContentPartPr>
                <p14:cNvPr id="237" name="잉크 236">
                  <a:extLst>
                    <a:ext uri="{FF2B5EF4-FFF2-40B4-BE49-F238E27FC236}">
                      <a16:creationId xmlns:a16="http://schemas.microsoft.com/office/drawing/2014/main" id="{DED9AA39-583C-EA7E-D459-D2B36C68E492}"/>
                    </a:ext>
                  </a:extLst>
                </p14:cNvPr>
                <p14:cNvContentPartPr/>
                <p14:nvPr/>
              </p14:nvContentPartPr>
              <p14:xfrm>
                <a:off x="4230911" y="398589"/>
                <a:ext cx="370440" cy="302760"/>
              </p14:xfrm>
            </p:contentPart>
          </mc:Choice>
          <mc:Fallback>
            <p:pic>
              <p:nvPicPr>
                <p:cNvPr id="237" name="잉크 236">
                  <a:extLst>
                    <a:ext uri="{FF2B5EF4-FFF2-40B4-BE49-F238E27FC236}">
                      <a16:creationId xmlns:a16="http://schemas.microsoft.com/office/drawing/2014/main" id="{DED9AA39-583C-EA7E-D459-D2B36C68E492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4214916" y="302779"/>
                  <a:ext cx="401790" cy="4937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31">
              <p14:nvContentPartPr>
                <p14:cNvPr id="238" name="잉크 237">
                  <a:extLst>
                    <a:ext uri="{FF2B5EF4-FFF2-40B4-BE49-F238E27FC236}">
                      <a16:creationId xmlns:a16="http://schemas.microsoft.com/office/drawing/2014/main" id="{023455D3-E9CD-C677-6810-D8611DD7C289}"/>
                    </a:ext>
                  </a:extLst>
                </p14:cNvPr>
                <p14:cNvContentPartPr/>
                <p14:nvPr/>
              </p14:nvContentPartPr>
              <p14:xfrm>
                <a:off x="4620431" y="287709"/>
                <a:ext cx="296280" cy="4320"/>
              </p14:xfrm>
            </p:contentPart>
          </mc:Choice>
          <mc:Fallback>
            <p:pic>
              <p:nvPicPr>
                <p:cNvPr id="238" name="잉크 237">
                  <a:extLst>
                    <a:ext uri="{FF2B5EF4-FFF2-40B4-BE49-F238E27FC236}">
                      <a16:creationId xmlns:a16="http://schemas.microsoft.com/office/drawing/2014/main" id="{023455D3-E9CD-C677-6810-D8611DD7C289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604433" y="195138"/>
                  <a:ext cx="327636" cy="1888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33">
              <p14:nvContentPartPr>
                <p14:cNvPr id="239" name="잉크 238">
                  <a:extLst>
                    <a:ext uri="{FF2B5EF4-FFF2-40B4-BE49-F238E27FC236}">
                      <a16:creationId xmlns:a16="http://schemas.microsoft.com/office/drawing/2014/main" id="{23D19E2D-2F6F-6436-3C4E-34DF6333A013}"/>
                    </a:ext>
                  </a:extLst>
                </p14:cNvPr>
                <p14:cNvContentPartPr/>
                <p14:nvPr/>
              </p14:nvContentPartPr>
              <p14:xfrm>
                <a:off x="4717631" y="204189"/>
                <a:ext cx="148320" cy="277920"/>
              </p14:xfrm>
            </p:contentPart>
          </mc:Choice>
          <mc:Fallback>
            <p:pic>
              <p:nvPicPr>
                <p:cNvPr id="239" name="잉크 238">
                  <a:extLst>
                    <a:ext uri="{FF2B5EF4-FFF2-40B4-BE49-F238E27FC236}">
                      <a16:creationId xmlns:a16="http://schemas.microsoft.com/office/drawing/2014/main" id="{23D19E2D-2F6F-6436-3C4E-34DF6333A013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701648" y="108355"/>
                  <a:ext cx="179646" cy="4689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35">
              <p14:nvContentPartPr>
                <p14:cNvPr id="240" name="잉크 239">
                  <a:extLst>
                    <a:ext uri="{FF2B5EF4-FFF2-40B4-BE49-F238E27FC236}">
                      <a16:creationId xmlns:a16="http://schemas.microsoft.com/office/drawing/2014/main" id="{94C23EF6-B168-A7F9-6DC5-FD29EC632BBD}"/>
                    </a:ext>
                  </a:extLst>
                </p14:cNvPr>
                <p14:cNvContentPartPr/>
                <p14:nvPr/>
              </p14:nvContentPartPr>
              <p14:xfrm>
                <a:off x="4831031" y="377349"/>
                <a:ext cx="428040" cy="102960"/>
              </p14:xfrm>
            </p:contentPart>
          </mc:Choice>
          <mc:Fallback>
            <p:pic>
              <p:nvPicPr>
                <p:cNvPr id="240" name="잉크 239">
                  <a:extLst>
                    <a:ext uri="{FF2B5EF4-FFF2-40B4-BE49-F238E27FC236}">
                      <a16:creationId xmlns:a16="http://schemas.microsoft.com/office/drawing/2014/main" id="{94C23EF6-B168-A7F9-6DC5-FD29EC632BBD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815035" y="281424"/>
                  <a:ext cx="459391" cy="2941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37">
              <p14:nvContentPartPr>
                <p14:cNvPr id="251" name="잉크 250">
                  <a:extLst>
                    <a:ext uri="{FF2B5EF4-FFF2-40B4-BE49-F238E27FC236}">
                      <a16:creationId xmlns:a16="http://schemas.microsoft.com/office/drawing/2014/main" id="{B5D0D4FF-57C2-26B9-A908-CFFBA5344830}"/>
                    </a:ext>
                  </a:extLst>
                </p14:cNvPr>
                <p14:cNvContentPartPr/>
                <p14:nvPr/>
              </p14:nvContentPartPr>
              <p14:xfrm>
                <a:off x="1118711" y="622509"/>
                <a:ext cx="185040" cy="307800"/>
              </p14:xfrm>
            </p:contentPart>
          </mc:Choice>
          <mc:Fallback>
            <p:pic>
              <p:nvPicPr>
                <p:cNvPr id="251" name="잉크 250">
                  <a:extLst>
                    <a:ext uri="{FF2B5EF4-FFF2-40B4-BE49-F238E27FC236}">
                      <a16:creationId xmlns:a16="http://schemas.microsoft.com/office/drawing/2014/main" id="{B5D0D4FF-57C2-26B9-A908-CFFBA534483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102759" y="526521"/>
                  <a:ext cx="216305" cy="4991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39">
              <p14:nvContentPartPr>
                <p14:cNvPr id="252" name="잉크 251">
                  <a:extLst>
                    <a:ext uri="{FF2B5EF4-FFF2-40B4-BE49-F238E27FC236}">
                      <a16:creationId xmlns:a16="http://schemas.microsoft.com/office/drawing/2014/main" id="{65D4A0F0-3BA5-3FFE-547E-6963A48F45CD}"/>
                    </a:ext>
                  </a:extLst>
                </p14:cNvPr>
                <p14:cNvContentPartPr/>
                <p14:nvPr/>
              </p14:nvContentPartPr>
              <p14:xfrm>
                <a:off x="1366031" y="729429"/>
                <a:ext cx="376920" cy="286920"/>
              </p14:xfrm>
            </p:contentPart>
          </mc:Choice>
          <mc:Fallback>
            <p:pic>
              <p:nvPicPr>
                <p:cNvPr id="252" name="잉크 251">
                  <a:extLst>
                    <a:ext uri="{FF2B5EF4-FFF2-40B4-BE49-F238E27FC236}">
                      <a16:creationId xmlns:a16="http://schemas.microsoft.com/office/drawing/2014/main" id="{65D4A0F0-3BA5-3FFE-547E-6963A48F45CD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350060" y="633576"/>
                  <a:ext cx="408224" cy="4779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41">
              <p14:nvContentPartPr>
                <p14:cNvPr id="253" name="잉크 252">
                  <a:extLst>
                    <a:ext uri="{FF2B5EF4-FFF2-40B4-BE49-F238E27FC236}">
                      <a16:creationId xmlns:a16="http://schemas.microsoft.com/office/drawing/2014/main" id="{6E2D9F47-231B-902F-CBC3-9CE242393CD9}"/>
                    </a:ext>
                  </a:extLst>
                </p14:cNvPr>
                <p14:cNvContentPartPr/>
                <p14:nvPr/>
              </p14:nvContentPartPr>
              <p14:xfrm>
                <a:off x="1715951" y="786309"/>
                <a:ext cx="214920" cy="141840"/>
              </p14:xfrm>
            </p:contentPart>
          </mc:Choice>
          <mc:Fallback>
            <p:pic>
              <p:nvPicPr>
                <p:cNvPr id="253" name="잉크 252">
                  <a:extLst>
                    <a:ext uri="{FF2B5EF4-FFF2-40B4-BE49-F238E27FC236}">
                      <a16:creationId xmlns:a16="http://schemas.microsoft.com/office/drawing/2014/main" id="{6E2D9F47-231B-902F-CBC3-9CE242393CD9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699960" y="690471"/>
                  <a:ext cx="246263" cy="3328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43">
              <p14:nvContentPartPr>
                <p14:cNvPr id="254" name="잉크 253">
                  <a:extLst>
                    <a:ext uri="{FF2B5EF4-FFF2-40B4-BE49-F238E27FC236}">
                      <a16:creationId xmlns:a16="http://schemas.microsoft.com/office/drawing/2014/main" id="{4C9B2439-CFA3-4142-D63E-61370AFFE50C}"/>
                    </a:ext>
                  </a:extLst>
                </p14:cNvPr>
                <p14:cNvContentPartPr/>
                <p14:nvPr/>
              </p14:nvContentPartPr>
              <p14:xfrm>
                <a:off x="2013311" y="771549"/>
                <a:ext cx="130320" cy="55440"/>
              </p14:xfrm>
            </p:contentPart>
          </mc:Choice>
          <mc:Fallback>
            <p:pic>
              <p:nvPicPr>
                <p:cNvPr id="254" name="잉크 253">
                  <a:extLst>
                    <a:ext uri="{FF2B5EF4-FFF2-40B4-BE49-F238E27FC236}">
                      <a16:creationId xmlns:a16="http://schemas.microsoft.com/office/drawing/2014/main" id="{4C9B2439-CFA3-4142-D63E-61370AFFE50C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1997340" y="675963"/>
                  <a:ext cx="161622" cy="2459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45">
              <p14:nvContentPartPr>
                <p14:cNvPr id="255" name="잉크 254">
                  <a:extLst>
                    <a:ext uri="{FF2B5EF4-FFF2-40B4-BE49-F238E27FC236}">
                      <a16:creationId xmlns:a16="http://schemas.microsoft.com/office/drawing/2014/main" id="{41811D0D-7E52-7AB2-D153-6A66CC0F08D3}"/>
                    </a:ext>
                  </a:extLst>
                </p14:cNvPr>
                <p14:cNvContentPartPr/>
                <p14:nvPr/>
              </p14:nvContentPartPr>
              <p14:xfrm>
                <a:off x="2081711" y="641949"/>
                <a:ext cx="99720" cy="216360"/>
              </p14:xfrm>
            </p:contentPart>
          </mc:Choice>
          <mc:Fallback>
            <p:pic>
              <p:nvPicPr>
                <p:cNvPr id="255" name="잉크 254">
                  <a:extLst>
                    <a:ext uri="{FF2B5EF4-FFF2-40B4-BE49-F238E27FC236}">
                      <a16:creationId xmlns:a16="http://schemas.microsoft.com/office/drawing/2014/main" id="{41811D0D-7E52-7AB2-D153-6A66CC0F08D3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2065730" y="546214"/>
                  <a:ext cx="131042" cy="4071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47">
              <p14:nvContentPartPr>
                <p14:cNvPr id="256" name="잉크 255">
                  <a:extLst>
                    <a:ext uri="{FF2B5EF4-FFF2-40B4-BE49-F238E27FC236}">
                      <a16:creationId xmlns:a16="http://schemas.microsoft.com/office/drawing/2014/main" id="{CC0C57C5-0A77-60D5-64EC-793E41B382F9}"/>
                    </a:ext>
                  </a:extLst>
                </p14:cNvPr>
                <p14:cNvContentPartPr/>
                <p14:nvPr/>
              </p14:nvContentPartPr>
              <p14:xfrm>
                <a:off x="2470511" y="914109"/>
                <a:ext cx="165960" cy="360"/>
              </p14:xfrm>
            </p:contentPart>
          </mc:Choice>
          <mc:Fallback>
            <p:pic>
              <p:nvPicPr>
                <p:cNvPr id="256" name="잉크 255">
                  <a:extLst>
                    <a:ext uri="{FF2B5EF4-FFF2-40B4-BE49-F238E27FC236}">
                      <a16:creationId xmlns:a16="http://schemas.microsoft.com/office/drawing/2014/main" id="{CC0C57C5-0A77-60D5-64EC-793E41B382F9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2454553" y="860109"/>
                  <a:ext cx="197237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49">
              <p14:nvContentPartPr>
                <p14:cNvPr id="257" name="잉크 256">
                  <a:extLst>
                    <a:ext uri="{FF2B5EF4-FFF2-40B4-BE49-F238E27FC236}">
                      <a16:creationId xmlns:a16="http://schemas.microsoft.com/office/drawing/2014/main" id="{3F542F4C-29AA-EA6B-349C-7C4510BD54AC}"/>
                    </a:ext>
                  </a:extLst>
                </p14:cNvPr>
                <p14:cNvContentPartPr/>
                <p14:nvPr/>
              </p14:nvContentPartPr>
              <p14:xfrm>
                <a:off x="3336311" y="826629"/>
                <a:ext cx="249840" cy="10440"/>
              </p14:xfrm>
            </p:contentPart>
          </mc:Choice>
          <mc:Fallback>
            <p:pic>
              <p:nvPicPr>
                <p:cNvPr id="257" name="잉크 256">
                  <a:extLst>
                    <a:ext uri="{FF2B5EF4-FFF2-40B4-BE49-F238E27FC236}">
                      <a16:creationId xmlns:a16="http://schemas.microsoft.com/office/drawing/2014/main" id="{3F542F4C-29AA-EA6B-349C-7C4510BD54AC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3320337" y="734511"/>
                  <a:ext cx="281150" cy="1940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51">
              <p14:nvContentPartPr>
                <p14:cNvPr id="258" name="잉크 257">
                  <a:extLst>
                    <a:ext uri="{FF2B5EF4-FFF2-40B4-BE49-F238E27FC236}">
                      <a16:creationId xmlns:a16="http://schemas.microsoft.com/office/drawing/2014/main" id="{824D272E-44E2-3029-F5D0-9B4C9FA99A47}"/>
                    </a:ext>
                  </a:extLst>
                </p14:cNvPr>
                <p14:cNvContentPartPr/>
                <p14:nvPr/>
              </p14:nvContentPartPr>
              <p14:xfrm>
                <a:off x="3459071" y="671109"/>
                <a:ext cx="43200" cy="242640"/>
              </p14:xfrm>
            </p:contentPart>
          </mc:Choice>
          <mc:Fallback>
            <p:pic>
              <p:nvPicPr>
                <p:cNvPr id="258" name="잉크 257">
                  <a:extLst>
                    <a:ext uri="{FF2B5EF4-FFF2-40B4-BE49-F238E27FC236}">
                      <a16:creationId xmlns:a16="http://schemas.microsoft.com/office/drawing/2014/main" id="{824D272E-44E2-3029-F5D0-9B4C9FA99A47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3443189" y="575330"/>
                  <a:ext cx="74329" cy="433559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53">
            <p14:nvContentPartPr>
              <p14:cNvPr id="260" name="잉크 259">
                <a:extLst>
                  <a:ext uri="{FF2B5EF4-FFF2-40B4-BE49-F238E27FC236}">
                    <a16:creationId xmlns:a16="http://schemas.microsoft.com/office/drawing/2014/main" id="{7767122C-107E-4F5E-E529-67C2C198E605}"/>
                  </a:ext>
                </a:extLst>
              </p14:cNvPr>
              <p14:cNvContentPartPr/>
              <p14:nvPr/>
            </p14:nvContentPartPr>
            <p14:xfrm>
              <a:off x="2150252" y="4560886"/>
              <a:ext cx="596565" cy="134258"/>
            </p14:xfrm>
          </p:contentPart>
        </mc:Choice>
        <mc:Fallback>
          <p:pic>
            <p:nvPicPr>
              <p:cNvPr id="260" name="잉크 259">
                <a:extLst>
                  <a:ext uri="{FF2B5EF4-FFF2-40B4-BE49-F238E27FC236}">
                    <a16:creationId xmlns:a16="http://schemas.microsoft.com/office/drawing/2014/main" id="{7767122C-107E-4F5E-E529-67C2C198E605}"/>
                  </a:ext>
                </a:extLst>
              </p:cNvPr>
              <p:cNvPicPr/>
              <p:nvPr/>
            </p:nvPicPr>
            <p:blipFill>
              <a:blip r:embed="rId254"/>
              <a:stretch>
                <a:fillRect/>
              </a:stretch>
            </p:blipFill>
            <p:spPr>
              <a:xfrm>
                <a:off x="2141251" y="4506895"/>
                <a:ext cx="614206" cy="24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D6E004C4-17DF-DE56-0870-98658DB286EF}"/>
              </a:ext>
            </a:extLst>
          </p:cNvPr>
          <p:cNvGrpSpPr/>
          <p:nvPr/>
        </p:nvGrpSpPr>
        <p:grpSpPr>
          <a:xfrm>
            <a:off x="3246385" y="4162974"/>
            <a:ext cx="869940" cy="382118"/>
            <a:chOff x="5771351" y="-7491"/>
            <a:chExt cx="1546560" cy="67932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55">
              <p14:nvContentPartPr>
                <p14:cNvPr id="261" name="잉크 260">
                  <a:extLst>
                    <a:ext uri="{FF2B5EF4-FFF2-40B4-BE49-F238E27FC236}">
                      <a16:creationId xmlns:a16="http://schemas.microsoft.com/office/drawing/2014/main" id="{9CA32822-E95B-65F2-7F3D-4DD3CBEE0933}"/>
                    </a:ext>
                  </a:extLst>
                </p14:cNvPr>
                <p14:cNvContentPartPr/>
                <p14:nvPr/>
              </p14:nvContentPartPr>
              <p14:xfrm>
                <a:off x="5771351" y="-7491"/>
                <a:ext cx="1546560" cy="679320"/>
              </p14:xfrm>
            </p:contentPart>
          </mc:Choice>
          <mc:Fallback>
            <p:pic>
              <p:nvPicPr>
                <p:cNvPr id="261" name="잉크 260">
                  <a:extLst>
                    <a:ext uri="{FF2B5EF4-FFF2-40B4-BE49-F238E27FC236}">
                      <a16:creationId xmlns:a16="http://schemas.microsoft.com/office/drawing/2014/main" id="{9CA32822-E95B-65F2-7F3D-4DD3CBEE0933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755354" y="-103440"/>
                  <a:ext cx="1577914" cy="8705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57">
              <p14:nvContentPartPr>
                <p14:cNvPr id="241" name="잉크 240">
                  <a:extLst>
                    <a:ext uri="{FF2B5EF4-FFF2-40B4-BE49-F238E27FC236}">
                      <a16:creationId xmlns:a16="http://schemas.microsoft.com/office/drawing/2014/main" id="{395EF5A3-CF93-AC40-7828-431EE0C50165}"/>
                    </a:ext>
                  </a:extLst>
                </p14:cNvPr>
                <p14:cNvContentPartPr/>
                <p14:nvPr/>
              </p14:nvContentPartPr>
              <p14:xfrm>
                <a:off x="5893391" y="106989"/>
                <a:ext cx="217080" cy="307440"/>
              </p14:xfrm>
            </p:contentPart>
          </mc:Choice>
          <mc:Fallback>
            <p:pic>
              <p:nvPicPr>
                <p:cNvPr id="241" name="잉크 240">
                  <a:extLst>
                    <a:ext uri="{FF2B5EF4-FFF2-40B4-BE49-F238E27FC236}">
                      <a16:creationId xmlns:a16="http://schemas.microsoft.com/office/drawing/2014/main" id="{395EF5A3-CF93-AC40-7828-431EE0C5016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877429" y="11114"/>
                  <a:ext cx="248365" cy="4985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59">
              <p14:nvContentPartPr>
                <p14:cNvPr id="242" name="잉크 241">
                  <a:extLst>
                    <a:ext uri="{FF2B5EF4-FFF2-40B4-BE49-F238E27FC236}">
                      <a16:creationId xmlns:a16="http://schemas.microsoft.com/office/drawing/2014/main" id="{F1C915F1-08EB-679A-991A-A5F033301AFF}"/>
                    </a:ext>
                  </a:extLst>
                </p14:cNvPr>
                <p14:cNvContentPartPr/>
                <p14:nvPr/>
              </p14:nvContentPartPr>
              <p14:xfrm>
                <a:off x="6274271" y="116709"/>
                <a:ext cx="155160" cy="374760"/>
              </p14:xfrm>
            </p:contentPart>
          </mc:Choice>
          <mc:Fallback>
            <p:pic>
              <p:nvPicPr>
                <p:cNvPr id="242" name="잉크 241">
                  <a:extLst>
                    <a:ext uri="{FF2B5EF4-FFF2-40B4-BE49-F238E27FC236}">
                      <a16:creationId xmlns:a16="http://schemas.microsoft.com/office/drawing/2014/main" id="{F1C915F1-08EB-679A-991A-A5F033301AFF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258308" y="20781"/>
                  <a:ext cx="186447" cy="5659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61">
              <p14:nvContentPartPr>
                <p14:cNvPr id="243" name="잉크 242">
                  <a:extLst>
                    <a:ext uri="{FF2B5EF4-FFF2-40B4-BE49-F238E27FC236}">
                      <a16:creationId xmlns:a16="http://schemas.microsoft.com/office/drawing/2014/main" id="{CA1D1E38-E016-8A54-11CB-8CDB0985F1FD}"/>
                    </a:ext>
                  </a:extLst>
                </p14:cNvPr>
                <p14:cNvContentPartPr/>
                <p14:nvPr/>
              </p14:nvContentPartPr>
              <p14:xfrm>
                <a:off x="6468671" y="311109"/>
                <a:ext cx="120600" cy="140760"/>
              </p14:xfrm>
            </p:contentPart>
          </mc:Choice>
          <mc:Fallback>
            <p:pic>
              <p:nvPicPr>
                <p:cNvPr id="243" name="잉크 242">
                  <a:extLst>
                    <a:ext uri="{FF2B5EF4-FFF2-40B4-BE49-F238E27FC236}">
                      <a16:creationId xmlns:a16="http://schemas.microsoft.com/office/drawing/2014/main" id="{CA1D1E38-E016-8A54-11CB-8CDB0985F1FD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6452719" y="215571"/>
                  <a:ext cx="151867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63">
              <p14:nvContentPartPr>
                <p14:cNvPr id="244" name="잉크 243">
                  <a:extLst>
                    <a:ext uri="{FF2B5EF4-FFF2-40B4-BE49-F238E27FC236}">
                      <a16:creationId xmlns:a16="http://schemas.microsoft.com/office/drawing/2014/main" id="{4C930C93-6E4B-70CD-275E-918F5E63EA38}"/>
                    </a:ext>
                  </a:extLst>
                </p14:cNvPr>
                <p14:cNvContentPartPr/>
                <p14:nvPr/>
              </p14:nvContentPartPr>
              <p14:xfrm>
                <a:off x="6419711" y="320829"/>
                <a:ext cx="263520" cy="255600"/>
              </p14:xfrm>
            </p:contentPart>
          </mc:Choice>
          <mc:Fallback>
            <p:pic>
              <p:nvPicPr>
                <p:cNvPr id="244" name="잉크 243">
                  <a:extLst>
                    <a:ext uri="{FF2B5EF4-FFF2-40B4-BE49-F238E27FC236}">
                      <a16:creationId xmlns:a16="http://schemas.microsoft.com/office/drawing/2014/main" id="{4C930C93-6E4B-70CD-275E-918F5E63EA38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6403721" y="224979"/>
                  <a:ext cx="294861" cy="4466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65">
              <p14:nvContentPartPr>
                <p14:cNvPr id="245" name="잉크 244">
                  <a:extLst>
                    <a:ext uri="{FF2B5EF4-FFF2-40B4-BE49-F238E27FC236}">
                      <a16:creationId xmlns:a16="http://schemas.microsoft.com/office/drawing/2014/main" id="{A0136DC4-4EB2-B6CB-438F-D5F2E453F0CD}"/>
                    </a:ext>
                  </a:extLst>
                </p14:cNvPr>
                <p14:cNvContentPartPr/>
                <p14:nvPr/>
              </p14:nvContentPartPr>
              <p14:xfrm>
                <a:off x="6702311" y="240189"/>
                <a:ext cx="173880" cy="12960"/>
              </p14:xfrm>
            </p:contentPart>
          </mc:Choice>
          <mc:Fallback>
            <p:pic>
              <p:nvPicPr>
                <p:cNvPr id="245" name="잉크 244">
                  <a:extLst>
                    <a:ext uri="{FF2B5EF4-FFF2-40B4-BE49-F238E27FC236}">
                      <a16:creationId xmlns:a16="http://schemas.microsoft.com/office/drawing/2014/main" id="{A0136DC4-4EB2-B6CB-438F-D5F2E453F0CD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686329" y="147618"/>
                  <a:ext cx="205204" cy="197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67">
              <p14:nvContentPartPr>
                <p14:cNvPr id="246" name="잉크 245">
                  <a:extLst>
                    <a:ext uri="{FF2B5EF4-FFF2-40B4-BE49-F238E27FC236}">
                      <a16:creationId xmlns:a16="http://schemas.microsoft.com/office/drawing/2014/main" id="{7C5C5B36-2041-EFE5-0882-D72B0B079FEF}"/>
                    </a:ext>
                  </a:extLst>
                </p14:cNvPr>
                <p14:cNvContentPartPr/>
                <p14:nvPr/>
              </p14:nvContentPartPr>
              <p14:xfrm>
                <a:off x="6799511" y="136149"/>
                <a:ext cx="76320" cy="336240"/>
              </p14:xfrm>
            </p:contentPart>
          </mc:Choice>
          <mc:Fallback>
            <p:pic>
              <p:nvPicPr>
                <p:cNvPr id="246" name="잉크 245">
                  <a:extLst>
                    <a:ext uri="{FF2B5EF4-FFF2-40B4-BE49-F238E27FC236}">
                      <a16:creationId xmlns:a16="http://schemas.microsoft.com/office/drawing/2014/main" id="{7C5C5B36-2041-EFE5-0882-D72B0B079FEF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783611" y="40263"/>
                  <a:ext cx="107484" cy="5273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69">
              <p14:nvContentPartPr>
                <p14:cNvPr id="247" name="잉크 246">
                  <a:extLst>
                    <a:ext uri="{FF2B5EF4-FFF2-40B4-BE49-F238E27FC236}">
                      <a16:creationId xmlns:a16="http://schemas.microsoft.com/office/drawing/2014/main" id="{2BEA6AF7-627F-88F8-BB07-0F0C6CE82239}"/>
                    </a:ext>
                  </a:extLst>
                </p14:cNvPr>
                <p14:cNvContentPartPr/>
                <p14:nvPr/>
              </p14:nvContentPartPr>
              <p14:xfrm>
                <a:off x="6971591" y="338829"/>
                <a:ext cx="281160" cy="159120"/>
              </p14:xfrm>
            </p:contentPart>
          </mc:Choice>
          <mc:Fallback>
            <p:pic>
              <p:nvPicPr>
                <p:cNvPr id="247" name="잉크 246">
                  <a:extLst>
                    <a:ext uri="{FF2B5EF4-FFF2-40B4-BE49-F238E27FC236}">
                      <a16:creationId xmlns:a16="http://schemas.microsoft.com/office/drawing/2014/main" id="{2BEA6AF7-627F-88F8-BB07-0F0C6CE82239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6955616" y="242974"/>
                  <a:ext cx="312471" cy="3501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71">
              <p14:nvContentPartPr>
                <p14:cNvPr id="248" name="잉크 247">
                  <a:extLst>
                    <a:ext uri="{FF2B5EF4-FFF2-40B4-BE49-F238E27FC236}">
                      <a16:creationId xmlns:a16="http://schemas.microsoft.com/office/drawing/2014/main" id="{32D9540C-B590-DCE5-797E-99B82EF5E703}"/>
                    </a:ext>
                  </a:extLst>
                </p14:cNvPr>
                <p14:cNvContentPartPr/>
                <p14:nvPr/>
              </p14:nvContentPartPr>
              <p14:xfrm>
                <a:off x="7288031" y="466629"/>
                <a:ext cx="7920" cy="360"/>
              </p14:xfrm>
            </p:contentPart>
          </mc:Choice>
          <mc:Fallback>
            <p:pic>
              <p:nvPicPr>
                <p:cNvPr id="248" name="잉크 247">
                  <a:extLst>
                    <a:ext uri="{FF2B5EF4-FFF2-40B4-BE49-F238E27FC236}">
                      <a16:creationId xmlns:a16="http://schemas.microsoft.com/office/drawing/2014/main" id="{32D9540C-B590-DCE5-797E-99B82EF5E703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7272800" y="412629"/>
                  <a:ext cx="37772" cy="10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73">
            <p14:nvContentPartPr>
              <p14:cNvPr id="262" name="잉크 261">
                <a:extLst>
                  <a:ext uri="{FF2B5EF4-FFF2-40B4-BE49-F238E27FC236}">
                    <a16:creationId xmlns:a16="http://schemas.microsoft.com/office/drawing/2014/main" id="{3DF611F0-2359-5C93-0F32-E06C07625450}"/>
                  </a:ext>
                </a:extLst>
              </p14:cNvPr>
              <p14:cNvContentPartPr/>
              <p14:nvPr/>
            </p14:nvContentPartPr>
            <p14:xfrm>
              <a:off x="3292960" y="4175124"/>
              <a:ext cx="144180" cy="317115"/>
            </p14:xfrm>
          </p:contentPart>
        </mc:Choice>
        <mc:Fallback>
          <p:pic>
            <p:nvPicPr>
              <p:cNvPr id="262" name="잉크 261">
                <a:extLst>
                  <a:ext uri="{FF2B5EF4-FFF2-40B4-BE49-F238E27FC236}">
                    <a16:creationId xmlns:a16="http://schemas.microsoft.com/office/drawing/2014/main" id="{3DF611F0-2359-5C93-0F32-E06C07625450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3283971" y="4121193"/>
                <a:ext cx="161798" cy="4246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75">
            <p14:nvContentPartPr>
              <p14:cNvPr id="267" name="잉크 266">
                <a:extLst>
                  <a:ext uri="{FF2B5EF4-FFF2-40B4-BE49-F238E27FC236}">
                    <a16:creationId xmlns:a16="http://schemas.microsoft.com/office/drawing/2014/main" id="{24D5F6F9-048F-A88A-55BC-7AC0F2BD9C87}"/>
                  </a:ext>
                </a:extLst>
              </p14:cNvPr>
              <p14:cNvContentPartPr/>
              <p14:nvPr/>
            </p14:nvContentPartPr>
            <p14:xfrm>
              <a:off x="3042265" y="5808691"/>
              <a:ext cx="55485" cy="553028"/>
            </p14:xfrm>
          </p:contentPart>
        </mc:Choice>
        <mc:Fallback>
          <p:pic>
            <p:nvPicPr>
              <p:cNvPr id="267" name="잉크 266">
                <a:extLst>
                  <a:ext uri="{FF2B5EF4-FFF2-40B4-BE49-F238E27FC236}">
                    <a16:creationId xmlns:a16="http://schemas.microsoft.com/office/drawing/2014/main" id="{24D5F6F9-048F-A88A-55BC-7AC0F2BD9C87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3033258" y="5754684"/>
                <a:ext cx="73139" cy="660681"/>
              </a:xfrm>
              <a:prstGeom prst="rect">
                <a:avLst/>
              </a:prstGeom>
            </p:spPr>
          </p:pic>
        </mc:Fallback>
      </mc:AlternateContent>
      <p:grpSp>
        <p:nvGrpSpPr>
          <p:cNvPr id="276" name="그룹 275">
            <a:extLst>
              <a:ext uri="{FF2B5EF4-FFF2-40B4-BE49-F238E27FC236}">
                <a16:creationId xmlns:a16="http://schemas.microsoft.com/office/drawing/2014/main" id="{D1C4EBE2-1C8D-EAFF-9967-05E5623E7DF0}"/>
              </a:ext>
            </a:extLst>
          </p:cNvPr>
          <p:cNvGrpSpPr/>
          <p:nvPr/>
        </p:nvGrpSpPr>
        <p:grpSpPr>
          <a:xfrm>
            <a:off x="1351687" y="6414128"/>
            <a:ext cx="1806098" cy="833895"/>
            <a:chOff x="2403000" y="3994560"/>
            <a:chExt cx="3210840" cy="148248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77">
              <p14:nvContentPartPr>
                <p14:cNvPr id="174" name="잉크 173">
                  <a:extLst>
                    <a:ext uri="{FF2B5EF4-FFF2-40B4-BE49-F238E27FC236}">
                      <a16:creationId xmlns:a16="http://schemas.microsoft.com/office/drawing/2014/main" id="{2ED9167D-241E-E3D6-8E3A-CB65EC1AED6F}"/>
                    </a:ext>
                  </a:extLst>
                </p14:cNvPr>
                <p14:cNvContentPartPr/>
                <p14:nvPr/>
              </p14:nvContentPartPr>
              <p14:xfrm>
                <a:off x="2403000" y="4892040"/>
                <a:ext cx="60480" cy="77760"/>
              </p14:xfrm>
            </p:contentPart>
          </mc:Choice>
          <mc:Fallback>
            <p:pic>
              <p:nvPicPr>
                <p:cNvPr id="174" name="잉크 173">
                  <a:extLst>
                    <a:ext uri="{FF2B5EF4-FFF2-40B4-BE49-F238E27FC236}">
                      <a16:creationId xmlns:a16="http://schemas.microsoft.com/office/drawing/2014/main" id="{2ED9167D-241E-E3D6-8E3A-CB65EC1AED6F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2387084" y="4796433"/>
                  <a:ext cx="91675" cy="2683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79">
              <p14:nvContentPartPr>
                <p14:cNvPr id="175" name="잉크 174">
                  <a:extLst>
                    <a:ext uri="{FF2B5EF4-FFF2-40B4-BE49-F238E27FC236}">
                      <a16:creationId xmlns:a16="http://schemas.microsoft.com/office/drawing/2014/main" id="{E9ACEA7B-FB9E-B295-DFDF-B8FBAC542FCA}"/>
                    </a:ext>
                  </a:extLst>
                </p14:cNvPr>
                <p14:cNvContentPartPr/>
                <p14:nvPr/>
              </p14:nvContentPartPr>
              <p14:xfrm>
                <a:off x="2458440" y="4907160"/>
                <a:ext cx="33480" cy="15120"/>
              </p14:xfrm>
            </p:contentPart>
          </mc:Choice>
          <mc:Fallback>
            <p:pic>
              <p:nvPicPr>
                <p:cNvPr id="175" name="잉크 174">
                  <a:extLst>
                    <a:ext uri="{FF2B5EF4-FFF2-40B4-BE49-F238E27FC236}">
                      <a16:creationId xmlns:a16="http://schemas.microsoft.com/office/drawing/2014/main" id="{E9ACEA7B-FB9E-B295-DFDF-B8FBAC542FCA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442648" y="4812660"/>
                  <a:ext cx="64433" cy="2034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81">
              <p14:nvContentPartPr>
                <p14:cNvPr id="176" name="잉크 175">
                  <a:extLst>
                    <a:ext uri="{FF2B5EF4-FFF2-40B4-BE49-F238E27FC236}">
                      <a16:creationId xmlns:a16="http://schemas.microsoft.com/office/drawing/2014/main" id="{41AD42B2-2157-78B0-F6E5-31A236604007}"/>
                    </a:ext>
                  </a:extLst>
                </p14:cNvPr>
                <p14:cNvContentPartPr/>
                <p14:nvPr/>
              </p14:nvContentPartPr>
              <p14:xfrm>
                <a:off x="2508120" y="4916520"/>
                <a:ext cx="81720" cy="57960"/>
              </p14:xfrm>
            </p:contentPart>
          </mc:Choice>
          <mc:Fallback>
            <p:pic>
              <p:nvPicPr>
                <p:cNvPr id="176" name="잉크 175">
                  <a:extLst>
                    <a:ext uri="{FF2B5EF4-FFF2-40B4-BE49-F238E27FC236}">
                      <a16:creationId xmlns:a16="http://schemas.microsoft.com/office/drawing/2014/main" id="{41AD42B2-2157-78B0-F6E5-31A236604007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2492159" y="4820982"/>
                  <a:ext cx="113003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83">
              <p14:nvContentPartPr>
                <p14:cNvPr id="177" name="잉크 176">
                  <a:extLst>
                    <a:ext uri="{FF2B5EF4-FFF2-40B4-BE49-F238E27FC236}">
                      <a16:creationId xmlns:a16="http://schemas.microsoft.com/office/drawing/2014/main" id="{EC74A17E-E1D2-FC46-7C23-63644B2D767F}"/>
                    </a:ext>
                  </a:extLst>
                </p14:cNvPr>
                <p14:cNvContentPartPr/>
                <p14:nvPr/>
              </p14:nvContentPartPr>
              <p14:xfrm>
                <a:off x="2631240" y="4917960"/>
                <a:ext cx="87840" cy="65160"/>
              </p14:xfrm>
            </p:contentPart>
          </mc:Choice>
          <mc:Fallback>
            <p:pic>
              <p:nvPicPr>
                <p:cNvPr id="177" name="잉크 176">
                  <a:extLst>
                    <a:ext uri="{FF2B5EF4-FFF2-40B4-BE49-F238E27FC236}">
                      <a16:creationId xmlns:a16="http://schemas.microsoft.com/office/drawing/2014/main" id="{EC74A17E-E1D2-FC46-7C23-63644B2D767F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615327" y="4822136"/>
                  <a:ext cx="119030" cy="2561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85">
              <p14:nvContentPartPr>
                <p14:cNvPr id="178" name="잉크 177">
                  <a:extLst>
                    <a:ext uri="{FF2B5EF4-FFF2-40B4-BE49-F238E27FC236}">
                      <a16:creationId xmlns:a16="http://schemas.microsoft.com/office/drawing/2014/main" id="{9E6B1F64-4CFF-DA4B-ABF8-825F3C215886}"/>
                    </a:ext>
                  </a:extLst>
                </p14:cNvPr>
                <p14:cNvContentPartPr/>
                <p14:nvPr/>
              </p14:nvContentPartPr>
              <p14:xfrm>
                <a:off x="2731680" y="4942800"/>
                <a:ext cx="47520" cy="68040"/>
              </p14:xfrm>
            </p:contentPart>
          </mc:Choice>
          <mc:Fallback>
            <p:pic>
              <p:nvPicPr>
                <p:cNvPr id="178" name="잉크 177">
                  <a:extLst>
                    <a:ext uri="{FF2B5EF4-FFF2-40B4-BE49-F238E27FC236}">
                      <a16:creationId xmlns:a16="http://schemas.microsoft.com/office/drawing/2014/main" id="{9E6B1F64-4CFF-DA4B-ABF8-825F3C215886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716268" y="4847417"/>
                  <a:ext cx="78986" cy="2581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87">
              <p14:nvContentPartPr>
                <p14:cNvPr id="179" name="잉크 178">
                  <a:extLst>
                    <a:ext uri="{FF2B5EF4-FFF2-40B4-BE49-F238E27FC236}">
                      <a16:creationId xmlns:a16="http://schemas.microsoft.com/office/drawing/2014/main" id="{5265F724-38E4-A91D-6F4B-3B7EA922C4FE}"/>
                    </a:ext>
                  </a:extLst>
                </p14:cNvPr>
                <p14:cNvContentPartPr/>
                <p14:nvPr/>
              </p14:nvContentPartPr>
              <p14:xfrm>
                <a:off x="2783520" y="4876560"/>
                <a:ext cx="17640" cy="131040"/>
              </p14:xfrm>
            </p:contentPart>
          </mc:Choice>
          <mc:Fallback>
            <p:pic>
              <p:nvPicPr>
                <p:cNvPr id="179" name="잉크 178">
                  <a:extLst>
                    <a:ext uri="{FF2B5EF4-FFF2-40B4-BE49-F238E27FC236}">
                      <a16:creationId xmlns:a16="http://schemas.microsoft.com/office/drawing/2014/main" id="{5265F724-38E4-A91D-6F4B-3B7EA922C4FE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768400" y="4780677"/>
                  <a:ext cx="48510" cy="3221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89">
              <p14:nvContentPartPr>
                <p14:cNvPr id="180" name="잉크 179">
                  <a:extLst>
                    <a:ext uri="{FF2B5EF4-FFF2-40B4-BE49-F238E27FC236}">
                      <a16:creationId xmlns:a16="http://schemas.microsoft.com/office/drawing/2014/main" id="{844F7566-6E28-E43E-6738-E6A63E4464C3}"/>
                    </a:ext>
                  </a:extLst>
                </p14:cNvPr>
                <p14:cNvContentPartPr/>
                <p14:nvPr/>
              </p14:nvContentPartPr>
              <p14:xfrm>
                <a:off x="2814120" y="4923000"/>
                <a:ext cx="82440" cy="92160"/>
              </p14:xfrm>
            </p:contentPart>
          </mc:Choice>
          <mc:Fallback>
            <p:pic>
              <p:nvPicPr>
                <p:cNvPr id="180" name="잉크 179">
                  <a:extLst>
                    <a:ext uri="{FF2B5EF4-FFF2-40B4-BE49-F238E27FC236}">
                      <a16:creationId xmlns:a16="http://schemas.microsoft.com/office/drawing/2014/main" id="{844F7566-6E28-E43E-6738-E6A63E4464C3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2798143" y="4827662"/>
                  <a:ext cx="113754" cy="28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91">
              <p14:nvContentPartPr>
                <p14:cNvPr id="181" name="잉크 180">
                  <a:extLst>
                    <a:ext uri="{FF2B5EF4-FFF2-40B4-BE49-F238E27FC236}">
                      <a16:creationId xmlns:a16="http://schemas.microsoft.com/office/drawing/2014/main" id="{B0F5EBF4-F651-2890-97A4-1E0D537F14FD}"/>
                    </a:ext>
                  </a:extLst>
                </p14:cNvPr>
                <p14:cNvContentPartPr/>
                <p14:nvPr/>
              </p14:nvContentPartPr>
              <p14:xfrm>
                <a:off x="2930760" y="4935240"/>
                <a:ext cx="66240" cy="77040"/>
              </p14:xfrm>
            </p:contentPart>
          </mc:Choice>
          <mc:Fallback>
            <p:pic>
              <p:nvPicPr>
                <p:cNvPr id="181" name="잉크 180">
                  <a:extLst>
                    <a:ext uri="{FF2B5EF4-FFF2-40B4-BE49-F238E27FC236}">
                      <a16:creationId xmlns:a16="http://schemas.microsoft.com/office/drawing/2014/main" id="{B0F5EBF4-F651-2890-97A4-1E0D537F14FD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2914837" y="4839736"/>
                  <a:ext cx="97449" cy="2674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93">
              <p14:nvContentPartPr>
                <p14:cNvPr id="184" name="잉크 183">
                  <a:extLst>
                    <a:ext uri="{FF2B5EF4-FFF2-40B4-BE49-F238E27FC236}">
                      <a16:creationId xmlns:a16="http://schemas.microsoft.com/office/drawing/2014/main" id="{0DA146C9-8802-E344-EEFE-B02C67A79600}"/>
                    </a:ext>
                  </a:extLst>
                </p14:cNvPr>
                <p14:cNvContentPartPr/>
                <p14:nvPr/>
              </p14:nvContentPartPr>
              <p14:xfrm>
                <a:off x="4662000" y="4149720"/>
                <a:ext cx="267120" cy="143280"/>
              </p14:xfrm>
            </p:contentPart>
          </mc:Choice>
          <mc:Fallback>
            <p:pic>
              <p:nvPicPr>
                <p:cNvPr id="184" name="잉크 183">
                  <a:extLst>
                    <a:ext uri="{FF2B5EF4-FFF2-40B4-BE49-F238E27FC236}">
                      <a16:creationId xmlns:a16="http://schemas.microsoft.com/office/drawing/2014/main" id="{0DA146C9-8802-E344-EEFE-B02C67A79600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4646024" y="4053774"/>
                  <a:ext cx="298433" cy="3345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95">
              <p14:nvContentPartPr>
                <p14:cNvPr id="185" name="잉크 184">
                  <a:extLst>
                    <a:ext uri="{FF2B5EF4-FFF2-40B4-BE49-F238E27FC236}">
                      <a16:creationId xmlns:a16="http://schemas.microsoft.com/office/drawing/2014/main" id="{0D010402-125D-0AC0-C185-F5F46B8D26B0}"/>
                    </a:ext>
                  </a:extLst>
                </p14:cNvPr>
                <p14:cNvContentPartPr/>
                <p14:nvPr/>
              </p14:nvContentPartPr>
              <p14:xfrm>
                <a:off x="5092920" y="4145040"/>
                <a:ext cx="90720" cy="123120"/>
              </p14:xfrm>
            </p:contentPart>
          </mc:Choice>
          <mc:Fallback>
            <p:pic>
              <p:nvPicPr>
                <p:cNvPr id="185" name="잉크 184">
                  <a:extLst>
                    <a:ext uri="{FF2B5EF4-FFF2-40B4-BE49-F238E27FC236}">
                      <a16:creationId xmlns:a16="http://schemas.microsoft.com/office/drawing/2014/main" id="{0D010402-125D-0AC0-C185-F5F46B8D26B0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5076948" y="4049351"/>
                  <a:ext cx="122025" cy="3138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97">
              <p14:nvContentPartPr>
                <p14:cNvPr id="186" name="잉크 185">
                  <a:extLst>
                    <a:ext uri="{FF2B5EF4-FFF2-40B4-BE49-F238E27FC236}">
                      <a16:creationId xmlns:a16="http://schemas.microsoft.com/office/drawing/2014/main" id="{B9D4E95A-C79A-ACD3-B67D-2BC9FD3C0B9B}"/>
                    </a:ext>
                  </a:extLst>
                </p14:cNvPr>
                <p14:cNvContentPartPr/>
                <p14:nvPr/>
              </p14:nvContentPartPr>
              <p14:xfrm>
                <a:off x="5214240" y="4124880"/>
                <a:ext cx="74160" cy="123480"/>
              </p14:xfrm>
            </p:contentPart>
          </mc:Choice>
          <mc:Fallback>
            <p:pic>
              <p:nvPicPr>
                <p:cNvPr id="186" name="잉크 185">
                  <a:extLst>
                    <a:ext uri="{FF2B5EF4-FFF2-40B4-BE49-F238E27FC236}">
                      <a16:creationId xmlns:a16="http://schemas.microsoft.com/office/drawing/2014/main" id="{B9D4E95A-C79A-ACD3-B67D-2BC9FD3C0B9B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5198257" y="4028911"/>
                  <a:ext cx="105486" cy="3147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99">
              <p14:nvContentPartPr>
                <p14:cNvPr id="187" name="잉크 186">
                  <a:extLst>
                    <a:ext uri="{FF2B5EF4-FFF2-40B4-BE49-F238E27FC236}">
                      <a16:creationId xmlns:a16="http://schemas.microsoft.com/office/drawing/2014/main" id="{3C37D427-EB8F-1D0B-0F97-675CE3369656}"/>
                    </a:ext>
                  </a:extLst>
                </p14:cNvPr>
                <p14:cNvContentPartPr/>
                <p14:nvPr/>
              </p14:nvContentPartPr>
              <p14:xfrm>
                <a:off x="5303520" y="4160520"/>
                <a:ext cx="21240" cy="5400"/>
              </p14:xfrm>
            </p:contentPart>
          </mc:Choice>
          <mc:Fallback>
            <p:pic>
              <p:nvPicPr>
                <p:cNvPr id="187" name="잉크 186">
                  <a:extLst>
                    <a:ext uri="{FF2B5EF4-FFF2-40B4-BE49-F238E27FC236}">
                      <a16:creationId xmlns:a16="http://schemas.microsoft.com/office/drawing/2014/main" id="{3C37D427-EB8F-1D0B-0F97-675CE3369656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5287429" y="4070520"/>
                  <a:ext cx="52778" cy="18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01">
              <p14:nvContentPartPr>
                <p14:cNvPr id="188" name="잉크 187">
                  <a:extLst>
                    <a:ext uri="{FF2B5EF4-FFF2-40B4-BE49-F238E27FC236}">
                      <a16:creationId xmlns:a16="http://schemas.microsoft.com/office/drawing/2014/main" id="{914F0579-3CF9-F45B-85E8-E351D752D821}"/>
                    </a:ext>
                  </a:extLst>
                </p14:cNvPr>
                <p14:cNvContentPartPr/>
                <p14:nvPr/>
              </p14:nvContentPartPr>
              <p14:xfrm>
                <a:off x="5324760" y="4180680"/>
                <a:ext cx="9720" cy="34920"/>
              </p14:xfrm>
            </p:contentPart>
          </mc:Choice>
          <mc:Fallback>
            <p:pic>
              <p:nvPicPr>
                <p:cNvPr id="188" name="잉크 187">
                  <a:extLst>
                    <a:ext uri="{FF2B5EF4-FFF2-40B4-BE49-F238E27FC236}">
                      <a16:creationId xmlns:a16="http://schemas.microsoft.com/office/drawing/2014/main" id="{914F0579-3CF9-F45B-85E8-E351D752D821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5308560" y="4085444"/>
                  <a:ext cx="41472" cy="2247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03">
              <p14:nvContentPartPr>
                <p14:cNvPr id="189" name="잉크 188">
                  <a:extLst>
                    <a:ext uri="{FF2B5EF4-FFF2-40B4-BE49-F238E27FC236}">
                      <a16:creationId xmlns:a16="http://schemas.microsoft.com/office/drawing/2014/main" id="{33842416-AA0E-FE82-567C-71D24243DD9A}"/>
                    </a:ext>
                  </a:extLst>
                </p14:cNvPr>
                <p14:cNvContentPartPr/>
                <p14:nvPr/>
              </p14:nvContentPartPr>
              <p14:xfrm>
                <a:off x="5369400" y="4180320"/>
                <a:ext cx="60840" cy="10800"/>
              </p14:xfrm>
            </p:contentPart>
          </mc:Choice>
          <mc:Fallback>
            <p:pic>
              <p:nvPicPr>
                <p:cNvPr id="189" name="잉크 188">
                  <a:extLst>
                    <a:ext uri="{FF2B5EF4-FFF2-40B4-BE49-F238E27FC236}">
                      <a16:creationId xmlns:a16="http://schemas.microsoft.com/office/drawing/2014/main" id="{33842416-AA0E-FE82-567C-71D24243DD9A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5353556" y="4090320"/>
                  <a:ext cx="91894" cy="1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05">
              <p14:nvContentPartPr>
                <p14:cNvPr id="190" name="잉크 189">
                  <a:extLst>
                    <a:ext uri="{FF2B5EF4-FFF2-40B4-BE49-F238E27FC236}">
                      <a16:creationId xmlns:a16="http://schemas.microsoft.com/office/drawing/2014/main" id="{676F1CDF-4A97-FCF1-0933-5CEE140A83A5}"/>
                    </a:ext>
                  </a:extLst>
                </p14:cNvPr>
                <p14:cNvContentPartPr/>
                <p14:nvPr/>
              </p14:nvContentPartPr>
              <p14:xfrm>
                <a:off x="5392080" y="4114800"/>
                <a:ext cx="47520" cy="123480"/>
              </p14:xfrm>
            </p:contentPart>
          </mc:Choice>
          <mc:Fallback>
            <p:pic>
              <p:nvPicPr>
                <p:cNvPr id="190" name="잉크 189">
                  <a:extLst>
                    <a:ext uri="{FF2B5EF4-FFF2-40B4-BE49-F238E27FC236}">
                      <a16:creationId xmlns:a16="http://schemas.microsoft.com/office/drawing/2014/main" id="{676F1CDF-4A97-FCF1-0933-5CEE140A83A5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5376240" y="4018831"/>
                  <a:ext cx="78566" cy="3147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07">
              <p14:nvContentPartPr>
                <p14:cNvPr id="191" name="잉크 190">
                  <a:extLst>
                    <a:ext uri="{FF2B5EF4-FFF2-40B4-BE49-F238E27FC236}">
                      <a16:creationId xmlns:a16="http://schemas.microsoft.com/office/drawing/2014/main" id="{8074FB64-B38D-6358-8B2B-3DFBF549C820}"/>
                    </a:ext>
                  </a:extLst>
                </p14:cNvPr>
                <p14:cNvContentPartPr/>
                <p14:nvPr/>
              </p14:nvContentPartPr>
              <p14:xfrm>
                <a:off x="5320440" y="4206240"/>
                <a:ext cx="8640" cy="32760"/>
              </p14:xfrm>
            </p:contentPart>
          </mc:Choice>
          <mc:Fallback>
            <p:pic>
              <p:nvPicPr>
                <p:cNvPr id="191" name="잉크 190">
                  <a:extLst>
                    <a:ext uri="{FF2B5EF4-FFF2-40B4-BE49-F238E27FC236}">
                      <a16:creationId xmlns:a16="http://schemas.microsoft.com/office/drawing/2014/main" id="{8074FB64-B38D-6358-8B2B-3DFBF549C820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5305011" y="4109887"/>
                  <a:ext cx="38880" cy="2248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09">
              <p14:nvContentPartPr>
                <p14:cNvPr id="195" name="잉크 194">
                  <a:extLst>
                    <a:ext uri="{FF2B5EF4-FFF2-40B4-BE49-F238E27FC236}">
                      <a16:creationId xmlns:a16="http://schemas.microsoft.com/office/drawing/2014/main" id="{8E899004-AED4-8D17-7829-61D160069F9B}"/>
                    </a:ext>
                  </a:extLst>
                </p14:cNvPr>
                <p14:cNvContentPartPr/>
                <p14:nvPr/>
              </p14:nvContentPartPr>
              <p14:xfrm>
                <a:off x="5549040" y="4241520"/>
                <a:ext cx="44280" cy="21240"/>
              </p14:xfrm>
            </p:contentPart>
          </mc:Choice>
          <mc:Fallback>
            <p:pic>
              <p:nvPicPr>
                <p:cNvPr id="195" name="잉크 194">
                  <a:extLst>
                    <a:ext uri="{FF2B5EF4-FFF2-40B4-BE49-F238E27FC236}">
                      <a16:creationId xmlns:a16="http://schemas.microsoft.com/office/drawing/2014/main" id="{8E899004-AED4-8D17-7829-61D160069F9B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5532997" y="4144975"/>
                  <a:ext cx="75725" cy="2136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11">
              <p14:nvContentPartPr>
                <p14:cNvPr id="196" name="잉크 195">
                  <a:extLst>
                    <a:ext uri="{FF2B5EF4-FFF2-40B4-BE49-F238E27FC236}">
                      <a16:creationId xmlns:a16="http://schemas.microsoft.com/office/drawing/2014/main" id="{0E05AC74-2EA0-4D01-38E2-5E3B85F47B16}"/>
                    </a:ext>
                  </a:extLst>
                </p14:cNvPr>
                <p14:cNvContentPartPr/>
                <p14:nvPr/>
              </p14:nvContentPartPr>
              <p14:xfrm>
                <a:off x="5555160" y="4231440"/>
                <a:ext cx="58680" cy="42840"/>
              </p14:xfrm>
            </p:contentPart>
          </mc:Choice>
          <mc:Fallback>
            <p:pic>
              <p:nvPicPr>
                <p:cNvPr id="196" name="잉크 195">
                  <a:extLst>
                    <a:ext uri="{FF2B5EF4-FFF2-40B4-BE49-F238E27FC236}">
                      <a16:creationId xmlns:a16="http://schemas.microsoft.com/office/drawing/2014/main" id="{0E05AC74-2EA0-4D01-38E2-5E3B85F47B16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5539214" y="4136940"/>
                  <a:ext cx="89933" cy="2312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13">
              <p14:nvContentPartPr>
                <p14:cNvPr id="198" name="잉크 197">
                  <a:extLst>
                    <a:ext uri="{FF2B5EF4-FFF2-40B4-BE49-F238E27FC236}">
                      <a16:creationId xmlns:a16="http://schemas.microsoft.com/office/drawing/2014/main" id="{A17633FB-84FD-92BC-FB81-249B0CA23419}"/>
                    </a:ext>
                  </a:extLst>
                </p14:cNvPr>
                <p14:cNvContentPartPr/>
                <p14:nvPr/>
              </p14:nvContentPartPr>
              <p14:xfrm>
                <a:off x="4449960" y="4420440"/>
                <a:ext cx="738360" cy="25200"/>
              </p14:xfrm>
            </p:contentPart>
          </mc:Choice>
          <mc:Fallback>
            <p:pic>
              <p:nvPicPr>
                <p:cNvPr id="198" name="잉크 197">
                  <a:extLst>
                    <a:ext uri="{FF2B5EF4-FFF2-40B4-BE49-F238E27FC236}">
                      <a16:creationId xmlns:a16="http://schemas.microsoft.com/office/drawing/2014/main" id="{A17633FB-84FD-92BC-FB81-249B0CA23419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4433964" y="4325940"/>
                  <a:ext cx="769712" cy="2135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15">
              <p14:nvContentPartPr>
                <p14:cNvPr id="199" name="잉크 198">
                  <a:extLst>
                    <a:ext uri="{FF2B5EF4-FFF2-40B4-BE49-F238E27FC236}">
                      <a16:creationId xmlns:a16="http://schemas.microsoft.com/office/drawing/2014/main" id="{6C818E06-8DEB-B7BB-9981-1CB6392ADF6B}"/>
                    </a:ext>
                  </a:extLst>
                </p14:cNvPr>
                <p14:cNvContentPartPr/>
                <p14:nvPr/>
              </p14:nvContentPartPr>
              <p14:xfrm>
                <a:off x="4620600" y="4093920"/>
                <a:ext cx="312840" cy="240480"/>
              </p14:xfrm>
            </p:contentPart>
          </mc:Choice>
          <mc:Fallback>
            <p:pic>
              <p:nvPicPr>
                <p:cNvPr id="199" name="잉크 198">
                  <a:extLst>
                    <a:ext uri="{FF2B5EF4-FFF2-40B4-BE49-F238E27FC236}">
                      <a16:creationId xmlns:a16="http://schemas.microsoft.com/office/drawing/2014/main" id="{6C818E06-8DEB-B7BB-9981-1CB6392ADF6B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4604606" y="3997984"/>
                  <a:ext cx="344188" cy="4317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17">
              <p14:nvContentPartPr>
                <p14:cNvPr id="200" name="잉크 199">
                  <a:extLst>
                    <a:ext uri="{FF2B5EF4-FFF2-40B4-BE49-F238E27FC236}">
                      <a16:creationId xmlns:a16="http://schemas.microsoft.com/office/drawing/2014/main" id="{39278AB6-185A-8433-C474-2A861D238042}"/>
                    </a:ext>
                  </a:extLst>
                </p14:cNvPr>
                <p14:cNvContentPartPr/>
                <p14:nvPr/>
              </p14:nvContentPartPr>
              <p14:xfrm>
                <a:off x="4902120" y="4287240"/>
                <a:ext cx="534240" cy="209160"/>
              </p14:xfrm>
            </p:contentPart>
          </mc:Choice>
          <mc:Fallback>
            <p:pic>
              <p:nvPicPr>
                <p:cNvPr id="200" name="잉크 199">
                  <a:extLst>
                    <a:ext uri="{FF2B5EF4-FFF2-40B4-BE49-F238E27FC236}">
                      <a16:creationId xmlns:a16="http://schemas.microsoft.com/office/drawing/2014/main" id="{39278AB6-185A-8433-C474-2A861D238042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4886125" y="4191295"/>
                  <a:ext cx="565591" cy="4004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19">
              <p14:nvContentPartPr>
                <p14:cNvPr id="201" name="잉크 200">
                  <a:extLst>
                    <a:ext uri="{FF2B5EF4-FFF2-40B4-BE49-F238E27FC236}">
                      <a16:creationId xmlns:a16="http://schemas.microsoft.com/office/drawing/2014/main" id="{6998FB72-0DFE-2395-1B01-FC5F7EBF9965}"/>
                    </a:ext>
                  </a:extLst>
                </p14:cNvPr>
                <p14:cNvContentPartPr/>
                <p14:nvPr/>
              </p14:nvContentPartPr>
              <p14:xfrm>
                <a:off x="5340240" y="4470120"/>
                <a:ext cx="99000" cy="53280"/>
              </p14:xfrm>
            </p:contentPart>
          </mc:Choice>
          <mc:Fallback>
            <p:pic>
              <p:nvPicPr>
                <p:cNvPr id="201" name="잉크 200">
                  <a:extLst>
                    <a:ext uri="{FF2B5EF4-FFF2-40B4-BE49-F238E27FC236}">
                      <a16:creationId xmlns:a16="http://schemas.microsoft.com/office/drawing/2014/main" id="{6998FB72-0DFE-2395-1B01-FC5F7EBF9965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5324272" y="4373831"/>
                  <a:ext cx="130297" cy="2452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21">
              <p14:nvContentPartPr>
                <p14:cNvPr id="162" name="잉크 161">
                  <a:extLst>
                    <a:ext uri="{FF2B5EF4-FFF2-40B4-BE49-F238E27FC236}">
                      <a16:creationId xmlns:a16="http://schemas.microsoft.com/office/drawing/2014/main" id="{28724DC6-3774-BE8D-6C37-1F4FD10F4EF9}"/>
                    </a:ext>
                  </a:extLst>
                </p14:cNvPr>
                <p14:cNvContentPartPr/>
                <p14:nvPr/>
              </p14:nvContentPartPr>
              <p14:xfrm>
                <a:off x="3336120" y="4038120"/>
                <a:ext cx="558360" cy="199080"/>
              </p14:xfrm>
            </p:contentPart>
          </mc:Choice>
          <mc:Fallback>
            <p:pic>
              <p:nvPicPr>
                <p:cNvPr id="162" name="잉크 161">
                  <a:extLst>
                    <a:ext uri="{FF2B5EF4-FFF2-40B4-BE49-F238E27FC236}">
                      <a16:creationId xmlns:a16="http://schemas.microsoft.com/office/drawing/2014/main" id="{28724DC6-3774-BE8D-6C37-1F4FD10F4EF9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3320130" y="3942408"/>
                  <a:ext cx="589700" cy="3898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23">
              <p14:nvContentPartPr>
                <p14:cNvPr id="164" name="잉크 163">
                  <a:extLst>
                    <a:ext uri="{FF2B5EF4-FFF2-40B4-BE49-F238E27FC236}">
                      <a16:creationId xmlns:a16="http://schemas.microsoft.com/office/drawing/2014/main" id="{8731DBC9-FB44-C10A-0426-330DA3C20687}"/>
                    </a:ext>
                  </a:extLst>
                </p14:cNvPr>
                <p14:cNvContentPartPr/>
                <p14:nvPr/>
              </p14:nvContentPartPr>
              <p14:xfrm>
                <a:off x="4007520" y="4053240"/>
                <a:ext cx="21240" cy="178560"/>
              </p14:xfrm>
            </p:contentPart>
          </mc:Choice>
          <mc:Fallback>
            <p:pic>
              <p:nvPicPr>
                <p:cNvPr id="164" name="잉크 163">
                  <a:extLst>
                    <a:ext uri="{FF2B5EF4-FFF2-40B4-BE49-F238E27FC236}">
                      <a16:creationId xmlns:a16="http://schemas.microsoft.com/office/drawing/2014/main" id="{8731DBC9-FB44-C10A-0426-330DA3C20687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3991902" y="3957583"/>
                  <a:ext cx="51851" cy="36923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25">
              <p14:nvContentPartPr>
                <p14:cNvPr id="166" name="잉크 165">
                  <a:extLst>
                    <a:ext uri="{FF2B5EF4-FFF2-40B4-BE49-F238E27FC236}">
                      <a16:creationId xmlns:a16="http://schemas.microsoft.com/office/drawing/2014/main" id="{1AC6CE0B-F881-D549-58DC-A782321FF68F}"/>
                    </a:ext>
                  </a:extLst>
                </p14:cNvPr>
                <p14:cNvContentPartPr/>
                <p14:nvPr/>
              </p14:nvContentPartPr>
              <p14:xfrm>
                <a:off x="4048200" y="4348440"/>
                <a:ext cx="16200" cy="168120"/>
              </p14:xfrm>
            </p:contentPart>
          </mc:Choice>
          <mc:Fallback>
            <p:pic>
              <p:nvPicPr>
                <p:cNvPr id="166" name="잉크 165">
                  <a:extLst>
                    <a:ext uri="{FF2B5EF4-FFF2-40B4-BE49-F238E27FC236}">
                      <a16:creationId xmlns:a16="http://schemas.microsoft.com/office/drawing/2014/main" id="{1AC6CE0B-F881-D549-58DC-A782321FF68F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4032623" y="4252554"/>
                  <a:ext cx="46731" cy="3592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27">
              <p14:nvContentPartPr>
                <p14:cNvPr id="169" name="잉크 168">
                  <a:extLst>
                    <a:ext uri="{FF2B5EF4-FFF2-40B4-BE49-F238E27FC236}">
                      <a16:creationId xmlns:a16="http://schemas.microsoft.com/office/drawing/2014/main" id="{C21CD6B7-712D-74E0-E7B5-F10D20F95F75}"/>
                    </a:ext>
                  </a:extLst>
                </p14:cNvPr>
                <p14:cNvContentPartPr/>
                <p14:nvPr/>
              </p14:nvContentPartPr>
              <p14:xfrm>
                <a:off x="3159720" y="5003640"/>
                <a:ext cx="913320" cy="10800"/>
              </p14:xfrm>
            </p:contentPart>
          </mc:Choice>
          <mc:Fallback>
            <p:pic>
              <p:nvPicPr>
                <p:cNvPr id="169" name="잉크 168">
                  <a:extLst>
                    <a:ext uri="{FF2B5EF4-FFF2-40B4-BE49-F238E27FC236}">
                      <a16:creationId xmlns:a16="http://schemas.microsoft.com/office/drawing/2014/main" id="{C21CD6B7-712D-74E0-E7B5-F10D20F95F75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143719" y="4908346"/>
                  <a:ext cx="944681" cy="2007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29">
              <p14:nvContentPartPr>
                <p14:cNvPr id="170" name="잉크 169">
                  <a:extLst>
                    <a:ext uri="{FF2B5EF4-FFF2-40B4-BE49-F238E27FC236}">
                      <a16:creationId xmlns:a16="http://schemas.microsoft.com/office/drawing/2014/main" id="{79A34F9F-1D5F-66BD-9B1A-356AD9398F8D}"/>
                    </a:ext>
                  </a:extLst>
                </p14:cNvPr>
                <p14:cNvContentPartPr/>
                <p14:nvPr/>
              </p14:nvContentPartPr>
              <p14:xfrm>
                <a:off x="3337560" y="4860360"/>
                <a:ext cx="14760" cy="164160"/>
              </p14:xfrm>
            </p:contentPart>
          </mc:Choice>
          <mc:Fallback>
            <p:pic>
              <p:nvPicPr>
                <p:cNvPr id="170" name="잉크 169">
                  <a:extLst>
                    <a:ext uri="{FF2B5EF4-FFF2-40B4-BE49-F238E27FC236}">
                      <a16:creationId xmlns:a16="http://schemas.microsoft.com/office/drawing/2014/main" id="{79A34F9F-1D5F-66BD-9B1A-356AD9398F8D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3322185" y="4764547"/>
                  <a:ext cx="44895" cy="3551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31">
              <p14:nvContentPartPr>
                <p14:cNvPr id="171" name="잉크 170">
                  <a:extLst>
                    <a:ext uri="{FF2B5EF4-FFF2-40B4-BE49-F238E27FC236}">
                      <a16:creationId xmlns:a16="http://schemas.microsoft.com/office/drawing/2014/main" id="{8E9DCC4D-0CE3-6E36-3237-A45A5BCDE763}"/>
                    </a:ext>
                  </a:extLst>
                </p14:cNvPr>
                <p14:cNvContentPartPr/>
                <p14:nvPr/>
              </p14:nvContentPartPr>
              <p14:xfrm>
                <a:off x="3540600" y="4856760"/>
                <a:ext cx="360" cy="157680"/>
              </p14:xfrm>
            </p:contentPart>
          </mc:Choice>
          <mc:Fallback>
            <p:pic>
              <p:nvPicPr>
                <p:cNvPr id="171" name="잉크 170">
                  <a:extLst>
                    <a:ext uri="{FF2B5EF4-FFF2-40B4-BE49-F238E27FC236}">
                      <a16:creationId xmlns:a16="http://schemas.microsoft.com/office/drawing/2014/main" id="{8E9DCC4D-0CE3-6E36-3237-A45A5BCDE763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3531600" y="4761003"/>
                  <a:ext cx="18000" cy="3485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33">
              <p14:nvContentPartPr>
                <p14:cNvPr id="172" name="잉크 171">
                  <a:extLst>
                    <a:ext uri="{FF2B5EF4-FFF2-40B4-BE49-F238E27FC236}">
                      <a16:creationId xmlns:a16="http://schemas.microsoft.com/office/drawing/2014/main" id="{FD484048-167D-FBEA-565A-66543BE2B4A7}"/>
                    </a:ext>
                  </a:extLst>
                </p14:cNvPr>
                <p14:cNvContentPartPr/>
                <p14:nvPr/>
              </p14:nvContentPartPr>
              <p14:xfrm>
                <a:off x="3819960" y="4847400"/>
                <a:ext cx="360" cy="171720"/>
              </p14:xfrm>
            </p:contentPart>
          </mc:Choice>
          <mc:Fallback>
            <p:pic>
              <p:nvPicPr>
                <p:cNvPr id="172" name="잉크 171">
                  <a:extLst>
                    <a:ext uri="{FF2B5EF4-FFF2-40B4-BE49-F238E27FC236}">
                      <a16:creationId xmlns:a16="http://schemas.microsoft.com/office/drawing/2014/main" id="{FD484048-167D-FBEA-565A-66543BE2B4A7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3810960" y="4751645"/>
                  <a:ext cx="18000" cy="3625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35">
              <p14:nvContentPartPr>
                <p14:cNvPr id="173" name="잉크 172">
                  <a:extLst>
                    <a:ext uri="{FF2B5EF4-FFF2-40B4-BE49-F238E27FC236}">
                      <a16:creationId xmlns:a16="http://schemas.microsoft.com/office/drawing/2014/main" id="{5847617B-820F-F496-AE12-2CB3EF1E138D}"/>
                    </a:ext>
                  </a:extLst>
                </p14:cNvPr>
                <p14:cNvContentPartPr/>
                <p14:nvPr/>
              </p14:nvContentPartPr>
              <p14:xfrm>
                <a:off x="3977640" y="4834080"/>
                <a:ext cx="25200" cy="185400"/>
              </p14:xfrm>
            </p:contentPart>
          </mc:Choice>
          <mc:Fallback>
            <p:pic>
              <p:nvPicPr>
                <p:cNvPr id="173" name="잉크 172">
                  <a:extLst>
                    <a:ext uri="{FF2B5EF4-FFF2-40B4-BE49-F238E27FC236}">
                      <a16:creationId xmlns:a16="http://schemas.microsoft.com/office/drawing/2014/main" id="{5847617B-820F-F496-AE12-2CB3EF1E138D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3961890" y="4738183"/>
                  <a:ext cx="56070" cy="3765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37">
              <p14:nvContentPartPr>
                <p14:cNvPr id="165" name="잉크 164">
                  <a:extLst>
                    <a:ext uri="{FF2B5EF4-FFF2-40B4-BE49-F238E27FC236}">
                      <a16:creationId xmlns:a16="http://schemas.microsoft.com/office/drawing/2014/main" id="{D7A0EE93-6412-16A9-D4CB-3A54AD7C423F}"/>
                    </a:ext>
                  </a:extLst>
                </p14:cNvPr>
                <p14:cNvContentPartPr/>
                <p14:nvPr/>
              </p14:nvContentPartPr>
              <p14:xfrm>
                <a:off x="4297320" y="4080600"/>
                <a:ext cx="15840" cy="161280"/>
              </p14:xfrm>
            </p:contentPart>
          </mc:Choice>
          <mc:Fallback>
            <p:pic>
              <p:nvPicPr>
                <p:cNvPr id="165" name="잉크 164">
                  <a:extLst>
                    <a:ext uri="{FF2B5EF4-FFF2-40B4-BE49-F238E27FC236}">
                      <a16:creationId xmlns:a16="http://schemas.microsoft.com/office/drawing/2014/main" id="{D7A0EE93-6412-16A9-D4CB-3A54AD7C423F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4281480" y="3985240"/>
                  <a:ext cx="46886" cy="3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39">
              <p14:nvContentPartPr>
                <p14:cNvPr id="167" name="잉크 166">
                  <a:extLst>
                    <a:ext uri="{FF2B5EF4-FFF2-40B4-BE49-F238E27FC236}">
                      <a16:creationId xmlns:a16="http://schemas.microsoft.com/office/drawing/2014/main" id="{50712B41-9E04-74CF-E63E-AA8254237899}"/>
                    </a:ext>
                  </a:extLst>
                </p14:cNvPr>
                <p14:cNvContentPartPr/>
                <p14:nvPr/>
              </p14:nvContentPartPr>
              <p14:xfrm>
                <a:off x="4343040" y="4401720"/>
                <a:ext cx="5760" cy="140040"/>
              </p14:xfrm>
            </p:contentPart>
          </mc:Choice>
          <mc:Fallback>
            <p:pic>
              <p:nvPicPr>
                <p:cNvPr id="167" name="잉크 166">
                  <a:extLst>
                    <a:ext uri="{FF2B5EF4-FFF2-40B4-BE49-F238E27FC236}">
                      <a16:creationId xmlns:a16="http://schemas.microsoft.com/office/drawing/2014/main" id="{50712B41-9E04-74CF-E63E-AA8254237899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4328640" y="4305802"/>
                  <a:ext cx="33984" cy="3312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41">
              <p14:nvContentPartPr>
                <p14:cNvPr id="203" name="잉크 202">
                  <a:extLst>
                    <a:ext uri="{FF2B5EF4-FFF2-40B4-BE49-F238E27FC236}">
                      <a16:creationId xmlns:a16="http://schemas.microsoft.com/office/drawing/2014/main" id="{6A1903DF-88D1-D9AA-170C-CA42F82DDA38}"/>
                    </a:ext>
                  </a:extLst>
                </p14:cNvPr>
                <p14:cNvContentPartPr/>
                <p14:nvPr/>
              </p14:nvContentPartPr>
              <p14:xfrm>
                <a:off x="3444120" y="3994560"/>
                <a:ext cx="939240" cy="13680"/>
              </p14:xfrm>
            </p:contentPart>
          </mc:Choice>
          <mc:Fallback>
            <p:pic>
              <p:nvPicPr>
                <p:cNvPr id="203" name="잉크 202">
                  <a:extLst>
                    <a:ext uri="{FF2B5EF4-FFF2-40B4-BE49-F238E27FC236}">
                      <a16:creationId xmlns:a16="http://schemas.microsoft.com/office/drawing/2014/main" id="{6A1903DF-88D1-D9AA-170C-CA42F82DDA38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3428125" y="3901287"/>
                  <a:ext cx="970591" cy="1996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43">
              <p14:nvContentPartPr>
                <p14:cNvPr id="204" name="잉크 203">
                  <a:extLst>
                    <a:ext uri="{FF2B5EF4-FFF2-40B4-BE49-F238E27FC236}">
                      <a16:creationId xmlns:a16="http://schemas.microsoft.com/office/drawing/2014/main" id="{ADB075A7-8A19-F77B-F467-EB77DB48AC36}"/>
                    </a:ext>
                  </a:extLst>
                </p14:cNvPr>
                <p14:cNvContentPartPr/>
                <p14:nvPr/>
              </p14:nvContentPartPr>
              <p14:xfrm>
                <a:off x="3734280" y="4028400"/>
                <a:ext cx="284400" cy="1425960"/>
              </p14:xfrm>
            </p:contentPart>
          </mc:Choice>
          <mc:Fallback>
            <p:pic>
              <p:nvPicPr>
                <p:cNvPr id="204" name="잉크 203">
                  <a:extLst>
                    <a:ext uri="{FF2B5EF4-FFF2-40B4-BE49-F238E27FC236}">
                      <a16:creationId xmlns:a16="http://schemas.microsoft.com/office/drawing/2014/main" id="{ADB075A7-8A19-F77B-F467-EB77DB48AC36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718302" y="3932440"/>
                  <a:ext cx="315716" cy="16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45">
              <p14:nvContentPartPr>
                <p14:cNvPr id="205" name="잉크 204">
                  <a:extLst>
                    <a:ext uri="{FF2B5EF4-FFF2-40B4-BE49-F238E27FC236}">
                      <a16:creationId xmlns:a16="http://schemas.microsoft.com/office/drawing/2014/main" id="{E1F4D045-6624-5E51-014C-00908C96C05C}"/>
                    </a:ext>
                  </a:extLst>
                </p14:cNvPr>
                <p14:cNvContentPartPr/>
                <p14:nvPr/>
              </p14:nvContentPartPr>
              <p14:xfrm>
                <a:off x="3708360" y="5269680"/>
                <a:ext cx="290520" cy="207360"/>
              </p14:xfrm>
            </p:contentPart>
          </mc:Choice>
          <mc:Fallback>
            <p:pic>
              <p:nvPicPr>
                <p:cNvPr id="205" name="잉크 204">
                  <a:extLst>
                    <a:ext uri="{FF2B5EF4-FFF2-40B4-BE49-F238E27FC236}">
                      <a16:creationId xmlns:a16="http://schemas.microsoft.com/office/drawing/2014/main" id="{E1F4D045-6624-5E51-014C-00908C96C05C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692397" y="5173975"/>
                  <a:ext cx="321807" cy="3981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47">
              <p14:nvContentPartPr>
                <p14:cNvPr id="274" name="잉크 273">
                  <a:extLst>
                    <a:ext uri="{FF2B5EF4-FFF2-40B4-BE49-F238E27FC236}">
                      <a16:creationId xmlns:a16="http://schemas.microsoft.com/office/drawing/2014/main" id="{17FA0271-72B9-20E7-A7DC-A550D9054C50}"/>
                    </a:ext>
                  </a:extLst>
                </p14:cNvPr>
                <p14:cNvContentPartPr/>
                <p14:nvPr/>
              </p14:nvContentPartPr>
              <p14:xfrm>
                <a:off x="4416311" y="4064829"/>
                <a:ext cx="774720" cy="50400"/>
              </p14:xfrm>
            </p:contentPart>
          </mc:Choice>
          <mc:Fallback>
            <p:pic>
              <p:nvPicPr>
                <p:cNvPr id="274" name="잉크 273">
                  <a:extLst>
                    <a:ext uri="{FF2B5EF4-FFF2-40B4-BE49-F238E27FC236}">
                      <a16:creationId xmlns:a16="http://schemas.microsoft.com/office/drawing/2014/main" id="{17FA0271-72B9-20E7-A7DC-A550D9054C50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4400318" y="3969133"/>
                  <a:ext cx="806067" cy="2411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49">
              <p14:nvContentPartPr>
                <p14:cNvPr id="275" name="잉크 274">
                  <a:extLst>
                    <a:ext uri="{FF2B5EF4-FFF2-40B4-BE49-F238E27FC236}">
                      <a16:creationId xmlns:a16="http://schemas.microsoft.com/office/drawing/2014/main" id="{505A9D9E-7273-744C-AD99-B79FCA43013F}"/>
                    </a:ext>
                  </a:extLst>
                </p14:cNvPr>
                <p14:cNvContentPartPr/>
                <p14:nvPr/>
              </p14:nvContentPartPr>
              <p14:xfrm>
                <a:off x="5040191" y="3997869"/>
                <a:ext cx="139680" cy="148680"/>
              </p14:xfrm>
            </p:contentPart>
          </mc:Choice>
          <mc:Fallback>
            <p:pic>
              <p:nvPicPr>
                <p:cNvPr id="275" name="잉크 274">
                  <a:extLst>
                    <a:ext uri="{FF2B5EF4-FFF2-40B4-BE49-F238E27FC236}">
                      <a16:creationId xmlns:a16="http://schemas.microsoft.com/office/drawing/2014/main" id="{505A9D9E-7273-744C-AD99-B79FCA43013F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5024246" y="3902152"/>
                  <a:ext cx="170933" cy="33947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" name="그룹 307">
            <a:extLst>
              <a:ext uri="{FF2B5EF4-FFF2-40B4-BE49-F238E27FC236}">
                <a16:creationId xmlns:a16="http://schemas.microsoft.com/office/drawing/2014/main" id="{FD6B3888-9ED1-7564-CDC3-C116D630C79A}"/>
              </a:ext>
            </a:extLst>
          </p:cNvPr>
          <p:cNvGrpSpPr/>
          <p:nvPr/>
        </p:nvGrpSpPr>
        <p:grpSpPr>
          <a:xfrm>
            <a:off x="3663535" y="6803371"/>
            <a:ext cx="3154748" cy="773348"/>
            <a:chOff x="6512951" y="4686549"/>
            <a:chExt cx="5608440" cy="13748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51">
              <p14:nvContentPartPr>
                <p14:cNvPr id="268" name="잉크 267">
                  <a:extLst>
                    <a:ext uri="{FF2B5EF4-FFF2-40B4-BE49-F238E27FC236}">
                      <a16:creationId xmlns:a16="http://schemas.microsoft.com/office/drawing/2014/main" id="{0799C8FF-F7FA-7003-1049-F5C41094320E}"/>
                    </a:ext>
                  </a:extLst>
                </p14:cNvPr>
                <p14:cNvContentPartPr/>
                <p14:nvPr/>
              </p14:nvContentPartPr>
              <p14:xfrm>
                <a:off x="6512951" y="5369469"/>
                <a:ext cx="374400" cy="449640"/>
              </p14:xfrm>
            </p:contentPart>
          </mc:Choice>
          <mc:Fallback>
            <p:pic>
              <p:nvPicPr>
                <p:cNvPr id="268" name="잉크 267">
                  <a:extLst>
                    <a:ext uri="{FF2B5EF4-FFF2-40B4-BE49-F238E27FC236}">
                      <a16:creationId xmlns:a16="http://schemas.microsoft.com/office/drawing/2014/main" id="{0799C8FF-F7FA-7003-1049-F5C41094320E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6497591" y="5273529"/>
                  <a:ext cx="405760" cy="6408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53">
              <p14:nvContentPartPr>
                <p14:cNvPr id="269" name="잉크 268">
                  <a:extLst>
                    <a:ext uri="{FF2B5EF4-FFF2-40B4-BE49-F238E27FC236}">
                      <a16:creationId xmlns:a16="http://schemas.microsoft.com/office/drawing/2014/main" id="{DC515A86-734A-D89E-7CD3-2321CD29BD33}"/>
                    </a:ext>
                  </a:extLst>
                </p14:cNvPr>
                <p14:cNvContentPartPr/>
                <p14:nvPr/>
              </p14:nvContentPartPr>
              <p14:xfrm>
                <a:off x="6692951" y="5593389"/>
                <a:ext cx="282960" cy="399240"/>
              </p14:xfrm>
            </p:contentPart>
          </mc:Choice>
          <mc:Fallback>
            <p:pic>
              <p:nvPicPr>
                <p:cNvPr id="269" name="잉크 268">
                  <a:extLst>
                    <a:ext uri="{FF2B5EF4-FFF2-40B4-BE49-F238E27FC236}">
                      <a16:creationId xmlns:a16="http://schemas.microsoft.com/office/drawing/2014/main" id="{DC515A86-734A-D89E-7CD3-2321CD29BD33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6676946" y="5497418"/>
                  <a:ext cx="314329" cy="5905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55">
              <p14:nvContentPartPr>
                <p14:cNvPr id="270" name="잉크 269">
                  <a:extLst>
                    <a:ext uri="{FF2B5EF4-FFF2-40B4-BE49-F238E27FC236}">
                      <a16:creationId xmlns:a16="http://schemas.microsoft.com/office/drawing/2014/main" id="{D52566E6-8070-B13E-F032-290B78E9F913}"/>
                    </a:ext>
                  </a:extLst>
                </p14:cNvPr>
                <p14:cNvContentPartPr/>
                <p14:nvPr/>
              </p14:nvContentPartPr>
              <p14:xfrm>
                <a:off x="6921911" y="5580429"/>
                <a:ext cx="226800" cy="193320"/>
              </p14:xfrm>
            </p:contentPart>
          </mc:Choice>
          <mc:Fallback>
            <p:pic>
              <p:nvPicPr>
                <p:cNvPr id="270" name="잉크 269">
                  <a:extLst>
                    <a:ext uri="{FF2B5EF4-FFF2-40B4-BE49-F238E27FC236}">
                      <a16:creationId xmlns:a16="http://schemas.microsoft.com/office/drawing/2014/main" id="{D52566E6-8070-B13E-F032-290B78E9F913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6905939" y="5485364"/>
                  <a:ext cx="258105" cy="3840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57">
              <p14:nvContentPartPr>
                <p14:cNvPr id="271" name="잉크 270">
                  <a:extLst>
                    <a:ext uri="{FF2B5EF4-FFF2-40B4-BE49-F238E27FC236}">
                      <a16:creationId xmlns:a16="http://schemas.microsoft.com/office/drawing/2014/main" id="{575378B0-1B28-13EE-67FB-BBDBA0EAF54A}"/>
                    </a:ext>
                  </a:extLst>
                </p14:cNvPr>
                <p14:cNvContentPartPr/>
                <p14:nvPr/>
              </p14:nvContentPartPr>
              <p14:xfrm>
                <a:off x="7217831" y="5534709"/>
                <a:ext cx="221760" cy="58680"/>
              </p14:xfrm>
            </p:contentPart>
          </mc:Choice>
          <mc:Fallback>
            <p:pic>
              <p:nvPicPr>
                <p:cNvPr id="271" name="잉크 270">
                  <a:extLst>
                    <a:ext uri="{FF2B5EF4-FFF2-40B4-BE49-F238E27FC236}">
                      <a16:creationId xmlns:a16="http://schemas.microsoft.com/office/drawing/2014/main" id="{575378B0-1B28-13EE-67FB-BBDBA0EAF54A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7201854" y="5439673"/>
                  <a:ext cx="253075" cy="2493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59">
              <p14:nvContentPartPr>
                <p14:cNvPr id="272" name="잉크 271">
                  <a:extLst>
                    <a:ext uri="{FF2B5EF4-FFF2-40B4-BE49-F238E27FC236}">
                      <a16:creationId xmlns:a16="http://schemas.microsoft.com/office/drawing/2014/main" id="{192DDAAE-C7EA-1BF4-D576-0C369F1EC2E7}"/>
                    </a:ext>
                  </a:extLst>
                </p14:cNvPr>
                <p14:cNvContentPartPr/>
                <p14:nvPr/>
              </p14:nvContentPartPr>
              <p14:xfrm>
                <a:off x="7334471" y="5398629"/>
                <a:ext cx="113040" cy="233640"/>
              </p14:xfrm>
            </p:contentPart>
          </mc:Choice>
          <mc:Fallback>
            <p:pic>
              <p:nvPicPr>
                <p:cNvPr id="272" name="잉크 271">
                  <a:extLst>
                    <a:ext uri="{FF2B5EF4-FFF2-40B4-BE49-F238E27FC236}">
                      <a16:creationId xmlns:a16="http://schemas.microsoft.com/office/drawing/2014/main" id="{192DDAAE-C7EA-1BF4-D576-0C369F1EC2E7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7318505" y="5302613"/>
                  <a:ext cx="144334" cy="4250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61">
              <p14:nvContentPartPr>
                <p14:cNvPr id="277" name="잉크 276">
                  <a:extLst>
                    <a:ext uri="{FF2B5EF4-FFF2-40B4-BE49-F238E27FC236}">
                      <a16:creationId xmlns:a16="http://schemas.microsoft.com/office/drawing/2014/main" id="{B15D5E05-B829-BE99-9DC2-33A2A5F121DF}"/>
                    </a:ext>
                  </a:extLst>
                </p14:cNvPr>
                <p14:cNvContentPartPr/>
                <p14:nvPr/>
              </p14:nvContentPartPr>
              <p14:xfrm>
                <a:off x="8608871" y="4912269"/>
                <a:ext cx="360" cy="438120"/>
              </p14:xfrm>
            </p:contentPart>
          </mc:Choice>
          <mc:Fallback>
            <p:pic>
              <p:nvPicPr>
                <p:cNvPr id="277" name="잉크 276">
                  <a:extLst>
                    <a:ext uri="{FF2B5EF4-FFF2-40B4-BE49-F238E27FC236}">
                      <a16:creationId xmlns:a16="http://schemas.microsoft.com/office/drawing/2014/main" id="{B15D5E05-B829-BE99-9DC2-33A2A5F121DF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8599871" y="4816330"/>
                  <a:ext cx="18000" cy="6293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63">
              <p14:nvContentPartPr>
                <p14:cNvPr id="278" name="잉크 277">
                  <a:extLst>
                    <a:ext uri="{FF2B5EF4-FFF2-40B4-BE49-F238E27FC236}">
                      <a16:creationId xmlns:a16="http://schemas.microsoft.com/office/drawing/2014/main" id="{8B520D7C-677D-712E-5045-16E21D8E4E8E}"/>
                    </a:ext>
                  </a:extLst>
                </p14:cNvPr>
                <p14:cNvContentPartPr/>
                <p14:nvPr/>
              </p14:nvContentPartPr>
              <p14:xfrm>
                <a:off x="10262351" y="4834509"/>
                <a:ext cx="360" cy="420120"/>
              </p14:xfrm>
            </p:contentPart>
          </mc:Choice>
          <mc:Fallback>
            <p:pic>
              <p:nvPicPr>
                <p:cNvPr id="278" name="잉크 277">
                  <a:extLst>
                    <a:ext uri="{FF2B5EF4-FFF2-40B4-BE49-F238E27FC236}">
                      <a16:creationId xmlns:a16="http://schemas.microsoft.com/office/drawing/2014/main" id="{8B520D7C-677D-712E-5045-16E21D8E4E8E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10253711" y="4738591"/>
                  <a:ext cx="18000" cy="6113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65">
              <p14:nvContentPartPr>
                <p14:cNvPr id="279" name="잉크 278">
                  <a:extLst>
                    <a:ext uri="{FF2B5EF4-FFF2-40B4-BE49-F238E27FC236}">
                      <a16:creationId xmlns:a16="http://schemas.microsoft.com/office/drawing/2014/main" id="{449F7D21-0EC5-070C-5490-FF8B4132F336}"/>
                    </a:ext>
                  </a:extLst>
                </p14:cNvPr>
                <p14:cNvContentPartPr/>
                <p14:nvPr/>
              </p14:nvContentPartPr>
              <p14:xfrm>
                <a:off x="10171991" y="4785909"/>
                <a:ext cx="100440" cy="102960"/>
              </p14:xfrm>
            </p:contentPart>
          </mc:Choice>
          <mc:Fallback>
            <p:pic>
              <p:nvPicPr>
                <p:cNvPr id="279" name="잉크 278">
                  <a:extLst>
                    <a:ext uri="{FF2B5EF4-FFF2-40B4-BE49-F238E27FC236}">
                      <a16:creationId xmlns:a16="http://schemas.microsoft.com/office/drawing/2014/main" id="{449F7D21-0EC5-070C-5490-FF8B4132F336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10156099" y="4689984"/>
                  <a:ext cx="131589" cy="2941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67">
              <p14:nvContentPartPr>
                <p14:cNvPr id="280" name="잉크 279">
                  <a:extLst>
                    <a:ext uri="{FF2B5EF4-FFF2-40B4-BE49-F238E27FC236}">
                      <a16:creationId xmlns:a16="http://schemas.microsoft.com/office/drawing/2014/main" id="{B71EAC5F-4E0F-4B9B-5A90-41938C026EC3}"/>
                    </a:ext>
                  </a:extLst>
                </p14:cNvPr>
                <p14:cNvContentPartPr/>
                <p14:nvPr/>
              </p14:nvContentPartPr>
              <p14:xfrm>
                <a:off x="10252631" y="4815069"/>
                <a:ext cx="84960" cy="71280"/>
              </p14:xfrm>
            </p:contentPart>
          </mc:Choice>
          <mc:Fallback>
            <p:pic>
              <p:nvPicPr>
                <p:cNvPr id="280" name="잉크 279">
                  <a:extLst>
                    <a:ext uri="{FF2B5EF4-FFF2-40B4-BE49-F238E27FC236}">
                      <a16:creationId xmlns:a16="http://schemas.microsoft.com/office/drawing/2014/main" id="{B71EAC5F-4E0F-4B9B-5A90-41938C026EC3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0237300" y="4719605"/>
                  <a:ext cx="116261" cy="2615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69">
              <p14:nvContentPartPr>
                <p14:cNvPr id="282" name="잉크 281">
                  <a:extLst>
                    <a:ext uri="{FF2B5EF4-FFF2-40B4-BE49-F238E27FC236}">
                      <a16:creationId xmlns:a16="http://schemas.microsoft.com/office/drawing/2014/main" id="{B8F8EB73-8BDD-B219-38CD-B669FECBAB97}"/>
                    </a:ext>
                  </a:extLst>
                </p14:cNvPr>
                <p14:cNvContentPartPr/>
                <p14:nvPr/>
              </p14:nvContentPartPr>
              <p14:xfrm>
                <a:off x="8518871" y="4912269"/>
                <a:ext cx="90360" cy="69120"/>
              </p14:xfrm>
            </p:contentPart>
          </mc:Choice>
          <mc:Fallback>
            <p:pic>
              <p:nvPicPr>
                <p:cNvPr id="282" name="잉크 281">
                  <a:extLst>
                    <a:ext uri="{FF2B5EF4-FFF2-40B4-BE49-F238E27FC236}">
                      <a16:creationId xmlns:a16="http://schemas.microsoft.com/office/drawing/2014/main" id="{B8F8EB73-8BDD-B219-38CD-B669FECBAB97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8502963" y="4817150"/>
                  <a:ext cx="121541" cy="2587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71">
              <p14:nvContentPartPr>
                <p14:cNvPr id="283" name="잉크 282">
                  <a:extLst>
                    <a:ext uri="{FF2B5EF4-FFF2-40B4-BE49-F238E27FC236}">
                      <a16:creationId xmlns:a16="http://schemas.microsoft.com/office/drawing/2014/main" id="{1B1C14D2-64FD-40C8-B89A-588931FF2A2D}"/>
                    </a:ext>
                  </a:extLst>
                </p14:cNvPr>
                <p14:cNvContentPartPr/>
                <p14:nvPr/>
              </p14:nvContentPartPr>
              <p14:xfrm>
                <a:off x="8569991" y="4921989"/>
                <a:ext cx="134280" cy="40320"/>
              </p14:xfrm>
            </p:contentPart>
          </mc:Choice>
          <mc:Fallback>
            <p:pic>
              <p:nvPicPr>
                <p:cNvPr id="283" name="잉크 282">
                  <a:extLst>
                    <a:ext uri="{FF2B5EF4-FFF2-40B4-BE49-F238E27FC236}">
                      <a16:creationId xmlns:a16="http://schemas.microsoft.com/office/drawing/2014/main" id="{1B1C14D2-64FD-40C8-B89A-588931FF2A2D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8554005" y="4825989"/>
                  <a:ext cx="165612" cy="2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73">
              <p14:nvContentPartPr>
                <p14:cNvPr id="284" name="잉크 283">
                  <a:extLst>
                    <a:ext uri="{FF2B5EF4-FFF2-40B4-BE49-F238E27FC236}">
                      <a16:creationId xmlns:a16="http://schemas.microsoft.com/office/drawing/2014/main" id="{5D7636D3-8C22-4974-0CCB-6B077F2B9F4A}"/>
                    </a:ext>
                  </a:extLst>
                </p14:cNvPr>
                <p14:cNvContentPartPr/>
                <p14:nvPr/>
              </p14:nvContentPartPr>
              <p14:xfrm>
                <a:off x="8103071" y="5311149"/>
                <a:ext cx="2986920" cy="89280"/>
              </p14:xfrm>
            </p:contentPart>
          </mc:Choice>
          <mc:Fallback>
            <p:pic>
              <p:nvPicPr>
                <p:cNvPr id="284" name="잉크 283">
                  <a:extLst>
                    <a:ext uri="{FF2B5EF4-FFF2-40B4-BE49-F238E27FC236}">
                      <a16:creationId xmlns:a16="http://schemas.microsoft.com/office/drawing/2014/main" id="{5D7636D3-8C22-4974-0CCB-6B077F2B9F4A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8087074" y="5215492"/>
                  <a:ext cx="3018274" cy="2799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75">
              <p14:nvContentPartPr>
                <p14:cNvPr id="285" name="잉크 284">
                  <a:extLst>
                    <a:ext uri="{FF2B5EF4-FFF2-40B4-BE49-F238E27FC236}">
                      <a16:creationId xmlns:a16="http://schemas.microsoft.com/office/drawing/2014/main" id="{50D18496-BDF2-9933-EBB8-4A7913A20BB6}"/>
                    </a:ext>
                  </a:extLst>
                </p14:cNvPr>
                <p14:cNvContentPartPr/>
                <p14:nvPr/>
              </p14:nvContentPartPr>
              <p14:xfrm>
                <a:off x="7312511" y="5038629"/>
                <a:ext cx="197640" cy="187560"/>
              </p14:xfrm>
            </p:contentPart>
          </mc:Choice>
          <mc:Fallback>
            <p:pic>
              <p:nvPicPr>
                <p:cNvPr id="285" name="잉크 284">
                  <a:extLst>
                    <a:ext uri="{FF2B5EF4-FFF2-40B4-BE49-F238E27FC236}">
                      <a16:creationId xmlns:a16="http://schemas.microsoft.com/office/drawing/2014/main" id="{50D18496-BDF2-9933-EBB8-4A7913A20BB6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7296521" y="4942609"/>
                  <a:ext cx="228981" cy="3789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77">
              <p14:nvContentPartPr>
                <p14:cNvPr id="286" name="잉크 285">
                  <a:extLst>
                    <a:ext uri="{FF2B5EF4-FFF2-40B4-BE49-F238E27FC236}">
                      <a16:creationId xmlns:a16="http://schemas.microsoft.com/office/drawing/2014/main" id="{BB0DB1C4-BCC2-D9E4-7435-6AD00AAD2DAA}"/>
                    </a:ext>
                  </a:extLst>
                </p14:cNvPr>
                <p14:cNvContentPartPr/>
                <p14:nvPr/>
              </p14:nvContentPartPr>
              <p14:xfrm>
                <a:off x="7441391" y="5038629"/>
                <a:ext cx="81000" cy="78120"/>
              </p14:xfrm>
            </p:contentPart>
          </mc:Choice>
          <mc:Fallback>
            <p:pic>
              <p:nvPicPr>
                <p:cNvPr id="286" name="잉크 285">
                  <a:extLst>
                    <a:ext uri="{FF2B5EF4-FFF2-40B4-BE49-F238E27FC236}">
                      <a16:creationId xmlns:a16="http://schemas.microsoft.com/office/drawing/2014/main" id="{BB0DB1C4-BCC2-D9E4-7435-6AD00AAD2DAA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7425446" y="4942580"/>
                  <a:ext cx="112252" cy="2695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79">
              <p14:nvContentPartPr>
                <p14:cNvPr id="287" name="잉크 286">
                  <a:extLst>
                    <a:ext uri="{FF2B5EF4-FFF2-40B4-BE49-F238E27FC236}">
                      <a16:creationId xmlns:a16="http://schemas.microsoft.com/office/drawing/2014/main" id="{9AAEB54B-9B65-1226-5737-46263E2652BC}"/>
                    </a:ext>
                  </a:extLst>
                </p14:cNvPr>
                <p14:cNvContentPartPr/>
                <p14:nvPr/>
              </p14:nvContentPartPr>
              <p14:xfrm>
                <a:off x="7496471" y="5045469"/>
                <a:ext cx="122400" cy="129960"/>
              </p14:xfrm>
            </p:contentPart>
          </mc:Choice>
          <mc:Fallback>
            <p:pic>
              <p:nvPicPr>
                <p:cNvPr id="287" name="잉크 286">
                  <a:extLst>
                    <a:ext uri="{FF2B5EF4-FFF2-40B4-BE49-F238E27FC236}">
                      <a16:creationId xmlns:a16="http://schemas.microsoft.com/office/drawing/2014/main" id="{9AAEB54B-9B65-1226-5737-46263E2652BC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7480533" y="4949910"/>
                  <a:ext cx="153638" cy="3204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81">
              <p14:nvContentPartPr>
                <p14:cNvPr id="288" name="잉크 287">
                  <a:extLst>
                    <a:ext uri="{FF2B5EF4-FFF2-40B4-BE49-F238E27FC236}">
                      <a16:creationId xmlns:a16="http://schemas.microsoft.com/office/drawing/2014/main" id="{17A219BB-C191-7CED-76B1-CA27C8B39F6B}"/>
                    </a:ext>
                  </a:extLst>
                </p14:cNvPr>
                <p14:cNvContentPartPr/>
                <p14:nvPr/>
              </p14:nvContentPartPr>
              <p14:xfrm>
                <a:off x="7606991" y="5063469"/>
                <a:ext cx="158040" cy="149040"/>
              </p14:xfrm>
            </p:contentPart>
          </mc:Choice>
          <mc:Fallback>
            <p:pic>
              <p:nvPicPr>
                <p:cNvPr id="288" name="잉크 287">
                  <a:extLst>
                    <a:ext uri="{FF2B5EF4-FFF2-40B4-BE49-F238E27FC236}">
                      <a16:creationId xmlns:a16="http://schemas.microsoft.com/office/drawing/2014/main" id="{17A219BB-C191-7CED-76B1-CA27C8B39F6B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7591060" y="4967521"/>
                  <a:ext cx="189266" cy="3402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83">
              <p14:nvContentPartPr>
                <p14:cNvPr id="289" name="잉크 288">
                  <a:extLst>
                    <a:ext uri="{FF2B5EF4-FFF2-40B4-BE49-F238E27FC236}">
                      <a16:creationId xmlns:a16="http://schemas.microsoft.com/office/drawing/2014/main" id="{2DCF1C5C-0E9A-FF75-D22C-0CB9C308F471}"/>
                    </a:ext>
                  </a:extLst>
                </p14:cNvPr>
                <p14:cNvContentPartPr/>
                <p14:nvPr/>
              </p14:nvContentPartPr>
              <p14:xfrm>
                <a:off x="7760351" y="5058069"/>
                <a:ext cx="61200" cy="97920"/>
              </p14:xfrm>
            </p:contentPart>
          </mc:Choice>
          <mc:Fallback>
            <p:pic>
              <p:nvPicPr>
                <p:cNvPr id="289" name="잉크 288">
                  <a:extLst>
                    <a:ext uri="{FF2B5EF4-FFF2-40B4-BE49-F238E27FC236}">
                      <a16:creationId xmlns:a16="http://schemas.microsoft.com/office/drawing/2014/main" id="{2DCF1C5C-0E9A-FF75-D22C-0CB9C308F471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7744413" y="4962069"/>
                  <a:ext cx="92438" cy="2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85">
              <p14:nvContentPartPr>
                <p14:cNvPr id="290" name="잉크 289">
                  <a:extLst>
                    <a:ext uri="{FF2B5EF4-FFF2-40B4-BE49-F238E27FC236}">
                      <a16:creationId xmlns:a16="http://schemas.microsoft.com/office/drawing/2014/main" id="{705D94C0-F35E-8850-4B1A-BF8A1761BA5C}"/>
                    </a:ext>
                  </a:extLst>
                </p14:cNvPr>
                <p14:cNvContentPartPr/>
                <p14:nvPr/>
              </p14:nvContentPartPr>
              <p14:xfrm>
                <a:off x="7830551" y="4853949"/>
                <a:ext cx="10080" cy="234360"/>
              </p14:xfrm>
            </p:contentPart>
          </mc:Choice>
          <mc:Fallback>
            <p:pic>
              <p:nvPicPr>
                <p:cNvPr id="290" name="잉크 289">
                  <a:extLst>
                    <a:ext uri="{FF2B5EF4-FFF2-40B4-BE49-F238E27FC236}">
                      <a16:creationId xmlns:a16="http://schemas.microsoft.com/office/drawing/2014/main" id="{705D94C0-F35E-8850-4B1A-BF8A1761BA5C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7814801" y="4758162"/>
                  <a:ext cx="40950" cy="4252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87">
              <p14:nvContentPartPr>
                <p14:cNvPr id="291" name="잉크 290">
                  <a:extLst>
                    <a:ext uri="{FF2B5EF4-FFF2-40B4-BE49-F238E27FC236}">
                      <a16:creationId xmlns:a16="http://schemas.microsoft.com/office/drawing/2014/main" id="{00A5806E-0D15-62D6-139A-88478992F7A8}"/>
                    </a:ext>
                  </a:extLst>
                </p14:cNvPr>
                <p14:cNvContentPartPr/>
                <p14:nvPr/>
              </p14:nvContentPartPr>
              <p14:xfrm>
                <a:off x="7847111" y="5038629"/>
                <a:ext cx="119520" cy="159120"/>
              </p14:xfrm>
            </p:contentPart>
          </mc:Choice>
          <mc:Fallback>
            <p:pic>
              <p:nvPicPr>
                <p:cNvPr id="291" name="잉크 290">
                  <a:extLst>
                    <a:ext uri="{FF2B5EF4-FFF2-40B4-BE49-F238E27FC236}">
                      <a16:creationId xmlns:a16="http://schemas.microsoft.com/office/drawing/2014/main" id="{00A5806E-0D15-62D6-139A-88478992F7A8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7831132" y="4942774"/>
                  <a:ext cx="150838" cy="3501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89">
              <p14:nvContentPartPr>
                <p14:cNvPr id="292" name="잉크 291">
                  <a:extLst>
                    <a:ext uri="{FF2B5EF4-FFF2-40B4-BE49-F238E27FC236}">
                      <a16:creationId xmlns:a16="http://schemas.microsoft.com/office/drawing/2014/main" id="{9DC906EA-956B-BFD1-4510-7C19B5D01FF5}"/>
                    </a:ext>
                  </a:extLst>
                </p14:cNvPr>
                <p14:cNvContentPartPr/>
                <p14:nvPr/>
              </p14:nvContentPartPr>
              <p14:xfrm>
                <a:off x="8005511" y="5048349"/>
                <a:ext cx="227160" cy="194400"/>
              </p14:xfrm>
            </p:contentPart>
          </mc:Choice>
          <mc:Fallback>
            <p:pic>
              <p:nvPicPr>
                <p:cNvPr id="292" name="잉크 291">
                  <a:extLst>
                    <a:ext uri="{FF2B5EF4-FFF2-40B4-BE49-F238E27FC236}">
                      <a16:creationId xmlns:a16="http://schemas.microsoft.com/office/drawing/2014/main" id="{9DC906EA-956B-BFD1-4510-7C19B5D01FF5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7990154" y="4952428"/>
                  <a:ext cx="258514" cy="3856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91">
              <p14:nvContentPartPr>
                <p14:cNvPr id="293" name="잉크 292">
                  <a:extLst>
                    <a:ext uri="{FF2B5EF4-FFF2-40B4-BE49-F238E27FC236}">
                      <a16:creationId xmlns:a16="http://schemas.microsoft.com/office/drawing/2014/main" id="{20ACA362-CEEE-191A-9A1D-AC6189A334D5}"/>
                    </a:ext>
                  </a:extLst>
                </p14:cNvPr>
                <p14:cNvContentPartPr/>
                <p14:nvPr/>
              </p14:nvContentPartPr>
              <p14:xfrm>
                <a:off x="8234831" y="5096949"/>
                <a:ext cx="153360" cy="261360"/>
              </p14:xfrm>
            </p:contentPart>
          </mc:Choice>
          <mc:Fallback>
            <p:pic>
              <p:nvPicPr>
                <p:cNvPr id="293" name="잉크 292">
                  <a:extLst>
                    <a:ext uri="{FF2B5EF4-FFF2-40B4-BE49-F238E27FC236}">
                      <a16:creationId xmlns:a16="http://schemas.microsoft.com/office/drawing/2014/main" id="{20ACA362-CEEE-191A-9A1D-AC6189A334D5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8218856" y="5001735"/>
                  <a:ext cx="184671" cy="4524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93">
              <p14:nvContentPartPr>
                <p14:cNvPr id="294" name="잉크 293">
                  <a:extLst>
                    <a:ext uri="{FF2B5EF4-FFF2-40B4-BE49-F238E27FC236}">
                      <a16:creationId xmlns:a16="http://schemas.microsoft.com/office/drawing/2014/main" id="{EF4A7425-9ABB-2568-DB15-F050315A75D4}"/>
                    </a:ext>
                  </a:extLst>
                </p14:cNvPr>
                <p14:cNvContentPartPr/>
                <p14:nvPr/>
              </p14:nvContentPartPr>
              <p14:xfrm>
                <a:off x="8405471" y="5212149"/>
                <a:ext cx="108360" cy="149040"/>
              </p14:xfrm>
            </p:contentPart>
          </mc:Choice>
          <mc:Fallback>
            <p:pic>
              <p:nvPicPr>
                <p:cNvPr id="294" name="잉크 293">
                  <a:extLst>
                    <a:ext uri="{FF2B5EF4-FFF2-40B4-BE49-F238E27FC236}">
                      <a16:creationId xmlns:a16="http://schemas.microsoft.com/office/drawing/2014/main" id="{EF4A7425-9ABB-2568-DB15-F050315A75D4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8389536" y="5116201"/>
                  <a:ext cx="139593" cy="3402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95">
              <p14:nvContentPartPr>
                <p14:cNvPr id="296" name="잉크 295">
                  <a:extLst>
                    <a:ext uri="{FF2B5EF4-FFF2-40B4-BE49-F238E27FC236}">
                      <a16:creationId xmlns:a16="http://schemas.microsoft.com/office/drawing/2014/main" id="{EE5AC620-B5AC-E952-B7BC-DBBC958D174B}"/>
                    </a:ext>
                  </a:extLst>
                </p14:cNvPr>
                <p14:cNvContentPartPr/>
                <p14:nvPr/>
              </p14:nvContentPartPr>
              <p14:xfrm>
                <a:off x="11620991" y="4701309"/>
                <a:ext cx="150840" cy="678240"/>
              </p14:xfrm>
            </p:contentPart>
          </mc:Choice>
          <mc:Fallback>
            <p:pic>
              <p:nvPicPr>
                <p:cNvPr id="296" name="잉크 295">
                  <a:extLst>
                    <a:ext uri="{FF2B5EF4-FFF2-40B4-BE49-F238E27FC236}">
                      <a16:creationId xmlns:a16="http://schemas.microsoft.com/office/drawing/2014/main" id="{EE5AC620-B5AC-E952-B7BC-DBBC958D174B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1605012" y="4605971"/>
                  <a:ext cx="182158" cy="8695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97">
              <p14:nvContentPartPr>
                <p14:cNvPr id="297" name="잉크 296">
                  <a:extLst>
                    <a:ext uri="{FF2B5EF4-FFF2-40B4-BE49-F238E27FC236}">
                      <a16:creationId xmlns:a16="http://schemas.microsoft.com/office/drawing/2014/main" id="{56847CB6-8F89-290D-28C1-7200C75CF81B}"/>
                    </a:ext>
                  </a:extLst>
                </p14:cNvPr>
                <p14:cNvContentPartPr/>
                <p14:nvPr/>
              </p14:nvContentPartPr>
              <p14:xfrm>
                <a:off x="10933751" y="5330589"/>
                <a:ext cx="1187640" cy="360"/>
              </p14:xfrm>
            </p:contentPart>
          </mc:Choice>
          <mc:Fallback>
            <p:pic>
              <p:nvPicPr>
                <p:cNvPr id="297" name="잉크 296">
                  <a:extLst>
                    <a:ext uri="{FF2B5EF4-FFF2-40B4-BE49-F238E27FC236}">
                      <a16:creationId xmlns:a16="http://schemas.microsoft.com/office/drawing/2014/main" id="{56847CB6-8F89-290D-28C1-7200C75CF81B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10917754" y="5276589"/>
                  <a:ext cx="1218995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99">
              <p14:nvContentPartPr>
                <p14:cNvPr id="299" name="잉크 298">
                  <a:extLst>
                    <a:ext uri="{FF2B5EF4-FFF2-40B4-BE49-F238E27FC236}">
                      <a16:creationId xmlns:a16="http://schemas.microsoft.com/office/drawing/2014/main" id="{D9998520-3220-797F-EF85-48F6A4F1B351}"/>
                    </a:ext>
                  </a:extLst>
                </p14:cNvPr>
                <p14:cNvContentPartPr/>
                <p14:nvPr/>
              </p14:nvContentPartPr>
              <p14:xfrm>
                <a:off x="7703111" y="5544429"/>
                <a:ext cx="98280" cy="321480"/>
              </p14:xfrm>
            </p:contentPart>
          </mc:Choice>
          <mc:Fallback>
            <p:pic>
              <p:nvPicPr>
                <p:cNvPr id="299" name="잉크 298">
                  <a:extLst>
                    <a:ext uri="{FF2B5EF4-FFF2-40B4-BE49-F238E27FC236}">
                      <a16:creationId xmlns:a16="http://schemas.microsoft.com/office/drawing/2014/main" id="{D9998520-3220-797F-EF85-48F6A4F1B351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7687795" y="5449199"/>
                  <a:ext cx="129551" cy="5125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01">
              <p14:nvContentPartPr>
                <p14:cNvPr id="300" name="잉크 299">
                  <a:extLst>
                    <a:ext uri="{FF2B5EF4-FFF2-40B4-BE49-F238E27FC236}">
                      <a16:creationId xmlns:a16="http://schemas.microsoft.com/office/drawing/2014/main" id="{16E345AA-E392-2FD9-6AA6-5A3842B22554}"/>
                    </a:ext>
                  </a:extLst>
                </p14:cNvPr>
                <p14:cNvContentPartPr/>
                <p14:nvPr/>
              </p14:nvContentPartPr>
              <p14:xfrm>
                <a:off x="7752791" y="5758629"/>
                <a:ext cx="193320" cy="90000"/>
              </p14:xfrm>
            </p:contentPart>
          </mc:Choice>
          <mc:Fallback>
            <p:pic>
              <p:nvPicPr>
                <p:cNvPr id="300" name="잉크 299">
                  <a:extLst>
                    <a:ext uri="{FF2B5EF4-FFF2-40B4-BE49-F238E27FC236}">
                      <a16:creationId xmlns:a16="http://schemas.microsoft.com/office/drawing/2014/main" id="{16E345AA-E392-2FD9-6AA6-5A3842B22554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7736841" y="5662884"/>
                  <a:ext cx="224583" cy="2808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03">
              <p14:nvContentPartPr>
                <p14:cNvPr id="301" name="잉크 300">
                  <a:extLst>
                    <a:ext uri="{FF2B5EF4-FFF2-40B4-BE49-F238E27FC236}">
                      <a16:creationId xmlns:a16="http://schemas.microsoft.com/office/drawing/2014/main" id="{76AF04E0-8249-48FA-F66C-82B2673AB59A}"/>
                    </a:ext>
                  </a:extLst>
                </p14:cNvPr>
                <p14:cNvContentPartPr/>
                <p14:nvPr/>
              </p14:nvContentPartPr>
              <p14:xfrm>
                <a:off x="7972751" y="5733069"/>
                <a:ext cx="52920" cy="111960"/>
              </p14:xfrm>
            </p:contentPart>
          </mc:Choice>
          <mc:Fallback>
            <p:pic>
              <p:nvPicPr>
                <p:cNvPr id="301" name="잉크 300">
                  <a:extLst>
                    <a:ext uri="{FF2B5EF4-FFF2-40B4-BE49-F238E27FC236}">
                      <a16:creationId xmlns:a16="http://schemas.microsoft.com/office/drawing/2014/main" id="{76AF04E0-8249-48FA-F66C-82B2673AB59A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7956811" y="5637103"/>
                  <a:ext cx="84162" cy="3032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05">
              <p14:nvContentPartPr>
                <p14:cNvPr id="302" name="잉크 301">
                  <a:extLst>
                    <a:ext uri="{FF2B5EF4-FFF2-40B4-BE49-F238E27FC236}">
                      <a16:creationId xmlns:a16="http://schemas.microsoft.com/office/drawing/2014/main" id="{612041C0-1283-8DB6-34C6-82586DAD2540}"/>
                    </a:ext>
                  </a:extLst>
                </p14:cNvPr>
                <p14:cNvContentPartPr/>
                <p14:nvPr/>
              </p14:nvContentPartPr>
              <p14:xfrm>
                <a:off x="7995791" y="5748909"/>
                <a:ext cx="84240" cy="52560"/>
              </p14:xfrm>
            </p:contentPart>
          </mc:Choice>
          <mc:Fallback>
            <p:pic>
              <p:nvPicPr>
                <p:cNvPr id="302" name="잉크 301">
                  <a:extLst>
                    <a:ext uri="{FF2B5EF4-FFF2-40B4-BE49-F238E27FC236}">
                      <a16:creationId xmlns:a16="http://schemas.microsoft.com/office/drawing/2014/main" id="{612041C0-1283-8DB6-34C6-82586DAD2540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7980475" y="5653921"/>
                  <a:ext cx="115511" cy="2419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07">
              <p14:nvContentPartPr>
                <p14:cNvPr id="303" name="잉크 302">
                  <a:extLst>
                    <a:ext uri="{FF2B5EF4-FFF2-40B4-BE49-F238E27FC236}">
                      <a16:creationId xmlns:a16="http://schemas.microsoft.com/office/drawing/2014/main" id="{69AA0E8C-7526-9B17-660B-107ACFD5049F}"/>
                    </a:ext>
                  </a:extLst>
                </p14:cNvPr>
                <p14:cNvContentPartPr/>
                <p14:nvPr/>
              </p14:nvContentPartPr>
              <p14:xfrm>
                <a:off x="8141951" y="5797509"/>
                <a:ext cx="56520" cy="7920"/>
              </p14:xfrm>
            </p:contentPart>
          </mc:Choice>
          <mc:Fallback>
            <p:pic>
              <p:nvPicPr>
                <p:cNvPr id="303" name="잉크 302">
                  <a:extLst>
                    <a:ext uri="{FF2B5EF4-FFF2-40B4-BE49-F238E27FC236}">
                      <a16:creationId xmlns:a16="http://schemas.microsoft.com/office/drawing/2014/main" id="{69AA0E8C-7526-9B17-660B-107ACFD5049F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8126075" y="5706124"/>
                  <a:ext cx="87638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09">
              <p14:nvContentPartPr>
                <p14:cNvPr id="304" name="잉크 303">
                  <a:extLst>
                    <a:ext uri="{FF2B5EF4-FFF2-40B4-BE49-F238E27FC236}">
                      <a16:creationId xmlns:a16="http://schemas.microsoft.com/office/drawing/2014/main" id="{739930A1-2F31-58D5-6668-954015E34546}"/>
                    </a:ext>
                  </a:extLst>
                </p14:cNvPr>
                <p14:cNvContentPartPr/>
                <p14:nvPr/>
              </p14:nvContentPartPr>
              <p14:xfrm>
                <a:off x="8044751" y="5719749"/>
                <a:ext cx="243360" cy="235440"/>
              </p14:xfrm>
            </p:contentPart>
          </mc:Choice>
          <mc:Fallback>
            <p:pic>
              <p:nvPicPr>
                <p:cNvPr id="304" name="잉크 303">
                  <a:extLst>
                    <a:ext uri="{FF2B5EF4-FFF2-40B4-BE49-F238E27FC236}">
                      <a16:creationId xmlns:a16="http://schemas.microsoft.com/office/drawing/2014/main" id="{739930A1-2F31-58D5-6668-954015E34546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8028782" y="5623782"/>
                  <a:ext cx="274658" cy="4267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11">
              <p14:nvContentPartPr>
                <p14:cNvPr id="305" name="잉크 304">
                  <a:extLst>
                    <a:ext uri="{FF2B5EF4-FFF2-40B4-BE49-F238E27FC236}">
                      <a16:creationId xmlns:a16="http://schemas.microsoft.com/office/drawing/2014/main" id="{1D6CB3AA-1FC5-6754-C5A2-9BAF30734607}"/>
                    </a:ext>
                  </a:extLst>
                </p14:cNvPr>
                <p14:cNvContentPartPr/>
                <p14:nvPr/>
              </p14:nvContentPartPr>
              <p14:xfrm>
                <a:off x="8414111" y="5933589"/>
                <a:ext cx="3347280" cy="127800"/>
              </p14:xfrm>
            </p:contentPart>
          </mc:Choice>
          <mc:Fallback>
            <p:pic>
              <p:nvPicPr>
                <p:cNvPr id="305" name="잉크 304">
                  <a:extLst>
                    <a:ext uri="{FF2B5EF4-FFF2-40B4-BE49-F238E27FC236}">
                      <a16:creationId xmlns:a16="http://schemas.microsoft.com/office/drawing/2014/main" id="{1D6CB3AA-1FC5-6754-C5A2-9BAF30734607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8398114" y="5837739"/>
                  <a:ext cx="3378635" cy="3188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13">
              <p14:nvContentPartPr>
                <p14:cNvPr id="307" name="잉크 306">
                  <a:extLst>
                    <a:ext uri="{FF2B5EF4-FFF2-40B4-BE49-F238E27FC236}">
                      <a16:creationId xmlns:a16="http://schemas.microsoft.com/office/drawing/2014/main" id="{3422E558-FDEF-AF63-FC76-413F9DBB74E2}"/>
                    </a:ext>
                  </a:extLst>
                </p14:cNvPr>
                <p14:cNvContentPartPr/>
                <p14:nvPr/>
              </p14:nvContentPartPr>
              <p14:xfrm>
                <a:off x="9960311" y="4686549"/>
                <a:ext cx="702000" cy="829800"/>
              </p14:xfrm>
            </p:contentPart>
          </mc:Choice>
          <mc:Fallback>
            <p:pic>
              <p:nvPicPr>
                <p:cNvPr id="307" name="잉크 306">
                  <a:extLst>
                    <a:ext uri="{FF2B5EF4-FFF2-40B4-BE49-F238E27FC236}">
                      <a16:creationId xmlns:a16="http://schemas.microsoft.com/office/drawing/2014/main" id="{3422E558-FDEF-AF63-FC76-413F9DBB74E2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9944327" y="4590581"/>
                  <a:ext cx="733328" cy="102109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15">
            <p14:nvContentPartPr>
              <p14:cNvPr id="309" name="잉크 308">
                <a:extLst>
                  <a:ext uri="{FF2B5EF4-FFF2-40B4-BE49-F238E27FC236}">
                    <a16:creationId xmlns:a16="http://schemas.microsoft.com/office/drawing/2014/main" id="{E626A5F3-16A0-E504-B992-64990315D8C9}"/>
                  </a:ext>
                </a:extLst>
              </p14:cNvPr>
              <p14:cNvContentPartPr/>
              <p14:nvPr/>
            </p14:nvContentPartPr>
            <p14:xfrm>
              <a:off x="5783507" y="7094566"/>
              <a:ext cx="203" cy="87480"/>
            </p14:xfrm>
          </p:contentPart>
        </mc:Choice>
        <mc:Fallback>
          <p:pic>
            <p:nvPicPr>
              <p:cNvPr id="309" name="잉크 308">
                <a:extLst>
                  <a:ext uri="{FF2B5EF4-FFF2-40B4-BE49-F238E27FC236}">
                    <a16:creationId xmlns:a16="http://schemas.microsoft.com/office/drawing/2014/main" id="{E626A5F3-16A0-E504-B992-64990315D8C9}"/>
                  </a:ext>
                </a:extLst>
              </p:cNvPr>
              <p:cNvPicPr/>
              <p:nvPr/>
            </p:nvPicPr>
            <p:blipFill>
              <a:blip r:embed="rId416"/>
              <a:stretch>
                <a:fillRect/>
              </a:stretch>
            </p:blipFill>
            <p:spPr>
              <a:xfrm>
                <a:off x="5778635" y="7040566"/>
                <a:ext cx="1015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17">
            <p14:nvContentPartPr>
              <p14:cNvPr id="322" name="잉크 321">
                <a:extLst>
                  <a:ext uri="{FF2B5EF4-FFF2-40B4-BE49-F238E27FC236}">
                    <a16:creationId xmlns:a16="http://schemas.microsoft.com/office/drawing/2014/main" id="{39893908-18DE-3E7C-E19B-5336BEAAFB78}"/>
                  </a:ext>
                </a:extLst>
              </p14:cNvPr>
              <p14:cNvContentPartPr/>
              <p14:nvPr/>
            </p14:nvContentPartPr>
            <p14:xfrm>
              <a:off x="648917" y="6045414"/>
              <a:ext cx="347288" cy="641318"/>
            </p14:xfrm>
          </p:contentPart>
        </mc:Choice>
        <mc:Fallback>
          <p:pic>
            <p:nvPicPr>
              <p:cNvPr id="322" name="잉크 321">
                <a:extLst>
                  <a:ext uri="{FF2B5EF4-FFF2-40B4-BE49-F238E27FC236}">
                    <a16:creationId xmlns:a16="http://schemas.microsoft.com/office/drawing/2014/main" id="{39893908-18DE-3E7C-E19B-5336BEAAFB78}"/>
                  </a:ext>
                </a:extLst>
              </p:cNvPr>
              <p:cNvPicPr/>
              <p:nvPr/>
            </p:nvPicPr>
            <p:blipFill>
              <a:blip r:embed="rId418"/>
              <a:stretch>
                <a:fillRect/>
              </a:stretch>
            </p:blipFill>
            <p:spPr>
              <a:xfrm>
                <a:off x="639920" y="5991431"/>
                <a:ext cx="364922" cy="748924"/>
              </a:xfrm>
              <a:prstGeom prst="rect">
                <a:avLst/>
              </a:prstGeom>
            </p:spPr>
          </p:pic>
        </mc:Fallback>
      </mc:AlternateContent>
      <p:grpSp>
        <p:nvGrpSpPr>
          <p:cNvPr id="324" name="그룹 323">
            <a:extLst>
              <a:ext uri="{FF2B5EF4-FFF2-40B4-BE49-F238E27FC236}">
                <a16:creationId xmlns:a16="http://schemas.microsoft.com/office/drawing/2014/main" id="{74291057-C451-002A-74C7-2CA169532E48}"/>
              </a:ext>
            </a:extLst>
          </p:cNvPr>
          <p:cNvGrpSpPr/>
          <p:nvPr/>
        </p:nvGrpSpPr>
        <p:grpSpPr>
          <a:xfrm>
            <a:off x="291910" y="5285431"/>
            <a:ext cx="1715985" cy="695993"/>
            <a:chOff x="518951" y="1987989"/>
            <a:chExt cx="3050640" cy="123732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19">
              <p14:nvContentPartPr>
                <p14:cNvPr id="207" name="잉크 206">
                  <a:extLst>
                    <a:ext uri="{FF2B5EF4-FFF2-40B4-BE49-F238E27FC236}">
                      <a16:creationId xmlns:a16="http://schemas.microsoft.com/office/drawing/2014/main" id="{8B21DB1B-BB5A-50AB-9107-C74ECC700A89}"/>
                    </a:ext>
                  </a:extLst>
                </p14:cNvPr>
                <p14:cNvContentPartPr/>
                <p14:nvPr/>
              </p14:nvContentPartPr>
              <p14:xfrm>
                <a:off x="953111" y="2343309"/>
                <a:ext cx="1048680" cy="20520"/>
              </p14:xfrm>
            </p:contentPart>
          </mc:Choice>
          <mc:Fallback>
            <p:pic>
              <p:nvPicPr>
                <p:cNvPr id="207" name="잉크 206">
                  <a:extLst>
                    <a:ext uri="{FF2B5EF4-FFF2-40B4-BE49-F238E27FC236}">
                      <a16:creationId xmlns:a16="http://schemas.microsoft.com/office/drawing/2014/main" id="{8B21DB1B-BB5A-50AB-9107-C74ECC700A89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937115" y="2250036"/>
                  <a:ext cx="1080032" cy="2064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21">
              <p14:nvContentPartPr>
                <p14:cNvPr id="208" name="잉크 207">
                  <a:extLst>
                    <a:ext uri="{FF2B5EF4-FFF2-40B4-BE49-F238E27FC236}">
                      <a16:creationId xmlns:a16="http://schemas.microsoft.com/office/drawing/2014/main" id="{39DB9A99-129E-A63D-EDF9-D84525AA06AF}"/>
                    </a:ext>
                  </a:extLst>
                </p14:cNvPr>
                <p14:cNvContentPartPr/>
                <p14:nvPr/>
              </p14:nvContentPartPr>
              <p14:xfrm>
                <a:off x="1650791" y="2271669"/>
                <a:ext cx="353520" cy="250200"/>
              </p14:xfrm>
            </p:contentPart>
          </mc:Choice>
          <mc:Fallback>
            <p:pic>
              <p:nvPicPr>
                <p:cNvPr id="208" name="잉크 207">
                  <a:extLst>
                    <a:ext uri="{FF2B5EF4-FFF2-40B4-BE49-F238E27FC236}">
                      <a16:creationId xmlns:a16="http://schemas.microsoft.com/office/drawing/2014/main" id="{39DB9A99-129E-A63D-EDF9-D84525AA06AF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1634809" y="2175684"/>
                  <a:ext cx="384845" cy="4415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23">
              <p14:nvContentPartPr>
                <p14:cNvPr id="209" name="잉크 208">
                  <a:extLst>
                    <a:ext uri="{FF2B5EF4-FFF2-40B4-BE49-F238E27FC236}">
                      <a16:creationId xmlns:a16="http://schemas.microsoft.com/office/drawing/2014/main" id="{DA12C4AE-B831-FED9-D0C9-43E9DEC3E8FE}"/>
                    </a:ext>
                  </a:extLst>
                </p14:cNvPr>
                <p14:cNvContentPartPr/>
                <p14:nvPr/>
              </p14:nvContentPartPr>
              <p14:xfrm>
                <a:off x="2081711" y="2347629"/>
                <a:ext cx="1487880" cy="35640"/>
              </p14:xfrm>
            </p:contentPart>
          </mc:Choice>
          <mc:Fallback>
            <p:pic>
              <p:nvPicPr>
                <p:cNvPr id="209" name="잉크 208">
                  <a:extLst>
                    <a:ext uri="{FF2B5EF4-FFF2-40B4-BE49-F238E27FC236}">
                      <a16:creationId xmlns:a16="http://schemas.microsoft.com/office/drawing/2014/main" id="{DA12C4AE-B831-FED9-D0C9-43E9DEC3E8FE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2065712" y="2252165"/>
                  <a:ext cx="1519237" cy="2259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25">
              <p14:nvContentPartPr>
                <p14:cNvPr id="210" name="잉크 209">
                  <a:extLst>
                    <a:ext uri="{FF2B5EF4-FFF2-40B4-BE49-F238E27FC236}">
                      <a16:creationId xmlns:a16="http://schemas.microsoft.com/office/drawing/2014/main" id="{CD6F15ED-37E6-056D-8122-35F5BA3EB340}"/>
                    </a:ext>
                  </a:extLst>
                </p14:cNvPr>
                <p14:cNvContentPartPr/>
                <p14:nvPr/>
              </p14:nvContentPartPr>
              <p14:xfrm>
                <a:off x="3099071" y="2266269"/>
                <a:ext cx="371880" cy="208800"/>
              </p14:xfrm>
            </p:contentPart>
          </mc:Choice>
          <mc:Fallback>
            <p:pic>
              <p:nvPicPr>
                <p:cNvPr id="210" name="잉크 209">
                  <a:extLst>
                    <a:ext uri="{FF2B5EF4-FFF2-40B4-BE49-F238E27FC236}">
                      <a16:creationId xmlns:a16="http://schemas.microsoft.com/office/drawing/2014/main" id="{CD6F15ED-37E6-056D-8122-35F5BA3EB340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3083069" y="2170489"/>
                  <a:ext cx="403243" cy="3997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27">
              <p14:nvContentPartPr>
                <p14:cNvPr id="212" name="잉크 211">
                  <a:extLst>
                    <a:ext uri="{FF2B5EF4-FFF2-40B4-BE49-F238E27FC236}">
                      <a16:creationId xmlns:a16="http://schemas.microsoft.com/office/drawing/2014/main" id="{C2F072A2-729E-EC36-9108-7070C96317DD}"/>
                    </a:ext>
                  </a:extLst>
                </p14:cNvPr>
                <p14:cNvContentPartPr/>
                <p14:nvPr/>
              </p14:nvContentPartPr>
              <p14:xfrm>
                <a:off x="518951" y="2000949"/>
                <a:ext cx="1195560" cy="1177200"/>
              </p14:xfrm>
            </p:contentPart>
          </mc:Choice>
          <mc:Fallback>
            <p:pic>
              <p:nvPicPr>
                <p:cNvPr id="212" name="잉크 211">
                  <a:extLst>
                    <a:ext uri="{FF2B5EF4-FFF2-40B4-BE49-F238E27FC236}">
                      <a16:creationId xmlns:a16="http://schemas.microsoft.com/office/drawing/2014/main" id="{C2F072A2-729E-EC36-9108-7070C96317DD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503599" y="1905621"/>
                  <a:ext cx="1226904" cy="13684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29">
              <p14:nvContentPartPr>
                <p14:cNvPr id="213" name="잉크 212">
                  <a:extLst>
                    <a:ext uri="{FF2B5EF4-FFF2-40B4-BE49-F238E27FC236}">
                      <a16:creationId xmlns:a16="http://schemas.microsoft.com/office/drawing/2014/main" id="{D5965D81-F5BE-8221-5106-23376D138898}"/>
                    </a:ext>
                  </a:extLst>
                </p14:cNvPr>
                <p14:cNvContentPartPr/>
                <p14:nvPr/>
              </p14:nvContentPartPr>
              <p14:xfrm>
                <a:off x="1517231" y="2367789"/>
                <a:ext cx="1957680" cy="25200"/>
              </p14:xfrm>
            </p:contentPart>
          </mc:Choice>
          <mc:Fallback>
            <p:pic>
              <p:nvPicPr>
                <p:cNvPr id="213" name="잉크 212">
                  <a:extLst>
                    <a:ext uri="{FF2B5EF4-FFF2-40B4-BE49-F238E27FC236}">
                      <a16:creationId xmlns:a16="http://schemas.microsoft.com/office/drawing/2014/main" id="{D5965D81-F5BE-8221-5106-23376D138898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501232" y="2273289"/>
                  <a:ext cx="1989039" cy="2135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31">
              <p14:nvContentPartPr>
                <p14:cNvPr id="214" name="잉크 213">
                  <a:extLst>
                    <a:ext uri="{FF2B5EF4-FFF2-40B4-BE49-F238E27FC236}">
                      <a16:creationId xmlns:a16="http://schemas.microsoft.com/office/drawing/2014/main" id="{D6CAF49A-956F-A330-8542-4FCB34DE34D8}"/>
                    </a:ext>
                  </a:extLst>
                </p14:cNvPr>
                <p14:cNvContentPartPr/>
                <p14:nvPr/>
              </p14:nvContentPartPr>
              <p14:xfrm>
                <a:off x="2993951" y="2237109"/>
                <a:ext cx="304200" cy="274320"/>
              </p14:xfrm>
            </p:contentPart>
          </mc:Choice>
          <mc:Fallback>
            <p:pic>
              <p:nvPicPr>
                <p:cNvPr id="214" name="잉크 213">
                  <a:extLst>
                    <a:ext uri="{FF2B5EF4-FFF2-40B4-BE49-F238E27FC236}">
                      <a16:creationId xmlns:a16="http://schemas.microsoft.com/office/drawing/2014/main" id="{D6CAF49A-956F-A330-8542-4FCB34DE34D8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2977974" y="2141193"/>
                  <a:ext cx="335515" cy="4655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33">
              <p14:nvContentPartPr>
                <p14:cNvPr id="215" name="잉크 214">
                  <a:extLst>
                    <a:ext uri="{FF2B5EF4-FFF2-40B4-BE49-F238E27FC236}">
                      <a16:creationId xmlns:a16="http://schemas.microsoft.com/office/drawing/2014/main" id="{7B5C1730-7B55-13F0-DA75-C4F49F3D8AF8}"/>
                    </a:ext>
                  </a:extLst>
                </p14:cNvPr>
                <p14:cNvContentPartPr/>
                <p14:nvPr/>
              </p14:nvContentPartPr>
              <p14:xfrm>
                <a:off x="3121751" y="2217669"/>
                <a:ext cx="337320" cy="263520"/>
              </p14:xfrm>
            </p:contentPart>
          </mc:Choice>
          <mc:Fallback>
            <p:pic>
              <p:nvPicPr>
                <p:cNvPr id="215" name="잉크 214">
                  <a:extLst>
                    <a:ext uri="{FF2B5EF4-FFF2-40B4-BE49-F238E27FC236}">
                      <a16:creationId xmlns:a16="http://schemas.microsoft.com/office/drawing/2014/main" id="{7B5C1730-7B55-13F0-DA75-C4F49F3D8AF8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3106389" y="2121727"/>
                  <a:ext cx="368684" cy="4547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35">
              <p14:nvContentPartPr>
                <p14:cNvPr id="216" name="잉크 215">
                  <a:extLst>
                    <a:ext uri="{FF2B5EF4-FFF2-40B4-BE49-F238E27FC236}">
                      <a16:creationId xmlns:a16="http://schemas.microsoft.com/office/drawing/2014/main" id="{8BAF36CE-52F6-C444-4E1C-F1D8147F3CB8}"/>
                    </a:ext>
                  </a:extLst>
                </p14:cNvPr>
                <p14:cNvContentPartPr/>
                <p14:nvPr/>
              </p14:nvContentPartPr>
              <p14:xfrm>
                <a:off x="3069911" y="2266269"/>
                <a:ext cx="408960" cy="333000"/>
              </p14:xfrm>
            </p:contentPart>
          </mc:Choice>
          <mc:Fallback>
            <p:pic>
              <p:nvPicPr>
                <p:cNvPr id="216" name="잉크 215">
                  <a:extLst>
                    <a:ext uri="{FF2B5EF4-FFF2-40B4-BE49-F238E27FC236}">
                      <a16:creationId xmlns:a16="http://schemas.microsoft.com/office/drawing/2014/main" id="{8BAF36CE-52F6-C444-4E1C-F1D8147F3CB8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3053936" y="2170396"/>
                  <a:ext cx="440271" cy="5241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37">
              <p14:nvContentPartPr>
                <p14:cNvPr id="310" name="잉크 309">
                  <a:extLst>
                    <a:ext uri="{FF2B5EF4-FFF2-40B4-BE49-F238E27FC236}">
                      <a16:creationId xmlns:a16="http://schemas.microsoft.com/office/drawing/2014/main" id="{03DB7CD7-836E-FD9B-3DE2-5A11D114C903}"/>
                    </a:ext>
                  </a:extLst>
                </p14:cNvPr>
                <p14:cNvContentPartPr/>
                <p14:nvPr/>
              </p14:nvContentPartPr>
              <p14:xfrm>
                <a:off x="2091431" y="2344029"/>
                <a:ext cx="655200" cy="572760"/>
              </p14:xfrm>
            </p:contentPart>
          </mc:Choice>
          <mc:Fallback>
            <p:pic>
              <p:nvPicPr>
                <p:cNvPr id="310" name="잉크 309">
                  <a:extLst>
                    <a:ext uri="{FF2B5EF4-FFF2-40B4-BE49-F238E27FC236}">
                      <a16:creationId xmlns:a16="http://schemas.microsoft.com/office/drawing/2014/main" id="{03DB7CD7-836E-FD9B-3DE2-5A11D114C903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2075435" y="2248782"/>
                  <a:ext cx="686552" cy="7638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39">
              <p14:nvContentPartPr>
                <p14:cNvPr id="311" name="잉크 310">
                  <a:extLst>
                    <a:ext uri="{FF2B5EF4-FFF2-40B4-BE49-F238E27FC236}">
                      <a16:creationId xmlns:a16="http://schemas.microsoft.com/office/drawing/2014/main" id="{9F1683AD-8568-6F54-1C34-40E5110F5D34}"/>
                    </a:ext>
                  </a:extLst>
                </p14:cNvPr>
                <p14:cNvContentPartPr/>
                <p14:nvPr/>
              </p14:nvContentPartPr>
              <p14:xfrm>
                <a:off x="2052191" y="2461029"/>
                <a:ext cx="586440" cy="64440"/>
              </p14:xfrm>
            </p:contentPart>
          </mc:Choice>
          <mc:Fallback>
            <p:pic>
              <p:nvPicPr>
                <p:cNvPr id="311" name="잉크 310">
                  <a:extLst>
                    <a:ext uri="{FF2B5EF4-FFF2-40B4-BE49-F238E27FC236}">
                      <a16:creationId xmlns:a16="http://schemas.microsoft.com/office/drawing/2014/main" id="{9F1683AD-8568-6F54-1C34-40E5110F5D34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2036843" y="2365326"/>
                  <a:ext cx="617776" cy="2552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41">
              <p14:nvContentPartPr>
                <p14:cNvPr id="312" name="잉크 311">
                  <a:extLst>
                    <a:ext uri="{FF2B5EF4-FFF2-40B4-BE49-F238E27FC236}">
                      <a16:creationId xmlns:a16="http://schemas.microsoft.com/office/drawing/2014/main" id="{7867A296-B76E-C193-191F-A6876328D0B2}"/>
                    </a:ext>
                  </a:extLst>
                </p14:cNvPr>
                <p14:cNvContentPartPr/>
                <p14:nvPr/>
              </p14:nvContentPartPr>
              <p14:xfrm>
                <a:off x="2130311" y="2597109"/>
                <a:ext cx="772560" cy="56520"/>
              </p14:xfrm>
            </p:contentPart>
          </mc:Choice>
          <mc:Fallback>
            <p:pic>
              <p:nvPicPr>
                <p:cNvPr id="312" name="잉크 311">
                  <a:extLst>
                    <a:ext uri="{FF2B5EF4-FFF2-40B4-BE49-F238E27FC236}">
                      <a16:creationId xmlns:a16="http://schemas.microsoft.com/office/drawing/2014/main" id="{7867A296-B76E-C193-191F-A6876328D0B2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2114323" y="2501851"/>
                  <a:ext cx="803897" cy="2464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43">
              <p14:nvContentPartPr>
                <p14:cNvPr id="313" name="잉크 312">
                  <a:extLst>
                    <a:ext uri="{FF2B5EF4-FFF2-40B4-BE49-F238E27FC236}">
                      <a16:creationId xmlns:a16="http://schemas.microsoft.com/office/drawing/2014/main" id="{38D0E2E8-1B16-0BD8-44BB-CD817AEC7189}"/>
                    </a:ext>
                  </a:extLst>
                </p14:cNvPr>
                <p14:cNvContentPartPr/>
                <p14:nvPr/>
              </p14:nvContentPartPr>
              <p14:xfrm>
                <a:off x="2285831" y="2704029"/>
                <a:ext cx="406080" cy="30600"/>
              </p14:xfrm>
            </p:contentPart>
          </mc:Choice>
          <mc:Fallback>
            <p:pic>
              <p:nvPicPr>
                <p:cNvPr id="313" name="잉크 312">
                  <a:extLst>
                    <a:ext uri="{FF2B5EF4-FFF2-40B4-BE49-F238E27FC236}">
                      <a16:creationId xmlns:a16="http://schemas.microsoft.com/office/drawing/2014/main" id="{38D0E2E8-1B16-0BD8-44BB-CD817AEC7189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2269844" y="2608404"/>
                  <a:ext cx="437415" cy="2212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45">
              <p14:nvContentPartPr>
                <p14:cNvPr id="314" name="잉크 313">
                  <a:extLst>
                    <a:ext uri="{FF2B5EF4-FFF2-40B4-BE49-F238E27FC236}">
                      <a16:creationId xmlns:a16="http://schemas.microsoft.com/office/drawing/2014/main" id="{03755013-8BC8-3D64-9799-47993BFD6E28}"/>
                    </a:ext>
                  </a:extLst>
                </p14:cNvPr>
                <p14:cNvContentPartPr/>
                <p14:nvPr/>
              </p14:nvContentPartPr>
              <p14:xfrm>
                <a:off x="2256671" y="2742909"/>
                <a:ext cx="425880" cy="360"/>
              </p14:xfrm>
            </p:contentPart>
          </mc:Choice>
          <mc:Fallback>
            <p:pic>
              <p:nvPicPr>
                <p:cNvPr id="314" name="잉크 313">
                  <a:extLst>
                    <a:ext uri="{FF2B5EF4-FFF2-40B4-BE49-F238E27FC236}">
                      <a16:creationId xmlns:a16="http://schemas.microsoft.com/office/drawing/2014/main" id="{03755013-8BC8-3D64-9799-47993BFD6E28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2240685" y="2688909"/>
                  <a:ext cx="457214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47">
              <p14:nvContentPartPr>
                <p14:cNvPr id="315" name="잉크 314">
                  <a:extLst>
                    <a:ext uri="{FF2B5EF4-FFF2-40B4-BE49-F238E27FC236}">
                      <a16:creationId xmlns:a16="http://schemas.microsoft.com/office/drawing/2014/main" id="{FA81093B-E450-F02C-9002-09BEA536A6F0}"/>
                    </a:ext>
                  </a:extLst>
                </p14:cNvPr>
                <p14:cNvContentPartPr/>
                <p14:nvPr/>
              </p14:nvContentPartPr>
              <p14:xfrm>
                <a:off x="2208071" y="2762349"/>
                <a:ext cx="408600" cy="15480"/>
              </p14:xfrm>
            </p:contentPart>
          </mc:Choice>
          <mc:Fallback>
            <p:pic>
              <p:nvPicPr>
                <p:cNvPr id="315" name="잉크 314">
                  <a:extLst>
                    <a:ext uri="{FF2B5EF4-FFF2-40B4-BE49-F238E27FC236}">
                      <a16:creationId xmlns:a16="http://schemas.microsoft.com/office/drawing/2014/main" id="{FA81093B-E450-F02C-9002-09BEA536A6F0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2192085" y="2669469"/>
                  <a:ext cx="439932" cy="2006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49">
              <p14:nvContentPartPr>
                <p14:cNvPr id="316" name="잉크 315">
                  <a:extLst>
                    <a:ext uri="{FF2B5EF4-FFF2-40B4-BE49-F238E27FC236}">
                      <a16:creationId xmlns:a16="http://schemas.microsoft.com/office/drawing/2014/main" id="{A2B2EE1F-14A9-A91A-B0CE-9ACA07F623BD}"/>
                    </a:ext>
                  </a:extLst>
                </p14:cNvPr>
                <p14:cNvContentPartPr/>
                <p14:nvPr/>
              </p14:nvContentPartPr>
              <p14:xfrm>
                <a:off x="2159471" y="2820669"/>
                <a:ext cx="464400" cy="33840"/>
              </p14:xfrm>
            </p:contentPart>
          </mc:Choice>
          <mc:Fallback>
            <p:pic>
              <p:nvPicPr>
                <p:cNvPr id="316" name="잉크 315">
                  <a:extLst>
                    <a:ext uri="{FF2B5EF4-FFF2-40B4-BE49-F238E27FC236}">
                      <a16:creationId xmlns:a16="http://schemas.microsoft.com/office/drawing/2014/main" id="{A2B2EE1F-14A9-A91A-B0CE-9ACA07F623BD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2143479" y="2725534"/>
                  <a:ext cx="495744" cy="2247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51">
              <p14:nvContentPartPr>
                <p14:cNvPr id="317" name="잉크 316">
                  <a:extLst>
                    <a:ext uri="{FF2B5EF4-FFF2-40B4-BE49-F238E27FC236}">
                      <a16:creationId xmlns:a16="http://schemas.microsoft.com/office/drawing/2014/main" id="{14B9DF74-6946-32CB-DAEF-E168B96D837F}"/>
                    </a:ext>
                  </a:extLst>
                </p14:cNvPr>
                <p14:cNvContentPartPr/>
                <p14:nvPr/>
              </p14:nvContentPartPr>
              <p14:xfrm>
                <a:off x="2271071" y="2383269"/>
                <a:ext cx="54000" cy="510120"/>
              </p14:xfrm>
            </p:contentPart>
          </mc:Choice>
          <mc:Fallback>
            <p:pic>
              <p:nvPicPr>
                <p:cNvPr id="317" name="잉크 316">
                  <a:extLst>
                    <a:ext uri="{FF2B5EF4-FFF2-40B4-BE49-F238E27FC236}">
                      <a16:creationId xmlns:a16="http://schemas.microsoft.com/office/drawing/2014/main" id="{14B9DF74-6946-32CB-DAEF-E168B96D837F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2255189" y="2287382"/>
                  <a:ext cx="85129" cy="7012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53">
              <p14:nvContentPartPr>
                <p14:cNvPr id="318" name="잉크 317">
                  <a:extLst>
                    <a:ext uri="{FF2B5EF4-FFF2-40B4-BE49-F238E27FC236}">
                      <a16:creationId xmlns:a16="http://schemas.microsoft.com/office/drawing/2014/main" id="{9D086FB4-2A80-6D9A-B0FF-7378108B51AE}"/>
                    </a:ext>
                  </a:extLst>
                </p14:cNvPr>
                <p14:cNvContentPartPr/>
                <p14:nvPr/>
              </p14:nvContentPartPr>
              <p14:xfrm>
                <a:off x="2445671" y="2392989"/>
                <a:ext cx="64440" cy="484920"/>
              </p14:xfrm>
            </p:contentPart>
          </mc:Choice>
          <mc:Fallback>
            <p:pic>
              <p:nvPicPr>
                <p:cNvPr id="318" name="잉크 317">
                  <a:extLst>
                    <a:ext uri="{FF2B5EF4-FFF2-40B4-BE49-F238E27FC236}">
                      <a16:creationId xmlns:a16="http://schemas.microsoft.com/office/drawing/2014/main" id="{9D086FB4-2A80-6D9A-B0FF-7378108B51AE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2429721" y="2297029"/>
                  <a:ext cx="95703" cy="6762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55">
              <p14:nvContentPartPr>
                <p14:cNvPr id="319" name="잉크 318">
                  <a:extLst>
                    <a:ext uri="{FF2B5EF4-FFF2-40B4-BE49-F238E27FC236}">
                      <a16:creationId xmlns:a16="http://schemas.microsoft.com/office/drawing/2014/main" id="{05DE2CFA-0372-B9A6-D49E-F96CEEB0A10C}"/>
                    </a:ext>
                  </a:extLst>
                </p14:cNvPr>
                <p14:cNvContentPartPr/>
                <p14:nvPr/>
              </p14:nvContentPartPr>
              <p14:xfrm>
                <a:off x="2593271" y="2431869"/>
                <a:ext cx="14040" cy="476280"/>
              </p14:xfrm>
            </p:contentPart>
          </mc:Choice>
          <mc:Fallback>
            <p:pic>
              <p:nvPicPr>
                <p:cNvPr id="319" name="잉크 318">
                  <a:extLst>
                    <a:ext uri="{FF2B5EF4-FFF2-40B4-BE49-F238E27FC236}">
                      <a16:creationId xmlns:a16="http://schemas.microsoft.com/office/drawing/2014/main" id="{05DE2CFA-0372-B9A6-D49E-F96CEEB0A10C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2577316" y="2335845"/>
                  <a:ext cx="45311" cy="6676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57">
              <p14:nvContentPartPr>
                <p14:cNvPr id="320" name="잉크 319">
                  <a:extLst>
                    <a:ext uri="{FF2B5EF4-FFF2-40B4-BE49-F238E27FC236}">
                      <a16:creationId xmlns:a16="http://schemas.microsoft.com/office/drawing/2014/main" id="{1621D7C4-6B75-F0CF-36F6-9C2F690432CF}"/>
                    </a:ext>
                  </a:extLst>
                </p14:cNvPr>
                <p14:cNvContentPartPr/>
                <p14:nvPr/>
              </p14:nvContentPartPr>
              <p14:xfrm>
                <a:off x="2178911" y="2451309"/>
                <a:ext cx="10440" cy="399600"/>
              </p14:xfrm>
            </p:contentPart>
          </mc:Choice>
          <mc:Fallback>
            <p:pic>
              <p:nvPicPr>
                <p:cNvPr id="320" name="잉크 319">
                  <a:extLst>
                    <a:ext uri="{FF2B5EF4-FFF2-40B4-BE49-F238E27FC236}">
                      <a16:creationId xmlns:a16="http://schemas.microsoft.com/office/drawing/2014/main" id="{1621D7C4-6B75-F0CF-36F6-9C2F690432CF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2163558" y="2355405"/>
                  <a:ext cx="40532" cy="5907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59">
              <p14:nvContentPartPr>
                <p14:cNvPr id="323" name="잉크 322">
                  <a:extLst>
                    <a:ext uri="{FF2B5EF4-FFF2-40B4-BE49-F238E27FC236}">
                      <a16:creationId xmlns:a16="http://schemas.microsoft.com/office/drawing/2014/main" id="{ABDDF68F-E50E-36C8-4EF0-1731B3013526}"/>
                    </a:ext>
                  </a:extLst>
                </p14:cNvPr>
                <p14:cNvContentPartPr/>
                <p14:nvPr/>
              </p14:nvContentPartPr>
              <p14:xfrm>
                <a:off x="1567631" y="1987989"/>
                <a:ext cx="1507320" cy="1237320"/>
              </p14:xfrm>
            </p:contentPart>
          </mc:Choice>
          <mc:Fallback>
            <p:pic>
              <p:nvPicPr>
                <p:cNvPr id="323" name="잉크 322">
                  <a:extLst>
                    <a:ext uri="{FF2B5EF4-FFF2-40B4-BE49-F238E27FC236}">
                      <a16:creationId xmlns:a16="http://schemas.microsoft.com/office/drawing/2014/main" id="{ABDDF68F-E50E-36C8-4EF0-1731B3013526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552276" y="1892023"/>
                  <a:ext cx="1538669" cy="1428612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61">
            <p14:nvContentPartPr>
              <p14:cNvPr id="348" name="잉크 347">
                <a:extLst>
                  <a:ext uri="{FF2B5EF4-FFF2-40B4-BE49-F238E27FC236}">
                    <a16:creationId xmlns:a16="http://schemas.microsoft.com/office/drawing/2014/main" id="{09E35E61-DE92-DA6A-2C10-753175480FA8}"/>
                  </a:ext>
                </a:extLst>
              </p14:cNvPr>
              <p14:cNvContentPartPr/>
              <p14:nvPr/>
            </p14:nvContentPartPr>
            <p14:xfrm>
              <a:off x="2106512" y="7198449"/>
              <a:ext cx="235508" cy="203"/>
            </p14:xfrm>
          </p:contentPart>
        </mc:Choice>
        <mc:Fallback>
          <p:pic>
            <p:nvPicPr>
              <p:cNvPr id="348" name="잉크 347">
                <a:extLst>
                  <a:ext uri="{FF2B5EF4-FFF2-40B4-BE49-F238E27FC236}">
                    <a16:creationId xmlns:a16="http://schemas.microsoft.com/office/drawing/2014/main" id="{09E35E61-DE92-DA6A-2C10-753175480FA8}"/>
                  </a:ext>
                </a:extLst>
              </p:cNvPr>
              <p:cNvPicPr/>
              <p:nvPr/>
            </p:nvPicPr>
            <p:blipFill>
              <a:blip r:embed="rId462"/>
              <a:stretch>
                <a:fillRect/>
              </a:stretch>
            </p:blipFill>
            <p:spPr>
              <a:xfrm>
                <a:off x="2100390" y="7194998"/>
                <a:ext cx="247752" cy="7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3">
            <p14:nvContentPartPr>
              <p14:cNvPr id="349" name="잉크 348">
                <a:extLst>
                  <a:ext uri="{FF2B5EF4-FFF2-40B4-BE49-F238E27FC236}">
                    <a16:creationId xmlns:a16="http://schemas.microsoft.com/office/drawing/2014/main" id="{5DE65D17-7AFF-6360-37D2-609D5AC7E103}"/>
                  </a:ext>
                </a:extLst>
              </p14:cNvPr>
              <p14:cNvContentPartPr/>
              <p14:nvPr/>
            </p14:nvContentPartPr>
            <p14:xfrm>
              <a:off x="1087127" y="5392756"/>
              <a:ext cx="609120" cy="522450"/>
            </p14:xfrm>
          </p:contentPart>
        </mc:Choice>
        <mc:Fallback>
          <p:pic>
            <p:nvPicPr>
              <p:cNvPr id="349" name="잉크 348">
                <a:extLst>
                  <a:ext uri="{FF2B5EF4-FFF2-40B4-BE49-F238E27FC236}">
                    <a16:creationId xmlns:a16="http://schemas.microsoft.com/office/drawing/2014/main" id="{5DE65D17-7AFF-6360-37D2-609D5AC7E103}"/>
                  </a:ext>
                </a:extLst>
              </p:cNvPr>
              <p:cNvPicPr/>
              <p:nvPr/>
            </p:nvPicPr>
            <p:blipFill>
              <a:blip r:embed="rId464"/>
              <a:stretch>
                <a:fillRect/>
              </a:stretch>
            </p:blipFill>
            <p:spPr>
              <a:xfrm>
                <a:off x="1081011" y="5386639"/>
                <a:ext cx="621353" cy="5346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5">
            <p14:nvContentPartPr>
              <p14:cNvPr id="375" name="잉크 374">
                <a:extLst>
                  <a:ext uri="{FF2B5EF4-FFF2-40B4-BE49-F238E27FC236}">
                    <a16:creationId xmlns:a16="http://schemas.microsoft.com/office/drawing/2014/main" id="{87A4CBC6-5CB6-0ADF-E00A-77B9E3EE8D8F}"/>
                  </a:ext>
                </a:extLst>
              </p14:cNvPr>
              <p14:cNvContentPartPr/>
              <p14:nvPr/>
            </p14:nvContentPartPr>
            <p14:xfrm>
              <a:off x="2938382" y="5445001"/>
              <a:ext cx="342225" cy="485798"/>
            </p14:xfrm>
          </p:contentPart>
        </mc:Choice>
        <mc:Fallback>
          <p:pic>
            <p:nvPicPr>
              <p:cNvPr id="375" name="잉크 374">
                <a:extLst>
                  <a:ext uri="{FF2B5EF4-FFF2-40B4-BE49-F238E27FC236}">
                    <a16:creationId xmlns:a16="http://schemas.microsoft.com/office/drawing/2014/main" id="{87A4CBC6-5CB6-0ADF-E00A-77B9E3EE8D8F}"/>
                  </a:ext>
                </a:extLst>
              </p:cNvPr>
              <p:cNvPicPr/>
              <p:nvPr/>
            </p:nvPicPr>
            <p:blipFill>
              <a:blip r:embed="rId466"/>
              <a:stretch>
                <a:fillRect/>
              </a:stretch>
            </p:blipFill>
            <p:spPr>
              <a:xfrm>
                <a:off x="2932264" y="5438884"/>
                <a:ext cx="354460" cy="4980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7">
            <p14:nvContentPartPr>
              <p14:cNvPr id="377" name="잉크 376">
                <a:extLst>
                  <a:ext uri="{FF2B5EF4-FFF2-40B4-BE49-F238E27FC236}">
                    <a16:creationId xmlns:a16="http://schemas.microsoft.com/office/drawing/2014/main" id="{02B97FC1-5053-FA95-0E98-3E03C6A7D650}"/>
                  </a:ext>
                </a:extLst>
              </p14:cNvPr>
              <p14:cNvContentPartPr/>
              <p14:nvPr/>
            </p14:nvContentPartPr>
            <p14:xfrm>
              <a:off x="2866495" y="6512581"/>
              <a:ext cx="220725" cy="288360"/>
            </p14:xfrm>
          </p:contentPart>
        </mc:Choice>
        <mc:Fallback>
          <p:pic>
            <p:nvPicPr>
              <p:cNvPr id="377" name="잉크 376">
                <a:extLst>
                  <a:ext uri="{FF2B5EF4-FFF2-40B4-BE49-F238E27FC236}">
                    <a16:creationId xmlns:a16="http://schemas.microsoft.com/office/drawing/2014/main" id="{02B97FC1-5053-FA95-0E98-3E03C6A7D650}"/>
                  </a:ext>
                </a:extLst>
              </p:cNvPr>
              <p:cNvPicPr/>
              <p:nvPr/>
            </p:nvPicPr>
            <p:blipFill>
              <a:blip r:embed="rId468"/>
              <a:stretch>
                <a:fillRect/>
              </a:stretch>
            </p:blipFill>
            <p:spPr>
              <a:xfrm>
                <a:off x="2860374" y="6506461"/>
                <a:ext cx="232967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9">
            <p14:nvContentPartPr>
              <p14:cNvPr id="386" name="잉크 385">
                <a:extLst>
                  <a:ext uri="{FF2B5EF4-FFF2-40B4-BE49-F238E27FC236}">
                    <a16:creationId xmlns:a16="http://schemas.microsoft.com/office/drawing/2014/main" id="{8276D875-C7A2-3CD2-974D-DC8FA3849086}"/>
                  </a:ext>
                </a:extLst>
              </p14:cNvPr>
              <p14:cNvContentPartPr/>
              <p14:nvPr/>
            </p14:nvContentPartPr>
            <p14:xfrm>
              <a:off x="3081955" y="4249441"/>
              <a:ext cx="1035788" cy="283298"/>
            </p14:xfrm>
          </p:contentPart>
        </mc:Choice>
        <mc:Fallback>
          <p:pic>
            <p:nvPicPr>
              <p:cNvPr id="386" name="잉크 385">
                <a:extLst>
                  <a:ext uri="{FF2B5EF4-FFF2-40B4-BE49-F238E27FC236}">
                    <a16:creationId xmlns:a16="http://schemas.microsoft.com/office/drawing/2014/main" id="{8276D875-C7A2-3CD2-974D-DC8FA3849086}"/>
                  </a:ext>
                </a:extLst>
              </p:cNvPr>
              <p:cNvPicPr/>
              <p:nvPr/>
            </p:nvPicPr>
            <p:blipFill>
              <a:blip r:embed="rId470"/>
              <a:stretch>
                <a:fillRect/>
              </a:stretch>
            </p:blipFill>
            <p:spPr>
              <a:xfrm>
                <a:off x="3075835" y="4243329"/>
                <a:ext cx="1048029" cy="2955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1">
            <p14:nvContentPartPr>
              <p14:cNvPr id="402" name="잉크 401">
                <a:extLst>
                  <a:ext uri="{FF2B5EF4-FFF2-40B4-BE49-F238E27FC236}">
                    <a16:creationId xmlns:a16="http://schemas.microsoft.com/office/drawing/2014/main" id="{9EA3E13D-03E2-DCE1-14F9-C32F739463E6}"/>
                  </a:ext>
                </a:extLst>
              </p14:cNvPr>
              <p14:cNvContentPartPr/>
              <p14:nvPr/>
            </p14:nvContentPartPr>
            <p14:xfrm>
              <a:off x="2287143" y="6689566"/>
              <a:ext cx="46373" cy="203"/>
            </p14:xfrm>
          </p:contentPart>
        </mc:Choice>
        <mc:Fallback>
          <p:pic>
            <p:nvPicPr>
              <p:cNvPr id="402" name="잉크 401">
                <a:extLst>
                  <a:ext uri="{FF2B5EF4-FFF2-40B4-BE49-F238E27FC236}">
                    <a16:creationId xmlns:a16="http://schemas.microsoft.com/office/drawing/2014/main" id="{9EA3E13D-03E2-DCE1-14F9-C32F739463E6}"/>
                  </a:ext>
                </a:extLst>
              </p:cNvPr>
              <p:cNvPicPr/>
              <p:nvPr/>
            </p:nvPicPr>
            <p:blipFill>
              <a:blip r:embed="rId472"/>
              <a:stretch>
                <a:fillRect/>
              </a:stretch>
            </p:blipFill>
            <p:spPr>
              <a:xfrm>
                <a:off x="2281032" y="6686115"/>
                <a:ext cx="58595" cy="7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3">
            <p14:nvContentPartPr>
              <p14:cNvPr id="405" name="잉크 404">
                <a:extLst>
                  <a:ext uri="{FF2B5EF4-FFF2-40B4-BE49-F238E27FC236}">
                    <a16:creationId xmlns:a16="http://schemas.microsoft.com/office/drawing/2014/main" id="{CA1E38F8-978B-71E7-4A94-A3C274313D82}"/>
                  </a:ext>
                </a:extLst>
              </p14:cNvPr>
              <p14:cNvContentPartPr/>
              <p14:nvPr/>
            </p14:nvContentPartPr>
            <p14:xfrm>
              <a:off x="4021555" y="4248024"/>
              <a:ext cx="985568" cy="343035"/>
            </p14:xfrm>
          </p:contentPart>
        </mc:Choice>
        <mc:Fallback>
          <p:pic>
            <p:nvPicPr>
              <p:cNvPr id="405" name="잉크 404">
                <a:extLst>
                  <a:ext uri="{FF2B5EF4-FFF2-40B4-BE49-F238E27FC236}">
                    <a16:creationId xmlns:a16="http://schemas.microsoft.com/office/drawing/2014/main" id="{CA1E38F8-978B-71E7-4A94-A3C274313D82}"/>
                  </a:ext>
                </a:extLst>
              </p:cNvPr>
              <p:cNvPicPr/>
              <p:nvPr/>
            </p:nvPicPr>
            <p:blipFill>
              <a:blip r:embed="rId474"/>
              <a:stretch>
                <a:fillRect/>
              </a:stretch>
            </p:blipFill>
            <p:spPr>
              <a:xfrm>
                <a:off x="4015436" y="4241905"/>
                <a:ext cx="997807" cy="3552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5">
            <p14:nvContentPartPr>
              <p14:cNvPr id="422" name="잉크 421">
                <a:extLst>
                  <a:ext uri="{FF2B5EF4-FFF2-40B4-BE49-F238E27FC236}">
                    <a16:creationId xmlns:a16="http://schemas.microsoft.com/office/drawing/2014/main" id="{2BA8B90A-B19F-E99D-FDDF-146C48AFC182}"/>
                  </a:ext>
                </a:extLst>
              </p14:cNvPr>
              <p14:cNvContentPartPr/>
              <p14:nvPr/>
            </p14:nvContentPartPr>
            <p14:xfrm>
              <a:off x="5334970" y="4145154"/>
              <a:ext cx="203" cy="123323"/>
            </p14:xfrm>
          </p:contentPart>
        </mc:Choice>
        <mc:Fallback>
          <p:pic>
            <p:nvPicPr>
              <p:cNvPr id="422" name="잉크 421">
                <a:extLst>
                  <a:ext uri="{FF2B5EF4-FFF2-40B4-BE49-F238E27FC236}">
                    <a16:creationId xmlns:a16="http://schemas.microsoft.com/office/drawing/2014/main" id="{2BA8B90A-B19F-E99D-FDDF-146C48AFC182}"/>
                  </a:ext>
                </a:extLst>
              </p:cNvPr>
              <p:cNvPicPr/>
              <p:nvPr/>
            </p:nvPicPr>
            <p:blipFill>
              <a:blip r:embed="rId476"/>
              <a:stretch>
                <a:fillRect/>
              </a:stretch>
            </p:blipFill>
            <p:spPr>
              <a:xfrm>
                <a:off x="5331519" y="4139042"/>
                <a:ext cx="7105" cy="1355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7">
            <p14:nvContentPartPr>
              <p14:cNvPr id="414" name="잉크 413">
                <a:extLst>
                  <a:ext uri="{FF2B5EF4-FFF2-40B4-BE49-F238E27FC236}">
                    <a16:creationId xmlns:a16="http://schemas.microsoft.com/office/drawing/2014/main" id="{CE15EBF4-04D4-358B-5D47-A9F1302CB2DF}"/>
                  </a:ext>
                </a:extLst>
              </p14:cNvPr>
              <p14:cNvContentPartPr/>
              <p14:nvPr/>
            </p14:nvContentPartPr>
            <p14:xfrm>
              <a:off x="4727470" y="4686841"/>
              <a:ext cx="9923" cy="203"/>
            </p14:xfrm>
          </p:contentPart>
        </mc:Choice>
        <mc:Fallback>
          <p:pic>
            <p:nvPicPr>
              <p:cNvPr id="414" name="잉크 413">
                <a:extLst>
                  <a:ext uri="{FF2B5EF4-FFF2-40B4-BE49-F238E27FC236}">
                    <a16:creationId xmlns:a16="http://schemas.microsoft.com/office/drawing/2014/main" id="{CE15EBF4-04D4-358B-5D47-A9F1302CB2DF}"/>
                  </a:ext>
                </a:extLst>
              </p:cNvPr>
              <p:cNvPicPr/>
              <p:nvPr/>
            </p:nvPicPr>
            <p:blipFill>
              <a:blip r:embed="rId478"/>
              <a:stretch>
                <a:fillRect/>
              </a:stretch>
            </p:blipFill>
            <p:spPr>
              <a:xfrm>
                <a:off x="4721445" y="4683390"/>
                <a:ext cx="21972" cy="7105"/>
              </a:xfrm>
              <a:prstGeom prst="rect">
                <a:avLst/>
              </a:prstGeom>
            </p:spPr>
          </p:pic>
        </mc:Fallback>
      </mc:AlternateContent>
      <p:sp>
        <p:nvSpPr>
          <p:cNvPr id="436" name="TextBox 435">
            <a:extLst>
              <a:ext uri="{FF2B5EF4-FFF2-40B4-BE49-F238E27FC236}">
                <a16:creationId xmlns:a16="http://schemas.microsoft.com/office/drawing/2014/main" id="{F02A5A7D-7F6E-01D8-4B36-7DEFF251C523}"/>
              </a:ext>
            </a:extLst>
          </p:cNvPr>
          <p:cNvSpPr txBox="1"/>
          <p:nvPr/>
        </p:nvSpPr>
        <p:spPr>
          <a:xfrm>
            <a:off x="2515859" y="8400288"/>
            <a:ext cx="41012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화면 전환 </a:t>
            </a:r>
            <a:r>
              <a:rPr lang="en-US" altLang="ko-KR"/>
              <a:t>/ setting  -&gt; uart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/>
              <a:t>sw 0~4 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/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/>
          </a:p>
          <a:p>
            <a:endParaRPr lang="en-US" altLang="ko-KR"/>
          </a:p>
          <a:p>
            <a:r>
              <a:rPr lang="en-US" altLang="ko-KR"/>
              <a:t>/mod sw_hm </a:t>
            </a:r>
            <a:br>
              <a:rPr lang="en-US" altLang="ko-KR"/>
            </a:br>
            <a:endParaRPr lang="en-US" altLang="ko-KR"/>
          </a:p>
          <a:p>
            <a:r>
              <a:rPr lang="en-US" altLang="ko-KR"/>
              <a:t>sw 0~ 15 -&gt;  sw 0 -&gt; </a:t>
            </a:r>
            <a:r>
              <a:rPr lang="ko-KR" altLang="en-US"/>
              <a:t>전환 </a:t>
            </a:r>
            <a:r>
              <a:rPr lang="en-US" altLang="ko-KR"/>
              <a:t>sm </a:t>
            </a:r>
          </a:p>
          <a:p>
            <a:r>
              <a:rPr lang="en-US" altLang="ko-KR"/>
              <a:t>		      sw  1 -&gt;</a:t>
            </a:r>
          </a:p>
          <a:p>
            <a:r>
              <a:rPr lang="en-US" altLang="ko-KR"/>
              <a:t> </a:t>
            </a:r>
            <a:endParaRPr lang="ko-KR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79">
            <p14:nvContentPartPr>
              <p14:cNvPr id="437" name="잉크 436">
                <a:extLst>
                  <a:ext uri="{FF2B5EF4-FFF2-40B4-BE49-F238E27FC236}">
                    <a16:creationId xmlns:a16="http://schemas.microsoft.com/office/drawing/2014/main" id="{4A7FB520-46C0-02F0-2F65-76B827D7E4A3}"/>
                  </a:ext>
                </a:extLst>
              </p14:cNvPr>
              <p14:cNvContentPartPr/>
              <p14:nvPr/>
            </p14:nvContentPartPr>
            <p14:xfrm>
              <a:off x="3437904" y="5138808"/>
              <a:ext cx="1498320" cy="644040"/>
            </p14:xfrm>
          </p:contentPart>
        </mc:Choice>
        <mc:Fallback>
          <p:pic>
            <p:nvPicPr>
              <p:cNvPr id="437" name="잉크 436">
                <a:extLst>
                  <a:ext uri="{FF2B5EF4-FFF2-40B4-BE49-F238E27FC236}">
                    <a16:creationId xmlns:a16="http://schemas.microsoft.com/office/drawing/2014/main" id="{4A7FB520-46C0-02F0-2F65-76B827D7E4A3}"/>
                  </a:ext>
                </a:extLst>
              </p:cNvPr>
              <p:cNvPicPr/>
              <p:nvPr/>
            </p:nvPicPr>
            <p:blipFill>
              <a:blip r:embed="rId480"/>
              <a:stretch>
                <a:fillRect/>
              </a:stretch>
            </p:blipFill>
            <p:spPr>
              <a:xfrm>
                <a:off x="3431784" y="5132688"/>
                <a:ext cx="1510560" cy="65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1">
            <p14:nvContentPartPr>
              <p14:cNvPr id="438" name="잉크 437">
                <a:extLst>
                  <a:ext uri="{FF2B5EF4-FFF2-40B4-BE49-F238E27FC236}">
                    <a16:creationId xmlns:a16="http://schemas.microsoft.com/office/drawing/2014/main" id="{448AA40D-3C6A-BA13-D564-1B148C7DD9AF}"/>
                  </a:ext>
                </a:extLst>
              </p14:cNvPr>
              <p14:cNvContentPartPr/>
              <p14:nvPr/>
            </p14:nvContentPartPr>
            <p14:xfrm>
              <a:off x="3663624" y="5126568"/>
              <a:ext cx="3043800" cy="1348560"/>
            </p14:xfrm>
          </p:contentPart>
        </mc:Choice>
        <mc:Fallback>
          <p:pic>
            <p:nvPicPr>
              <p:cNvPr id="438" name="잉크 437">
                <a:extLst>
                  <a:ext uri="{FF2B5EF4-FFF2-40B4-BE49-F238E27FC236}">
                    <a16:creationId xmlns:a16="http://schemas.microsoft.com/office/drawing/2014/main" id="{448AA40D-3C6A-BA13-D564-1B148C7DD9AF}"/>
                  </a:ext>
                </a:extLst>
              </p:cNvPr>
              <p:cNvPicPr/>
              <p:nvPr/>
            </p:nvPicPr>
            <p:blipFill>
              <a:blip r:embed="rId482"/>
              <a:stretch>
                <a:fillRect/>
              </a:stretch>
            </p:blipFill>
            <p:spPr>
              <a:xfrm>
                <a:off x="3657504" y="5120448"/>
                <a:ext cx="3056040" cy="136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3">
            <p14:nvContentPartPr>
              <p14:cNvPr id="439" name="잉크 438">
                <a:extLst>
                  <a:ext uri="{FF2B5EF4-FFF2-40B4-BE49-F238E27FC236}">
                    <a16:creationId xmlns:a16="http://schemas.microsoft.com/office/drawing/2014/main" id="{4E2D14D8-2C77-A868-A3A3-331A70AFF247}"/>
                  </a:ext>
                </a:extLst>
              </p14:cNvPr>
              <p14:cNvContentPartPr/>
              <p14:nvPr/>
            </p14:nvContentPartPr>
            <p14:xfrm>
              <a:off x="5855664" y="6721728"/>
              <a:ext cx="142200" cy="264240"/>
            </p14:xfrm>
          </p:contentPart>
        </mc:Choice>
        <mc:Fallback>
          <p:pic>
            <p:nvPicPr>
              <p:cNvPr id="439" name="잉크 438">
                <a:extLst>
                  <a:ext uri="{FF2B5EF4-FFF2-40B4-BE49-F238E27FC236}">
                    <a16:creationId xmlns:a16="http://schemas.microsoft.com/office/drawing/2014/main" id="{4E2D14D8-2C77-A868-A3A3-331A70AFF247}"/>
                  </a:ext>
                </a:extLst>
              </p:cNvPr>
              <p:cNvPicPr/>
              <p:nvPr/>
            </p:nvPicPr>
            <p:blipFill>
              <a:blip r:embed="rId484"/>
              <a:stretch>
                <a:fillRect/>
              </a:stretch>
            </p:blipFill>
            <p:spPr>
              <a:xfrm>
                <a:off x="5849544" y="6715608"/>
                <a:ext cx="15444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5">
            <p14:nvContentPartPr>
              <p14:cNvPr id="488" name="잉크 487">
                <a:extLst>
                  <a:ext uri="{FF2B5EF4-FFF2-40B4-BE49-F238E27FC236}">
                    <a16:creationId xmlns:a16="http://schemas.microsoft.com/office/drawing/2014/main" id="{292311EB-0C39-46E0-5113-63AD87B78143}"/>
                  </a:ext>
                </a:extLst>
              </p14:cNvPr>
              <p14:cNvContentPartPr/>
              <p14:nvPr/>
            </p14:nvContentPartPr>
            <p14:xfrm>
              <a:off x="5980944" y="8525328"/>
              <a:ext cx="332640" cy="332640"/>
            </p14:xfrm>
          </p:contentPart>
        </mc:Choice>
        <mc:Fallback>
          <p:pic>
            <p:nvPicPr>
              <p:cNvPr id="488" name="잉크 487">
                <a:extLst>
                  <a:ext uri="{FF2B5EF4-FFF2-40B4-BE49-F238E27FC236}">
                    <a16:creationId xmlns:a16="http://schemas.microsoft.com/office/drawing/2014/main" id="{292311EB-0C39-46E0-5113-63AD87B78143}"/>
                  </a:ext>
                </a:extLst>
              </p:cNvPr>
              <p:cNvPicPr/>
              <p:nvPr/>
            </p:nvPicPr>
            <p:blipFill>
              <a:blip r:embed="rId486"/>
              <a:stretch>
                <a:fillRect/>
              </a:stretch>
            </p:blipFill>
            <p:spPr>
              <a:xfrm>
                <a:off x="5974824" y="8519208"/>
                <a:ext cx="344880" cy="34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7">
            <p14:nvContentPartPr>
              <p14:cNvPr id="336" name="잉크 335">
                <a:extLst>
                  <a:ext uri="{FF2B5EF4-FFF2-40B4-BE49-F238E27FC236}">
                    <a16:creationId xmlns:a16="http://schemas.microsoft.com/office/drawing/2014/main" id="{DBE7613C-6310-48F6-8029-DA0EDAAC2EA7}"/>
                  </a:ext>
                </a:extLst>
              </p14:cNvPr>
              <p14:cNvContentPartPr/>
              <p14:nvPr/>
            </p14:nvContentPartPr>
            <p14:xfrm>
              <a:off x="1186758" y="6908469"/>
              <a:ext cx="75330" cy="67433"/>
            </p14:xfrm>
          </p:contentPart>
        </mc:Choice>
        <mc:Fallback>
          <p:pic>
            <p:nvPicPr>
              <p:cNvPr id="336" name="잉크 335">
                <a:extLst>
                  <a:ext uri="{FF2B5EF4-FFF2-40B4-BE49-F238E27FC236}">
                    <a16:creationId xmlns:a16="http://schemas.microsoft.com/office/drawing/2014/main" id="{DBE7613C-6310-48F6-8029-DA0EDAAC2EA7}"/>
                  </a:ext>
                </a:extLst>
              </p:cNvPr>
              <p:cNvPicPr/>
              <p:nvPr/>
            </p:nvPicPr>
            <p:blipFill>
              <a:blip r:embed="rId488"/>
              <a:stretch>
                <a:fillRect/>
              </a:stretch>
            </p:blipFill>
            <p:spPr>
              <a:xfrm>
                <a:off x="1180660" y="6902371"/>
                <a:ext cx="87526" cy="796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9">
            <p14:nvContentPartPr>
              <p14:cNvPr id="337" name="잉크 336">
                <a:extLst>
                  <a:ext uri="{FF2B5EF4-FFF2-40B4-BE49-F238E27FC236}">
                    <a16:creationId xmlns:a16="http://schemas.microsoft.com/office/drawing/2014/main" id="{256ADC4F-B139-14CF-6CE3-3825C91AD6AA}"/>
                  </a:ext>
                </a:extLst>
              </p14:cNvPr>
              <p14:cNvContentPartPr/>
              <p14:nvPr/>
            </p14:nvContentPartPr>
            <p14:xfrm>
              <a:off x="1225638" y="6886599"/>
              <a:ext cx="203" cy="111780"/>
            </p14:xfrm>
          </p:contentPart>
        </mc:Choice>
        <mc:Fallback>
          <p:pic>
            <p:nvPicPr>
              <p:cNvPr id="337" name="잉크 336">
                <a:extLst>
                  <a:ext uri="{FF2B5EF4-FFF2-40B4-BE49-F238E27FC236}">
                    <a16:creationId xmlns:a16="http://schemas.microsoft.com/office/drawing/2014/main" id="{256ADC4F-B139-14CF-6CE3-3825C91AD6AA}"/>
                  </a:ext>
                </a:extLst>
              </p:cNvPr>
              <p:cNvPicPr/>
              <p:nvPr/>
            </p:nvPicPr>
            <p:blipFill>
              <a:blip r:embed="rId490"/>
              <a:stretch>
                <a:fillRect/>
              </a:stretch>
            </p:blipFill>
            <p:spPr>
              <a:xfrm>
                <a:off x="1222187" y="6880489"/>
                <a:ext cx="7105" cy="1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1">
            <p14:nvContentPartPr>
              <p14:cNvPr id="338" name="잉크 337">
                <a:extLst>
                  <a:ext uri="{FF2B5EF4-FFF2-40B4-BE49-F238E27FC236}">
                    <a16:creationId xmlns:a16="http://schemas.microsoft.com/office/drawing/2014/main" id="{72B9B51D-BDFB-79D2-597D-36D113B7FF3C}"/>
                  </a:ext>
                </a:extLst>
              </p14:cNvPr>
              <p14:cNvContentPartPr/>
              <p14:nvPr/>
            </p14:nvContentPartPr>
            <p14:xfrm>
              <a:off x="1269378" y="6853794"/>
              <a:ext cx="61560" cy="144383"/>
            </p14:xfrm>
          </p:contentPart>
        </mc:Choice>
        <mc:Fallback>
          <p:pic>
            <p:nvPicPr>
              <p:cNvPr id="338" name="잉크 337">
                <a:extLst>
                  <a:ext uri="{FF2B5EF4-FFF2-40B4-BE49-F238E27FC236}">
                    <a16:creationId xmlns:a16="http://schemas.microsoft.com/office/drawing/2014/main" id="{72B9B51D-BDFB-79D2-597D-36D113B7FF3C}"/>
                  </a:ext>
                </a:extLst>
              </p:cNvPr>
              <p:cNvPicPr/>
              <p:nvPr/>
            </p:nvPicPr>
            <p:blipFill>
              <a:blip r:embed="rId492"/>
              <a:stretch>
                <a:fillRect/>
              </a:stretch>
            </p:blipFill>
            <p:spPr>
              <a:xfrm>
                <a:off x="1263258" y="6847673"/>
                <a:ext cx="73800" cy="1566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3">
            <p14:nvContentPartPr>
              <p14:cNvPr id="339" name="잉크 338">
                <a:extLst>
                  <a:ext uri="{FF2B5EF4-FFF2-40B4-BE49-F238E27FC236}">
                    <a16:creationId xmlns:a16="http://schemas.microsoft.com/office/drawing/2014/main" id="{94D9FC94-617A-A033-8636-6622E085835B}"/>
                  </a:ext>
                </a:extLst>
              </p14:cNvPr>
              <p14:cNvContentPartPr/>
              <p14:nvPr/>
            </p14:nvContentPartPr>
            <p14:xfrm>
              <a:off x="1373260" y="6957676"/>
              <a:ext cx="37463" cy="16200"/>
            </p14:xfrm>
          </p:contentPart>
        </mc:Choice>
        <mc:Fallback>
          <p:pic>
            <p:nvPicPr>
              <p:cNvPr id="339" name="잉크 338">
                <a:extLst>
                  <a:ext uri="{FF2B5EF4-FFF2-40B4-BE49-F238E27FC236}">
                    <a16:creationId xmlns:a16="http://schemas.microsoft.com/office/drawing/2014/main" id="{94D9FC94-617A-A033-8636-6622E085835B}"/>
                  </a:ext>
                </a:extLst>
              </p:cNvPr>
              <p:cNvPicPr/>
              <p:nvPr/>
            </p:nvPicPr>
            <p:blipFill>
              <a:blip r:embed="rId494"/>
              <a:stretch>
                <a:fillRect/>
              </a:stretch>
            </p:blipFill>
            <p:spPr>
              <a:xfrm>
                <a:off x="1367136" y="6951556"/>
                <a:ext cx="49711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5">
            <p14:nvContentPartPr>
              <p14:cNvPr id="340" name="잉크 339">
                <a:extLst>
                  <a:ext uri="{FF2B5EF4-FFF2-40B4-BE49-F238E27FC236}">
                    <a16:creationId xmlns:a16="http://schemas.microsoft.com/office/drawing/2014/main" id="{710F79B7-1051-E4BF-32BE-537EE6D84019}"/>
                  </a:ext>
                </a:extLst>
              </p14:cNvPr>
              <p14:cNvContentPartPr/>
              <p14:nvPr/>
            </p14:nvContentPartPr>
            <p14:xfrm>
              <a:off x="1325673" y="6935806"/>
              <a:ext cx="113603" cy="99630"/>
            </p14:xfrm>
          </p:contentPart>
        </mc:Choice>
        <mc:Fallback>
          <p:pic>
            <p:nvPicPr>
              <p:cNvPr id="340" name="잉크 339">
                <a:extLst>
                  <a:ext uri="{FF2B5EF4-FFF2-40B4-BE49-F238E27FC236}">
                    <a16:creationId xmlns:a16="http://schemas.microsoft.com/office/drawing/2014/main" id="{710F79B7-1051-E4BF-32BE-537EE6D84019}"/>
                  </a:ext>
                </a:extLst>
              </p:cNvPr>
              <p:cNvPicPr/>
              <p:nvPr/>
            </p:nvPicPr>
            <p:blipFill>
              <a:blip r:embed="rId496"/>
              <a:stretch>
                <a:fillRect/>
              </a:stretch>
            </p:blipFill>
            <p:spPr>
              <a:xfrm>
                <a:off x="1319561" y="6929692"/>
                <a:ext cx="125826" cy="1118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7">
            <p14:nvContentPartPr>
              <p14:cNvPr id="341" name="잉크 340">
                <a:extLst>
                  <a:ext uri="{FF2B5EF4-FFF2-40B4-BE49-F238E27FC236}">
                    <a16:creationId xmlns:a16="http://schemas.microsoft.com/office/drawing/2014/main" id="{3BB7749F-CEB6-C375-8F0F-A2A864B8F6E2}"/>
                  </a:ext>
                </a:extLst>
              </p14:cNvPr>
              <p14:cNvContentPartPr/>
              <p14:nvPr/>
            </p14:nvContentPartPr>
            <p14:xfrm>
              <a:off x="1482813" y="6875664"/>
              <a:ext cx="53663" cy="11543"/>
            </p14:xfrm>
          </p:contentPart>
        </mc:Choice>
        <mc:Fallback>
          <p:pic>
            <p:nvPicPr>
              <p:cNvPr id="341" name="잉크 340">
                <a:extLst>
                  <a:ext uri="{FF2B5EF4-FFF2-40B4-BE49-F238E27FC236}">
                    <a16:creationId xmlns:a16="http://schemas.microsoft.com/office/drawing/2014/main" id="{3BB7749F-CEB6-C375-8F0F-A2A864B8F6E2}"/>
                  </a:ext>
                </a:extLst>
              </p:cNvPr>
              <p:cNvPicPr/>
              <p:nvPr/>
            </p:nvPicPr>
            <p:blipFill>
              <a:blip r:embed="rId498"/>
              <a:stretch>
                <a:fillRect/>
              </a:stretch>
            </p:blipFill>
            <p:spPr>
              <a:xfrm>
                <a:off x="1476731" y="6869718"/>
                <a:ext cx="65827" cy="234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9">
            <p14:nvContentPartPr>
              <p14:cNvPr id="342" name="잉크 341">
                <a:extLst>
                  <a:ext uri="{FF2B5EF4-FFF2-40B4-BE49-F238E27FC236}">
                    <a16:creationId xmlns:a16="http://schemas.microsoft.com/office/drawing/2014/main" id="{75ECD5F8-8F2C-1417-CBB2-A1EBA92E129D}"/>
                  </a:ext>
                </a:extLst>
              </p14:cNvPr>
              <p14:cNvContentPartPr/>
              <p14:nvPr/>
            </p14:nvContentPartPr>
            <p14:xfrm>
              <a:off x="1510150" y="6815521"/>
              <a:ext cx="7898" cy="171113"/>
            </p14:xfrm>
          </p:contentPart>
        </mc:Choice>
        <mc:Fallback>
          <p:pic>
            <p:nvPicPr>
              <p:cNvPr id="342" name="잉크 341">
                <a:extLst>
                  <a:ext uri="{FF2B5EF4-FFF2-40B4-BE49-F238E27FC236}">
                    <a16:creationId xmlns:a16="http://schemas.microsoft.com/office/drawing/2014/main" id="{75ECD5F8-8F2C-1417-CBB2-A1EBA92E129D}"/>
                  </a:ext>
                </a:extLst>
              </p:cNvPr>
              <p:cNvPicPr/>
              <p:nvPr/>
            </p:nvPicPr>
            <p:blipFill>
              <a:blip r:embed="rId500"/>
              <a:stretch>
                <a:fillRect/>
              </a:stretch>
            </p:blipFill>
            <p:spPr>
              <a:xfrm>
                <a:off x="1504047" y="6809410"/>
                <a:ext cx="20104" cy="1833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1">
            <p14:nvContentPartPr>
              <p14:cNvPr id="343" name="잉크 342">
                <a:extLst>
                  <a:ext uri="{FF2B5EF4-FFF2-40B4-BE49-F238E27FC236}">
                    <a16:creationId xmlns:a16="http://schemas.microsoft.com/office/drawing/2014/main" id="{4A992E2D-1F62-A4B6-8585-3521C3D23223}"/>
                  </a:ext>
                </a:extLst>
              </p14:cNvPr>
              <p14:cNvContentPartPr/>
              <p14:nvPr/>
            </p14:nvContentPartPr>
            <p14:xfrm>
              <a:off x="1526350" y="6926694"/>
              <a:ext cx="86468" cy="67635"/>
            </p14:xfrm>
          </p:contentPart>
        </mc:Choice>
        <mc:Fallback>
          <p:pic>
            <p:nvPicPr>
              <p:cNvPr id="343" name="잉크 342">
                <a:extLst>
                  <a:ext uri="{FF2B5EF4-FFF2-40B4-BE49-F238E27FC236}">
                    <a16:creationId xmlns:a16="http://schemas.microsoft.com/office/drawing/2014/main" id="{4A992E2D-1F62-A4B6-8585-3521C3D23223}"/>
                  </a:ext>
                </a:extLst>
              </p:cNvPr>
              <p:cNvPicPr/>
              <p:nvPr/>
            </p:nvPicPr>
            <p:blipFill>
              <a:blip r:embed="rId502"/>
              <a:stretch>
                <a:fillRect/>
              </a:stretch>
            </p:blipFill>
            <p:spPr>
              <a:xfrm>
                <a:off x="1520251" y="6920610"/>
                <a:ext cx="98667" cy="798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3">
            <p14:nvContentPartPr>
              <p14:cNvPr id="344" name="잉크 343">
                <a:extLst>
                  <a:ext uri="{FF2B5EF4-FFF2-40B4-BE49-F238E27FC236}">
                    <a16:creationId xmlns:a16="http://schemas.microsoft.com/office/drawing/2014/main" id="{E4102BB6-1C51-01B7-FAE3-4FF77BB64375}"/>
                  </a:ext>
                </a:extLst>
              </p14:cNvPr>
              <p14:cNvContentPartPr/>
              <p14:nvPr/>
            </p14:nvContentPartPr>
            <p14:xfrm>
              <a:off x="1239813" y="7072696"/>
              <a:ext cx="2430" cy="152078"/>
            </p14:xfrm>
          </p:contentPart>
        </mc:Choice>
        <mc:Fallback>
          <p:pic>
            <p:nvPicPr>
              <p:cNvPr id="344" name="잉크 343">
                <a:extLst>
                  <a:ext uri="{FF2B5EF4-FFF2-40B4-BE49-F238E27FC236}">
                    <a16:creationId xmlns:a16="http://schemas.microsoft.com/office/drawing/2014/main" id="{E4102BB6-1C51-01B7-FAE3-4FF77BB64375}"/>
                  </a:ext>
                </a:extLst>
              </p:cNvPr>
              <p:cNvPicPr/>
              <p:nvPr/>
            </p:nvPicPr>
            <p:blipFill>
              <a:blip r:embed="rId504"/>
              <a:stretch>
                <a:fillRect/>
              </a:stretch>
            </p:blipFill>
            <p:spPr>
              <a:xfrm>
                <a:off x="1233912" y="7066584"/>
                <a:ext cx="14233" cy="1643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5">
            <p14:nvContentPartPr>
              <p14:cNvPr id="345" name="잉크 344">
                <a:extLst>
                  <a:ext uri="{FF2B5EF4-FFF2-40B4-BE49-F238E27FC236}">
                    <a16:creationId xmlns:a16="http://schemas.microsoft.com/office/drawing/2014/main" id="{554CA702-BB38-6757-61C7-994451470D6F}"/>
                  </a:ext>
                </a:extLst>
              </p14:cNvPr>
              <p14:cNvContentPartPr/>
              <p14:nvPr/>
            </p14:nvContentPartPr>
            <p14:xfrm>
              <a:off x="1214703" y="7056091"/>
              <a:ext cx="890393" cy="140130"/>
            </p14:xfrm>
          </p:contentPart>
        </mc:Choice>
        <mc:Fallback>
          <p:pic>
            <p:nvPicPr>
              <p:cNvPr id="345" name="잉크 344">
                <a:extLst>
                  <a:ext uri="{FF2B5EF4-FFF2-40B4-BE49-F238E27FC236}">
                    <a16:creationId xmlns:a16="http://schemas.microsoft.com/office/drawing/2014/main" id="{554CA702-BB38-6757-61C7-994451470D6F}"/>
                  </a:ext>
                </a:extLst>
              </p:cNvPr>
              <p:cNvPicPr/>
              <p:nvPr/>
            </p:nvPicPr>
            <p:blipFill>
              <a:blip r:embed="rId506"/>
              <a:stretch>
                <a:fillRect/>
              </a:stretch>
            </p:blipFill>
            <p:spPr>
              <a:xfrm>
                <a:off x="1208585" y="7049983"/>
                <a:ext cx="902630" cy="1523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7">
            <p14:nvContentPartPr>
              <p14:cNvPr id="346" name="잉크 345">
                <a:extLst>
                  <a:ext uri="{FF2B5EF4-FFF2-40B4-BE49-F238E27FC236}">
                    <a16:creationId xmlns:a16="http://schemas.microsoft.com/office/drawing/2014/main" id="{6618B7CF-F2C7-A934-614D-ED0F552B865B}"/>
                  </a:ext>
                </a:extLst>
              </p14:cNvPr>
              <p14:cNvContentPartPr/>
              <p14:nvPr/>
            </p14:nvContentPartPr>
            <p14:xfrm>
              <a:off x="962995" y="7171111"/>
              <a:ext cx="334935" cy="39285"/>
            </p14:xfrm>
          </p:contentPart>
        </mc:Choice>
        <mc:Fallback>
          <p:pic>
            <p:nvPicPr>
              <p:cNvPr id="346" name="잉크 345">
                <a:extLst>
                  <a:ext uri="{FF2B5EF4-FFF2-40B4-BE49-F238E27FC236}">
                    <a16:creationId xmlns:a16="http://schemas.microsoft.com/office/drawing/2014/main" id="{6618B7CF-F2C7-A934-614D-ED0F552B865B}"/>
                  </a:ext>
                </a:extLst>
              </p:cNvPr>
              <p:cNvPicPr/>
              <p:nvPr/>
            </p:nvPicPr>
            <p:blipFill>
              <a:blip r:embed="rId508"/>
              <a:stretch>
                <a:fillRect/>
              </a:stretch>
            </p:blipFill>
            <p:spPr>
              <a:xfrm>
                <a:off x="956879" y="7165040"/>
                <a:ext cx="347167" cy="514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9">
            <p14:nvContentPartPr>
              <p14:cNvPr id="325" name="잉크 324">
                <a:extLst>
                  <a:ext uri="{FF2B5EF4-FFF2-40B4-BE49-F238E27FC236}">
                    <a16:creationId xmlns:a16="http://schemas.microsoft.com/office/drawing/2014/main" id="{A023F93A-1B52-0966-D908-13BB6EDC9BEB}"/>
                  </a:ext>
                </a:extLst>
              </p14:cNvPr>
              <p14:cNvContentPartPr/>
              <p14:nvPr/>
            </p14:nvContentPartPr>
            <p14:xfrm>
              <a:off x="464845" y="6213692"/>
              <a:ext cx="436995" cy="487620"/>
            </p14:xfrm>
          </p:contentPart>
        </mc:Choice>
        <mc:Fallback>
          <p:pic>
            <p:nvPicPr>
              <p:cNvPr id="325" name="잉크 324">
                <a:extLst>
                  <a:ext uri="{FF2B5EF4-FFF2-40B4-BE49-F238E27FC236}">
                    <a16:creationId xmlns:a16="http://schemas.microsoft.com/office/drawing/2014/main" id="{A023F93A-1B52-0966-D908-13BB6EDC9BEB}"/>
                  </a:ext>
                </a:extLst>
              </p:cNvPr>
              <p:cNvPicPr/>
              <p:nvPr/>
            </p:nvPicPr>
            <p:blipFill>
              <a:blip r:embed="rId510"/>
              <a:stretch>
                <a:fillRect/>
              </a:stretch>
            </p:blipFill>
            <p:spPr>
              <a:xfrm>
                <a:off x="458726" y="6207574"/>
                <a:ext cx="449234" cy="4998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1">
            <p14:nvContentPartPr>
              <p14:cNvPr id="326" name="잉크 325">
                <a:extLst>
                  <a:ext uri="{FF2B5EF4-FFF2-40B4-BE49-F238E27FC236}">
                    <a16:creationId xmlns:a16="http://schemas.microsoft.com/office/drawing/2014/main" id="{E0923924-855A-55BD-ED96-952A24D56876}"/>
                  </a:ext>
                </a:extLst>
              </p14:cNvPr>
              <p14:cNvContentPartPr/>
              <p14:nvPr/>
            </p14:nvContentPartPr>
            <p14:xfrm>
              <a:off x="869845" y="6158207"/>
              <a:ext cx="242393" cy="77558"/>
            </p14:xfrm>
          </p:contentPart>
        </mc:Choice>
        <mc:Fallback>
          <p:pic>
            <p:nvPicPr>
              <p:cNvPr id="326" name="잉크 325">
                <a:extLst>
                  <a:ext uri="{FF2B5EF4-FFF2-40B4-BE49-F238E27FC236}">
                    <a16:creationId xmlns:a16="http://schemas.microsoft.com/office/drawing/2014/main" id="{E0923924-855A-55BD-ED96-952A24D56876}"/>
                  </a:ext>
                </a:extLst>
              </p:cNvPr>
              <p:cNvPicPr/>
              <p:nvPr/>
            </p:nvPicPr>
            <p:blipFill>
              <a:blip r:embed="rId512"/>
              <a:stretch>
                <a:fillRect/>
              </a:stretch>
            </p:blipFill>
            <p:spPr>
              <a:xfrm>
                <a:off x="863731" y="6152103"/>
                <a:ext cx="254621" cy="897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3">
            <p14:nvContentPartPr>
              <p14:cNvPr id="327" name="잉크 326">
                <a:extLst>
                  <a:ext uri="{FF2B5EF4-FFF2-40B4-BE49-F238E27FC236}">
                    <a16:creationId xmlns:a16="http://schemas.microsoft.com/office/drawing/2014/main" id="{D3774664-01DB-1655-520E-A6B5B0AB0A83}"/>
                  </a:ext>
                </a:extLst>
              </p14:cNvPr>
              <p14:cNvContentPartPr/>
              <p14:nvPr/>
            </p14:nvContentPartPr>
            <p14:xfrm>
              <a:off x="1028605" y="6120542"/>
              <a:ext cx="83835" cy="93150"/>
            </p14:xfrm>
          </p:contentPart>
        </mc:Choice>
        <mc:Fallback>
          <p:pic>
            <p:nvPicPr>
              <p:cNvPr id="327" name="잉크 326">
                <a:extLst>
                  <a:ext uri="{FF2B5EF4-FFF2-40B4-BE49-F238E27FC236}">
                    <a16:creationId xmlns:a16="http://schemas.microsoft.com/office/drawing/2014/main" id="{D3774664-01DB-1655-520E-A6B5B0AB0A83}"/>
                  </a:ext>
                </a:extLst>
              </p:cNvPr>
              <p:cNvPicPr/>
              <p:nvPr/>
            </p:nvPicPr>
            <p:blipFill>
              <a:blip r:embed="rId514"/>
              <a:stretch>
                <a:fillRect/>
              </a:stretch>
            </p:blipFill>
            <p:spPr>
              <a:xfrm>
                <a:off x="1022488" y="6114428"/>
                <a:ext cx="96068" cy="1053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5">
            <p14:nvContentPartPr>
              <p14:cNvPr id="329" name="잉크 328">
                <a:extLst>
                  <a:ext uri="{FF2B5EF4-FFF2-40B4-BE49-F238E27FC236}">
                    <a16:creationId xmlns:a16="http://schemas.microsoft.com/office/drawing/2014/main" id="{1210C8ED-96D5-CF80-9D4B-7C9E05B7D478}"/>
                  </a:ext>
                </a:extLst>
              </p14:cNvPr>
              <p14:cNvContentPartPr/>
              <p14:nvPr/>
            </p14:nvContentPartPr>
            <p14:xfrm>
              <a:off x="1225435" y="6033062"/>
              <a:ext cx="57308" cy="100035"/>
            </p14:xfrm>
          </p:contentPart>
        </mc:Choice>
        <mc:Fallback>
          <p:pic>
            <p:nvPicPr>
              <p:cNvPr id="329" name="잉크 328">
                <a:extLst>
                  <a:ext uri="{FF2B5EF4-FFF2-40B4-BE49-F238E27FC236}">
                    <a16:creationId xmlns:a16="http://schemas.microsoft.com/office/drawing/2014/main" id="{1210C8ED-96D5-CF80-9D4B-7C9E05B7D478}"/>
                  </a:ext>
                </a:extLst>
              </p:cNvPr>
              <p:cNvPicPr/>
              <p:nvPr/>
            </p:nvPicPr>
            <p:blipFill>
              <a:blip r:embed="rId516"/>
              <a:stretch>
                <a:fillRect/>
              </a:stretch>
            </p:blipFill>
            <p:spPr>
              <a:xfrm>
                <a:off x="1219308" y="6026945"/>
                <a:ext cx="69563" cy="1122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7">
            <p14:nvContentPartPr>
              <p14:cNvPr id="330" name="잉크 329">
                <a:extLst>
                  <a:ext uri="{FF2B5EF4-FFF2-40B4-BE49-F238E27FC236}">
                    <a16:creationId xmlns:a16="http://schemas.microsoft.com/office/drawing/2014/main" id="{DD9C8F46-2CFB-8DE6-A7C5-6A4CDD55881D}"/>
                  </a:ext>
                </a:extLst>
              </p14:cNvPr>
              <p14:cNvContentPartPr/>
              <p14:nvPr/>
            </p14:nvContentPartPr>
            <p14:xfrm>
              <a:off x="1280313" y="6098672"/>
              <a:ext cx="37463" cy="8505"/>
            </p14:xfrm>
          </p:contentPart>
        </mc:Choice>
        <mc:Fallback>
          <p:pic>
            <p:nvPicPr>
              <p:cNvPr id="330" name="잉크 329">
                <a:extLst>
                  <a:ext uri="{FF2B5EF4-FFF2-40B4-BE49-F238E27FC236}">
                    <a16:creationId xmlns:a16="http://schemas.microsoft.com/office/drawing/2014/main" id="{DD9C8F46-2CFB-8DE6-A7C5-6A4CDD55881D}"/>
                  </a:ext>
                </a:extLst>
              </p:cNvPr>
              <p:cNvPicPr/>
              <p:nvPr/>
            </p:nvPicPr>
            <p:blipFill>
              <a:blip r:embed="rId518"/>
              <a:stretch>
                <a:fillRect/>
              </a:stretch>
            </p:blipFill>
            <p:spPr>
              <a:xfrm>
                <a:off x="1274189" y="6092648"/>
                <a:ext cx="49711" cy="205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9">
            <p14:nvContentPartPr>
              <p14:cNvPr id="331" name="잉크 330">
                <a:extLst>
                  <a:ext uri="{FF2B5EF4-FFF2-40B4-BE49-F238E27FC236}">
                    <a16:creationId xmlns:a16="http://schemas.microsoft.com/office/drawing/2014/main" id="{E733D387-3CB4-BC3E-16EA-D3319F32E524}"/>
                  </a:ext>
                </a:extLst>
              </p14:cNvPr>
              <p14:cNvContentPartPr/>
              <p14:nvPr/>
            </p14:nvContentPartPr>
            <p14:xfrm>
              <a:off x="1246698" y="6104139"/>
              <a:ext cx="116033" cy="57308"/>
            </p14:xfrm>
          </p:contentPart>
        </mc:Choice>
        <mc:Fallback>
          <p:pic>
            <p:nvPicPr>
              <p:cNvPr id="331" name="잉크 330">
                <a:extLst>
                  <a:ext uri="{FF2B5EF4-FFF2-40B4-BE49-F238E27FC236}">
                    <a16:creationId xmlns:a16="http://schemas.microsoft.com/office/drawing/2014/main" id="{E733D387-3CB4-BC3E-16EA-D3319F32E524}"/>
                  </a:ext>
                </a:extLst>
              </p:cNvPr>
              <p:cNvPicPr/>
              <p:nvPr/>
            </p:nvPicPr>
            <p:blipFill>
              <a:blip r:embed="rId520"/>
              <a:stretch>
                <a:fillRect/>
              </a:stretch>
            </p:blipFill>
            <p:spPr>
              <a:xfrm>
                <a:off x="1240591" y="6098050"/>
                <a:ext cx="128247" cy="694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1">
            <p14:nvContentPartPr>
              <p14:cNvPr id="332" name="잉크 331">
                <a:extLst>
                  <a:ext uri="{FF2B5EF4-FFF2-40B4-BE49-F238E27FC236}">
                    <a16:creationId xmlns:a16="http://schemas.microsoft.com/office/drawing/2014/main" id="{9F6F14A3-3459-7031-E270-0F75AA0EEDA5}"/>
                  </a:ext>
                </a:extLst>
              </p14:cNvPr>
              <p14:cNvContentPartPr/>
              <p14:nvPr/>
            </p14:nvContentPartPr>
            <p14:xfrm>
              <a:off x="1373260" y="6064449"/>
              <a:ext cx="80595" cy="17820"/>
            </p14:xfrm>
          </p:contentPart>
        </mc:Choice>
        <mc:Fallback>
          <p:pic>
            <p:nvPicPr>
              <p:cNvPr id="332" name="잉크 331">
                <a:extLst>
                  <a:ext uri="{FF2B5EF4-FFF2-40B4-BE49-F238E27FC236}">
                    <a16:creationId xmlns:a16="http://schemas.microsoft.com/office/drawing/2014/main" id="{9F6F14A3-3459-7031-E270-0F75AA0EEDA5}"/>
                  </a:ext>
                </a:extLst>
              </p:cNvPr>
              <p:cNvPicPr/>
              <p:nvPr/>
            </p:nvPicPr>
            <p:blipFill>
              <a:blip r:embed="rId522"/>
              <a:stretch>
                <a:fillRect/>
              </a:stretch>
            </p:blipFill>
            <p:spPr>
              <a:xfrm>
                <a:off x="1367143" y="6058390"/>
                <a:ext cx="92828" cy="299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3">
            <p14:nvContentPartPr>
              <p14:cNvPr id="333" name="잉크 332">
                <a:extLst>
                  <a:ext uri="{FF2B5EF4-FFF2-40B4-BE49-F238E27FC236}">
                    <a16:creationId xmlns:a16="http://schemas.microsoft.com/office/drawing/2014/main" id="{DDCF1929-C70E-7EF8-EC5A-91F0B89ACFAB}"/>
                  </a:ext>
                </a:extLst>
              </p14:cNvPr>
              <p14:cNvContentPartPr/>
              <p14:nvPr/>
            </p14:nvContentPartPr>
            <p14:xfrm>
              <a:off x="1418620" y="6005522"/>
              <a:ext cx="25920" cy="143978"/>
            </p14:xfrm>
          </p:contentPart>
        </mc:Choice>
        <mc:Fallback>
          <p:pic>
            <p:nvPicPr>
              <p:cNvPr id="333" name="잉크 332">
                <a:extLst>
                  <a:ext uri="{FF2B5EF4-FFF2-40B4-BE49-F238E27FC236}">
                    <a16:creationId xmlns:a16="http://schemas.microsoft.com/office/drawing/2014/main" id="{DDCF1929-C70E-7EF8-EC5A-91F0B89ACFAB}"/>
                  </a:ext>
                </a:extLst>
              </p:cNvPr>
              <p:cNvPicPr/>
              <p:nvPr/>
            </p:nvPicPr>
            <p:blipFill>
              <a:blip r:embed="rId524"/>
              <a:stretch>
                <a:fillRect/>
              </a:stretch>
            </p:blipFill>
            <p:spPr>
              <a:xfrm>
                <a:off x="1412584" y="5999403"/>
                <a:ext cx="37992" cy="1562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5">
            <p14:nvContentPartPr>
              <p14:cNvPr id="334" name="잉크 333">
                <a:extLst>
                  <a:ext uri="{FF2B5EF4-FFF2-40B4-BE49-F238E27FC236}">
                    <a16:creationId xmlns:a16="http://schemas.microsoft.com/office/drawing/2014/main" id="{AD49185F-4B23-DFD8-EE21-F7AABAB4C944}"/>
                  </a:ext>
                </a:extLst>
              </p14:cNvPr>
              <p14:cNvContentPartPr/>
              <p14:nvPr/>
            </p14:nvContentPartPr>
            <p14:xfrm>
              <a:off x="1449603" y="6091989"/>
              <a:ext cx="159773" cy="52650"/>
            </p14:xfrm>
          </p:contentPart>
        </mc:Choice>
        <mc:Fallback>
          <p:pic>
            <p:nvPicPr>
              <p:cNvPr id="334" name="잉크 333">
                <a:extLst>
                  <a:ext uri="{FF2B5EF4-FFF2-40B4-BE49-F238E27FC236}">
                    <a16:creationId xmlns:a16="http://schemas.microsoft.com/office/drawing/2014/main" id="{AD49185F-4B23-DFD8-EE21-F7AABAB4C944}"/>
                  </a:ext>
                </a:extLst>
              </p:cNvPr>
              <p:cNvPicPr/>
              <p:nvPr/>
            </p:nvPicPr>
            <p:blipFill>
              <a:blip r:embed="rId526"/>
              <a:stretch>
                <a:fillRect/>
              </a:stretch>
            </p:blipFill>
            <p:spPr>
              <a:xfrm>
                <a:off x="1443486" y="6085900"/>
                <a:ext cx="172008" cy="648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7">
            <p14:nvContentPartPr>
              <p14:cNvPr id="351" name="잉크 350">
                <a:extLst>
                  <a:ext uri="{FF2B5EF4-FFF2-40B4-BE49-F238E27FC236}">
                    <a16:creationId xmlns:a16="http://schemas.microsoft.com/office/drawing/2014/main" id="{AEB127EA-2F1F-4889-DE33-6A039A5DD6E2}"/>
                  </a:ext>
                </a:extLst>
              </p14:cNvPr>
              <p14:cNvContentPartPr/>
              <p14:nvPr/>
            </p14:nvContentPartPr>
            <p14:xfrm>
              <a:off x="1831315" y="5271864"/>
              <a:ext cx="961673" cy="778208"/>
            </p14:xfrm>
          </p:contentPart>
        </mc:Choice>
        <mc:Fallback>
          <p:pic>
            <p:nvPicPr>
              <p:cNvPr id="351" name="잉크 350">
                <a:extLst>
                  <a:ext uri="{FF2B5EF4-FFF2-40B4-BE49-F238E27FC236}">
                    <a16:creationId xmlns:a16="http://schemas.microsoft.com/office/drawing/2014/main" id="{AEB127EA-2F1F-4889-DE33-6A039A5DD6E2}"/>
                  </a:ext>
                </a:extLst>
              </p:cNvPr>
              <p:cNvPicPr/>
              <p:nvPr/>
            </p:nvPicPr>
            <p:blipFill>
              <a:blip r:embed="rId528"/>
              <a:stretch>
                <a:fillRect/>
              </a:stretch>
            </p:blipFill>
            <p:spPr>
              <a:xfrm>
                <a:off x="1825197" y="5265745"/>
                <a:ext cx="973910" cy="7904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9">
            <p14:nvContentPartPr>
              <p14:cNvPr id="352" name="잉크 351">
                <a:extLst>
                  <a:ext uri="{FF2B5EF4-FFF2-40B4-BE49-F238E27FC236}">
                    <a16:creationId xmlns:a16="http://schemas.microsoft.com/office/drawing/2014/main" id="{3EFB53BB-04B6-A337-D916-D8B58AB4A659}"/>
                  </a:ext>
                </a:extLst>
              </p14:cNvPr>
              <p14:cNvContentPartPr/>
              <p14:nvPr/>
            </p14:nvContentPartPr>
            <p14:xfrm>
              <a:off x="825093" y="6038529"/>
              <a:ext cx="367943" cy="203"/>
            </p14:xfrm>
          </p:contentPart>
        </mc:Choice>
        <mc:Fallback>
          <p:pic>
            <p:nvPicPr>
              <p:cNvPr id="352" name="잉크 351">
                <a:extLst>
                  <a:ext uri="{FF2B5EF4-FFF2-40B4-BE49-F238E27FC236}">
                    <a16:creationId xmlns:a16="http://schemas.microsoft.com/office/drawing/2014/main" id="{3EFB53BB-04B6-A337-D916-D8B58AB4A659}"/>
                  </a:ext>
                </a:extLst>
              </p:cNvPr>
              <p:cNvPicPr/>
              <p:nvPr/>
            </p:nvPicPr>
            <p:blipFill>
              <a:blip r:embed="rId530"/>
              <a:stretch>
                <a:fillRect/>
              </a:stretch>
            </p:blipFill>
            <p:spPr>
              <a:xfrm>
                <a:off x="818979" y="6035078"/>
                <a:ext cx="380172" cy="7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1">
            <p14:nvContentPartPr>
              <p14:cNvPr id="353" name="잉크 352">
                <a:extLst>
                  <a:ext uri="{FF2B5EF4-FFF2-40B4-BE49-F238E27FC236}">
                    <a16:creationId xmlns:a16="http://schemas.microsoft.com/office/drawing/2014/main" id="{6EDEB112-8C0D-7F10-3FC7-7EE990D49AAF}"/>
                  </a:ext>
                </a:extLst>
              </p14:cNvPr>
              <p14:cNvContentPartPr/>
              <p14:nvPr/>
            </p14:nvContentPartPr>
            <p14:xfrm>
              <a:off x="732753" y="5934444"/>
              <a:ext cx="245025" cy="147420"/>
            </p14:xfrm>
          </p:contentPart>
        </mc:Choice>
        <mc:Fallback>
          <p:pic>
            <p:nvPicPr>
              <p:cNvPr id="353" name="잉크 352">
                <a:extLst>
                  <a:ext uri="{FF2B5EF4-FFF2-40B4-BE49-F238E27FC236}">
                    <a16:creationId xmlns:a16="http://schemas.microsoft.com/office/drawing/2014/main" id="{6EDEB112-8C0D-7F10-3FC7-7EE990D49AAF}"/>
                  </a:ext>
                </a:extLst>
              </p:cNvPr>
              <p:cNvPicPr/>
              <p:nvPr/>
            </p:nvPicPr>
            <p:blipFill>
              <a:blip r:embed="rId532"/>
              <a:stretch>
                <a:fillRect/>
              </a:stretch>
            </p:blipFill>
            <p:spPr>
              <a:xfrm>
                <a:off x="726636" y="5928331"/>
                <a:ext cx="257258" cy="1596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3">
            <p14:nvContentPartPr>
              <p14:cNvPr id="355" name="잉크 354">
                <a:extLst>
                  <a:ext uri="{FF2B5EF4-FFF2-40B4-BE49-F238E27FC236}">
                    <a16:creationId xmlns:a16="http://schemas.microsoft.com/office/drawing/2014/main" id="{EA4BCD74-507F-984D-45AA-59BD203D06E6}"/>
                  </a:ext>
                </a:extLst>
              </p14:cNvPr>
              <p14:cNvContentPartPr/>
              <p14:nvPr/>
            </p14:nvContentPartPr>
            <p14:xfrm>
              <a:off x="1866347" y="4956166"/>
              <a:ext cx="544928" cy="137295"/>
            </p14:xfrm>
          </p:contentPart>
        </mc:Choice>
        <mc:Fallback>
          <p:pic>
            <p:nvPicPr>
              <p:cNvPr id="355" name="잉크 354">
                <a:extLst>
                  <a:ext uri="{FF2B5EF4-FFF2-40B4-BE49-F238E27FC236}">
                    <a16:creationId xmlns:a16="http://schemas.microsoft.com/office/drawing/2014/main" id="{EA4BCD74-507F-984D-45AA-59BD203D06E6}"/>
                  </a:ext>
                </a:extLst>
              </p:cNvPr>
              <p:cNvPicPr/>
              <p:nvPr/>
            </p:nvPicPr>
            <p:blipFill>
              <a:blip r:embed="rId534"/>
              <a:stretch>
                <a:fillRect/>
              </a:stretch>
            </p:blipFill>
            <p:spPr>
              <a:xfrm>
                <a:off x="1860228" y="4950056"/>
                <a:ext cx="557165" cy="1495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5">
            <p14:nvContentPartPr>
              <p14:cNvPr id="356" name="잉크 355">
                <a:extLst>
                  <a:ext uri="{FF2B5EF4-FFF2-40B4-BE49-F238E27FC236}">
                    <a16:creationId xmlns:a16="http://schemas.microsoft.com/office/drawing/2014/main" id="{966CAA0D-AEEF-EC31-C692-40454E023DC5}"/>
                  </a:ext>
                </a:extLst>
              </p14:cNvPr>
              <p14:cNvContentPartPr/>
              <p14:nvPr/>
            </p14:nvContentPartPr>
            <p14:xfrm>
              <a:off x="2209382" y="4643101"/>
              <a:ext cx="83430" cy="303345"/>
            </p14:xfrm>
          </p:contentPart>
        </mc:Choice>
        <mc:Fallback>
          <p:pic>
            <p:nvPicPr>
              <p:cNvPr id="356" name="잉크 355">
                <a:extLst>
                  <a:ext uri="{FF2B5EF4-FFF2-40B4-BE49-F238E27FC236}">
                    <a16:creationId xmlns:a16="http://schemas.microsoft.com/office/drawing/2014/main" id="{966CAA0D-AEEF-EC31-C692-40454E023DC5}"/>
                  </a:ext>
                </a:extLst>
              </p:cNvPr>
              <p:cNvPicPr/>
              <p:nvPr/>
            </p:nvPicPr>
            <p:blipFill>
              <a:blip r:embed="rId536"/>
              <a:stretch>
                <a:fillRect/>
              </a:stretch>
            </p:blipFill>
            <p:spPr>
              <a:xfrm>
                <a:off x="2203269" y="4636984"/>
                <a:ext cx="95657" cy="3155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7">
            <p14:nvContentPartPr>
              <p14:cNvPr id="357" name="잉크 356">
                <a:extLst>
                  <a:ext uri="{FF2B5EF4-FFF2-40B4-BE49-F238E27FC236}">
                    <a16:creationId xmlns:a16="http://schemas.microsoft.com/office/drawing/2014/main" id="{609C0DEF-B426-3983-C013-8DAE51A9521A}"/>
                  </a:ext>
                </a:extLst>
              </p14:cNvPr>
              <p14:cNvContentPartPr/>
              <p14:nvPr/>
            </p14:nvContentPartPr>
            <p14:xfrm>
              <a:off x="2183057" y="4871116"/>
              <a:ext cx="136485" cy="55890"/>
            </p14:xfrm>
          </p:contentPart>
        </mc:Choice>
        <mc:Fallback>
          <p:pic>
            <p:nvPicPr>
              <p:cNvPr id="357" name="잉크 356">
                <a:extLst>
                  <a:ext uri="{FF2B5EF4-FFF2-40B4-BE49-F238E27FC236}">
                    <a16:creationId xmlns:a16="http://schemas.microsoft.com/office/drawing/2014/main" id="{609C0DEF-B426-3983-C013-8DAE51A9521A}"/>
                  </a:ext>
                </a:extLst>
              </p:cNvPr>
              <p:cNvPicPr/>
              <p:nvPr/>
            </p:nvPicPr>
            <p:blipFill>
              <a:blip r:embed="rId538"/>
              <a:stretch>
                <a:fillRect/>
              </a:stretch>
            </p:blipFill>
            <p:spPr>
              <a:xfrm>
                <a:off x="2176951" y="4865025"/>
                <a:ext cx="148697" cy="680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9">
            <p14:nvContentPartPr>
              <p14:cNvPr id="359" name="잉크 358">
                <a:extLst>
                  <a:ext uri="{FF2B5EF4-FFF2-40B4-BE49-F238E27FC236}">
                    <a16:creationId xmlns:a16="http://schemas.microsoft.com/office/drawing/2014/main" id="{43951405-A8B7-2EFE-8F8E-2FD4983C9E15}"/>
                  </a:ext>
                </a:extLst>
              </p14:cNvPr>
              <p14:cNvContentPartPr/>
              <p14:nvPr/>
            </p14:nvContentPartPr>
            <p14:xfrm>
              <a:off x="2474252" y="4481304"/>
              <a:ext cx="84443" cy="213840"/>
            </p14:xfrm>
          </p:contentPart>
        </mc:Choice>
        <mc:Fallback>
          <p:pic>
            <p:nvPicPr>
              <p:cNvPr id="359" name="잉크 358">
                <a:extLst>
                  <a:ext uri="{FF2B5EF4-FFF2-40B4-BE49-F238E27FC236}">
                    <a16:creationId xmlns:a16="http://schemas.microsoft.com/office/drawing/2014/main" id="{43951405-A8B7-2EFE-8F8E-2FD4983C9E15}"/>
                  </a:ext>
                </a:extLst>
              </p:cNvPr>
              <p:cNvPicPr/>
              <p:nvPr/>
            </p:nvPicPr>
            <p:blipFill>
              <a:blip r:embed="rId540"/>
              <a:stretch>
                <a:fillRect/>
              </a:stretch>
            </p:blipFill>
            <p:spPr>
              <a:xfrm>
                <a:off x="2468143" y="4475194"/>
                <a:ext cx="96660" cy="2260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1">
            <p14:nvContentPartPr>
              <p14:cNvPr id="360" name="잉크 359">
                <a:extLst>
                  <a:ext uri="{FF2B5EF4-FFF2-40B4-BE49-F238E27FC236}">
                    <a16:creationId xmlns:a16="http://schemas.microsoft.com/office/drawing/2014/main" id="{CA0A7CE8-8C9E-19C8-D99C-38A92FF18EE0}"/>
                  </a:ext>
                </a:extLst>
              </p14:cNvPr>
              <p14:cNvContentPartPr/>
              <p14:nvPr/>
            </p14:nvContentPartPr>
            <p14:xfrm>
              <a:off x="2533585" y="4532739"/>
              <a:ext cx="69458" cy="114008"/>
            </p14:xfrm>
          </p:contentPart>
        </mc:Choice>
        <mc:Fallback>
          <p:pic>
            <p:nvPicPr>
              <p:cNvPr id="360" name="잉크 359">
                <a:extLst>
                  <a:ext uri="{FF2B5EF4-FFF2-40B4-BE49-F238E27FC236}">
                    <a16:creationId xmlns:a16="http://schemas.microsoft.com/office/drawing/2014/main" id="{CA0A7CE8-8C9E-19C8-D99C-38A92FF18EE0}"/>
                  </a:ext>
                </a:extLst>
              </p:cNvPr>
              <p:cNvPicPr/>
              <p:nvPr/>
            </p:nvPicPr>
            <p:blipFill>
              <a:blip r:embed="rId542"/>
              <a:stretch>
                <a:fillRect/>
              </a:stretch>
            </p:blipFill>
            <p:spPr>
              <a:xfrm>
                <a:off x="2527467" y="4526625"/>
                <a:ext cx="81694" cy="1262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3">
            <p14:nvContentPartPr>
              <p14:cNvPr id="362" name="잉크 361">
                <a:extLst>
                  <a:ext uri="{FF2B5EF4-FFF2-40B4-BE49-F238E27FC236}">
                    <a16:creationId xmlns:a16="http://schemas.microsoft.com/office/drawing/2014/main" id="{440512DB-3034-DA72-93DF-49279D11E8BD}"/>
                  </a:ext>
                </a:extLst>
              </p14:cNvPr>
              <p14:cNvContentPartPr/>
              <p14:nvPr/>
            </p14:nvContentPartPr>
            <p14:xfrm>
              <a:off x="2642732" y="4566557"/>
              <a:ext cx="64193" cy="84240"/>
            </p14:xfrm>
          </p:contentPart>
        </mc:Choice>
        <mc:Fallback>
          <p:pic>
            <p:nvPicPr>
              <p:cNvPr id="362" name="잉크 361">
                <a:extLst>
                  <a:ext uri="{FF2B5EF4-FFF2-40B4-BE49-F238E27FC236}">
                    <a16:creationId xmlns:a16="http://schemas.microsoft.com/office/drawing/2014/main" id="{440512DB-3034-DA72-93DF-49279D11E8BD}"/>
                  </a:ext>
                </a:extLst>
              </p:cNvPr>
              <p:cNvPicPr/>
              <p:nvPr/>
            </p:nvPicPr>
            <p:blipFill>
              <a:blip r:embed="rId544"/>
              <a:stretch>
                <a:fillRect/>
              </a:stretch>
            </p:blipFill>
            <p:spPr>
              <a:xfrm>
                <a:off x="2636635" y="4560437"/>
                <a:ext cx="76386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5">
            <p14:nvContentPartPr>
              <p14:cNvPr id="363" name="잉크 362">
                <a:extLst>
                  <a:ext uri="{FF2B5EF4-FFF2-40B4-BE49-F238E27FC236}">
                    <a16:creationId xmlns:a16="http://schemas.microsoft.com/office/drawing/2014/main" id="{5EB677B9-AB6A-AB32-E983-A8BD072A3A50}"/>
                  </a:ext>
                </a:extLst>
              </p14:cNvPr>
              <p14:cNvContentPartPr/>
              <p14:nvPr/>
            </p14:nvContentPartPr>
            <p14:xfrm>
              <a:off x="2700445" y="4572024"/>
              <a:ext cx="44550" cy="73305"/>
            </p14:xfrm>
          </p:contentPart>
        </mc:Choice>
        <mc:Fallback>
          <p:pic>
            <p:nvPicPr>
              <p:cNvPr id="363" name="잉크 362">
                <a:extLst>
                  <a:ext uri="{FF2B5EF4-FFF2-40B4-BE49-F238E27FC236}">
                    <a16:creationId xmlns:a16="http://schemas.microsoft.com/office/drawing/2014/main" id="{5EB677B9-AB6A-AB32-E983-A8BD072A3A50}"/>
                  </a:ext>
                </a:extLst>
              </p:cNvPr>
              <p:cNvPicPr/>
              <p:nvPr/>
            </p:nvPicPr>
            <p:blipFill>
              <a:blip r:embed="rId546"/>
              <a:stretch>
                <a:fillRect/>
              </a:stretch>
            </p:blipFill>
            <p:spPr>
              <a:xfrm>
                <a:off x="2694337" y="4565915"/>
                <a:ext cx="56765" cy="8552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7">
            <p14:nvContentPartPr>
              <p14:cNvPr id="364" name="잉크 363">
                <a:extLst>
                  <a:ext uri="{FF2B5EF4-FFF2-40B4-BE49-F238E27FC236}">
                    <a16:creationId xmlns:a16="http://schemas.microsoft.com/office/drawing/2014/main" id="{33089260-FC6D-2265-9349-65723ED5C095}"/>
                  </a:ext>
                </a:extLst>
              </p14:cNvPr>
              <p14:cNvContentPartPr/>
              <p14:nvPr/>
            </p14:nvContentPartPr>
            <p14:xfrm>
              <a:off x="2745602" y="4593084"/>
              <a:ext cx="92745" cy="72900"/>
            </p14:xfrm>
          </p:contentPart>
        </mc:Choice>
        <mc:Fallback>
          <p:pic>
            <p:nvPicPr>
              <p:cNvPr id="364" name="잉크 363">
                <a:extLst>
                  <a:ext uri="{FF2B5EF4-FFF2-40B4-BE49-F238E27FC236}">
                    <a16:creationId xmlns:a16="http://schemas.microsoft.com/office/drawing/2014/main" id="{33089260-FC6D-2265-9349-65723ED5C095}"/>
                  </a:ext>
                </a:extLst>
              </p:cNvPr>
              <p:cNvPicPr/>
              <p:nvPr/>
            </p:nvPicPr>
            <p:blipFill>
              <a:blip r:embed="rId548"/>
              <a:stretch>
                <a:fillRect/>
              </a:stretch>
            </p:blipFill>
            <p:spPr>
              <a:xfrm>
                <a:off x="2739491" y="4586979"/>
                <a:ext cx="104967" cy="851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9">
            <p14:nvContentPartPr>
              <p14:cNvPr id="365" name="잉크 364">
                <a:extLst>
                  <a:ext uri="{FF2B5EF4-FFF2-40B4-BE49-F238E27FC236}">
                    <a16:creationId xmlns:a16="http://schemas.microsoft.com/office/drawing/2014/main" id="{16B28E74-46C9-F3C5-3CB9-C287800C7574}"/>
                  </a:ext>
                </a:extLst>
              </p14:cNvPr>
              <p14:cNvContentPartPr/>
              <p14:nvPr/>
            </p14:nvContentPartPr>
            <p14:xfrm>
              <a:off x="3089447" y="4621231"/>
              <a:ext cx="18630" cy="13770"/>
            </p14:xfrm>
          </p:contentPart>
        </mc:Choice>
        <mc:Fallback>
          <p:pic>
            <p:nvPicPr>
              <p:cNvPr id="365" name="잉크 364">
                <a:extLst>
                  <a:ext uri="{FF2B5EF4-FFF2-40B4-BE49-F238E27FC236}">
                    <a16:creationId xmlns:a16="http://schemas.microsoft.com/office/drawing/2014/main" id="{16B28E74-46C9-F3C5-3CB9-C287800C7574}"/>
                  </a:ext>
                </a:extLst>
              </p:cNvPr>
              <p:cNvPicPr/>
              <p:nvPr/>
            </p:nvPicPr>
            <p:blipFill>
              <a:blip r:embed="rId550"/>
              <a:stretch>
                <a:fillRect/>
              </a:stretch>
            </p:blipFill>
            <p:spPr>
              <a:xfrm>
                <a:off x="3083356" y="4615229"/>
                <a:ext cx="30811" cy="257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1">
            <p14:nvContentPartPr>
              <p14:cNvPr id="391" name="잉크 390">
                <a:extLst>
                  <a:ext uri="{FF2B5EF4-FFF2-40B4-BE49-F238E27FC236}">
                    <a16:creationId xmlns:a16="http://schemas.microsoft.com/office/drawing/2014/main" id="{BCBACD45-5993-9841-7896-06877C1EF4FA}"/>
                  </a:ext>
                </a:extLst>
              </p14:cNvPr>
              <p14:cNvContentPartPr/>
              <p14:nvPr/>
            </p14:nvContentPartPr>
            <p14:xfrm>
              <a:off x="3233830" y="4533751"/>
              <a:ext cx="572873" cy="203"/>
            </p14:xfrm>
          </p:contentPart>
        </mc:Choice>
        <mc:Fallback>
          <p:pic>
            <p:nvPicPr>
              <p:cNvPr id="391" name="잉크 390">
                <a:extLst>
                  <a:ext uri="{FF2B5EF4-FFF2-40B4-BE49-F238E27FC236}">
                    <a16:creationId xmlns:a16="http://schemas.microsoft.com/office/drawing/2014/main" id="{BCBACD45-5993-9841-7896-06877C1EF4FA}"/>
                  </a:ext>
                </a:extLst>
              </p:cNvPr>
              <p:cNvPicPr/>
              <p:nvPr/>
            </p:nvPicPr>
            <p:blipFill>
              <a:blip r:embed="rId552"/>
              <a:stretch>
                <a:fillRect/>
              </a:stretch>
            </p:blipFill>
            <p:spPr>
              <a:xfrm>
                <a:off x="3227713" y="4530300"/>
                <a:ext cx="585108" cy="7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3">
            <p14:nvContentPartPr>
              <p14:cNvPr id="387" name="잉크 386">
                <a:extLst>
                  <a:ext uri="{FF2B5EF4-FFF2-40B4-BE49-F238E27FC236}">
                    <a16:creationId xmlns:a16="http://schemas.microsoft.com/office/drawing/2014/main" id="{7F2A4C5A-7E7C-7C01-02F1-67EC959321A2}"/>
                  </a:ext>
                </a:extLst>
              </p14:cNvPr>
              <p14:cNvContentPartPr/>
              <p14:nvPr/>
            </p14:nvContentPartPr>
            <p14:xfrm>
              <a:off x="4169380" y="4292979"/>
              <a:ext cx="810203" cy="198045"/>
            </p14:xfrm>
          </p:contentPart>
        </mc:Choice>
        <mc:Fallback>
          <p:pic>
            <p:nvPicPr>
              <p:cNvPr id="387" name="잉크 386">
                <a:extLst>
                  <a:ext uri="{FF2B5EF4-FFF2-40B4-BE49-F238E27FC236}">
                    <a16:creationId xmlns:a16="http://schemas.microsoft.com/office/drawing/2014/main" id="{7F2A4C5A-7E7C-7C01-02F1-67EC959321A2}"/>
                  </a:ext>
                </a:extLst>
              </p:cNvPr>
              <p:cNvPicPr/>
              <p:nvPr/>
            </p:nvPicPr>
            <p:blipFill>
              <a:blip r:embed="rId554"/>
              <a:stretch>
                <a:fillRect/>
              </a:stretch>
            </p:blipFill>
            <p:spPr>
              <a:xfrm>
                <a:off x="4163261" y="4286858"/>
                <a:ext cx="822441" cy="2102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5">
            <p14:nvContentPartPr>
              <p14:cNvPr id="388" name="잉크 387">
                <a:extLst>
                  <a:ext uri="{FF2B5EF4-FFF2-40B4-BE49-F238E27FC236}">
                    <a16:creationId xmlns:a16="http://schemas.microsoft.com/office/drawing/2014/main" id="{C66B52B7-6D58-7516-38BE-5C28531CD00A}"/>
                  </a:ext>
                </a:extLst>
              </p14:cNvPr>
              <p14:cNvContentPartPr/>
              <p14:nvPr/>
            </p14:nvContentPartPr>
            <p14:xfrm>
              <a:off x="5127003" y="4336719"/>
              <a:ext cx="563760" cy="175770"/>
            </p14:xfrm>
          </p:contentPart>
        </mc:Choice>
        <mc:Fallback>
          <p:pic>
            <p:nvPicPr>
              <p:cNvPr id="388" name="잉크 387">
                <a:extLst>
                  <a:ext uri="{FF2B5EF4-FFF2-40B4-BE49-F238E27FC236}">
                    <a16:creationId xmlns:a16="http://schemas.microsoft.com/office/drawing/2014/main" id="{C66B52B7-6D58-7516-38BE-5C28531CD00A}"/>
                  </a:ext>
                </a:extLst>
              </p:cNvPr>
              <p:cNvPicPr/>
              <p:nvPr/>
            </p:nvPicPr>
            <p:blipFill>
              <a:blip r:embed="rId556"/>
              <a:stretch>
                <a:fillRect/>
              </a:stretch>
            </p:blipFill>
            <p:spPr>
              <a:xfrm>
                <a:off x="5120883" y="4330608"/>
                <a:ext cx="576000" cy="1879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7">
            <p14:nvContentPartPr>
              <p14:cNvPr id="389" name="잉크 388">
                <a:extLst>
                  <a:ext uri="{FF2B5EF4-FFF2-40B4-BE49-F238E27FC236}">
                    <a16:creationId xmlns:a16="http://schemas.microsoft.com/office/drawing/2014/main" id="{74EFF20A-671D-E083-BDCF-FC52162CA8E3}"/>
                  </a:ext>
                </a:extLst>
              </p14:cNvPr>
              <p14:cNvContentPartPr/>
              <p14:nvPr/>
            </p14:nvContentPartPr>
            <p14:xfrm>
              <a:off x="5836158" y="4391394"/>
              <a:ext cx="585630" cy="160178"/>
            </p14:xfrm>
          </p:contentPart>
        </mc:Choice>
        <mc:Fallback>
          <p:pic>
            <p:nvPicPr>
              <p:cNvPr id="389" name="잉크 388">
                <a:extLst>
                  <a:ext uri="{FF2B5EF4-FFF2-40B4-BE49-F238E27FC236}">
                    <a16:creationId xmlns:a16="http://schemas.microsoft.com/office/drawing/2014/main" id="{74EFF20A-671D-E083-BDCF-FC52162CA8E3}"/>
                  </a:ext>
                </a:extLst>
              </p:cNvPr>
              <p:cNvPicPr/>
              <p:nvPr/>
            </p:nvPicPr>
            <p:blipFill>
              <a:blip r:embed="rId558"/>
              <a:stretch>
                <a:fillRect/>
              </a:stretch>
            </p:blipFill>
            <p:spPr>
              <a:xfrm>
                <a:off x="5830039" y="4385289"/>
                <a:ext cx="597868" cy="1723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9">
            <p14:nvContentPartPr>
              <p14:cNvPr id="392" name="잉크 391">
                <a:extLst>
                  <a:ext uri="{FF2B5EF4-FFF2-40B4-BE49-F238E27FC236}">
                    <a16:creationId xmlns:a16="http://schemas.microsoft.com/office/drawing/2014/main" id="{8BB962CE-2497-5698-2A08-E675EE4EBF86}"/>
                  </a:ext>
                </a:extLst>
              </p14:cNvPr>
              <p14:cNvContentPartPr/>
              <p14:nvPr/>
            </p14:nvContentPartPr>
            <p14:xfrm>
              <a:off x="4234990" y="4533752"/>
              <a:ext cx="1097550" cy="68040"/>
            </p14:xfrm>
          </p:contentPart>
        </mc:Choice>
        <mc:Fallback>
          <p:pic>
            <p:nvPicPr>
              <p:cNvPr id="392" name="잉크 391">
                <a:extLst>
                  <a:ext uri="{FF2B5EF4-FFF2-40B4-BE49-F238E27FC236}">
                    <a16:creationId xmlns:a16="http://schemas.microsoft.com/office/drawing/2014/main" id="{8BB962CE-2497-5698-2A08-E675EE4EBF86}"/>
                  </a:ext>
                </a:extLst>
              </p:cNvPr>
              <p:cNvPicPr/>
              <p:nvPr/>
            </p:nvPicPr>
            <p:blipFill>
              <a:blip r:embed="rId560"/>
              <a:stretch>
                <a:fillRect/>
              </a:stretch>
            </p:blipFill>
            <p:spPr>
              <a:xfrm>
                <a:off x="4228871" y="4527664"/>
                <a:ext cx="1109789" cy="802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1">
            <p14:nvContentPartPr>
              <p14:cNvPr id="393" name="잉크 392">
                <a:extLst>
                  <a:ext uri="{FF2B5EF4-FFF2-40B4-BE49-F238E27FC236}">
                    <a16:creationId xmlns:a16="http://schemas.microsoft.com/office/drawing/2014/main" id="{741D03C6-D8C4-9A8F-DD1E-635B2D08E057}"/>
                  </a:ext>
                </a:extLst>
              </p14:cNvPr>
              <p14:cNvContentPartPr/>
              <p14:nvPr/>
            </p14:nvContentPartPr>
            <p14:xfrm>
              <a:off x="5389645" y="4572024"/>
              <a:ext cx="447525" cy="5873"/>
            </p14:xfrm>
          </p:contentPart>
        </mc:Choice>
        <mc:Fallback>
          <p:pic>
            <p:nvPicPr>
              <p:cNvPr id="393" name="잉크 392">
                <a:extLst>
                  <a:ext uri="{FF2B5EF4-FFF2-40B4-BE49-F238E27FC236}">
                    <a16:creationId xmlns:a16="http://schemas.microsoft.com/office/drawing/2014/main" id="{741D03C6-D8C4-9A8F-DD1E-635B2D08E057}"/>
                  </a:ext>
                </a:extLst>
              </p:cNvPr>
              <p:cNvPicPr/>
              <p:nvPr/>
            </p:nvPicPr>
            <p:blipFill>
              <a:blip r:embed="rId562"/>
              <a:stretch>
                <a:fillRect/>
              </a:stretch>
            </p:blipFill>
            <p:spPr>
              <a:xfrm>
                <a:off x="5383529" y="4566151"/>
                <a:ext cx="459756" cy="176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3">
            <p14:nvContentPartPr>
              <p14:cNvPr id="394" name="잉크 393">
                <a:extLst>
                  <a:ext uri="{FF2B5EF4-FFF2-40B4-BE49-F238E27FC236}">
                    <a16:creationId xmlns:a16="http://schemas.microsoft.com/office/drawing/2014/main" id="{EC6F6CBA-4661-7684-5010-A14071E2B1BC}"/>
                  </a:ext>
                </a:extLst>
              </p14:cNvPr>
              <p14:cNvContentPartPr/>
              <p14:nvPr/>
            </p14:nvContentPartPr>
            <p14:xfrm>
              <a:off x="6018813" y="4555622"/>
              <a:ext cx="266693" cy="5873"/>
            </p14:xfrm>
          </p:contentPart>
        </mc:Choice>
        <mc:Fallback>
          <p:pic>
            <p:nvPicPr>
              <p:cNvPr id="394" name="잉크 393">
                <a:extLst>
                  <a:ext uri="{FF2B5EF4-FFF2-40B4-BE49-F238E27FC236}">
                    <a16:creationId xmlns:a16="http://schemas.microsoft.com/office/drawing/2014/main" id="{EC6F6CBA-4661-7684-5010-A14071E2B1BC}"/>
                  </a:ext>
                </a:extLst>
              </p:cNvPr>
              <p:cNvPicPr/>
              <p:nvPr/>
            </p:nvPicPr>
            <p:blipFill>
              <a:blip r:embed="rId564"/>
              <a:stretch>
                <a:fillRect/>
              </a:stretch>
            </p:blipFill>
            <p:spPr>
              <a:xfrm>
                <a:off x="6012695" y="4549749"/>
                <a:ext cx="278930" cy="176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5">
            <p14:nvContentPartPr>
              <p14:cNvPr id="423" name="잉크 422">
                <a:extLst>
                  <a:ext uri="{FF2B5EF4-FFF2-40B4-BE49-F238E27FC236}">
                    <a16:creationId xmlns:a16="http://schemas.microsoft.com/office/drawing/2014/main" id="{63DFEB7F-DC97-A4C5-023C-B440EEE59450}"/>
                  </a:ext>
                </a:extLst>
              </p14:cNvPr>
              <p14:cNvContentPartPr/>
              <p14:nvPr/>
            </p14:nvContentPartPr>
            <p14:xfrm>
              <a:off x="5302165" y="4260174"/>
              <a:ext cx="147218" cy="57105"/>
            </p14:xfrm>
          </p:contentPart>
        </mc:Choice>
        <mc:Fallback>
          <p:pic>
            <p:nvPicPr>
              <p:cNvPr id="423" name="잉크 422">
                <a:extLst>
                  <a:ext uri="{FF2B5EF4-FFF2-40B4-BE49-F238E27FC236}">
                    <a16:creationId xmlns:a16="http://schemas.microsoft.com/office/drawing/2014/main" id="{63DFEB7F-DC97-A4C5-023C-B440EEE59450}"/>
                  </a:ext>
                </a:extLst>
              </p:cNvPr>
              <p:cNvPicPr/>
              <p:nvPr/>
            </p:nvPicPr>
            <p:blipFill>
              <a:blip r:embed="rId566"/>
              <a:stretch>
                <a:fillRect/>
              </a:stretch>
            </p:blipFill>
            <p:spPr>
              <a:xfrm>
                <a:off x="5296046" y="4254068"/>
                <a:ext cx="159456" cy="693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7">
            <p14:nvContentPartPr>
              <p14:cNvPr id="406" name="잉크 405">
                <a:extLst>
                  <a:ext uri="{FF2B5EF4-FFF2-40B4-BE49-F238E27FC236}">
                    <a16:creationId xmlns:a16="http://schemas.microsoft.com/office/drawing/2014/main" id="{4E913FBC-244C-D261-08DB-7484AC52E020}"/>
                  </a:ext>
                </a:extLst>
              </p14:cNvPr>
              <p14:cNvContentPartPr/>
              <p14:nvPr/>
            </p14:nvContentPartPr>
            <p14:xfrm>
              <a:off x="4251595" y="4703244"/>
              <a:ext cx="13365" cy="203"/>
            </p14:xfrm>
          </p:contentPart>
        </mc:Choice>
        <mc:Fallback>
          <p:pic>
            <p:nvPicPr>
              <p:cNvPr id="406" name="잉크 405">
                <a:extLst>
                  <a:ext uri="{FF2B5EF4-FFF2-40B4-BE49-F238E27FC236}">
                    <a16:creationId xmlns:a16="http://schemas.microsoft.com/office/drawing/2014/main" id="{4E913FBC-244C-D261-08DB-7484AC52E020}"/>
                  </a:ext>
                </a:extLst>
              </p:cNvPr>
              <p:cNvPicPr/>
              <p:nvPr/>
            </p:nvPicPr>
            <p:blipFill>
              <a:blip r:embed="rId568"/>
              <a:stretch>
                <a:fillRect/>
              </a:stretch>
            </p:blipFill>
            <p:spPr>
              <a:xfrm>
                <a:off x="4245264" y="4699793"/>
                <a:ext cx="25323" cy="7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9">
            <p14:nvContentPartPr>
              <p14:cNvPr id="407" name="잉크 406">
                <a:extLst>
                  <a:ext uri="{FF2B5EF4-FFF2-40B4-BE49-F238E27FC236}">
                    <a16:creationId xmlns:a16="http://schemas.microsoft.com/office/drawing/2014/main" id="{015D73F0-8E48-4E4B-91CD-55653A08B5D5}"/>
                  </a:ext>
                </a:extLst>
              </p14:cNvPr>
              <p14:cNvContentPartPr/>
              <p14:nvPr/>
            </p14:nvContentPartPr>
            <p14:xfrm>
              <a:off x="4257063" y="4654036"/>
              <a:ext cx="43943" cy="114615"/>
            </p14:xfrm>
          </p:contentPart>
        </mc:Choice>
        <mc:Fallback>
          <p:pic>
            <p:nvPicPr>
              <p:cNvPr id="407" name="잉크 406">
                <a:extLst>
                  <a:ext uri="{FF2B5EF4-FFF2-40B4-BE49-F238E27FC236}">
                    <a16:creationId xmlns:a16="http://schemas.microsoft.com/office/drawing/2014/main" id="{015D73F0-8E48-4E4B-91CD-55653A08B5D5}"/>
                  </a:ext>
                </a:extLst>
              </p:cNvPr>
              <p:cNvPicPr/>
              <p:nvPr/>
            </p:nvPicPr>
            <p:blipFill>
              <a:blip r:embed="rId570"/>
              <a:stretch>
                <a:fillRect/>
              </a:stretch>
            </p:blipFill>
            <p:spPr>
              <a:xfrm>
                <a:off x="4250990" y="4647928"/>
                <a:ext cx="56090" cy="1268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1">
            <p14:nvContentPartPr>
              <p14:cNvPr id="408" name="잉크 407">
                <a:extLst>
                  <a:ext uri="{FF2B5EF4-FFF2-40B4-BE49-F238E27FC236}">
                    <a16:creationId xmlns:a16="http://schemas.microsoft.com/office/drawing/2014/main" id="{C0CD7ED7-7BD3-DCF2-436F-BC78EDB11758}"/>
                  </a:ext>
                </a:extLst>
              </p14:cNvPr>
              <p14:cNvContentPartPr/>
              <p14:nvPr/>
            </p14:nvContentPartPr>
            <p14:xfrm>
              <a:off x="4289868" y="4697776"/>
              <a:ext cx="38273" cy="38880"/>
            </p14:xfrm>
          </p:contentPart>
        </mc:Choice>
        <mc:Fallback>
          <p:pic>
            <p:nvPicPr>
              <p:cNvPr id="408" name="잉크 407">
                <a:extLst>
                  <a:ext uri="{FF2B5EF4-FFF2-40B4-BE49-F238E27FC236}">
                    <a16:creationId xmlns:a16="http://schemas.microsoft.com/office/drawing/2014/main" id="{C0CD7ED7-7BD3-DCF2-436F-BC78EDB11758}"/>
                  </a:ext>
                </a:extLst>
              </p:cNvPr>
              <p:cNvPicPr/>
              <p:nvPr/>
            </p:nvPicPr>
            <p:blipFill>
              <a:blip r:embed="rId572"/>
              <a:stretch>
                <a:fillRect/>
              </a:stretch>
            </p:blipFill>
            <p:spPr>
              <a:xfrm>
                <a:off x="4283787" y="4691656"/>
                <a:ext cx="50435" cy="5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3">
            <p14:nvContentPartPr>
              <p14:cNvPr id="409" name="잉크 408">
                <a:extLst>
                  <a:ext uri="{FF2B5EF4-FFF2-40B4-BE49-F238E27FC236}">
                    <a16:creationId xmlns:a16="http://schemas.microsoft.com/office/drawing/2014/main" id="{54F7F5D2-FEEE-64B8-E850-17B2BC5EEC81}"/>
                  </a:ext>
                </a:extLst>
              </p14:cNvPr>
              <p14:cNvContentPartPr/>
              <p14:nvPr/>
            </p14:nvContentPartPr>
            <p14:xfrm>
              <a:off x="4339075" y="4725114"/>
              <a:ext cx="31995" cy="10530"/>
            </p14:xfrm>
          </p:contentPart>
        </mc:Choice>
        <mc:Fallback>
          <p:pic>
            <p:nvPicPr>
              <p:cNvPr id="409" name="잉크 408">
                <a:extLst>
                  <a:ext uri="{FF2B5EF4-FFF2-40B4-BE49-F238E27FC236}">
                    <a16:creationId xmlns:a16="http://schemas.microsoft.com/office/drawing/2014/main" id="{54F7F5D2-FEEE-64B8-E850-17B2BC5EEC81}"/>
                  </a:ext>
                </a:extLst>
              </p:cNvPr>
              <p:cNvPicPr/>
              <p:nvPr/>
            </p:nvPicPr>
            <p:blipFill>
              <a:blip r:embed="rId574"/>
              <a:stretch>
                <a:fillRect/>
              </a:stretch>
            </p:blipFill>
            <p:spPr>
              <a:xfrm>
                <a:off x="4332964" y="4719147"/>
                <a:ext cx="44218" cy="224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5">
            <p14:nvContentPartPr>
              <p14:cNvPr id="410" name="잉크 409">
                <a:extLst>
                  <a:ext uri="{FF2B5EF4-FFF2-40B4-BE49-F238E27FC236}">
                    <a16:creationId xmlns:a16="http://schemas.microsoft.com/office/drawing/2014/main" id="{65D2B79B-3340-4B0B-2441-D37298CCA9F1}"/>
                  </a:ext>
                </a:extLst>
              </p14:cNvPr>
              <p14:cNvContentPartPr/>
              <p14:nvPr/>
            </p14:nvContentPartPr>
            <p14:xfrm>
              <a:off x="4311940" y="4697776"/>
              <a:ext cx="87480" cy="80393"/>
            </p14:xfrm>
          </p:contentPart>
        </mc:Choice>
        <mc:Fallback>
          <p:pic>
            <p:nvPicPr>
              <p:cNvPr id="410" name="잉크 409">
                <a:extLst>
                  <a:ext uri="{FF2B5EF4-FFF2-40B4-BE49-F238E27FC236}">
                    <a16:creationId xmlns:a16="http://schemas.microsoft.com/office/drawing/2014/main" id="{65D2B79B-3340-4B0B-2441-D37298CCA9F1}"/>
                  </a:ext>
                </a:extLst>
              </p:cNvPr>
              <p:cNvPicPr/>
              <p:nvPr/>
            </p:nvPicPr>
            <p:blipFill>
              <a:blip r:embed="rId576"/>
              <a:stretch>
                <a:fillRect/>
              </a:stretch>
            </p:blipFill>
            <p:spPr>
              <a:xfrm>
                <a:off x="4305845" y="4691675"/>
                <a:ext cx="99670" cy="925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7">
            <p14:nvContentPartPr>
              <p14:cNvPr id="411" name="잉크 410">
                <a:extLst>
                  <a:ext uri="{FF2B5EF4-FFF2-40B4-BE49-F238E27FC236}">
                    <a16:creationId xmlns:a16="http://schemas.microsoft.com/office/drawing/2014/main" id="{45A66650-C501-349B-1E18-DA32E23F02A7}"/>
                  </a:ext>
                </a:extLst>
              </p14:cNvPr>
              <p14:cNvContentPartPr/>
              <p14:nvPr/>
            </p14:nvContentPartPr>
            <p14:xfrm>
              <a:off x="4492165" y="4675906"/>
              <a:ext cx="9923" cy="10530"/>
            </p14:xfrm>
          </p:contentPart>
        </mc:Choice>
        <mc:Fallback>
          <p:pic>
            <p:nvPicPr>
              <p:cNvPr id="411" name="잉크 410">
                <a:extLst>
                  <a:ext uri="{FF2B5EF4-FFF2-40B4-BE49-F238E27FC236}">
                    <a16:creationId xmlns:a16="http://schemas.microsoft.com/office/drawing/2014/main" id="{45A66650-C501-349B-1E18-DA32E23F02A7}"/>
                  </a:ext>
                </a:extLst>
              </p:cNvPr>
              <p:cNvPicPr/>
              <p:nvPr/>
            </p:nvPicPr>
            <p:blipFill>
              <a:blip r:embed="rId578"/>
              <a:stretch>
                <a:fillRect/>
              </a:stretch>
            </p:blipFill>
            <p:spPr>
              <a:xfrm>
                <a:off x="4486140" y="4669939"/>
                <a:ext cx="21972" cy="224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9">
            <p14:nvContentPartPr>
              <p14:cNvPr id="412" name="잉크 411">
                <a:extLst>
                  <a:ext uri="{FF2B5EF4-FFF2-40B4-BE49-F238E27FC236}">
                    <a16:creationId xmlns:a16="http://schemas.microsoft.com/office/drawing/2014/main" id="{3E7868B2-9C00-2BE9-8297-C700B2080298}"/>
                  </a:ext>
                </a:extLst>
              </p14:cNvPr>
              <p14:cNvContentPartPr/>
              <p14:nvPr/>
            </p14:nvContentPartPr>
            <p14:xfrm>
              <a:off x="4574380" y="4697776"/>
              <a:ext cx="2430" cy="1215"/>
            </p14:xfrm>
          </p:contentPart>
        </mc:Choice>
        <mc:Fallback>
          <p:pic>
            <p:nvPicPr>
              <p:cNvPr id="412" name="잉크 411">
                <a:extLst>
                  <a:ext uri="{FF2B5EF4-FFF2-40B4-BE49-F238E27FC236}">
                    <a16:creationId xmlns:a16="http://schemas.microsoft.com/office/drawing/2014/main" id="{3E7868B2-9C00-2BE9-8297-C700B2080298}"/>
                  </a:ext>
                </a:extLst>
              </p:cNvPr>
              <p:cNvPicPr/>
              <p:nvPr/>
            </p:nvPicPr>
            <p:blipFill>
              <a:blip r:embed="rId580"/>
              <a:stretch>
                <a:fillRect/>
              </a:stretch>
            </p:blipFill>
            <p:spPr>
              <a:xfrm>
                <a:off x="4568479" y="4692612"/>
                <a:ext cx="14233" cy="115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1">
            <p14:nvContentPartPr>
              <p14:cNvPr id="413" name="잉크 412">
                <a:extLst>
                  <a:ext uri="{FF2B5EF4-FFF2-40B4-BE49-F238E27FC236}">
                    <a16:creationId xmlns:a16="http://schemas.microsoft.com/office/drawing/2014/main" id="{BACC6BA4-F998-0AF4-5AF4-5462745F2DA3}"/>
                  </a:ext>
                </a:extLst>
              </p14:cNvPr>
              <p14:cNvContentPartPr/>
              <p14:nvPr/>
            </p14:nvContentPartPr>
            <p14:xfrm>
              <a:off x="4672795" y="4681374"/>
              <a:ext cx="12150" cy="2430"/>
            </p14:xfrm>
          </p:contentPart>
        </mc:Choice>
        <mc:Fallback>
          <p:pic>
            <p:nvPicPr>
              <p:cNvPr id="413" name="잉크 412">
                <a:extLst>
                  <a:ext uri="{FF2B5EF4-FFF2-40B4-BE49-F238E27FC236}">
                    <a16:creationId xmlns:a16="http://schemas.microsoft.com/office/drawing/2014/main" id="{BACC6BA4-F998-0AF4-5AF4-5462745F2DA3}"/>
                  </a:ext>
                </a:extLst>
              </p:cNvPr>
              <p:cNvPicPr/>
              <p:nvPr/>
            </p:nvPicPr>
            <p:blipFill>
              <a:blip r:embed="rId582"/>
              <a:stretch>
                <a:fillRect/>
              </a:stretch>
            </p:blipFill>
            <p:spPr>
              <a:xfrm>
                <a:off x="4666720" y="4675473"/>
                <a:ext cx="24300" cy="142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3">
            <p14:nvContentPartPr>
              <p14:cNvPr id="415" name="잉크 414">
                <a:extLst>
                  <a:ext uri="{FF2B5EF4-FFF2-40B4-BE49-F238E27FC236}">
                    <a16:creationId xmlns:a16="http://schemas.microsoft.com/office/drawing/2014/main" id="{A4142848-A57F-8A75-7FC9-AF92455FFFDC}"/>
                  </a:ext>
                </a:extLst>
              </p14:cNvPr>
              <p14:cNvContentPartPr/>
              <p14:nvPr/>
            </p14:nvContentPartPr>
            <p14:xfrm>
              <a:off x="4771413" y="4670439"/>
              <a:ext cx="9923" cy="2430"/>
            </p14:xfrm>
          </p:contentPart>
        </mc:Choice>
        <mc:Fallback>
          <p:pic>
            <p:nvPicPr>
              <p:cNvPr id="415" name="잉크 414">
                <a:extLst>
                  <a:ext uri="{FF2B5EF4-FFF2-40B4-BE49-F238E27FC236}">
                    <a16:creationId xmlns:a16="http://schemas.microsoft.com/office/drawing/2014/main" id="{A4142848-A57F-8A75-7FC9-AF92455FFFDC}"/>
                  </a:ext>
                </a:extLst>
              </p:cNvPr>
              <p:cNvPicPr/>
              <p:nvPr/>
            </p:nvPicPr>
            <p:blipFill>
              <a:blip r:embed="rId584"/>
              <a:stretch>
                <a:fillRect/>
              </a:stretch>
            </p:blipFill>
            <p:spPr>
              <a:xfrm>
                <a:off x="4765388" y="4664538"/>
                <a:ext cx="21972" cy="142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5">
            <p14:nvContentPartPr>
              <p14:cNvPr id="416" name="잉크 415">
                <a:extLst>
                  <a:ext uri="{FF2B5EF4-FFF2-40B4-BE49-F238E27FC236}">
                    <a16:creationId xmlns:a16="http://schemas.microsoft.com/office/drawing/2014/main" id="{89591A4E-86A9-58C2-FD5B-1E8AC19F62EB}"/>
                  </a:ext>
                </a:extLst>
              </p14:cNvPr>
              <p14:cNvContentPartPr/>
              <p14:nvPr/>
            </p14:nvContentPartPr>
            <p14:xfrm>
              <a:off x="4798750" y="4675906"/>
              <a:ext cx="5670" cy="203"/>
            </p14:xfrm>
          </p:contentPart>
        </mc:Choice>
        <mc:Fallback>
          <p:pic>
            <p:nvPicPr>
              <p:cNvPr id="416" name="잉크 415">
                <a:extLst>
                  <a:ext uri="{FF2B5EF4-FFF2-40B4-BE49-F238E27FC236}">
                    <a16:creationId xmlns:a16="http://schemas.microsoft.com/office/drawing/2014/main" id="{89591A4E-86A9-58C2-FD5B-1E8AC19F62EB}"/>
                  </a:ext>
                </a:extLst>
              </p:cNvPr>
              <p:cNvPicPr/>
              <p:nvPr/>
            </p:nvPicPr>
            <p:blipFill>
              <a:blip r:embed="rId586"/>
              <a:stretch>
                <a:fillRect/>
              </a:stretch>
            </p:blipFill>
            <p:spPr>
              <a:xfrm>
                <a:off x="4792726" y="4672455"/>
                <a:ext cx="17719" cy="7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7">
            <p14:nvContentPartPr>
              <p14:cNvPr id="417" name="잉크 416">
                <a:extLst>
                  <a:ext uri="{FF2B5EF4-FFF2-40B4-BE49-F238E27FC236}">
                    <a16:creationId xmlns:a16="http://schemas.microsoft.com/office/drawing/2014/main" id="{FCE29BCF-04CD-51E1-1F60-31EB4C56B6E8}"/>
                  </a:ext>
                </a:extLst>
              </p14:cNvPr>
              <p14:cNvContentPartPr/>
              <p14:nvPr/>
            </p14:nvContentPartPr>
            <p14:xfrm>
              <a:off x="4842490" y="4675906"/>
              <a:ext cx="9113" cy="203"/>
            </p14:xfrm>
          </p:contentPart>
        </mc:Choice>
        <mc:Fallback>
          <p:pic>
            <p:nvPicPr>
              <p:cNvPr id="417" name="잉크 416">
                <a:extLst>
                  <a:ext uri="{FF2B5EF4-FFF2-40B4-BE49-F238E27FC236}">
                    <a16:creationId xmlns:a16="http://schemas.microsoft.com/office/drawing/2014/main" id="{FCE29BCF-04CD-51E1-1F60-31EB4C56B6E8}"/>
                  </a:ext>
                </a:extLst>
              </p:cNvPr>
              <p:cNvPicPr/>
              <p:nvPr/>
            </p:nvPicPr>
            <p:blipFill>
              <a:blip r:embed="rId588"/>
              <a:stretch>
                <a:fillRect/>
              </a:stretch>
            </p:blipFill>
            <p:spPr>
              <a:xfrm>
                <a:off x="4836531" y="4672455"/>
                <a:ext cx="21030" cy="7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9">
            <p14:nvContentPartPr>
              <p14:cNvPr id="418" name="잉크 417">
                <a:extLst>
                  <a:ext uri="{FF2B5EF4-FFF2-40B4-BE49-F238E27FC236}">
                    <a16:creationId xmlns:a16="http://schemas.microsoft.com/office/drawing/2014/main" id="{A49C1090-697D-A1FA-2C25-BC225FA2706A}"/>
                  </a:ext>
                </a:extLst>
              </p14:cNvPr>
              <p14:cNvContentPartPr/>
              <p14:nvPr/>
            </p14:nvContentPartPr>
            <p14:xfrm>
              <a:off x="4924503" y="4675906"/>
              <a:ext cx="9923" cy="203"/>
            </p14:xfrm>
          </p:contentPart>
        </mc:Choice>
        <mc:Fallback>
          <p:pic>
            <p:nvPicPr>
              <p:cNvPr id="418" name="잉크 417">
                <a:extLst>
                  <a:ext uri="{FF2B5EF4-FFF2-40B4-BE49-F238E27FC236}">
                    <a16:creationId xmlns:a16="http://schemas.microsoft.com/office/drawing/2014/main" id="{A49C1090-697D-A1FA-2C25-BC225FA2706A}"/>
                  </a:ext>
                </a:extLst>
              </p:cNvPr>
              <p:cNvPicPr/>
              <p:nvPr/>
            </p:nvPicPr>
            <p:blipFill>
              <a:blip r:embed="rId478"/>
              <a:stretch>
                <a:fillRect/>
              </a:stretch>
            </p:blipFill>
            <p:spPr>
              <a:xfrm>
                <a:off x="4918478" y="4672455"/>
                <a:ext cx="21972" cy="7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0">
            <p14:nvContentPartPr>
              <p14:cNvPr id="421" name="잉크 420">
                <a:extLst>
                  <a:ext uri="{FF2B5EF4-FFF2-40B4-BE49-F238E27FC236}">
                    <a16:creationId xmlns:a16="http://schemas.microsoft.com/office/drawing/2014/main" id="{0A410DED-EA3A-9A1F-D6E2-2C88F6F92300}"/>
                  </a:ext>
                </a:extLst>
              </p14:cNvPr>
              <p14:cNvContentPartPr/>
              <p14:nvPr/>
            </p14:nvContentPartPr>
            <p14:xfrm>
              <a:off x="5049040" y="4642696"/>
              <a:ext cx="96593" cy="150053"/>
            </p14:xfrm>
          </p:contentPart>
        </mc:Choice>
        <mc:Fallback>
          <p:pic>
            <p:nvPicPr>
              <p:cNvPr id="421" name="잉크 420">
                <a:extLst>
                  <a:ext uri="{FF2B5EF4-FFF2-40B4-BE49-F238E27FC236}">
                    <a16:creationId xmlns:a16="http://schemas.microsoft.com/office/drawing/2014/main" id="{0A410DED-EA3A-9A1F-D6E2-2C88F6F92300}"/>
                  </a:ext>
                </a:extLst>
              </p:cNvPr>
              <p:cNvPicPr/>
              <p:nvPr/>
            </p:nvPicPr>
            <p:blipFill>
              <a:blip r:embed="rId591"/>
              <a:stretch>
                <a:fillRect/>
              </a:stretch>
            </p:blipFill>
            <p:spPr>
              <a:xfrm>
                <a:off x="5042936" y="4636579"/>
                <a:ext cx="108802" cy="1622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2">
            <p14:nvContentPartPr>
              <p14:cNvPr id="424" name="잉크 423">
                <a:extLst>
                  <a:ext uri="{FF2B5EF4-FFF2-40B4-BE49-F238E27FC236}">
                    <a16:creationId xmlns:a16="http://schemas.microsoft.com/office/drawing/2014/main" id="{8E0115B5-5FA8-3962-D5AC-1F78B6D1406B}"/>
                  </a:ext>
                </a:extLst>
              </p14:cNvPr>
              <p14:cNvContentPartPr/>
              <p14:nvPr/>
            </p14:nvContentPartPr>
            <p14:xfrm>
              <a:off x="5090148" y="4681374"/>
              <a:ext cx="20655" cy="48195"/>
            </p14:xfrm>
          </p:contentPart>
        </mc:Choice>
        <mc:Fallback>
          <p:pic>
            <p:nvPicPr>
              <p:cNvPr id="424" name="잉크 423">
                <a:extLst>
                  <a:ext uri="{FF2B5EF4-FFF2-40B4-BE49-F238E27FC236}">
                    <a16:creationId xmlns:a16="http://schemas.microsoft.com/office/drawing/2014/main" id="{8E0115B5-5FA8-3962-D5AC-1F78B6D1406B}"/>
                  </a:ext>
                </a:extLst>
              </p:cNvPr>
              <p:cNvPicPr/>
              <p:nvPr/>
            </p:nvPicPr>
            <p:blipFill>
              <a:blip r:embed="rId593"/>
              <a:stretch>
                <a:fillRect/>
              </a:stretch>
            </p:blipFill>
            <p:spPr>
              <a:xfrm>
                <a:off x="5084094" y="4675260"/>
                <a:ext cx="32763" cy="604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4">
            <p14:nvContentPartPr>
              <p14:cNvPr id="425" name="잉크 424">
                <a:extLst>
                  <a:ext uri="{FF2B5EF4-FFF2-40B4-BE49-F238E27FC236}">
                    <a16:creationId xmlns:a16="http://schemas.microsoft.com/office/drawing/2014/main" id="{A01FF0C9-58B2-58D1-D273-B6D69D1099B7}"/>
                  </a:ext>
                </a:extLst>
              </p14:cNvPr>
              <p14:cNvContentPartPr/>
              <p14:nvPr/>
            </p14:nvContentPartPr>
            <p14:xfrm>
              <a:off x="5113840" y="4714179"/>
              <a:ext cx="7898" cy="23085"/>
            </p14:xfrm>
          </p:contentPart>
        </mc:Choice>
        <mc:Fallback>
          <p:pic>
            <p:nvPicPr>
              <p:cNvPr id="425" name="잉크 424">
                <a:extLst>
                  <a:ext uri="{FF2B5EF4-FFF2-40B4-BE49-F238E27FC236}">
                    <a16:creationId xmlns:a16="http://schemas.microsoft.com/office/drawing/2014/main" id="{A01FF0C9-58B2-58D1-D273-B6D69D1099B7}"/>
                  </a:ext>
                </a:extLst>
              </p:cNvPr>
              <p:cNvPicPr/>
              <p:nvPr/>
            </p:nvPicPr>
            <p:blipFill>
              <a:blip r:embed="rId595"/>
              <a:stretch>
                <a:fillRect/>
              </a:stretch>
            </p:blipFill>
            <p:spPr>
              <a:xfrm>
                <a:off x="5107737" y="4708141"/>
                <a:ext cx="20104" cy="3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6">
            <p14:nvContentPartPr>
              <p14:cNvPr id="426" name="잉크 425">
                <a:extLst>
                  <a:ext uri="{FF2B5EF4-FFF2-40B4-BE49-F238E27FC236}">
                    <a16:creationId xmlns:a16="http://schemas.microsoft.com/office/drawing/2014/main" id="{7E807CCD-2CDF-EFA6-E4E5-2FF0B4B8BA38}"/>
                  </a:ext>
                </a:extLst>
              </p14:cNvPr>
              <p14:cNvContentPartPr/>
              <p14:nvPr/>
            </p14:nvContentPartPr>
            <p14:xfrm>
              <a:off x="5087313" y="4747186"/>
              <a:ext cx="39690" cy="52448"/>
            </p14:xfrm>
          </p:contentPart>
        </mc:Choice>
        <mc:Fallback>
          <p:pic>
            <p:nvPicPr>
              <p:cNvPr id="426" name="잉크 425">
                <a:extLst>
                  <a:ext uri="{FF2B5EF4-FFF2-40B4-BE49-F238E27FC236}">
                    <a16:creationId xmlns:a16="http://schemas.microsoft.com/office/drawing/2014/main" id="{7E807CCD-2CDF-EFA6-E4E5-2FF0B4B8BA38}"/>
                  </a:ext>
                </a:extLst>
              </p:cNvPr>
              <p:cNvPicPr/>
              <p:nvPr/>
            </p:nvPicPr>
            <p:blipFill>
              <a:blip r:embed="rId597"/>
              <a:stretch>
                <a:fillRect/>
              </a:stretch>
            </p:blipFill>
            <p:spPr>
              <a:xfrm>
                <a:off x="5081234" y="4741079"/>
                <a:ext cx="51847" cy="646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8">
            <p14:nvContentPartPr>
              <p14:cNvPr id="429" name="잉크 428">
                <a:extLst>
                  <a:ext uri="{FF2B5EF4-FFF2-40B4-BE49-F238E27FC236}">
                    <a16:creationId xmlns:a16="http://schemas.microsoft.com/office/drawing/2014/main" id="{AF2AA277-A34C-EA9B-7B00-961C7F783B42}"/>
                  </a:ext>
                </a:extLst>
              </p14:cNvPr>
              <p14:cNvContentPartPr/>
              <p14:nvPr/>
            </p14:nvContentPartPr>
            <p14:xfrm>
              <a:off x="4197527" y="4364056"/>
              <a:ext cx="119880" cy="174555"/>
            </p14:xfrm>
          </p:contentPart>
        </mc:Choice>
        <mc:Fallback>
          <p:pic>
            <p:nvPicPr>
              <p:cNvPr id="429" name="잉크 428">
                <a:extLst>
                  <a:ext uri="{FF2B5EF4-FFF2-40B4-BE49-F238E27FC236}">
                    <a16:creationId xmlns:a16="http://schemas.microsoft.com/office/drawing/2014/main" id="{AF2AA277-A34C-EA9B-7B00-961C7F783B42}"/>
                  </a:ext>
                </a:extLst>
              </p:cNvPr>
              <p:cNvPicPr/>
              <p:nvPr/>
            </p:nvPicPr>
            <p:blipFill>
              <a:blip r:embed="rId599"/>
              <a:stretch>
                <a:fillRect/>
              </a:stretch>
            </p:blipFill>
            <p:spPr>
              <a:xfrm>
                <a:off x="4191407" y="4357938"/>
                <a:ext cx="132120" cy="1867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0">
            <p14:nvContentPartPr>
              <p14:cNvPr id="430" name="잉크 429">
                <a:extLst>
                  <a:ext uri="{FF2B5EF4-FFF2-40B4-BE49-F238E27FC236}">
                    <a16:creationId xmlns:a16="http://schemas.microsoft.com/office/drawing/2014/main" id="{B9284F8A-62E1-DCE7-A61D-122EC33BDB41}"/>
                  </a:ext>
                </a:extLst>
              </p14:cNvPr>
              <p14:cNvContentPartPr/>
              <p14:nvPr/>
            </p14:nvContentPartPr>
            <p14:xfrm>
              <a:off x="4458347" y="4369524"/>
              <a:ext cx="56093" cy="68040"/>
            </p14:xfrm>
          </p:contentPart>
        </mc:Choice>
        <mc:Fallback>
          <p:pic>
            <p:nvPicPr>
              <p:cNvPr id="430" name="잉크 429">
                <a:extLst>
                  <a:ext uri="{FF2B5EF4-FFF2-40B4-BE49-F238E27FC236}">
                    <a16:creationId xmlns:a16="http://schemas.microsoft.com/office/drawing/2014/main" id="{B9284F8A-62E1-DCE7-A61D-122EC33BDB41}"/>
                  </a:ext>
                </a:extLst>
              </p:cNvPr>
              <p:cNvPicPr/>
              <p:nvPr/>
            </p:nvPicPr>
            <p:blipFill>
              <a:blip r:embed="rId601"/>
              <a:stretch>
                <a:fillRect/>
              </a:stretch>
            </p:blipFill>
            <p:spPr>
              <a:xfrm>
                <a:off x="4452234" y="4363436"/>
                <a:ext cx="68318" cy="802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2">
            <p14:nvContentPartPr>
              <p14:cNvPr id="431" name="잉크 430">
                <a:extLst>
                  <a:ext uri="{FF2B5EF4-FFF2-40B4-BE49-F238E27FC236}">
                    <a16:creationId xmlns:a16="http://schemas.microsoft.com/office/drawing/2014/main" id="{592F9AC3-B964-442E-E8F5-B5AA1DD740F6}"/>
                  </a:ext>
                </a:extLst>
              </p14:cNvPr>
              <p14:cNvContentPartPr/>
              <p14:nvPr/>
            </p14:nvContentPartPr>
            <p14:xfrm>
              <a:off x="4584100" y="4391394"/>
              <a:ext cx="67028" cy="68445"/>
            </p14:xfrm>
          </p:contentPart>
        </mc:Choice>
        <mc:Fallback>
          <p:pic>
            <p:nvPicPr>
              <p:cNvPr id="431" name="잉크 430">
                <a:extLst>
                  <a:ext uri="{FF2B5EF4-FFF2-40B4-BE49-F238E27FC236}">
                    <a16:creationId xmlns:a16="http://schemas.microsoft.com/office/drawing/2014/main" id="{592F9AC3-B964-442E-E8F5-B5AA1DD740F6}"/>
                  </a:ext>
                </a:extLst>
              </p:cNvPr>
              <p:cNvPicPr/>
              <p:nvPr/>
            </p:nvPicPr>
            <p:blipFill>
              <a:blip r:embed="rId603"/>
              <a:stretch>
                <a:fillRect/>
              </a:stretch>
            </p:blipFill>
            <p:spPr>
              <a:xfrm>
                <a:off x="4578007" y="4385302"/>
                <a:ext cx="79215" cy="806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4">
            <p14:nvContentPartPr>
              <p14:cNvPr id="432" name="잉크 431">
                <a:extLst>
                  <a:ext uri="{FF2B5EF4-FFF2-40B4-BE49-F238E27FC236}">
                    <a16:creationId xmlns:a16="http://schemas.microsoft.com/office/drawing/2014/main" id="{FCF7E227-1D1E-1C8D-2418-CDC1BFA01571}"/>
                  </a:ext>
                </a:extLst>
              </p14:cNvPr>
              <p14:cNvContentPartPr/>
              <p14:nvPr/>
            </p14:nvContentPartPr>
            <p14:xfrm>
              <a:off x="4666517" y="4385926"/>
              <a:ext cx="66623" cy="112793"/>
            </p14:xfrm>
          </p:contentPart>
        </mc:Choice>
        <mc:Fallback>
          <p:pic>
            <p:nvPicPr>
              <p:cNvPr id="432" name="잉크 431">
                <a:extLst>
                  <a:ext uri="{FF2B5EF4-FFF2-40B4-BE49-F238E27FC236}">
                    <a16:creationId xmlns:a16="http://schemas.microsoft.com/office/drawing/2014/main" id="{FCF7E227-1D1E-1C8D-2418-CDC1BFA01571}"/>
                  </a:ext>
                </a:extLst>
              </p:cNvPr>
              <p:cNvPicPr/>
              <p:nvPr/>
            </p:nvPicPr>
            <p:blipFill>
              <a:blip r:embed="rId605"/>
              <a:stretch>
                <a:fillRect/>
              </a:stretch>
            </p:blipFill>
            <p:spPr>
              <a:xfrm>
                <a:off x="4660395" y="4379819"/>
                <a:ext cx="78867" cy="1250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6">
            <p14:nvContentPartPr>
              <p14:cNvPr id="433" name="잉크 432">
                <a:extLst>
                  <a:ext uri="{FF2B5EF4-FFF2-40B4-BE49-F238E27FC236}">
                    <a16:creationId xmlns:a16="http://schemas.microsoft.com/office/drawing/2014/main" id="{EC8E0C4B-BED2-CB19-7AD3-31B784BBE212}"/>
                  </a:ext>
                </a:extLst>
              </p14:cNvPr>
              <p14:cNvContentPartPr/>
              <p14:nvPr/>
            </p14:nvContentPartPr>
            <p14:xfrm>
              <a:off x="4649305" y="4380459"/>
              <a:ext cx="226193" cy="150660"/>
            </p14:xfrm>
          </p:contentPart>
        </mc:Choice>
        <mc:Fallback>
          <p:pic>
            <p:nvPicPr>
              <p:cNvPr id="433" name="잉크 432">
                <a:extLst>
                  <a:ext uri="{FF2B5EF4-FFF2-40B4-BE49-F238E27FC236}">
                    <a16:creationId xmlns:a16="http://schemas.microsoft.com/office/drawing/2014/main" id="{EC8E0C4B-BED2-CB19-7AD3-31B784BBE212}"/>
                  </a:ext>
                </a:extLst>
              </p:cNvPr>
              <p:cNvPicPr/>
              <p:nvPr/>
            </p:nvPicPr>
            <p:blipFill>
              <a:blip r:embed="rId607"/>
              <a:stretch>
                <a:fillRect/>
              </a:stretch>
            </p:blipFill>
            <p:spPr>
              <a:xfrm>
                <a:off x="4643192" y="4374346"/>
                <a:ext cx="238420" cy="1628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8">
            <p14:nvContentPartPr>
              <p14:cNvPr id="440" name="잉크 439">
                <a:extLst>
                  <a:ext uri="{FF2B5EF4-FFF2-40B4-BE49-F238E27FC236}">
                    <a16:creationId xmlns:a16="http://schemas.microsoft.com/office/drawing/2014/main" id="{41D025E7-C99A-60AE-138B-50426D2E886D}"/>
                  </a:ext>
                </a:extLst>
              </p14:cNvPr>
              <p14:cNvContentPartPr/>
              <p14:nvPr/>
            </p14:nvContentPartPr>
            <p14:xfrm>
              <a:off x="6129984" y="6466488"/>
              <a:ext cx="391680" cy="221400"/>
            </p14:xfrm>
          </p:contentPart>
        </mc:Choice>
        <mc:Fallback>
          <p:pic>
            <p:nvPicPr>
              <p:cNvPr id="440" name="잉크 439">
                <a:extLst>
                  <a:ext uri="{FF2B5EF4-FFF2-40B4-BE49-F238E27FC236}">
                    <a16:creationId xmlns:a16="http://schemas.microsoft.com/office/drawing/2014/main" id="{41D025E7-C99A-60AE-138B-50426D2E886D}"/>
                  </a:ext>
                </a:extLst>
              </p:cNvPr>
              <p:cNvPicPr/>
              <p:nvPr/>
            </p:nvPicPr>
            <p:blipFill>
              <a:blip r:embed="rId609"/>
              <a:stretch>
                <a:fillRect/>
              </a:stretch>
            </p:blipFill>
            <p:spPr>
              <a:xfrm>
                <a:off x="6123864" y="6460368"/>
                <a:ext cx="403920" cy="23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0">
            <p14:nvContentPartPr>
              <p14:cNvPr id="496" name="잉크 495">
                <a:extLst>
                  <a:ext uri="{FF2B5EF4-FFF2-40B4-BE49-F238E27FC236}">
                    <a16:creationId xmlns:a16="http://schemas.microsoft.com/office/drawing/2014/main" id="{A2895EF3-1FD8-5F20-1BFD-D6E8CCC780F4}"/>
                  </a:ext>
                </a:extLst>
              </p14:cNvPr>
              <p14:cNvContentPartPr/>
              <p14:nvPr/>
            </p14:nvContentPartPr>
            <p14:xfrm>
              <a:off x="3911664" y="4949808"/>
              <a:ext cx="2423520" cy="2023560"/>
            </p14:xfrm>
          </p:contentPart>
        </mc:Choice>
        <mc:Fallback>
          <p:pic>
            <p:nvPicPr>
              <p:cNvPr id="496" name="잉크 495">
                <a:extLst>
                  <a:ext uri="{FF2B5EF4-FFF2-40B4-BE49-F238E27FC236}">
                    <a16:creationId xmlns:a16="http://schemas.microsoft.com/office/drawing/2014/main" id="{A2895EF3-1FD8-5F20-1BFD-D6E8CCC780F4}"/>
                  </a:ext>
                </a:extLst>
              </p:cNvPr>
              <p:cNvPicPr/>
              <p:nvPr/>
            </p:nvPicPr>
            <p:blipFill>
              <a:blip r:embed="rId611"/>
              <a:stretch>
                <a:fillRect/>
              </a:stretch>
            </p:blipFill>
            <p:spPr>
              <a:xfrm>
                <a:off x="3905544" y="4943688"/>
                <a:ext cx="2435760" cy="203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499" name="그룹 498">
            <a:extLst>
              <a:ext uri="{FF2B5EF4-FFF2-40B4-BE49-F238E27FC236}">
                <a16:creationId xmlns:a16="http://schemas.microsoft.com/office/drawing/2014/main" id="{FE575268-537A-0673-B226-0B583C1C79E0}"/>
              </a:ext>
            </a:extLst>
          </p:cNvPr>
          <p:cNvGrpSpPr/>
          <p:nvPr/>
        </p:nvGrpSpPr>
        <p:grpSpPr>
          <a:xfrm>
            <a:off x="1922587" y="5182961"/>
            <a:ext cx="3115439" cy="2210760"/>
            <a:chOff x="1927705" y="5153928"/>
            <a:chExt cx="3115439" cy="221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12">
              <p14:nvContentPartPr>
                <p14:cNvPr id="396" name="잉크 395">
                  <a:extLst>
                    <a:ext uri="{FF2B5EF4-FFF2-40B4-BE49-F238E27FC236}">
                      <a16:creationId xmlns:a16="http://schemas.microsoft.com/office/drawing/2014/main" id="{60990399-32B4-7476-C274-62245AE04E08}"/>
                    </a:ext>
                  </a:extLst>
                </p14:cNvPr>
                <p14:cNvContentPartPr/>
                <p14:nvPr/>
              </p14:nvContentPartPr>
              <p14:xfrm>
                <a:off x="1927705" y="6640359"/>
                <a:ext cx="138915" cy="72900"/>
              </p14:xfrm>
            </p:contentPart>
          </mc:Choice>
          <mc:Fallback>
            <p:pic>
              <p:nvPicPr>
                <p:cNvPr id="396" name="잉크 395">
                  <a:extLst>
                    <a:ext uri="{FF2B5EF4-FFF2-40B4-BE49-F238E27FC236}">
                      <a16:creationId xmlns:a16="http://schemas.microsoft.com/office/drawing/2014/main" id="{60990399-32B4-7476-C274-62245AE04E08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1921603" y="6634254"/>
                  <a:ext cx="151119" cy="851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4">
              <p14:nvContentPartPr>
                <p14:cNvPr id="397" name="잉크 396">
                  <a:extLst>
                    <a:ext uri="{FF2B5EF4-FFF2-40B4-BE49-F238E27FC236}">
                      <a16:creationId xmlns:a16="http://schemas.microsoft.com/office/drawing/2014/main" id="{99A24F56-3654-A770-7B7E-DC4AB8342FCA}"/>
                    </a:ext>
                  </a:extLst>
                </p14:cNvPr>
                <p14:cNvContentPartPr/>
                <p14:nvPr/>
              </p14:nvContentPartPr>
              <p14:xfrm>
                <a:off x="2040093" y="6618489"/>
                <a:ext cx="39285" cy="34223"/>
              </p14:xfrm>
            </p:contentPart>
          </mc:Choice>
          <mc:Fallback>
            <p:pic>
              <p:nvPicPr>
                <p:cNvPr id="397" name="잉크 396">
                  <a:extLst>
                    <a:ext uri="{FF2B5EF4-FFF2-40B4-BE49-F238E27FC236}">
                      <a16:creationId xmlns:a16="http://schemas.microsoft.com/office/drawing/2014/main" id="{99A24F56-3654-A770-7B7E-DC4AB8342FCA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2034022" y="6612429"/>
                  <a:ext cx="51428" cy="463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6">
              <p14:nvContentPartPr>
                <p14:cNvPr id="398" name="잉크 397">
                  <a:extLst>
                    <a:ext uri="{FF2B5EF4-FFF2-40B4-BE49-F238E27FC236}">
                      <a16:creationId xmlns:a16="http://schemas.microsoft.com/office/drawing/2014/main" id="{2A426124-0C37-6CA7-D796-D125F1DD1221}"/>
                    </a:ext>
                  </a:extLst>
                </p14:cNvPr>
                <p14:cNvContentPartPr/>
                <p14:nvPr/>
              </p14:nvContentPartPr>
              <p14:xfrm>
                <a:off x="2077758" y="6591151"/>
                <a:ext cx="23693" cy="132638"/>
              </p14:xfrm>
            </p:contentPart>
          </mc:Choice>
          <mc:Fallback>
            <p:pic>
              <p:nvPicPr>
                <p:cNvPr id="398" name="잉크 397">
                  <a:extLst>
                    <a:ext uri="{FF2B5EF4-FFF2-40B4-BE49-F238E27FC236}">
                      <a16:creationId xmlns:a16="http://schemas.microsoft.com/office/drawing/2014/main" id="{2A426124-0C37-6CA7-D796-D125F1DD1221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2071655" y="6585040"/>
                  <a:ext cx="35898" cy="1448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8">
              <p14:nvContentPartPr>
                <p14:cNvPr id="399" name="잉크 398">
                  <a:extLst>
                    <a:ext uri="{FF2B5EF4-FFF2-40B4-BE49-F238E27FC236}">
                      <a16:creationId xmlns:a16="http://schemas.microsoft.com/office/drawing/2014/main" id="{87E41AE1-5D2E-2190-B382-D31915A51C43}"/>
                    </a:ext>
                  </a:extLst>
                </p14:cNvPr>
                <p14:cNvContentPartPr/>
                <p14:nvPr/>
              </p14:nvContentPartPr>
              <p14:xfrm>
                <a:off x="2134863" y="6602086"/>
                <a:ext cx="50828" cy="135473"/>
              </p14:xfrm>
            </p:contentPart>
          </mc:Choice>
          <mc:Fallback>
            <p:pic>
              <p:nvPicPr>
                <p:cNvPr id="399" name="잉크 398">
                  <a:extLst>
                    <a:ext uri="{FF2B5EF4-FFF2-40B4-BE49-F238E27FC236}">
                      <a16:creationId xmlns:a16="http://schemas.microsoft.com/office/drawing/2014/main" id="{87E41AE1-5D2E-2190-B382-D31915A51C43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2128735" y="6595977"/>
                  <a:ext cx="63084" cy="1476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0">
              <p14:nvContentPartPr>
                <p14:cNvPr id="400" name="잉크 399">
                  <a:extLst>
                    <a:ext uri="{FF2B5EF4-FFF2-40B4-BE49-F238E27FC236}">
                      <a16:creationId xmlns:a16="http://schemas.microsoft.com/office/drawing/2014/main" id="{A021A5E8-E6B9-59FA-4981-06C5F90C2345}"/>
                    </a:ext>
                  </a:extLst>
                </p14:cNvPr>
                <p14:cNvContentPartPr/>
                <p14:nvPr/>
              </p14:nvContentPartPr>
              <p14:xfrm>
                <a:off x="2281675" y="6580216"/>
                <a:ext cx="23288" cy="2430"/>
              </p14:xfrm>
            </p:contentPart>
          </mc:Choice>
          <mc:Fallback>
            <p:pic>
              <p:nvPicPr>
                <p:cNvPr id="400" name="잉크 399">
                  <a:extLst>
                    <a:ext uri="{FF2B5EF4-FFF2-40B4-BE49-F238E27FC236}">
                      <a16:creationId xmlns:a16="http://schemas.microsoft.com/office/drawing/2014/main" id="{A021A5E8-E6B9-59FA-4981-06C5F90C2345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2275584" y="6574315"/>
                  <a:ext cx="35469" cy="142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2">
              <p14:nvContentPartPr>
                <p14:cNvPr id="401" name="잉크 400">
                  <a:extLst>
                    <a:ext uri="{FF2B5EF4-FFF2-40B4-BE49-F238E27FC236}">
                      <a16:creationId xmlns:a16="http://schemas.microsoft.com/office/drawing/2014/main" id="{51ACCD75-A0A8-CF5A-42D8-984FE4E5D855}"/>
                    </a:ext>
                  </a:extLst>
                </p14:cNvPr>
                <p14:cNvContentPartPr/>
                <p14:nvPr/>
              </p14:nvContentPartPr>
              <p14:xfrm>
                <a:off x="2248870" y="6705969"/>
                <a:ext cx="203" cy="15795"/>
              </p14:xfrm>
            </p:contentPart>
          </mc:Choice>
          <mc:Fallback>
            <p:pic>
              <p:nvPicPr>
                <p:cNvPr id="401" name="잉크 400">
                  <a:extLst>
                    <a:ext uri="{FF2B5EF4-FFF2-40B4-BE49-F238E27FC236}">
                      <a16:creationId xmlns:a16="http://schemas.microsoft.com/office/drawing/2014/main" id="{51ACCD75-A0A8-CF5A-42D8-984FE4E5D855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2245419" y="6699866"/>
                  <a:ext cx="7105" cy="2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4">
              <p14:nvContentPartPr>
                <p14:cNvPr id="403" name="잉크 402">
                  <a:extLst>
                    <a:ext uri="{FF2B5EF4-FFF2-40B4-BE49-F238E27FC236}">
                      <a16:creationId xmlns:a16="http://schemas.microsoft.com/office/drawing/2014/main" id="{B3555AE9-50CD-714E-3825-62FD9224FBF0}"/>
                    </a:ext>
                  </a:extLst>
                </p14:cNvPr>
                <p14:cNvContentPartPr/>
                <p14:nvPr/>
              </p14:nvContentPartPr>
              <p14:xfrm>
                <a:off x="2303140" y="6613021"/>
                <a:ext cx="48195" cy="245835"/>
              </p14:xfrm>
            </p:contentPart>
          </mc:Choice>
          <mc:Fallback>
            <p:pic>
              <p:nvPicPr>
                <p:cNvPr id="403" name="잉크 402">
                  <a:extLst>
                    <a:ext uri="{FF2B5EF4-FFF2-40B4-BE49-F238E27FC236}">
                      <a16:creationId xmlns:a16="http://schemas.microsoft.com/office/drawing/2014/main" id="{B3555AE9-50CD-714E-3825-62FD9224FBF0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2297026" y="6606902"/>
                  <a:ext cx="60424" cy="2580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6">
              <p14:nvContentPartPr>
                <p14:cNvPr id="367" name="잉크 366">
                  <a:extLst>
                    <a:ext uri="{FF2B5EF4-FFF2-40B4-BE49-F238E27FC236}">
                      <a16:creationId xmlns:a16="http://schemas.microsoft.com/office/drawing/2014/main" id="{AFF55FD5-7370-EB16-093F-A3E8898DE901}"/>
                    </a:ext>
                  </a:extLst>
                </p14:cNvPr>
                <p14:cNvContentPartPr/>
                <p14:nvPr/>
              </p14:nvContentPartPr>
              <p14:xfrm>
                <a:off x="2538850" y="5589384"/>
                <a:ext cx="363893" cy="6075"/>
              </p14:xfrm>
            </p:contentPart>
          </mc:Choice>
          <mc:Fallback>
            <p:pic>
              <p:nvPicPr>
                <p:cNvPr id="367" name="잉크 366">
                  <a:extLst>
                    <a:ext uri="{FF2B5EF4-FFF2-40B4-BE49-F238E27FC236}">
                      <a16:creationId xmlns:a16="http://schemas.microsoft.com/office/drawing/2014/main" id="{AFF55FD5-7370-EB16-093F-A3E8898DE901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2532731" y="5583309"/>
                  <a:ext cx="376131" cy="182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8">
              <p14:nvContentPartPr>
                <p14:cNvPr id="368" name="잉크 367">
                  <a:extLst>
                    <a:ext uri="{FF2B5EF4-FFF2-40B4-BE49-F238E27FC236}">
                      <a16:creationId xmlns:a16="http://schemas.microsoft.com/office/drawing/2014/main" id="{5FCC39EC-F55A-B667-B203-06D026A947A8}"/>
                    </a:ext>
                  </a:extLst>
                </p14:cNvPr>
                <p14:cNvContentPartPr/>
                <p14:nvPr/>
              </p14:nvContentPartPr>
              <p14:xfrm>
                <a:off x="2787115" y="5546049"/>
                <a:ext cx="105300" cy="82418"/>
              </p14:xfrm>
            </p:contentPart>
          </mc:Choice>
          <mc:Fallback>
            <p:pic>
              <p:nvPicPr>
                <p:cNvPr id="368" name="잉크 367">
                  <a:extLst>
                    <a:ext uri="{FF2B5EF4-FFF2-40B4-BE49-F238E27FC236}">
                      <a16:creationId xmlns:a16="http://schemas.microsoft.com/office/drawing/2014/main" id="{5FCC39EC-F55A-B667-B203-06D026A947A8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2781005" y="5539931"/>
                  <a:ext cx="117519" cy="946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0">
              <p14:nvContentPartPr>
                <p14:cNvPr id="369" name="잉크 368">
                  <a:extLst>
                    <a:ext uri="{FF2B5EF4-FFF2-40B4-BE49-F238E27FC236}">
                      <a16:creationId xmlns:a16="http://schemas.microsoft.com/office/drawing/2014/main" id="{D9C34D13-AD69-8EDB-4112-451F3FD5C718}"/>
                    </a:ext>
                  </a:extLst>
                </p14:cNvPr>
                <p14:cNvContentPartPr/>
                <p14:nvPr/>
              </p14:nvContentPartPr>
              <p14:xfrm>
                <a:off x="2878240" y="5474971"/>
                <a:ext cx="362475" cy="244823"/>
              </p14:xfrm>
            </p:contentPart>
          </mc:Choice>
          <mc:Fallback>
            <p:pic>
              <p:nvPicPr>
                <p:cNvPr id="369" name="잉크 368">
                  <a:extLst>
                    <a:ext uri="{FF2B5EF4-FFF2-40B4-BE49-F238E27FC236}">
                      <a16:creationId xmlns:a16="http://schemas.microsoft.com/office/drawing/2014/main" id="{D9C34D13-AD69-8EDB-4112-451F3FD5C718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2872127" y="5468859"/>
                  <a:ext cx="374701" cy="2570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2">
              <p14:nvContentPartPr>
                <p14:cNvPr id="371" name="잉크 370">
                  <a:extLst>
                    <a:ext uri="{FF2B5EF4-FFF2-40B4-BE49-F238E27FC236}">
                      <a16:creationId xmlns:a16="http://schemas.microsoft.com/office/drawing/2014/main" id="{B50D4CE3-74CB-9212-E101-0D86C31E7DA9}"/>
                    </a:ext>
                  </a:extLst>
                </p14:cNvPr>
                <p14:cNvContentPartPr/>
                <p14:nvPr/>
              </p14:nvContentPartPr>
              <p14:xfrm>
                <a:off x="3054010" y="5469301"/>
                <a:ext cx="97808" cy="87278"/>
              </p14:xfrm>
            </p:contentPart>
          </mc:Choice>
          <mc:Fallback>
            <p:pic>
              <p:nvPicPr>
                <p:cNvPr id="371" name="잉크 370">
                  <a:extLst>
                    <a:ext uri="{FF2B5EF4-FFF2-40B4-BE49-F238E27FC236}">
                      <a16:creationId xmlns:a16="http://schemas.microsoft.com/office/drawing/2014/main" id="{B50D4CE3-74CB-9212-E101-0D86C31E7DA9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3047897" y="5463195"/>
                  <a:ext cx="110034" cy="994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4">
              <p14:nvContentPartPr>
                <p14:cNvPr id="372" name="잉크 371">
                  <a:extLst>
                    <a:ext uri="{FF2B5EF4-FFF2-40B4-BE49-F238E27FC236}">
                      <a16:creationId xmlns:a16="http://schemas.microsoft.com/office/drawing/2014/main" id="{72C693EA-56F7-1E44-9FEE-658AB102A169}"/>
                    </a:ext>
                  </a:extLst>
                </p14:cNvPr>
                <p14:cNvContentPartPr/>
                <p14:nvPr/>
              </p14:nvContentPartPr>
              <p14:xfrm>
                <a:off x="3048542" y="5551516"/>
                <a:ext cx="81405" cy="50423"/>
              </p14:xfrm>
            </p:contentPart>
          </mc:Choice>
          <mc:Fallback>
            <p:pic>
              <p:nvPicPr>
                <p:cNvPr id="372" name="잉크 371">
                  <a:extLst>
                    <a:ext uri="{FF2B5EF4-FFF2-40B4-BE49-F238E27FC236}">
                      <a16:creationId xmlns:a16="http://schemas.microsoft.com/office/drawing/2014/main" id="{72C693EA-56F7-1E44-9FEE-658AB102A169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3042419" y="5545393"/>
                  <a:ext cx="93652" cy="626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6">
              <p14:nvContentPartPr>
                <p14:cNvPr id="373" name="잉크 372">
                  <a:extLst>
                    <a:ext uri="{FF2B5EF4-FFF2-40B4-BE49-F238E27FC236}">
                      <a16:creationId xmlns:a16="http://schemas.microsoft.com/office/drawing/2014/main" id="{6E7CE6D4-A5A0-6AB6-CE3B-0FAA4A78713E}"/>
                    </a:ext>
                  </a:extLst>
                </p14:cNvPr>
                <p14:cNvContentPartPr/>
                <p14:nvPr/>
              </p14:nvContentPartPr>
              <p14:xfrm>
                <a:off x="2947090" y="5600724"/>
                <a:ext cx="204728" cy="98213"/>
              </p14:xfrm>
            </p:contentPart>
          </mc:Choice>
          <mc:Fallback>
            <p:pic>
              <p:nvPicPr>
                <p:cNvPr id="373" name="잉크 372">
                  <a:extLst>
                    <a:ext uri="{FF2B5EF4-FFF2-40B4-BE49-F238E27FC236}">
                      <a16:creationId xmlns:a16="http://schemas.microsoft.com/office/drawing/2014/main" id="{6E7CE6D4-A5A0-6AB6-CE3B-0FAA4A78713E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2940973" y="5594608"/>
                  <a:ext cx="216961" cy="1104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8">
              <p14:nvContentPartPr>
                <p14:cNvPr id="378" name="잉크 377">
                  <a:extLst>
                    <a:ext uri="{FF2B5EF4-FFF2-40B4-BE49-F238E27FC236}">
                      <a16:creationId xmlns:a16="http://schemas.microsoft.com/office/drawing/2014/main" id="{B5A347B9-AD02-DA6D-665B-897AFA1B7A79}"/>
                    </a:ext>
                  </a:extLst>
                </p14:cNvPr>
                <p14:cNvContentPartPr/>
                <p14:nvPr/>
              </p14:nvContentPartPr>
              <p14:xfrm>
                <a:off x="2484175" y="5480236"/>
                <a:ext cx="468788" cy="44348"/>
              </p14:xfrm>
            </p:contentPart>
          </mc:Choice>
          <mc:Fallback>
            <p:pic>
              <p:nvPicPr>
                <p:cNvPr id="378" name="잉크 377">
                  <a:extLst>
                    <a:ext uri="{FF2B5EF4-FFF2-40B4-BE49-F238E27FC236}">
                      <a16:creationId xmlns:a16="http://schemas.microsoft.com/office/drawing/2014/main" id="{B5A347B9-AD02-DA6D-665B-897AFA1B7A79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2478059" y="5474107"/>
                  <a:ext cx="481020" cy="566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0">
              <p14:nvContentPartPr>
                <p14:cNvPr id="379" name="잉크 378">
                  <a:extLst>
                    <a:ext uri="{FF2B5EF4-FFF2-40B4-BE49-F238E27FC236}">
                      <a16:creationId xmlns:a16="http://schemas.microsoft.com/office/drawing/2014/main" id="{6829ABF9-AC31-3659-D1CE-A0CC664B8853}"/>
                    </a:ext>
                  </a:extLst>
                </p14:cNvPr>
                <p14:cNvContentPartPr/>
                <p14:nvPr/>
              </p14:nvContentPartPr>
              <p14:xfrm>
                <a:off x="2396492" y="5452899"/>
                <a:ext cx="321368" cy="22680"/>
              </p14:xfrm>
            </p:contentPart>
          </mc:Choice>
          <mc:Fallback>
            <p:pic>
              <p:nvPicPr>
                <p:cNvPr id="379" name="잉크 378">
                  <a:extLst>
                    <a:ext uri="{FF2B5EF4-FFF2-40B4-BE49-F238E27FC236}">
                      <a16:creationId xmlns:a16="http://schemas.microsoft.com/office/drawing/2014/main" id="{6829ABF9-AC31-3659-D1CE-A0CC664B8853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2390374" y="5446779"/>
                  <a:ext cx="333604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2">
              <p14:nvContentPartPr>
                <p14:cNvPr id="380" name="잉크 379">
                  <a:extLst>
                    <a:ext uri="{FF2B5EF4-FFF2-40B4-BE49-F238E27FC236}">
                      <a16:creationId xmlns:a16="http://schemas.microsoft.com/office/drawing/2014/main" id="{4BB87712-BBF5-3179-C9F0-CA4852CCFFCB}"/>
                    </a:ext>
                  </a:extLst>
                </p14:cNvPr>
                <p14:cNvContentPartPr/>
                <p14:nvPr/>
              </p14:nvContentPartPr>
              <p14:xfrm>
                <a:off x="2423830" y="5502106"/>
                <a:ext cx="517793" cy="77355"/>
              </p14:xfrm>
            </p:contentPart>
          </mc:Choice>
          <mc:Fallback>
            <p:pic>
              <p:nvPicPr>
                <p:cNvPr id="380" name="잉크 379">
                  <a:extLst>
                    <a:ext uri="{FF2B5EF4-FFF2-40B4-BE49-F238E27FC236}">
                      <a16:creationId xmlns:a16="http://schemas.microsoft.com/office/drawing/2014/main" id="{4BB87712-BBF5-3179-C9F0-CA4852CCFFCB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2417713" y="5495990"/>
                  <a:ext cx="530027" cy="895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4">
              <p14:nvContentPartPr>
                <p14:cNvPr id="381" name="잉크 380">
                  <a:extLst>
                    <a:ext uri="{FF2B5EF4-FFF2-40B4-BE49-F238E27FC236}">
                      <a16:creationId xmlns:a16="http://schemas.microsoft.com/office/drawing/2014/main" id="{23DF5771-0AF0-30EC-08E0-C4065CF37325}"/>
                    </a:ext>
                  </a:extLst>
                </p14:cNvPr>
                <p14:cNvContentPartPr/>
                <p14:nvPr/>
              </p14:nvContentPartPr>
              <p14:xfrm>
                <a:off x="2675335" y="5414626"/>
                <a:ext cx="260213" cy="250695"/>
              </p14:xfrm>
            </p:contentPart>
          </mc:Choice>
          <mc:Fallback>
            <p:pic>
              <p:nvPicPr>
                <p:cNvPr id="381" name="잉크 380">
                  <a:extLst>
                    <a:ext uri="{FF2B5EF4-FFF2-40B4-BE49-F238E27FC236}">
                      <a16:creationId xmlns:a16="http://schemas.microsoft.com/office/drawing/2014/main" id="{23DF5771-0AF0-30EC-08E0-C4065CF37325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2669217" y="5408511"/>
                  <a:ext cx="272450" cy="2629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6">
              <p14:nvContentPartPr>
                <p14:cNvPr id="382" name="잉크 381">
                  <a:extLst>
                    <a:ext uri="{FF2B5EF4-FFF2-40B4-BE49-F238E27FC236}">
                      <a16:creationId xmlns:a16="http://schemas.microsoft.com/office/drawing/2014/main" id="{06C8720D-2569-1F8B-CD24-44BC0CA16228}"/>
                    </a:ext>
                  </a:extLst>
                </p14:cNvPr>
                <p14:cNvContentPartPr/>
                <p14:nvPr/>
              </p14:nvContentPartPr>
              <p14:xfrm>
                <a:off x="2544317" y="5441964"/>
                <a:ext cx="479115" cy="23085"/>
              </p14:xfrm>
            </p:contentPart>
          </mc:Choice>
          <mc:Fallback>
            <p:pic>
              <p:nvPicPr>
                <p:cNvPr id="382" name="잉크 381">
                  <a:extLst>
                    <a:ext uri="{FF2B5EF4-FFF2-40B4-BE49-F238E27FC236}">
                      <a16:creationId xmlns:a16="http://schemas.microsoft.com/office/drawing/2014/main" id="{06C8720D-2569-1F8B-CD24-44BC0CA16228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2538198" y="5435832"/>
                  <a:ext cx="491354" cy="353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8">
              <p14:nvContentPartPr>
                <p14:cNvPr id="383" name="잉크 382">
                  <a:extLst>
                    <a:ext uri="{FF2B5EF4-FFF2-40B4-BE49-F238E27FC236}">
                      <a16:creationId xmlns:a16="http://schemas.microsoft.com/office/drawing/2014/main" id="{9D69A137-4568-FEE2-F130-DEB63ED63616}"/>
                    </a:ext>
                  </a:extLst>
                </p14:cNvPr>
                <p14:cNvContentPartPr/>
                <p14:nvPr/>
              </p14:nvContentPartPr>
              <p14:xfrm>
                <a:off x="2648200" y="5480236"/>
                <a:ext cx="390218" cy="28350"/>
              </p14:xfrm>
            </p:contentPart>
          </mc:Choice>
          <mc:Fallback>
            <p:pic>
              <p:nvPicPr>
                <p:cNvPr id="383" name="잉크 382">
                  <a:extLst>
                    <a:ext uri="{FF2B5EF4-FFF2-40B4-BE49-F238E27FC236}">
                      <a16:creationId xmlns:a16="http://schemas.microsoft.com/office/drawing/2014/main" id="{9D69A137-4568-FEE2-F130-DEB63ED63616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2642080" y="5474135"/>
                  <a:ext cx="402457" cy="405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0">
              <p14:nvContentPartPr>
                <p14:cNvPr id="441" name="잉크 440">
                  <a:extLst>
                    <a:ext uri="{FF2B5EF4-FFF2-40B4-BE49-F238E27FC236}">
                      <a16:creationId xmlns:a16="http://schemas.microsoft.com/office/drawing/2014/main" id="{CC4633F8-1F8C-DE90-0F21-37BAED7B6292}"/>
                    </a:ext>
                  </a:extLst>
                </p14:cNvPr>
                <p14:cNvContentPartPr/>
                <p14:nvPr/>
              </p14:nvContentPartPr>
              <p14:xfrm>
                <a:off x="2879904" y="5153928"/>
                <a:ext cx="607680" cy="603360"/>
              </p14:xfrm>
            </p:contentPart>
          </mc:Choice>
          <mc:Fallback>
            <p:pic>
              <p:nvPicPr>
                <p:cNvPr id="441" name="잉크 440">
                  <a:extLst>
                    <a:ext uri="{FF2B5EF4-FFF2-40B4-BE49-F238E27FC236}">
                      <a16:creationId xmlns:a16="http://schemas.microsoft.com/office/drawing/2014/main" id="{CC4633F8-1F8C-DE90-0F21-37BAED7B6292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2873784" y="5147808"/>
                  <a:ext cx="619920" cy="61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2">
              <p14:nvContentPartPr>
                <p14:cNvPr id="443" name="잉크 442">
                  <a:extLst>
                    <a:ext uri="{FF2B5EF4-FFF2-40B4-BE49-F238E27FC236}">
                      <a16:creationId xmlns:a16="http://schemas.microsoft.com/office/drawing/2014/main" id="{4CD29D52-6323-90B6-B7D1-27D0C07AD146}"/>
                    </a:ext>
                  </a:extLst>
                </p14:cNvPr>
                <p14:cNvContentPartPr/>
                <p14:nvPr/>
              </p14:nvContentPartPr>
              <p14:xfrm>
                <a:off x="3401544" y="5681328"/>
                <a:ext cx="602640" cy="838800"/>
              </p14:xfrm>
            </p:contentPart>
          </mc:Choice>
          <mc:Fallback>
            <p:pic>
              <p:nvPicPr>
                <p:cNvPr id="443" name="잉크 442">
                  <a:extLst>
                    <a:ext uri="{FF2B5EF4-FFF2-40B4-BE49-F238E27FC236}">
                      <a16:creationId xmlns:a16="http://schemas.microsoft.com/office/drawing/2014/main" id="{4CD29D52-6323-90B6-B7D1-27D0C07AD146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3395424" y="5675208"/>
                  <a:ext cx="614880" cy="85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4">
              <p14:nvContentPartPr>
                <p14:cNvPr id="444" name="잉크 443">
                  <a:extLst>
                    <a:ext uri="{FF2B5EF4-FFF2-40B4-BE49-F238E27FC236}">
                      <a16:creationId xmlns:a16="http://schemas.microsoft.com/office/drawing/2014/main" id="{78B99C2A-F4D8-7588-3278-BEB6F57C5DD1}"/>
                    </a:ext>
                  </a:extLst>
                </p14:cNvPr>
                <p14:cNvContentPartPr/>
                <p14:nvPr/>
              </p14:nvContentPartPr>
              <p14:xfrm>
                <a:off x="3776304" y="6449568"/>
                <a:ext cx="228960" cy="93600"/>
              </p14:xfrm>
            </p:contentPart>
          </mc:Choice>
          <mc:Fallback>
            <p:pic>
              <p:nvPicPr>
                <p:cNvPr id="444" name="잉크 443">
                  <a:extLst>
                    <a:ext uri="{FF2B5EF4-FFF2-40B4-BE49-F238E27FC236}">
                      <a16:creationId xmlns:a16="http://schemas.microsoft.com/office/drawing/2014/main" id="{78B99C2A-F4D8-7588-3278-BEB6F57C5DD1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3770184" y="6443088"/>
                  <a:ext cx="2412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6">
              <p14:nvContentPartPr>
                <p14:cNvPr id="446" name="잉크 445">
                  <a:extLst>
                    <a:ext uri="{FF2B5EF4-FFF2-40B4-BE49-F238E27FC236}">
                      <a16:creationId xmlns:a16="http://schemas.microsoft.com/office/drawing/2014/main" id="{DBE5BE1F-C4DD-B5DC-DEEC-237D5ED25F20}"/>
                    </a:ext>
                  </a:extLst>
                </p14:cNvPr>
                <p14:cNvContentPartPr/>
                <p14:nvPr/>
              </p14:nvContentPartPr>
              <p14:xfrm>
                <a:off x="4431504" y="7181088"/>
                <a:ext cx="543600" cy="360"/>
              </p14:xfrm>
            </p:contentPart>
          </mc:Choice>
          <mc:Fallback>
            <p:pic>
              <p:nvPicPr>
                <p:cNvPr id="446" name="잉크 445">
                  <a:extLst>
                    <a:ext uri="{FF2B5EF4-FFF2-40B4-BE49-F238E27FC236}">
                      <a16:creationId xmlns:a16="http://schemas.microsoft.com/office/drawing/2014/main" id="{DBE5BE1F-C4DD-B5DC-DEEC-237D5ED25F20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4425384" y="7174608"/>
                  <a:ext cx="5558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8">
              <p14:nvContentPartPr>
                <p14:cNvPr id="447" name="잉크 446">
                  <a:extLst>
                    <a:ext uri="{FF2B5EF4-FFF2-40B4-BE49-F238E27FC236}">
                      <a16:creationId xmlns:a16="http://schemas.microsoft.com/office/drawing/2014/main" id="{138E10D0-7C5C-873E-CC4B-28570F750F39}"/>
                    </a:ext>
                  </a:extLst>
                </p14:cNvPr>
                <p14:cNvContentPartPr/>
                <p14:nvPr/>
              </p14:nvContentPartPr>
              <p14:xfrm>
                <a:off x="4864584" y="7113768"/>
                <a:ext cx="178560" cy="164160"/>
              </p14:xfrm>
            </p:contentPart>
          </mc:Choice>
          <mc:Fallback>
            <p:pic>
              <p:nvPicPr>
                <p:cNvPr id="447" name="잉크 446">
                  <a:extLst>
                    <a:ext uri="{FF2B5EF4-FFF2-40B4-BE49-F238E27FC236}">
                      <a16:creationId xmlns:a16="http://schemas.microsoft.com/office/drawing/2014/main" id="{138E10D0-7C5C-873E-CC4B-28570F750F39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4858464" y="7107648"/>
                  <a:ext cx="1908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0">
              <p14:nvContentPartPr>
                <p14:cNvPr id="448" name="잉크 447">
                  <a:extLst>
                    <a:ext uri="{FF2B5EF4-FFF2-40B4-BE49-F238E27FC236}">
                      <a16:creationId xmlns:a16="http://schemas.microsoft.com/office/drawing/2014/main" id="{9A303875-7102-5E53-E209-F16A304101D9}"/>
                    </a:ext>
                  </a:extLst>
                </p14:cNvPr>
                <p14:cNvContentPartPr/>
                <p14:nvPr/>
              </p14:nvContentPartPr>
              <p14:xfrm>
                <a:off x="4622304" y="7003968"/>
                <a:ext cx="217800" cy="360720"/>
              </p14:xfrm>
            </p:contentPart>
          </mc:Choice>
          <mc:Fallback>
            <p:pic>
              <p:nvPicPr>
                <p:cNvPr id="448" name="잉크 447">
                  <a:extLst>
                    <a:ext uri="{FF2B5EF4-FFF2-40B4-BE49-F238E27FC236}">
                      <a16:creationId xmlns:a16="http://schemas.microsoft.com/office/drawing/2014/main" id="{9A303875-7102-5E53-E209-F16A304101D9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4616184" y="6997848"/>
                  <a:ext cx="23004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2">
              <p14:nvContentPartPr>
                <p14:cNvPr id="449" name="잉크 448">
                  <a:extLst>
                    <a:ext uri="{FF2B5EF4-FFF2-40B4-BE49-F238E27FC236}">
                      <a16:creationId xmlns:a16="http://schemas.microsoft.com/office/drawing/2014/main" id="{2E61B3DD-271C-1FA3-333E-C2A3B6F2146B}"/>
                    </a:ext>
                  </a:extLst>
                </p14:cNvPr>
                <p14:cNvContentPartPr/>
                <p14:nvPr/>
              </p14:nvContentPartPr>
              <p14:xfrm>
                <a:off x="4731744" y="6748008"/>
                <a:ext cx="148320" cy="224280"/>
              </p14:xfrm>
            </p:contentPart>
          </mc:Choice>
          <mc:Fallback>
            <p:pic>
              <p:nvPicPr>
                <p:cNvPr id="449" name="잉크 448">
                  <a:extLst>
                    <a:ext uri="{FF2B5EF4-FFF2-40B4-BE49-F238E27FC236}">
                      <a16:creationId xmlns:a16="http://schemas.microsoft.com/office/drawing/2014/main" id="{2E61B3DD-271C-1FA3-333E-C2A3B6F2146B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4725624" y="6741888"/>
                  <a:ext cx="16056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4">
              <p14:nvContentPartPr>
                <p14:cNvPr id="450" name="잉크 449">
                  <a:extLst>
                    <a:ext uri="{FF2B5EF4-FFF2-40B4-BE49-F238E27FC236}">
                      <a16:creationId xmlns:a16="http://schemas.microsoft.com/office/drawing/2014/main" id="{C24A3F7C-A269-3AEC-7D0C-094305B43304}"/>
                    </a:ext>
                  </a:extLst>
                </p14:cNvPr>
                <p14:cNvContentPartPr/>
                <p14:nvPr/>
              </p14:nvContentPartPr>
              <p14:xfrm>
                <a:off x="4748664" y="6827208"/>
                <a:ext cx="203400" cy="6480"/>
              </p14:xfrm>
            </p:contentPart>
          </mc:Choice>
          <mc:Fallback>
            <p:pic>
              <p:nvPicPr>
                <p:cNvPr id="450" name="잉크 449">
                  <a:extLst>
                    <a:ext uri="{FF2B5EF4-FFF2-40B4-BE49-F238E27FC236}">
                      <a16:creationId xmlns:a16="http://schemas.microsoft.com/office/drawing/2014/main" id="{C24A3F7C-A269-3AEC-7D0C-094305B43304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4742544" y="6821088"/>
                  <a:ext cx="2156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6">
              <p14:nvContentPartPr>
                <p14:cNvPr id="498" name="잉크 497">
                  <a:extLst>
                    <a:ext uri="{FF2B5EF4-FFF2-40B4-BE49-F238E27FC236}">
                      <a16:creationId xmlns:a16="http://schemas.microsoft.com/office/drawing/2014/main" id="{3CBDCD46-C184-F524-DE26-33C845248360}"/>
                    </a:ext>
                  </a:extLst>
                </p14:cNvPr>
                <p14:cNvContentPartPr/>
                <p14:nvPr/>
              </p14:nvContentPartPr>
              <p14:xfrm>
                <a:off x="3383184" y="6357408"/>
                <a:ext cx="1644840" cy="263520"/>
              </p14:xfrm>
            </p:contentPart>
          </mc:Choice>
          <mc:Fallback>
            <p:pic>
              <p:nvPicPr>
                <p:cNvPr id="498" name="잉크 497">
                  <a:extLst>
                    <a:ext uri="{FF2B5EF4-FFF2-40B4-BE49-F238E27FC236}">
                      <a16:creationId xmlns:a16="http://schemas.microsoft.com/office/drawing/2014/main" id="{3CBDCD46-C184-F524-DE26-33C845248360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3377064" y="6351288"/>
                  <a:ext cx="1657080" cy="27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2" name="그룹 501">
            <a:extLst>
              <a:ext uri="{FF2B5EF4-FFF2-40B4-BE49-F238E27FC236}">
                <a16:creationId xmlns:a16="http://schemas.microsoft.com/office/drawing/2014/main" id="{59035BCF-C487-05C0-8868-9CB00B08B68F}"/>
              </a:ext>
            </a:extLst>
          </p:cNvPr>
          <p:cNvGrpSpPr/>
          <p:nvPr/>
        </p:nvGrpSpPr>
        <p:grpSpPr>
          <a:xfrm>
            <a:off x="4389024" y="7540728"/>
            <a:ext cx="2325960" cy="2367360"/>
            <a:chOff x="4389024" y="7540728"/>
            <a:chExt cx="2325960" cy="236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8">
              <p14:nvContentPartPr>
                <p14:cNvPr id="452" name="잉크 451">
                  <a:extLst>
                    <a:ext uri="{FF2B5EF4-FFF2-40B4-BE49-F238E27FC236}">
                      <a16:creationId xmlns:a16="http://schemas.microsoft.com/office/drawing/2014/main" id="{44B98F72-6ADA-A7C6-8D6F-0C84AA6B385B}"/>
                    </a:ext>
                  </a:extLst>
                </p14:cNvPr>
                <p14:cNvContentPartPr/>
                <p14:nvPr/>
              </p14:nvContentPartPr>
              <p14:xfrm>
                <a:off x="4504944" y="7692648"/>
                <a:ext cx="858960" cy="24840"/>
              </p14:xfrm>
            </p:contentPart>
          </mc:Choice>
          <mc:Fallback>
            <p:pic>
              <p:nvPicPr>
                <p:cNvPr id="452" name="잉크 451">
                  <a:extLst>
                    <a:ext uri="{FF2B5EF4-FFF2-40B4-BE49-F238E27FC236}">
                      <a16:creationId xmlns:a16="http://schemas.microsoft.com/office/drawing/2014/main" id="{44B98F72-6ADA-A7C6-8D6F-0C84AA6B385B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4498464" y="7686528"/>
                  <a:ext cx="8712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0">
              <p14:nvContentPartPr>
                <p14:cNvPr id="453" name="잉크 452">
                  <a:extLst>
                    <a:ext uri="{FF2B5EF4-FFF2-40B4-BE49-F238E27FC236}">
                      <a16:creationId xmlns:a16="http://schemas.microsoft.com/office/drawing/2014/main" id="{5255566A-F301-B674-5089-7E50994BF058}"/>
                    </a:ext>
                  </a:extLst>
                </p14:cNvPr>
                <p14:cNvContentPartPr/>
                <p14:nvPr/>
              </p14:nvContentPartPr>
              <p14:xfrm>
                <a:off x="5154024" y="7635768"/>
                <a:ext cx="190800" cy="185760"/>
              </p14:xfrm>
            </p:contentPart>
          </mc:Choice>
          <mc:Fallback>
            <p:pic>
              <p:nvPicPr>
                <p:cNvPr id="453" name="잉크 452">
                  <a:extLst>
                    <a:ext uri="{FF2B5EF4-FFF2-40B4-BE49-F238E27FC236}">
                      <a16:creationId xmlns:a16="http://schemas.microsoft.com/office/drawing/2014/main" id="{5255566A-F301-B674-5089-7E50994BF058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5147904" y="7629648"/>
                  <a:ext cx="20304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2">
              <p14:nvContentPartPr>
                <p14:cNvPr id="454" name="잉크 453">
                  <a:extLst>
                    <a:ext uri="{FF2B5EF4-FFF2-40B4-BE49-F238E27FC236}">
                      <a16:creationId xmlns:a16="http://schemas.microsoft.com/office/drawing/2014/main" id="{030E10E0-B9EB-C582-4154-328332BF4C2B}"/>
                    </a:ext>
                  </a:extLst>
                </p14:cNvPr>
                <p14:cNvContentPartPr/>
                <p14:nvPr/>
              </p14:nvContentPartPr>
              <p14:xfrm>
                <a:off x="4547424" y="7995408"/>
                <a:ext cx="728640" cy="2880"/>
              </p14:xfrm>
            </p:contentPart>
          </mc:Choice>
          <mc:Fallback>
            <p:pic>
              <p:nvPicPr>
                <p:cNvPr id="454" name="잉크 453">
                  <a:extLst>
                    <a:ext uri="{FF2B5EF4-FFF2-40B4-BE49-F238E27FC236}">
                      <a16:creationId xmlns:a16="http://schemas.microsoft.com/office/drawing/2014/main" id="{030E10E0-B9EB-C582-4154-328332BF4C2B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4541304" y="7989288"/>
                  <a:ext cx="74088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4">
              <p14:nvContentPartPr>
                <p14:cNvPr id="455" name="잉크 454">
                  <a:extLst>
                    <a:ext uri="{FF2B5EF4-FFF2-40B4-BE49-F238E27FC236}">
                      <a16:creationId xmlns:a16="http://schemas.microsoft.com/office/drawing/2014/main" id="{AAC0CE98-18ED-4229-D356-13CDDD36C4F4}"/>
                    </a:ext>
                  </a:extLst>
                </p14:cNvPr>
                <p14:cNvContentPartPr/>
                <p14:nvPr/>
              </p14:nvContentPartPr>
              <p14:xfrm>
                <a:off x="5187504" y="7930608"/>
                <a:ext cx="181440" cy="190800"/>
              </p14:xfrm>
            </p:contentPart>
          </mc:Choice>
          <mc:Fallback>
            <p:pic>
              <p:nvPicPr>
                <p:cNvPr id="455" name="잉크 454">
                  <a:extLst>
                    <a:ext uri="{FF2B5EF4-FFF2-40B4-BE49-F238E27FC236}">
                      <a16:creationId xmlns:a16="http://schemas.microsoft.com/office/drawing/2014/main" id="{AAC0CE98-18ED-4229-D356-13CDDD36C4F4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5181384" y="7924488"/>
                  <a:ext cx="19368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6">
              <p14:nvContentPartPr>
                <p14:cNvPr id="456" name="잉크 455">
                  <a:extLst>
                    <a:ext uri="{FF2B5EF4-FFF2-40B4-BE49-F238E27FC236}">
                      <a16:creationId xmlns:a16="http://schemas.microsoft.com/office/drawing/2014/main" id="{5E2FB425-F7F8-1436-0B1A-CA906CB7AEFB}"/>
                    </a:ext>
                  </a:extLst>
                </p14:cNvPr>
                <p14:cNvContentPartPr/>
                <p14:nvPr/>
              </p14:nvContentPartPr>
              <p14:xfrm>
                <a:off x="4620504" y="8211048"/>
                <a:ext cx="676800" cy="32040"/>
              </p14:xfrm>
            </p:contentPart>
          </mc:Choice>
          <mc:Fallback>
            <p:pic>
              <p:nvPicPr>
                <p:cNvPr id="456" name="잉크 455">
                  <a:extLst>
                    <a:ext uri="{FF2B5EF4-FFF2-40B4-BE49-F238E27FC236}">
                      <a16:creationId xmlns:a16="http://schemas.microsoft.com/office/drawing/2014/main" id="{5E2FB425-F7F8-1436-0B1A-CA906CB7AEFB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4614384" y="8204928"/>
                  <a:ext cx="6890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8">
              <p14:nvContentPartPr>
                <p14:cNvPr id="457" name="잉크 456">
                  <a:extLst>
                    <a:ext uri="{FF2B5EF4-FFF2-40B4-BE49-F238E27FC236}">
                      <a16:creationId xmlns:a16="http://schemas.microsoft.com/office/drawing/2014/main" id="{F36BD8E6-EBBC-1AAA-0B1A-B7D4E55B3E93}"/>
                    </a:ext>
                  </a:extLst>
                </p14:cNvPr>
                <p14:cNvContentPartPr/>
                <p14:nvPr/>
              </p14:nvContentPartPr>
              <p14:xfrm>
                <a:off x="5248344" y="8223288"/>
                <a:ext cx="140400" cy="136440"/>
              </p14:xfrm>
            </p:contentPart>
          </mc:Choice>
          <mc:Fallback>
            <p:pic>
              <p:nvPicPr>
                <p:cNvPr id="457" name="잉크 456">
                  <a:extLst>
                    <a:ext uri="{FF2B5EF4-FFF2-40B4-BE49-F238E27FC236}">
                      <a16:creationId xmlns:a16="http://schemas.microsoft.com/office/drawing/2014/main" id="{F36BD8E6-EBBC-1AAA-0B1A-B7D4E55B3E93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5242224" y="8217168"/>
                  <a:ext cx="1526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0">
              <p14:nvContentPartPr>
                <p14:cNvPr id="458" name="잉크 457">
                  <a:extLst>
                    <a:ext uri="{FF2B5EF4-FFF2-40B4-BE49-F238E27FC236}">
                      <a16:creationId xmlns:a16="http://schemas.microsoft.com/office/drawing/2014/main" id="{B7FCD999-84B9-4D20-CC31-15230420FD8B}"/>
                    </a:ext>
                  </a:extLst>
                </p14:cNvPr>
                <p14:cNvContentPartPr/>
                <p14:nvPr/>
              </p14:nvContentPartPr>
              <p14:xfrm>
                <a:off x="4760904" y="8412288"/>
                <a:ext cx="645480" cy="87480"/>
              </p14:xfrm>
            </p:contentPart>
          </mc:Choice>
          <mc:Fallback>
            <p:pic>
              <p:nvPicPr>
                <p:cNvPr id="458" name="잉크 457">
                  <a:extLst>
                    <a:ext uri="{FF2B5EF4-FFF2-40B4-BE49-F238E27FC236}">
                      <a16:creationId xmlns:a16="http://schemas.microsoft.com/office/drawing/2014/main" id="{B7FCD999-84B9-4D20-CC31-15230420FD8B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4754784" y="8406168"/>
                  <a:ext cx="6577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2">
              <p14:nvContentPartPr>
                <p14:cNvPr id="459" name="잉크 458">
                  <a:extLst>
                    <a:ext uri="{FF2B5EF4-FFF2-40B4-BE49-F238E27FC236}">
                      <a16:creationId xmlns:a16="http://schemas.microsoft.com/office/drawing/2014/main" id="{447B35AF-986B-ACE7-D0C2-5965DF4EB75F}"/>
                    </a:ext>
                  </a:extLst>
                </p14:cNvPr>
                <p14:cNvContentPartPr/>
                <p14:nvPr/>
              </p14:nvContentPartPr>
              <p14:xfrm>
                <a:off x="5278944" y="8473128"/>
                <a:ext cx="100080" cy="122400"/>
              </p14:xfrm>
            </p:contentPart>
          </mc:Choice>
          <mc:Fallback>
            <p:pic>
              <p:nvPicPr>
                <p:cNvPr id="459" name="잉크 458">
                  <a:extLst>
                    <a:ext uri="{FF2B5EF4-FFF2-40B4-BE49-F238E27FC236}">
                      <a16:creationId xmlns:a16="http://schemas.microsoft.com/office/drawing/2014/main" id="{447B35AF-986B-ACE7-D0C2-5965DF4EB75F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5272824" y="8467008"/>
                  <a:ext cx="1123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4">
              <p14:nvContentPartPr>
                <p14:cNvPr id="460" name="잉크 459">
                  <a:extLst>
                    <a:ext uri="{FF2B5EF4-FFF2-40B4-BE49-F238E27FC236}">
                      <a16:creationId xmlns:a16="http://schemas.microsoft.com/office/drawing/2014/main" id="{7C783499-31BA-2E37-0C71-E63B5E17C059}"/>
                    </a:ext>
                  </a:extLst>
                </p14:cNvPr>
                <p14:cNvContentPartPr/>
                <p14:nvPr/>
              </p14:nvContentPartPr>
              <p14:xfrm>
                <a:off x="4693584" y="8820888"/>
                <a:ext cx="566280" cy="9000"/>
              </p14:xfrm>
            </p:contentPart>
          </mc:Choice>
          <mc:Fallback>
            <p:pic>
              <p:nvPicPr>
                <p:cNvPr id="460" name="잉크 459">
                  <a:extLst>
                    <a:ext uri="{FF2B5EF4-FFF2-40B4-BE49-F238E27FC236}">
                      <a16:creationId xmlns:a16="http://schemas.microsoft.com/office/drawing/2014/main" id="{7C783499-31BA-2E37-0C71-E63B5E17C059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4687464" y="8814768"/>
                  <a:ext cx="5785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6">
              <p14:nvContentPartPr>
                <p14:cNvPr id="461" name="잉크 460">
                  <a:extLst>
                    <a:ext uri="{FF2B5EF4-FFF2-40B4-BE49-F238E27FC236}">
                      <a16:creationId xmlns:a16="http://schemas.microsoft.com/office/drawing/2014/main" id="{861B5F86-00E4-2EAA-3980-49DFC9BF50A2}"/>
                    </a:ext>
                  </a:extLst>
                </p14:cNvPr>
                <p14:cNvContentPartPr/>
                <p14:nvPr/>
              </p14:nvContentPartPr>
              <p14:xfrm>
                <a:off x="5230344" y="8771928"/>
                <a:ext cx="112680" cy="147240"/>
              </p14:xfrm>
            </p:contentPart>
          </mc:Choice>
          <mc:Fallback>
            <p:pic>
              <p:nvPicPr>
                <p:cNvPr id="461" name="잉크 460">
                  <a:extLst>
                    <a:ext uri="{FF2B5EF4-FFF2-40B4-BE49-F238E27FC236}">
                      <a16:creationId xmlns:a16="http://schemas.microsoft.com/office/drawing/2014/main" id="{861B5F86-00E4-2EAA-3980-49DFC9BF50A2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5224224" y="8765808"/>
                  <a:ext cx="1249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8">
              <p14:nvContentPartPr>
                <p14:cNvPr id="464" name="잉크 463">
                  <a:extLst>
                    <a:ext uri="{FF2B5EF4-FFF2-40B4-BE49-F238E27FC236}">
                      <a16:creationId xmlns:a16="http://schemas.microsoft.com/office/drawing/2014/main" id="{60AEB434-67DC-F835-8729-3FA50A08DCA3}"/>
                    </a:ext>
                  </a:extLst>
                </p14:cNvPr>
                <p14:cNvContentPartPr/>
                <p14:nvPr/>
              </p14:nvContentPartPr>
              <p14:xfrm>
                <a:off x="4389024" y="9271968"/>
                <a:ext cx="717480" cy="23760"/>
              </p14:xfrm>
            </p:contentPart>
          </mc:Choice>
          <mc:Fallback>
            <p:pic>
              <p:nvPicPr>
                <p:cNvPr id="464" name="잉크 463">
                  <a:extLst>
                    <a:ext uri="{FF2B5EF4-FFF2-40B4-BE49-F238E27FC236}">
                      <a16:creationId xmlns:a16="http://schemas.microsoft.com/office/drawing/2014/main" id="{60AEB434-67DC-F835-8729-3FA50A08DCA3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4382904" y="9265848"/>
                  <a:ext cx="7297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0">
              <p14:nvContentPartPr>
                <p14:cNvPr id="465" name="잉크 464">
                  <a:extLst>
                    <a:ext uri="{FF2B5EF4-FFF2-40B4-BE49-F238E27FC236}">
                      <a16:creationId xmlns:a16="http://schemas.microsoft.com/office/drawing/2014/main" id="{AAFA28C3-C7D5-EF92-CF5C-6E60F7F9F694}"/>
                    </a:ext>
                  </a:extLst>
                </p14:cNvPr>
                <p14:cNvContentPartPr/>
                <p14:nvPr/>
              </p14:nvContentPartPr>
              <p14:xfrm>
                <a:off x="5041344" y="9253608"/>
                <a:ext cx="199080" cy="139680"/>
              </p14:xfrm>
            </p:contentPart>
          </mc:Choice>
          <mc:Fallback>
            <p:pic>
              <p:nvPicPr>
                <p:cNvPr id="465" name="잉크 464">
                  <a:extLst>
                    <a:ext uri="{FF2B5EF4-FFF2-40B4-BE49-F238E27FC236}">
                      <a16:creationId xmlns:a16="http://schemas.microsoft.com/office/drawing/2014/main" id="{AAFA28C3-C7D5-EF92-CF5C-6E60F7F9F694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5035224" y="9247488"/>
                  <a:ext cx="2113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2">
              <p14:nvContentPartPr>
                <p14:cNvPr id="466" name="잉크 465">
                  <a:extLst>
                    <a:ext uri="{FF2B5EF4-FFF2-40B4-BE49-F238E27FC236}">
                      <a16:creationId xmlns:a16="http://schemas.microsoft.com/office/drawing/2014/main" id="{F7273B3D-9CE4-BB1C-19B7-9B164CF04C6F}"/>
                    </a:ext>
                  </a:extLst>
                </p14:cNvPr>
                <p14:cNvContentPartPr/>
                <p14:nvPr/>
              </p14:nvContentPartPr>
              <p14:xfrm>
                <a:off x="4711224" y="9204648"/>
                <a:ext cx="220680" cy="243720"/>
              </p14:xfrm>
            </p:contentPart>
          </mc:Choice>
          <mc:Fallback>
            <p:pic>
              <p:nvPicPr>
                <p:cNvPr id="466" name="잉크 465">
                  <a:extLst>
                    <a:ext uri="{FF2B5EF4-FFF2-40B4-BE49-F238E27FC236}">
                      <a16:creationId xmlns:a16="http://schemas.microsoft.com/office/drawing/2014/main" id="{F7273B3D-9CE4-BB1C-19B7-9B164CF04C6F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4705104" y="9198528"/>
                  <a:ext cx="23292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4">
              <p14:nvContentPartPr>
                <p14:cNvPr id="467" name="잉크 466">
                  <a:extLst>
                    <a:ext uri="{FF2B5EF4-FFF2-40B4-BE49-F238E27FC236}">
                      <a16:creationId xmlns:a16="http://schemas.microsoft.com/office/drawing/2014/main" id="{F0378D73-0737-F125-A5DB-9C0A4F402494}"/>
                    </a:ext>
                  </a:extLst>
                </p14:cNvPr>
                <p14:cNvContentPartPr/>
                <p14:nvPr/>
              </p14:nvContentPartPr>
              <p14:xfrm>
                <a:off x="4667664" y="8991528"/>
                <a:ext cx="164880" cy="154080"/>
              </p14:xfrm>
            </p:contentPart>
          </mc:Choice>
          <mc:Fallback>
            <p:pic>
              <p:nvPicPr>
                <p:cNvPr id="467" name="잉크 466">
                  <a:extLst>
                    <a:ext uri="{FF2B5EF4-FFF2-40B4-BE49-F238E27FC236}">
                      <a16:creationId xmlns:a16="http://schemas.microsoft.com/office/drawing/2014/main" id="{F0378D73-0737-F125-A5DB-9C0A4F402494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4661544" y="8985408"/>
                  <a:ext cx="1771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6">
              <p14:nvContentPartPr>
                <p14:cNvPr id="468" name="잉크 467">
                  <a:extLst>
                    <a:ext uri="{FF2B5EF4-FFF2-40B4-BE49-F238E27FC236}">
                      <a16:creationId xmlns:a16="http://schemas.microsoft.com/office/drawing/2014/main" id="{E234A578-8957-D080-4F98-DFF75A738631}"/>
                    </a:ext>
                  </a:extLst>
                </p14:cNvPr>
                <p14:cNvContentPartPr/>
                <p14:nvPr/>
              </p14:nvContentPartPr>
              <p14:xfrm>
                <a:off x="4718064" y="8979288"/>
                <a:ext cx="116640" cy="6480"/>
              </p14:xfrm>
            </p:contentPart>
          </mc:Choice>
          <mc:Fallback>
            <p:pic>
              <p:nvPicPr>
                <p:cNvPr id="468" name="잉크 467">
                  <a:extLst>
                    <a:ext uri="{FF2B5EF4-FFF2-40B4-BE49-F238E27FC236}">
                      <a16:creationId xmlns:a16="http://schemas.microsoft.com/office/drawing/2014/main" id="{E234A578-8957-D080-4F98-DFF75A738631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4711944" y="8973168"/>
                  <a:ext cx="12888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8">
              <p14:nvContentPartPr>
                <p14:cNvPr id="470" name="잉크 469">
                  <a:extLst>
                    <a:ext uri="{FF2B5EF4-FFF2-40B4-BE49-F238E27FC236}">
                      <a16:creationId xmlns:a16="http://schemas.microsoft.com/office/drawing/2014/main" id="{EB83CE65-B433-B0C3-01B3-D6B092C55084}"/>
                    </a:ext>
                  </a:extLst>
                </p14:cNvPr>
                <p14:cNvContentPartPr/>
                <p14:nvPr/>
              </p14:nvContentPartPr>
              <p14:xfrm>
                <a:off x="5296584" y="9076848"/>
                <a:ext cx="80280" cy="831240"/>
              </p14:xfrm>
            </p:contentPart>
          </mc:Choice>
          <mc:Fallback>
            <p:pic>
              <p:nvPicPr>
                <p:cNvPr id="470" name="잉크 469">
                  <a:extLst>
                    <a:ext uri="{FF2B5EF4-FFF2-40B4-BE49-F238E27FC236}">
                      <a16:creationId xmlns:a16="http://schemas.microsoft.com/office/drawing/2014/main" id="{EB83CE65-B433-B0C3-01B3-D6B092C55084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5290464" y="9070728"/>
                  <a:ext cx="92520" cy="84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0">
              <p14:nvContentPartPr>
                <p14:cNvPr id="471" name="잉크 470">
                  <a:extLst>
                    <a:ext uri="{FF2B5EF4-FFF2-40B4-BE49-F238E27FC236}">
                      <a16:creationId xmlns:a16="http://schemas.microsoft.com/office/drawing/2014/main" id="{8F9FB5CB-AB2E-D778-82CD-92DD6F266632}"/>
                    </a:ext>
                  </a:extLst>
                </p14:cNvPr>
                <p14:cNvContentPartPr/>
                <p14:nvPr/>
              </p14:nvContentPartPr>
              <p14:xfrm>
                <a:off x="5358864" y="8967048"/>
                <a:ext cx="452880" cy="848880"/>
              </p14:xfrm>
            </p:contentPart>
          </mc:Choice>
          <mc:Fallback>
            <p:pic>
              <p:nvPicPr>
                <p:cNvPr id="471" name="잉크 470">
                  <a:extLst>
                    <a:ext uri="{FF2B5EF4-FFF2-40B4-BE49-F238E27FC236}">
                      <a16:creationId xmlns:a16="http://schemas.microsoft.com/office/drawing/2014/main" id="{8F9FB5CB-AB2E-D778-82CD-92DD6F266632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5352744" y="8960928"/>
                  <a:ext cx="465120" cy="86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2">
              <p14:nvContentPartPr>
                <p14:cNvPr id="473" name="잉크 472">
                  <a:extLst>
                    <a:ext uri="{FF2B5EF4-FFF2-40B4-BE49-F238E27FC236}">
                      <a16:creationId xmlns:a16="http://schemas.microsoft.com/office/drawing/2014/main" id="{3D4F7DB0-BF43-C1B2-1415-58343547189B}"/>
                    </a:ext>
                  </a:extLst>
                </p14:cNvPr>
                <p14:cNvContentPartPr/>
                <p14:nvPr/>
              </p14:nvContentPartPr>
              <p14:xfrm>
                <a:off x="5815344" y="8232648"/>
                <a:ext cx="300600" cy="21600"/>
              </p14:xfrm>
            </p:contentPart>
          </mc:Choice>
          <mc:Fallback>
            <p:pic>
              <p:nvPicPr>
                <p:cNvPr id="473" name="잉크 472">
                  <a:extLst>
                    <a:ext uri="{FF2B5EF4-FFF2-40B4-BE49-F238E27FC236}">
                      <a16:creationId xmlns:a16="http://schemas.microsoft.com/office/drawing/2014/main" id="{3D4F7DB0-BF43-C1B2-1415-58343547189B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5809224" y="8226528"/>
                  <a:ext cx="3128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4">
              <p14:nvContentPartPr>
                <p14:cNvPr id="474" name="잉크 473">
                  <a:extLst>
                    <a:ext uri="{FF2B5EF4-FFF2-40B4-BE49-F238E27FC236}">
                      <a16:creationId xmlns:a16="http://schemas.microsoft.com/office/drawing/2014/main" id="{78A54D47-AA4C-2F39-418F-2DF0969BB2C1}"/>
                    </a:ext>
                  </a:extLst>
                </p14:cNvPr>
                <p14:cNvContentPartPr/>
                <p14:nvPr/>
              </p14:nvContentPartPr>
              <p14:xfrm>
                <a:off x="6058704" y="8159208"/>
                <a:ext cx="105480" cy="156240"/>
              </p14:xfrm>
            </p:contentPart>
          </mc:Choice>
          <mc:Fallback>
            <p:pic>
              <p:nvPicPr>
                <p:cNvPr id="474" name="잉크 473">
                  <a:extLst>
                    <a:ext uri="{FF2B5EF4-FFF2-40B4-BE49-F238E27FC236}">
                      <a16:creationId xmlns:a16="http://schemas.microsoft.com/office/drawing/2014/main" id="{78A54D47-AA4C-2F39-418F-2DF0969BB2C1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6052584" y="8153088"/>
                  <a:ext cx="1177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6">
              <p14:nvContentPartPr>
                <p14:cNvPr id="475" name="잉크 474">
                  <a:extLst>
                    <a:ext uri="{FF2B5EF4-FFF2-40B4-BE49-F238E27FC236}">
                      <a16:creationId xmlns:a16="http://schemas.microsoft.com/office/drawing/2014/main" id="{EC4D2276-CA8D-A92D-AD1C-C62707DD7710}"/>
                    </a:ext>
                  </a:extLst>
                </p14:cNvPr>
                <p14:cNvContentPartPr/>
                <p14:nvPr/>
              </p14:nvContentPartPr>
              <p14:xfrm>
                <a:off x="5971224" y="7955088"/>
                <a:ext cx="70200" cy="141840"/>
              </p14:xfrm>
            </p:contentPart>
          </mc:Choice>
          <mc:Fallback>
            <p:pic>
              <p:nvPicPr>
                <p:cNvPr id="475" name="잉크 474">
                  <a:extLst>
                    <a:ext uri="{FF2B5EF4-FFF2-40B4-BE49-F238E27FC236}">
                      <a16:creationId xmlns:a16="http://schemas.microsoft.com/office/drawing/2014/main" id="{EC4D2276-CA8D-A92D-AD1C-C62707DD7710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5965104" y="7948968"/>
                  <a:ext cx="824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8">
              <p14:nvContentPartPr>
                <p14:cNvPr id="476" name="잉크 475">
                  <a:extLst>
                    <a:ext uri="{FF2B5EF4-FFF2-40B4-BE49-F238E27FC236}">
                      <a16:creationId xmlns:a16="http://schemas.microsoft.com/office/drawing/2014/main" id="{7F4A6EC5-9FA5-B597-F52D-01D36C785F15}"/>
                    </a:ext>
                  </a:extLst>
                </p14:cNvPr>
                <p14:cNvContentPartPr/>
                <p14:nvPr/>
              </p14:nvContentPartPr>
              <p14:xfrm>
                <a:off x="6034944" y="7985688"/>
                <a:ext cx="195120" cy="22320"/>
              </p14:xfrm>
            </p:contentPart>
          </mc:Choice>
          <mc:Fallback>
            <p:pic>
              <p:nvPicPr>
                <p:cNvPr id="476" name="잉크 475">
                  <a:extLst>
                    <a:ext uri="{FF2B5EF4-FFF2-40B4-BE49-F238E27FC236}">
                      <a16:creationId xmlns:a16="http://schemas.microsoft.com/office/drawing/2014/main" id="{7F4A6EC5-9FA5-B597-F52D-01D36C785F15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6028824" y="7979568"/>
                  <a:ext cx="2073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0">
              <p14:nvContentPartPr>
                <p14:cNvPr id="477" name="잉크 476">
                  <a:extLst>
                    <a:ext uri="{FF2B5EF4-FFF2-40B4-BE49-F238E27FC236}">
                      <a16:creationId xmlns:a16="http://schemas.microsoft.com/office/drawing/2014/main" id="{4C535609-CC57-A146-1243-925520833050}"/>
                    </a:ext>
                  </a:extLst>
                </p14:cNvPr>
                <p14:cNvContentPartPr/>
                <p14:nvPr/>
              </p14:nvContentPartPr>
              <p14:xfrm>
                <a:off x="6279384" y="8040408"/>
                <a:ext cx="5760" cy="776160"/>
              </p14:xfrm>
            </p:contentPart>
          </mc:Choice>
          <mc:Fallback>
            <p:pic>
              <p:nvPicPr>
                <p:cNvPr id="477" name="잉크 476">
                  <a:extLst>
                    <a:ext uri="{FF2B5EF4-FFF2-40B4-BE49-F238E27FC236}">
                      <a16:creationId xmlns:a16="http://schemas.microsoft.com/office/drawing/2014/main" id="{4C535609-CC57-A146-1243-925520833050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6273264" y="8034288"/>
                  <a:ext cx="18000" cy="78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2">
              <p14:nvContentPartPr>
                <p14:cNvPr id="478" name="잉크 477">
                  <a:extLst>
                    <a:ext uri="{FF2B5EF4-FFF2-40B4-BE49-F238E27FC236}">
                      <a16:creationId xmlns:a16="http://schemas.microsoft.com/office/drawing/2014/main" id="{E7E81526-5ECF-795A-6F1E-A7997225F3E0}"/>
                    </a:ext>
                  </a:extLst>
                </p14:cNvPr>
                <p14:cNvContentPartPr/>
                <p14:nvPr/>
              </p14:nvContentPartPr>
              <p14:xfrm>
                <a:off x="6286584" y="8015928"/>
                <a:ext cx="267840" cy="755640"/>
              </p14:xfrm>
            </p:contentPart>
          </mc:Choice>
          <mc:Fallback>
            <p:pic>
              <p:nvPicPr>
                <p:cNvPr id="478" name="잉크 477">
                  <a:extLst>
                    <a:ext uri="{FF2B5EF4-FFF2-40B4-BE49-F238E27FC236}">
                      <a16:creationId xmlns:a16="http://schemas.microsoft.com/office/drawing/2014/main" id="{E7E81526-5ECF-795A-6F1E-A7997225F3E0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6280464" y="8009808"/>
                  <a:ext cx="280080" cy="76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4">
              <p14:nvContentPartPr>
                <p14:cNvPr id="479" name="잉크 478">
                  <a:extLst>
                    <a:ext uri="{FF2B5EF4-FFF2-40B4-BE49-F238E27FC236}">
                      <a16:creationId xmlns:a16="http://schemas.microsoft.com/office/drawing/2014/main" id="{93BE01D6-E328-6E65-FFAE-0C9C0C9B2957}"/>
                    </a:ext>
                  </a:extLst>
                </p14:cNvPr>
                <p14:cNvContentPartPr/>
                <p14:nvPr/>
              </p14:nvContentPartPr>
              <p14:xfrm>
                <a:off x="6419064" y="8704968"/>
                <a:ext cx="62640" cy="506880"/>
              </p14:xfrm>
            </p:contentPart>
          </mc:Choice>
          <mc:Fallback>
            <p:pic>
              <p:nvPicPr>
                <p:cNvPr id="479" name="잉크 478">
                  <a:extLst>
                    <a:ext uri="{FF2B5EF4-FFF2-40B4-BE49-F238E27FC236}">
                      <a16:creationId xmlns:a16="http://schemas.microsoft.com/office/drawing/2014/main" id="{93BE01D6-E328-6E65-FFAE-0C9C0C9B2957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6412944" y="8698848"/>
                  <a:ext cx="74880" cy="51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6">
              <p14:nvContentPartPr>
                <p14:cNvPr id="480" name="잉크 479">
                  <a:extLst>
                    <a:ext uri="{FF2B5EF4-FFF2-40B4-BE49-F238E27FC236}">
                      <a16:creationId xmlns:a16="http://schemas.microsoft.com/office/drawing/2014/main" id="{730C866A-A2FF-F4FA-5631-640A64D68FDC}"/>
                    </a:ext>
                  </a:extLst>
                </p14:cNvPr>
                <p14:cNvContentPartPr/>
                <p14:nvPr/>
              </p14:nvContentPartPr>
              <p14:xfrm>
                <a:off x="5906784" y="8620368"/>
                <a:ext cx="412560" cy="42120"/>
              </p14:xfrm>
            </p:contentPart>
          </mc:Choice>
          <mc:Fallback>
            <p:pic>
              <p:nvPicPr>
                <p:cNvPr id="480" name="잉크 479">
                  <a:extLst>
                    <a:ext uri="{FF2B5EF4-FFF2-40B4-BE49-F238E27FC236}">
                      <a16:creationId xmlns:a16="http://schemas.microsoft.com/office/drawing/2014/main" id="{730C866A-A2FF-F4FA-5631-640A64D68FDC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5900664" y="8614248"/>
                  <a:ext cx="42480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8">
              <p14:nvContentPartPr>
                <p14:cNvPr id="481" name="잉크 480">
                  <a:extLst>
                    <a:ext uri="{FF2B5EF4-FFF2-40B4-BE49-F238E27FC236}">
                      <a16:creationId xmlns:a16="http://schemas.microsoft.com/office/drawing/2014/main" id="{9BF85066-D0E1-96BB-2B05-D0477B61D72D}"/>
                    </a:ext>
                  </a:extLst>
                </p14:cNvPr>
                <p14:cNvContentPartPr/>
                <p14:nvPr/>
              </p14:nvContentPartPr>
              <p14:xfrm>
                <a:off x="6178944" y="8564568"/>
                <a:ext cx="92520" cy="110880"/>
              </p14:xfrm>
            </p:contentPart>
          </mc:Choice>
          <mc:Fallback>
            <p:pic>
              <p:nvPicPr>
                <p:cNvPr id="481" name="잉크 480">
                  <a:extLst>
                    <a:ext uri="{FF2B5EF4-FFF2-40B4-BE49-F238E27FC236}">
                      <a16:creationId xmlns:a16="http://schemas.microsoft.com/office/drawing/2014/main" id="{9BF85066-D0E1-96BB-2B05-D0477B61D72D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6172824" y="8558448"/>
                  <a:ext cx="1047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0">
              <p14:nvContentPartPr>
                <p14:cNvPr id="483" name="잉크 482">
                  <a:extLst>
                    <a:ext uri="{FF2B5EF4-FFF2-40B4-BE49-F238E27FC236}">
                      <a16:creationId xmlns:a16="http://schemas.microsoft.com/office/drawing/2014/main" id="{02D2477B-DA12-398D-8827-283BB66F5555}"/>
                    </a:ext>
                  </a:extLst>
                </p14:cNvPr>
                <p14:cNvContentPartPr/>
                <p14:nvPr/>
              </p14:nvContentPartPr>
              <p14:xfrm>
                <a:off x="6296304" y="9308328"/>
                <a:ext cx="119160" cy="208800"/>
              </p14:xfrm>
            </p:contentPart>
          </mc:Choice>
          <mc:Fallback>
            <p:pic>
              <p:nvPicPr>
                <p:cNvPr id="483" name="잉크 482">
                  <a:extLst>
                    <a:ext uri="{FF2B5EF4-FFF2-40B4-BE49-F238E27FC236}">
                      <a16:creationId xmlns:a16="http://schemas.microsoft.com/office/drawing/2014/main" id="{02D2477B-DA12-398D-8827-283BB66F5555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6290184" y="9302208"/>
                  <a:ext cx="1314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2">
              <p14:nvContentPartPr>
                <p14:cNvPr id="484" name="잉크 483">
                  <a:extLst>
                    <a:ext uri="{FF2B5EF4-FFF2-40B4-BE49-F238E27FC236}">
                      <a16:creationId xmlns:a16="http://schemas.microsoft.com/office/drawing/2014/main" id="{5F9FDC5D-E4A0-B2E5-2A44-213391A3F294}"/>
                    </a:ext>
                  </a:extLst>
                </p14:cNvPr>
                <p14:cNvContentPartPr/>
                <p14:nvPr/>
              </p14:nvContentPartPr>
              <p14:xfrm>
                <a:off x="6405384" y="9399768"/>
                <a:ext cx="141480" cy="82080"/>
              </p14:xfrm>
            </p:contentPart>
          </mc:Choice>
          <mc:Fallback>
            <p:pic>
              <p:nvPicPr>
                <p:cNvPr id="484" name="잉크 483">
                  <a:extLst>
                    <a:ext uri="{FF2B5EF4-FFF2-40B4-BE49-F238E27FC236}">
                      <a16:creationId xmlns:a16="http://schemas.microsoft.com/office/drawing/2014/main" id="{5F9FDC5D-E4A0-B2E5-2A44-213391A3F294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6399264" y="9393648"/>
                  <a:ext cx="1537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4">
              <p14:nvContentPartPr>
                <p14:cNvPr id="485" name="잉크 484">
                  <a:extLst>
                    <a:ext uri="{FF2B5EF4-FFF2-40B4-BE49-F238E27FC236}">
                      <a16:creationId xmlns:a16="http://schemas.microsoft.com/office/drawing/2014/main" id="{FDE9060C-2477-FD08-6B34-D23352F9B2B1}"/>
                    </a:ext>
                  </a:extLst>
                </p14:cNvPr>
                <p14:cNvContentPartPr/>
                <p14:nvPr/>
              </p14:nvContentPartPr>
              <p14:xfrm>
                <a:off x="6532824" y="9315528"/>
                <a:ext cx="125280" cy="231120"/>
              </p14:xfrm>
            </p:contentPart>
          </mc:Choice>
          <mc:Fallback>
            <p:pic>
              <p:nvPicPr>
                <p:cNvPr id="485" name="잉크 484">
                  <a:extLst>
                    <a:ext uri="{FF2B5EF4-FFF2-40B4-BE49-F238E27FC236}">
                      <a16:creationId xmlns:a16="http://schemas.microsoft.com/office/drawing/2014/main" id="{FDE9060C-2477-FD08-6B34-D23352F9B2B1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6526704" y="9309408"/>
                  <a:ext cx="13752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6">
              <p14:nvContentPartPr>
                <p14:cNvPr id="489" name="잉크 488">
                  <a:extLst>
                    <a:ext uri="{FF2B5EF4-FFF2-40B4-BE49-F238E27FC236}">
                      <a16:creationId xmlns:a16="http://schemas.microsoft.com/office/drawing/2014/main" id="{F1D382C4-9B6F-6F86-5F2C-563C8E305878}"/>
                    </a:ext>
                  </a:extLst>
                </p14:cNvPr>
                <p14:cNvContentPartPr/>
                <p14:nvPr/>
              </p14:nvContentPartPr>
              <p14:xfrm>
                <a:off x="5838024" y="7867608"/>
                <a:ext cx="416880" cy="525240"/>
              </p14:xfrm>
            </p:contentPart>
          </mc:Choice>
          <mc:Fallback>
            <p:pic>
              <p:nvPicPr>
                <p:cNvPr id="489" name="잉크 488">
                  <a:extLst>
                    <a:ext uri="{FF2B5EF4-FFF2-40B4-BE49-F238E27FC236}">
                      <a16:creationId xmlns:a16="http://schemas.microsoft.com/office/drawing/2014/main" id="{F1D382C4-9B6F-6F86-5F2C-563C8E305878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5831904" y="7861488"/>
                  <a:ext cx="42912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8">
              <p14:nvContentPartPr>
                <p14:cNvPr id="491" name="잉크 490">
                  <a:extLst>
                    <a:ext uri="{FF2B5EF4-FFF2-40B4-BE49-F238E27FC236}">
                      <a16:creationId xmlns:a16="http://schemas.microsoft.com/office/drawing/2014/main" id="{C75E1D99-4338-B983-9C2C-A9FFE09E2A9A}"/>
                    </a:ext>
                  </a:extLst>
                </p14:cNvPr>
                <p14:cNvContentPartPr/>
                <p14:nvPr/>
              </p14:nvContentPartPr>
              <p14:xfrm>
                <a:off x="6526704" y="9328848"/>
                <a:ext cx="188280" cy="188640"/>
              </p14:xfrm>
            </p:contentPart>
          </mc:Choice>
          <mc:Fallback>
            <p:pic>
              <p:nvPicPr>
                <p:cNvPr id="491" name="잉크 490">
                  <a:extLst>
                    <a:ext uri="{FF2B5EF4-FFF2-40B4-BE49-F238E27FC236}">
                      <a16:creationId xmlns:a16="http://schemas.microsoft.com/office/drawing/2014/main" id="{C75E1D99-4338-B983-9C2C-A9FFE09E2A9A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6520584" y="9322728"/>
                  <a:ext cx="2005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0">
              <p14:nvContentPartPr>
                <p14:cNvPr id="492" name="잉크 491">
                  <a:extLst>
                    <a:ext uri="{FF2B5EF4-FFF2-40B4-BE49-F238E27FC236}">
                      <a16:creationId xmlns:a16="http://schemas.microsoft.com/office/drawing/2014/main" id="{9EE46011-CFB6-ADB9-6B4E-B81982C2D392}"/>
                    </a:ext>
                  </a:extLst>
                </p14:cNvPr>
                <p14:cNvContentPartPr/>
                <p14:nvPr/>
              </p14:nvContentPartPr>
              <p14:xfrm>
                <a:off x="5723904" y="8260008"/>
                <a:ext cx="831960" cy="6480"/>
              </p14:xfrm>
            </p:contentPart>
          </mc:Choice>
          <mc:Fallback>
            <p:pic>
              <p:nvPicPr>
                <p:cNvPr id="492" name="잉크 491">
                  <a:extLst>
                    <a:ext uri="{FF2B5EF4-FFF2-40B4-BE49-F238E27FC236}">
                      <a16:creationId xmlns:a16="http://schemas.microsoft.com/office/drawing/2014/main" id="{9EE46011-CFB6-ADB9-6B4E-B81982C2D392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5717784" y="8253888"/>
                  <a:ext cx="8442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2">
              <p14:nvContentPartPr>
                <p14:cNvPr id="493" name="잉크 492">
                  <a:extLst>
                    <a:ext uri="{FF2B5EF4-FFF2-40B4-BE49-F238E27FC236}">
                      <a16:creationId xmlns:a16="http://schemas.microsoft.com/office/drawing/2014/main" id="{1FF6D8EC-5B71-35D0-A630-FCF265052EFF}"/>
                    </a:ext>
                  </a:extLst>
                </p14:cNvPr>
                <p14:cNvContentPartPr/>
                <p14:nvPr/>
              </p14:nvContentPartPr>
              <p14:xfrm>
                <a:off x="6060144" y="7540728"/>
                <a:ext cx="145800" cy="249480"/>
              </p14:xfrm>
            </p:contentPart>
          </mc:Choice>
          <mc:Fallback>
            <p:pic>
              <p:nvPicPr>
                <p:cNvPr id="493" name="잉크 492">
                  <a:extLst>
                    <a:ext uri="{FF2B5EF4-FFF2-40B4-BE49-F238E27FC236}">
                      <a16:creationId xmlns:a16="http://schemas.microsoft.com/office/drawing/2014/main" id="{1FF6D8EC-5B71-35D0-A630-FCF265052EFF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6054024" y="7534608"/>
                  <a:ext cx="1580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4">
              <p14:nvContentPartPr>
                <p14:cNvPr id="494" name="잉크 493">
                  <a:extLst>
                    <a:ext uri="{FF2B5EF4-FFF2-40B4-BE49-F238E27FC236}">
                      <a16:creationId xmlns:a16="http://schemas.microsoft.com/office/drawing/2014/main" id="{1A98A63C-A5A8-A6E0-97FC-4ACC6D7B6284}"/>
                    </a:ext>
                  </a:extLst>
                </p14:cNvPr>
                <p14:cNvContentPartPr/>
                <p14:nvPr/>
              </p14:nvContentPartPr>
              <p14:xfrm>
                <a:off x="6046824" y="7723608"/>
                <a:ext cx="111240" cy="82800"/>
              </p14:xfrm>
            </p:contentPart>
          </mc:Choice>
          <mc:Fallback>
            <p:pic>
              <p:nvPicPr>
                <p:cNvPr id="494" name="잉크 493">
                  <a:extLst>
                    <a:ext uri="{FF2B5EF4-FFF2-40B4-BE49-F238E27FC236}">
                      <a16:creationId xmlns:a16="http://schemas.microsoft.com/office/drawing/2014/main" id="{1A98A63C-A5A8-A6E0-97FC-4ACC6D7B6284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6040704" y="7717488"/>
                  <a:ext cx="1234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6">
              <p14:nvContentPartPr>
                <p14:cNvPr id="500" name="잉크 499">
                  <a:extLst>
                    <a:ext uri="{FF2B5EF4-FFF2-40B4-BE49-F238E27FC236}">
                      <a16:creationId xmlns:a16="http://schemas.microsoft.com/office/drawing/2014/main" id="{32E5220F-247D-6216-095F-42AFFECDC95F}"/>
                    </a:ext>
                  </a:extLst>
                </p14:cNvPr>
                <p14:cNvContentPartPr/>
                <p14:nvPr/>
              </p14:nvContentPartPr>
              <p14:xfrm>
                <a:off x="6419784" y="7668528"/>
                <a:ext cx="66600" cy="173160"/>
              </p14:xfrm>
            </p:contentPart>
          </mc:Choice>
          <mc:Fallback>
            <p:pic>
              <p:nvPicPr>
                <p:cNvPr id="500" name="잉크 499">
                  <a:extLst>
                    <a:ext uri="{FF2B5EF4-FFF2-40B4-BE49-F238E27FC236}">
                      <a16:creationId xmlns:a16="http://schemas.microsoft.com/office/drawing/2014/main" id="{32E5220F-247D-6216-095F-42AFFECDC95F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6413664" y="7662408"/>
                  <a:ext cx="788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8">
              <p14:nvContentPartPr>
                <p14:cNvPr id="501" name="잉크 500">
                  <a:extLst>
                    <a:ext uri="{FF2B5EF4-FFF2-40B4-BE49-F238E27FC236}">
                      <a16:creationId xmlns:a16="http://schemas.microsoft.com/office/drawing/2014/main" id="{2C7B7F23-16A8-F73A-B326-A41E68BEA10E}"/>
                    </a:ext>
                  </a:extLst>
                </p14:cNvPr>
                <p14:cNvContentPartPr/>
                <p14:nvPr/>
              </p14:nvContentPartPr>
              <p14:xfrm>
                <a:off x="6400704" y="7772208"/>
                <a:ext cx="115200" cy="54360"/>
              </p14:xfrm>
            </p:contentPart>
          </mc:Choice>
          <mc:Fallback>
            <p:pic>
              <p:nvPicPr>
                <p:cNvPr id="501" name="잉크 500">
                  <a:extLst>
                    <a:ext uri="{FF2B5EF4-FFF2-40B4-BE49-F238E27FC236}">
                      <a16:creationId xmlns:a16="http://schemas.microsoft.com/office/drawing/2014/main" id="{2C7B7F23-16A8-F73A-B326-A41E68BEA10E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6394584" y="7766088"/>
                  <a:ext cx="127440" cy="6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40">
            <p14:nvContentPartPr>
              <p14:cNvPr id="503" name="잉크 502">
                <a:extLst>
                  <a:ext uri="{FF2B5EF4-FFF2-40B4-BE49-F238E27FC236}">
                    <a16:creationId xmlns:a16="http://schemas.microsoft.com/office/drawing/2014/main" id="{C0E92300-4AEB-4AD4-3976-C27754BE9DE0}"/>
                  </a:ext>
                </a:extLst>
              </p14:cNvPr>
              <p14:cNvContentPartPr/>
              <p14:nvPr/>
            </p14:nvContentPartPr>
            <p14:xfrm>
              <a:off x="3555760" y="6632400"/>
              <a:ext cx="360" cy="2160"/>
            </p14:xfrm>
          </p:contentPart>
        </mc:Choice>
        <mc:Fallback>
          <p:pic>
            <p:nvPicPr>
              <p:cNvPr id="503" name="잉크 502">
                <a:extLst>
                  <a:ext uri="{FF2B5EF4-FFF2-40B4-BE49-F238E27FC236}">
                    <a16:creationId xmlns:a16="http://schemas.microsoft.com/office/drawing/2014/main" id="{C0E92300-4AEB-4AD4-3976-C27754BE9DE0}"/>
                  </a:ext>
                </a:extLst>
              </p:cNvPr>
              <p:cNvPicPr/>
              <p:nvPr/>
            </p:nvPicPr>
            <p:blipFill>
              <a:blip r:embed="rId741"/>
              <a:stretch>
                <a:fillRect/>
              </a:stretch>
            </p:blipFill>
            <p:spPr>
              <a:xfrm>
                <a:off x="3549640" y="6626280"/>
                <a:ext cx="12600" cy="14400"/>
              </a:xfrm>
              <a:prstGeom prst="rect">
                <a:avLst/>
              </a:prstGeom>
            </p:spPr>
          </p:pic>
        </mc:Fallback>
      </mc:AlternateContent>
      <p:pic>
        <p:nvPicPr>
          <p:cNvPr id="505" name="그림 504">
            <a:extLst>
              <a:ext uri="{FF2B5EF4-FFF2-40B4-BE49-F238E27FC236}">
                <a16:creationId xmlns:a16="http://schemas.microsoft.com/office/drawing/2014/main" id="{236F3C90-F026-A19B-9230-DD988D171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89" y="-317321"/>
            <a:ext cx="6376121" cy="2754868"/>
          </a:xfrm>
          <a:prstGeom prst="rect">
            <a:avLst/>
          </a:prstGeom>
        </p:spPr>
      </p:pic>
      <p:pic>
        <p:nvPicPr>
          <p:cNvPr id="506" name="그림 505">
            <a:extLst>
              <a:ext uri="{FF2B5EF4-FFF2-40B4-BE49-F238E27FC236}">
                <a16:creationId xmlns:a16="http://schemas.microsoft.com/office/drawing/2014/main" id="{18227B14-835A-AB34-8C0C-AD0D158C2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23" y="-360200"/>
            <a:ext cx="6452598" cy="2636820"/>
          </a:xfrm>
          <a:prstGeom prst="rect">
            <a:avLst/>
          </a:prstGeom>
        </p:spPr>
      </p:pic>
      <p:cxnSp>
        <p:nvCxnSpPr>
          <p:cNvPr id="509" name="직선 화살표 연결선 508">
            <a:extLst>
              <a:ext uri="{FF2B5EF4-FFF2-40B4-BE49-F238E27FC236}">
                <a16:creationId xmlns:a16="http://schemas.microsoft.com/office/drawing/2014/main" id="{618455E5-E585-9EFB-2818-6360FB52A836}"/>
              </a:ext>
            </a:extLst>
          </p:cNvPr>
          <p:cNvCxnSpPr/>
          <p:nvPr/>
        </p:nvCxnSpPr>
        <p:spPr>
          <a:xfrm>
            <a:off x="3118541" y="237744"/>
            <a:ext cx="4003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직선 화살표 연결선 509">
            <a:extLst>
              <a:ext uri="{FF2B5EF4-FFF2-40B4-BE49-F238E27FC236}">
                <a16:creationId xmlns:a16="http://schemas.microsoft.com/office/drawing/2014/main" id="{7EAB7369-F750-D473-DBD7-C6D61AFA2659}"/>
              </a:ext>
            </a:extLst>
          </p:cNvPr>
          <p:cNvCxnSpPr/>
          <p:nvPr/>
        </p:nvCxnSpPr>
        <p:spPr>
          <a:xfrm>
            <a:off x="3083103" y="341376"/>
            <a:ext cx="4003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직선 화살표 연결선 510">
            <a:extLst>
              <a:ext uri="{FF2B5EF4-FFF2-40B4-BE49-F238E27FC236}">
                <a16:creationId xmlns:a16="http://schemas.microsoft.com/office/drawing/2014/main" id="{5B070F25-2E8E-7171-71E2-B99A7178A094}"/>
              </a:ext>
            </a:extLst>
          </p:cNvPr>
          <p:cNvCxnSpPr/>
          <p:nvPr/>
        </p:nvCxnSpPr>
        <p:spPr>
          <a:xfrm>
            <a:off x="3090393" y="451104"/>
            <a:ext cx="4003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직선 화살표 연결선 511">
            <a:extLst>
              <a:ext uri="{FF2B5EF4-FFF2-40B4-BE49-F238E27FC236}">
                <a16:creationId xmlns:a16="http://schemas.microsoft.com/office/drawing/2014/main" id="{A231254E-5627-AF0E-7BFB-6D9DBB3F3B16}"/>
              </a:ext>
            </a:extLst>
          </p:cNvPr>
          <p:cNvCxnSpPr/>
          <p:nvPr/>
        </p:nvCxnSpPr>
        <p:spPr>
          <a:xfrm>
            <a:off x="3127248" y="573024"/>
            <a:ext cx="4003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직선 화살표 연결선 512">
            <a:extLst>
              <a:ext uri="{FF2B5EF4-FFF2-40B4-BE49-F238E27FC236}">
                <a16:creationId xmlns:a16="http://schemas.microsoft.com/office/drawing/2014/main" id="{849CB9B8-3DE4-5D7B-A499-AF2DB4F48AB1}"/>
              </a:ext>
            </a:extLst>
          </p:cNvPr>
          <p:cNvCxnSpPr/>
          <p:nvPr/>
        </p:nvCxnSpPr>
        <p:spPr>
          <a:xfrm>
            <a:off x="3096023" y="146304"/>
            <a:ext cx="4003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직선 화살표 연결선 518">
            <a:extLst>
              <a:ext uri="{FF2B5EF4-FFF2-40B4-BE49-F238E27FC236}">
                <a16:creationId xmlns:a16="http://schemas.microsoft.com/office/drawing/2014/main" id="{E3EBC60E-004F-C882-4234-5124432690FC}"/>
              </a:ext>
            </a:extLst>
          </p:cNvPr>
          <p:cNvCxnSpPr/>
          <p:nvPr/>
        </p:nvCxnSpPr>
        <p:spPr>
          <a:xfrm>
            <a:off x="3136075" y="944880"/>
            <a:ext cx="4003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0" name="직선 화살표 연결선 519">
            <a:extLst>
              <a:ext uri="{FF2B5EF4-FFF2-40B4-BE49-F238E27FC236}">
                <a16:creationId xmlns:a16="http://schemas.microsoft.com/office/drawing/2014/main" id="{89B66B1C-DB73-D86E-C614-E885B16D0B9D}"/>
              </a:ext>
            </a:extLst>
          </p:cNvPr>
          <p:cNvCxnSpPr/>
          <p:nvPr/>
        </p:nvCxnSpPr>
        <p:spPr>
          <a:xfrm>
            <a:off x="3125021" y="1048512"/>
            <a:ext cx="4003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1" name="직선 화살표 연결선 520">
            <a:extLst>
              <a:ext uri="{FF2B5EF4-FFF2-40B4-BE49-F238E27FC236}">
                <a16:creationId xmlns:a16="http://schemas.microsoft.com/office/drawing/2014/main" id="{070C8C4A-CB3F-3E3F-B0C9-A88094756551}"/>
              </a:ext>
            </a:extLst>
          </p:cNvPr>
          <p:cNvCxnSpPr/>
          <p:nvPr/>
        </p:nvCxnSpPr>
        <p:spPr>
          <a:xfrm>
            <a:off x="3126215" y="1146048"/>
            <a:ext cx="4003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직선 화살표 연결선 521">
            <a:extLst>
              <a:ext uri="{FF2B5EF4-FFF2-40B4-BE49-F238E27FC236}">
                <a16:creationId xmlns:a16="http://schemas.microsoft.com/office/drawing/2014/main" id="{DD50A766-7156-9FF2-5494-1F0657E3E48D}"/>
              </a:ext>
            </a:extLst>
          </p:cNvPr>
          <p:cNvCxnSpPr/>
          <p:nvPr/>
        </p:nvCxnSpPr>
        <p:spPr>
          <a:xfrm>
            <a:off x="3120398" y="1237488"/>
            <a:ext cx="4003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3" name="직선 화살표 연결선 522">
            <a:extLst>
              <a:ext uri="{FF2B5EF4-FFF2-40B4-BE49-F238E27FC236}">
                <a16:creationId xmlns:a16="http://schemas.microsoft.com/office/drawing/2014/main" id="{A2ABC823-65E2-CD9E-BA65-52EFD33522D4}"/>
              </a:ext>
            </a:extLst>
          </p:cNvPr>
          <p:cNvCxnSpPr/>
          <p:nvPr/>
        </p:nvCxnSpPr>
        <p:spPr>
          <a:xfrm>
            <a:off x="3131845" y="853440"/>
            <a:ext cx="40030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1964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4E5DDD9-E9EF-E5D5-9286-08B0C860E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40" y="4485231"/>
            <a:ext cx="6376121" cy="2754868"/>
          </a:xfrm>
          <a:prstGeom prst="rect">
            <a:avLst/>
          </a:prstGeom>
        </p:spPr>
      </p:pic>
      <p:grpSp>
        <p:nvGrpSpPr>
          <p:cNvPr id="67" name="그룹 66">
            <a:extLst>
              <a:ext uri="{FF2B5EF4-FFF2-40B4-BE49-F238E27FC236}">
                <a16:creationId xmlns:a16="http://schemas.microsoft.com/office/drawing/2014/main" id="{B2295F16-00B6-9C14-4614-E54BDCA870A4}"/>
              </a:ext>
            </a:extLst>
          </p:cNvPr>
          <p:cNvGrpSpPr/>
          <p:nvPr/>
        </p:nvGrpSpPr>
        <p:grpSpPr>
          <a:xfrm>
            <a:off x="4365265" y="7154548"/>
            <a:ext cx="440438" cy="192983"/>
            <a:chOff x="7760472" y="5310864"/>
            <a:chExt cx="783000" cy="34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5D6B9ACB-91E8-6477-F01E-63E41C6168CA}"/>
                    </a:ext>
                  </a:extLst>
                </p14:cNvPr>
                <p14:cNvContentPartPr/>
                <p14:nvPr/>
              </p14:nvContentPartPr>
              <p14:xfrm>
                <a:off x="7760472" y="5366304"/>
                <a:ext cx="68040" cy="192960"/>
              </p14:xfrm>
            </p:contentPart>
          </mc:Choice>
          <mc:Fallback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5D6B9ACB-91E8-6477-F01E-63E41C6168C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745211" y="5350330"/>
                  <a:ext cx="99199" cy="2242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58E59E65-8CB8-57B3-CD2B-004943F1BC93}"/>
                    </a:ext>
                  </a:extLst>
                </p14:cNvPr>
                <p14:cNvContentPartPr/>
                <p14:nvPr/>
              </p14:nvContentPartPr>
              <p14:xfrm>
                <a:off x="7798632" y="5405184"/>
                <a:ext cx="100080" cy="202320"/>
              </p14:xfrm>
            </p:contentPart>
          </mc:Choice>
          <mc:Fallback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58E59E65-8CB8-57B3-CD2B-004943F1BC9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782696" y="5389178"/>
                  <a:ext cx="131315" cy="2336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9D3E09CF-C10F-7BF4-AB25-891BF956CABF}"/>
                    </a:ext>
                  </a:extLst>
                </p14:cNvPr>
                <p14:cNvContentPartPr/>
                <p14:nvPr/>
              </p14:nvContentPartPr>
              <p14:xfrm>
                <a:off x="7919592" y="5453064"/>
                <a:ext cx="71280" cy="10800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9D3E09CF-C10F-7BF4-AB25-891BF956CAB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903681" y="5437088"/>
                  <a:ext cx="102465" cy="13931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F84E3E49-4412-787A-FBA5-1B5E80FED5F9}"/>
                    </a:ext>
                  </a:extLst>
                </p14:cNvPr>
                <p14:cNvContentPartPr/>
                <p14:nvPr/>
              </p14:nvContentPartPr>
              <p14:xfrm>
                <a:off x="8005992" y="5310864"/>
                <a:ext cx="100800" cy="271080"/>
              </p14:xfrm>
            </p:contentPart>
          </mc:Choice>
          <mc:Fallback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F84E3E49-4412-787A-FBA5-1B5E80FED5F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990043" y="5294881"/>
                  <a:ext cx="132061" cy="3024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AC5CDFF6-64BE-CBBA-26C7-A014EAC70FC3}"/>
                    </a:ext>
                  </a:extLst>
                </p14:cNvPr>
                <p14:cNvContentPartPr/>
                <p14:nvPr/>
              </p14:nvContentPartPr>
              <p14:xfrm>
                <a:off x="8030472" y="5490144"/>
                <a:ext cx="119520" cy="127800"/>
              </p14:xfrm>
            </p:contentPart>
          </mc:Choice>
          <mc:Fallback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AC5CDFF6-64BE-CBBA-26C7-A014EAC70FC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015133" y="5474169"/>
                  <a:ext cx="150838" cy="1591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203D9200-7A56-B964-A8C0-995BADBF032D}"/>
                    </a:ext>
                  </a:extLst>
                </p14:cNvPr>
                <p14:cNvContentPartPr/>
                <p14:nvPr/>
              </p14:nvContentPartPr>
              <p14:xfrm>
                <a:off x="8241432" y="5463144"/>
                <a:ext cx="101520" cy="190800"/>
              </p14:xfrm>
            </p:contentPart>
          </mc:Choice>
          <mc:Fallback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203D9200-7A56-B964-A8C0-995BADBF032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225470" y="5447778"/>
                  <a:ext cx="132806" cy="2221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278EE0D8-6E68-9EE8-CCA0-7D4EAE55615B}"/>
                    </a:ext>
                  </a:extLst>
                </p14:cNvPr>
                <p14:cNvContentPartPr/>
                <p14:nvPr/>
              </p14:nvContentPartPr>
              <p14:xfrm>
                <a:off x="8325312" y="5451264"/>
                <a:ext cx="57960" cy="157320"/>
              </p14:xfrm>
            </p:contentPart>
          </mc:Choice>
          <mc:Fallback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278EE0D8-6E68-9EE8-CCA0-7D4EAE55615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309389" y="5435276"/>
                  <a:ext cx="89169" cy="1886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A84FA6A7-699D-E9C1-CC9E-4EB774A31793}"/>
                    </a:ext>
                  </a:extLst>
                </p14:cNvPr>
                <p14:cNvContentPartPr/>
                <p14:nvPr/>
              </p14:nvContentPartPr>
              <p14:xfrm>
                <a:off x="8387952" y="5437584"/>
                <a:ext cx="65160" cy="127080"/>
              </p14:xfrm>
            </p:contentPart>
          </mc:Choice>
          <mc:Fallback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A84FA6A7-699D-E9C1-CC9E-4EB774A3179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371981" y="5421619"/>
                  <a:ext cx="96462" cy="1583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FCE723DC-668B-4517-23D8-789091FCAF31}"/>
                    </a:ext>
                  </a:extLst>
                </p14:cNvPr>
                <p14:cNvContentPartPr/>
                <p14:nvPr/>
              </p14:nvContentPartPr>
              <p14:xfrm>
                <a:off x="8449512" y="5450544"/>
                <a:ext cx="46440" cy="121320"/>
              </p14:xfrm>
            </p:contentPart>
          </mc:Choice>
          <mc:Fallback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FCE723DC-668B-4517-23D8-789091FCAF3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433608" y="5434581"/>
                  <a:ext cx="77612" cy="1526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A708B3AA-F5E2-1758-18C8-A4031FC6602A}"/>
                    </a:ext>
                  </a:extLst>
                </p14:cNvPr>
                <p14:cNvContentPartPr/>
                <p14:nvPr/>
              </p14:nvContentPartPr>
              <p14:xfrm>
                <a:off x="8449512" y="5439384"/>
                <a:ext cx="50760" cy="3960"/>
              </p14:xfrm>
            </p:contentPart>
          </mc:Choice>
          <mc:Fallback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A708B3AA-F5E2-1758-18C8-A4031FC6602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433649" y="5425241"/>
                  <a:ext cx="81851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95A719F5-902D-9B08-8908-797185BF2089}"/>
                    </a:ext>
                  </a:extLst>
                </p14:cNvPr>
                <p14:cNvContentPartPr/>
                <p14:nvPr/>
              </p14:nvContentPartPr>
              <p14:xfrm>
                <a:off x="8445552" y="5442984"/>
                <a:ext cx="97920" cy="69480"/>
              </p14:xfrm>
            </p:contentPart>
          </mc:Choice>
          <mc:Fallback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95A719F5-902D-9B08-8908-797185BF208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8429552" y="5427048"/>
                  <a:ext cx="129280" cy="10071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166D9D65-4DF7-09BE-730C-A416ED6F8A99}"/>
              </a:ext>
            </a:extLst>
          </p:cNvPr>
          <p:cNvGrpSpPr/>
          <p:nvPr/>
        </p:nvGrpSpPr>
        <p:grpSpPr>
          <a:xfrm>
            <a:off x="4893993" y="7130046"/>
            <a:ext cx="618030" cy="183263"/>
            <a:chOff x="8700432" y="5267304"/>
            <a:chExt cx="1098720" cy="32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D9363BC1-D0DA-BC60-0E9A-3678B059BDA8}"/>
                    </a:ext>
                  </a:extLst>
                </p14:cNvPr>
                <p14:cNvContentPartPr/>
                <p14:nvPr/>
              </p14:nvContentPartPr>
              <p14:xfrm>
                <a:off x="8700432" y="5383944"/>
                <a:ext cx="94680" cy="190800"/>
              </p14:xfrm>
            </p:contentPart>
          </mc:Choice>
          <mc:Fallback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D9363BC1-D0DA-BC60-0E9A-3678B059BDA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684439" y="5367991"/>
                  <a:ext cx="126027" cy="2220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BEF62293-9F7D-2F55-CF5B-4845052BB971}"/>
                    </a:ext>
                  </a:extLst>
                </p14:cNvPr>
                <p14:cNvContentPartPr/>
                <p14:nvPr/>
              </p14:nvContentPartPr>
              <p14:xfrm>
                <a:off x="8838672" y="5440104"/>
                <a:ext cx="125640" cy="82080"/>
              </p14:xfrm>
            </p:contentPart>
          </mc:Choice>
          <mc:Fallback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BEF62293-9F7D-2F55-CF5B-4845052BB97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822728" y="5424197"/>
                  <a:ext cx="156891" cy="1132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11C36A7E-D3C4-037E-AFB5-9EA3A9DF1579}"/>
                    </a:ext>
                  </a:extLst>
                </p14:cNvPr>
                <p14:cNvContentPartPr/>
                <p14:nvPr/>
              </p14:nvContentPartPr>
              <p14:xfrm>
                <a:off x="8968992" y="5267304"/>
                <a:ext cx="24120" cy="309600"/>
              </p14:xfrm>
            </p:contentPart>
          </mc:Choice>
          <mc:Fallback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11C36A7E-D3C4-037E-AFB5-9EA3A9DF157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953124" y="5251312"/>
                  <a:ext cx="55222" cy="3409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C9A8414E-3951-3E22-98AB-DB2264A2C0F0}"/>
                    </a:ext>
                  </a:extLst>
                </p14:cNvPr>
                <p14:cNvContentPartPr/>
                <p14:nvPr/>
              </p14:nvContentPartPr>
              <p14:xfrm>
                <a:off x="9042792" y="5412384"/>
                <a:ext cx="97560" cy="125280"/>
              </p14:xfrm>
            </p:contentPart>
          </mc:Choice>
          <mc:Fallback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C9A8414E-3951-3E22-98AB-DB2264A2C0F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026851" y="5396404"/>
                  <a:ext cx="128805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7C9F976E-F609-CE86-F3AF-E02F07DE598A}"/>
                    </a:ext>
                  </a:extLst>
                </p14:cNvPr>
                <p14:cNvContentPartPr/>
                <p14:nvPr/>
              </p14:nvContentPartPr>
              <p14:xfrm>
                <a:off x="9094272" y="5512104"/>
                <a:ext cx="37440" cy="75240"/>
              </p14:xfrm>
            </p:contentPart>
          </mc:Choice>
          <mc:Fallback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7C9F976E-F609-CE86-F3AF-E02F07DE598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078408" y="5496801"/>
                  <a:ext cx="68534" cy="1064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3ACC764F-E810-74CB-D9DF-581496146B15}"/>
                    </a:ext>
                  </a:extLst>
                </p14:cNvPr>
                <p14:cNvContentPartPr/>
                <p14:nvPr/>
              </p14:nvContentPartPr>
              <p14:xfrm>
                <a:off x="9268872" y="5386464"/>
                <a:ext cx="49680" cy="13320"/>
              </p14:xfrm>
            </p:contentPart>
          </mc:Choice>
          <mc:Fallback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3ACC764F-E810-74CB-D9DF-581496146B1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252949" y="5371241"/>
                  <a:ext cx="80889" cy="4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16764D7C-3A80-EFD4-848E-E48E03F2E74F}"/>
                    </a:ext>
                  </a:extLst>
                </p14:cNvPr>
                <p14:cNvContentPartPr/>
                <p14:nvPr/>
              </p14:nvContentPartPr>
              <p14:xfrm>
                <a:off x="9236472" y="5399424"/>
                <a:ext cx="103320" cy="189360"/>
              </p14:xfrm>
            </p:contentPart>
          </mc:Choice>
          <mc:Fallback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16764D7C-3A80-EFD4-848E-E48E03F2E74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220528" y="5383431"/>
                  <a:ext cx="134571" cy="2207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18679047-0D68-59F6-8D51-76871C886674}"/>
                    </a:ext>
                  </a:extLst>
                </p14:cNvPr>
                <p14:cNvContentPartPr/>
                <p14:nvPr/>
              </p14:nvContentPartPr>
              <p14:xfrm>
                <a:off x="9420792" y="5362704"/>
                <a:ext cx="65880" cy="209160"/>
              </p14:xfrm>
            </p:contentPart>
          </mc:Choice>
          <mc:Fallback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18679047-0D68-59F6-8D51-76871C88667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404802" y="5346713"/>
                  <a:ext cx="97221" cy="2405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64" name="잉크 63">
                  <a:extLst>
                    <a:ext uri="{FF2B5EF4-FFF2-40B4-BE49-F238E27FC236}">
                      <a16:creationId xmlns:a16="http://schemas.microsoft.com/office/drawing/2014/main" id="{42762E80-7A6C-6F29-5901-B1DEADA90B25}"/>
                    </a:ext>
                  </a:extLst>
                </p14:cNvPr>
                <p14:cNvContentPartPr/>
                <p14:nvPr/>
              </p14:nvContentPartPr>
              <p14:xfrm>
                <a:off x="9512952" y="5386464"/>
                <a:ext cx="82440" cy="153720"/>
              </p14:xfrm>
            </p:contentPart>
          </mc:Choice>
          <mc:Fallback>
            <p:pic>
              <p:nvPicPr>
                <p:cNvPr id="64" name="잉크 63">
                  <a:extLst>
                    <a:ext uri="{FF2B5EF4-FFF2-40B4-BE49-F238E27FC236}">
                      <a16:creationId xmlns:a16="http://schemas.microsoft.com/office/drawing/2014/main" id="{42762E80-7A6C-6F29-5901-B1DEADA90B25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496975" y="5371156"/>
                  <a:ext cx="113754" cy="1849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CC671371-E806-CCFF-F53E-5DB48623B69D}"/>
                    </a:ext>
                  </a:extLst>
                </p14:cNvPr>
                <p14:cNvContentPartPr/>
                <p14:nvPr/>
              </p14:nvContentPartPr>
              <p14:xfrm>
                <a:off x="9546072" y="5560344"/>
                <a:ext cx="133920" cy="32760"/>
              </p14:xfrm>
            </p:contentPart>
          </mc:Choice>
          <mc:Fallback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CC671371-E806-CCFF-F53E-5DB48623B69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530129" y="5544594"/>
                  <a:ext cx="165168" cy="63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496EEDB4-B357-4046-EE86-3848A51BFF5A}"/>
                    </a:ext>
                  </a:extLst>
                </p14:cNvPr>
                <p14:cNvContentPartPr/>
                <p14:nvPr/>
              </p14:nvContentPartPr>
              <p14:xfrm>
                <a:off x="9699072" y="5368104"/>
                <a:ext cx="100080" cy="172080"/>
              </p14:xfrm>
            </p:contentPart>
          </mc:Choice>
          <mc:Fallback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496EEDB4-B357-4046-EE86-3848A51BFF5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683136" y="5352171"/>
                  <a:ext cx="131315" cy="2033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69" name="잉크 68">
                  <a:extLst>
                    <a:ext uri="{FF2B5EF4-FFF2-40B4-BE49-F238E27FC236}">
                      <a16:creationId xmlns:a16="http://schemas.microsoft.com/office/drawing/2014/main" id="{291DCCE5-1057-FE55-EA3D-B93448F0EE89}"/>
                    </a:ext>
                  </a:extLst>
                </p14:cNvPr>
                <p14:cNvContentPartPr/>
                <p14:nvPr/>
              </p14:nvContentPartPr>
              <p14:xfrm>
                <a:off x="9654792" y="5352264"/>
                <a:ext cx="135720" cy="15120"/>
              </p14:xfrm>
            </p:contentPart>
          </mc:Choice>
          <mc:Fallback>
            <p:pic>
              <p:nvPicPr>
                <p:cNvPr id="69" name="잉크 68">
                  <a:extLst>
                    <a:ext uri="{FF2B5EF4-FFF2-40B4-BE49-F238E27FC236}">
                      <a16:creationId xmlns:a16="http://schemas.microsoft.com/office/drawing/2014/main" id="{291DCCE5-1057-FE55-EA3D-B93448F0EE8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9638862" y="5337144"/>
                  <a:ext cx="166942" cy="459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70" name="잉크 69">
                  <a:extLst>
                    <a:ext uri="{FF2B5EF4-FFF2-40B4-BE49-F238E27FC236}">
                      <a16:creationId xmlns:a16="http://schemas.microsoft.com/office/drawing/2014/main" id="{7D7BB4E1-96E7-A06B-FB06-BDC96D0F7A57}"/>
                    </a:ext>
                  </a:extLst>
                </p14:cNvPr>
                <p14:cNvContentPartPr/>
                <p14:nvPr/>
              </p14:nvContentPartPr>
              <p14:xfrm>
                <a:off x="9719592" y="5474304"/>
                <a:ext cx="37440" cy="10440"/>
              </p14:xfrm>
            </p:contentPart>
          </mc:Choice>
          <mc:Fallback>
            <p:pic>
              <p:nvPicPr>
                <p:cNvPr id="70" name="잉크 69">
                  <a:extLst>
                    <a:ext uri="{FF2B5EF4-FFF2-40B4-BE49-F238E27FC236}">
                      <a16:creationId xmlns:a16="http://schemas.microsoft.com/office/drawing/2014/main" id="{7D7BB4E1-96E7-A06B-FB06-BDC96D0F7A5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703728" y="5458951"/>
                  <a:ext cx="68534" cy="40532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74" name="잉크 73">
                <a:extLst>
                  <a:ext uri="{FF2B5EF4-FFF2-40B4-BE49-F238E27FC236}">
                    <a16:creationId xmlns:a16="http://schemas.microsoft.com/office/drawing/2014/main" id="{26CF7E83-F2B0-0DD1-F1A9-E8C371CCB621}"/>
                  </a:ext>
                </a:extLst>
              </p14:cNvPr>
              <p14:cNvContentPartPr/>
              <p14:nvPr/>
            </p14:nvContentPartPr>
            <p14:xfrm>
              <a:off x="4423383" y="7426303"/>
              <a:ext cx="243203" cy="7898"/>
            </p14:xfrm>
          </p:contentPart>
        </mc:Choice>
        <mc:Fallback>
          <p:pic>
            <p:nvPicPr>
              <p:cNvPr id="74" name="잉크 73">
                <a:extLst>
                  <a:ext uri="{FF2B5EF4-FFF2-40B4-BE49-F238E27FC236}">
                    <a16:creationId xmlns:a16="http://schemas.microsoft.com/office/drawing/2014/main" id="{26CF7E83-F2B0-0DD1-F1A9-E8C371CCB621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414389" y="7417718"/>
                <a:ext cx="260832" cy="24724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그룹 90">
            <a:extLst>
              <a:ext uri="{FF2B5EF4-FFF2-40B4-BE49-F238E27FC236}">
                <a16:creationId xmlns:a16="http://schemas.microsoft.com/office/drawing/2014/main" id="{C009457A-E76B-1752-A7AF-A03EB8CC2F37}"/>
              </a:ext>
            </a:extLst>
          </p:cNvPr>
          <p:cNvGrpSpPr/>
          <p:nvPr/>
        </p:nvGrpSpPr>
        <p:grpSpPr>
          <a:xfrm>
            <a:off x="5080293" y="6345966"/>
            <a:ext cx="139320" cy="112995"/>
            <a:chOff x="9031632" y="3873384"/>
            <a:chExt cx="247680" cy="200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76" name="잉크 75">
                  <a:extLst>
                    <a:ext uri="{FF2B5EF4-FFF2-40B4-BE49-F238E27FC236}">
                      <a16:creationId xmlns:a16="http://schemas.microsoft.com/office/drawing/2014/main" id="{51FC973D-4392-C79B-6015-CD398790DF33}"/>
                    </a:ext>
                  </a:extLst>
                </p14:cNvPr>
                <p14:cNvContentPartPr/>
                <p14:nvPr/>
              </p14:nvContentPartPr>
              <p14:xfrm>
                <a:off x="9031632" y="3873384"/>
                <a:ext cx="147240" cy="200880"/>
              </p14:xfrm>
            </p:contentPart>
          </mc:Choice>
          <mc:Fallback>
            <p:pic>
              <p:nvPicPr>
                <p:cNvPr id="76" name="잉크 75">
                  <a:extLst>
                    <a:ext uri="{FF2B5EF4-FFF2-40B4-BE49-F238E27FC236}">
                      <a16:creationId xmlns:a16="http://schemas.microsoft.com/office/drawing/2014/main" id="{51FC973D-4392-C79B-6015-CD398790DF3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9015628" y="3858079"/>
                  <a:ext cx="178609" cy="2321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77" name="잉크 76">
                  <a:extLst>
                    <a:ext uri="{FF2B5EF4-FFF2-40B4-BE49-F238E27FC236}">
                      <a16:creationId xmlns:a16="http://schemas.microsoft.com/office/drawing/2014/main" id="{C1381D11-C6EC-0B79-8E9D-18B18AA6DA1C}"/>
                    </a:ext>
                  </a:extLst>
                </p14:cNvPr>
                <p14:cNvContentPartPr/>
                <p14:nvPr/>
              </p14:nvContentPartPr>
              <p14:xfrm>
                <a:off x="9218472" y="3873384"/>
                <a:ext cx="60840" cy="185040"/>
              </p14:xfrm>
            </p:contentPart>
          </mc:Choice>
          <mc:Fallback>
            <p:pic>
              <p:nvPicPr>
                <p:cNvPr id="77" name="잉크 76">
                  <a:extLst>
                    <a:ext uri="{FF2B5EF4-FFF2-40B4-BE49-F238E27FC236}">
                      <a16:creationId xmlns:a16="http://schemas.microsoft.com/office/drawing/2014/main" id="{C1381D11-C6EC-0B79-8E9D-18B18AA6DA1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9202628" y="3857432"/>
                  <a:ext cx="91894" cy="21630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D6A666E9-59BB-644D-5430-AA9A1FC3A09C}"/>
              </a:ext>
            </a:extLst>
          </p:cNvPr>
          <p:cNvGrpSpPr/>
          <p:nvPr/>
        </p:nvGrpSpPr>
        <p:grpSpPr>
          <a:xfrm>
            <a:off x="5131728" y="6510801"/>
            <a:ext cx="76950" cy="66420"/>
            <a:chOff x="9123072" y="4166424"/>
            <a:chExt cx="136800" cy="11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78" name="잉크 77">
                  <a:extLst>
                    <a:ext uri="{FF2B5EF4-FFF2-40B4-BE49-F238E27FC236}">
                      <a16:creationId xmlns:a16="http://schemas.microsoft.com/office/drawing/2014/main" id="{5DBAA57C-2FA8-A3B5-0DBC-D7E5FD79066C}"/>
                    </a:ext>
                  </a:extLst>
                </p14:cNvPr>
                <p14:cNvContentPartPr/>
                <p14:nvPr/>
              </p14:nvContentPartPr>
              <p14:xfrm>
                <a:off x="9123072" y="4184424"/>
                <a:ext cx="14760" cy="95400"/>
              </p14:xfrm>
            </p:contentPart>
          </mc:Choice>
          <mc:Fallback>
            <p:pic>
              <p:nvPicPr>
                <p:cNvPr id="78" name="잉크 77">
                  <a:extLst>
                    <a:ext uri="{FF2B5EF4-FFF2-40B4-BE49-F238E27FC236}">
                      <a16:creationId xmlns:a16="http://schemas.microsoft.com/office/drawing/2014/main" id="{5DBAA57C-2FA8-A3B5-0DBC-D7E5FD79066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107029" y="4169160"/>
                  <a:ext cx="46205" cy="1265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79" name="잉크 78">
                  <a:extLst>
                    <a:ext uri="{FF2B5EF4-FFF2-40B4-BE49-F238E27FC236}">
                      <a16:creationId xmlns:a16="http://schemas.microsoft.com/office/drawing/2014/main" id="{ADF2CAD9-771B-F9E1-D70C-346E6FF8C0F9}"/>
                    </a:ext>
                  </a:extLst>
                </p14:cNvPr>
                <p14:cNvContentPartPr/>
                <p14:nvPr/>
              </p14:nvContentPartPr>
              <p14:xfrm>
                <a:off x="9137472" y="4166424"/>
                <a:ext cx="91800" cy="118080"/>
              </p14:xfrm>
            </p:contentPart>
          </mc:Choice>
          <mc:Fallback>
            <p:pic>
              <p:nvPicPr>
                <p:cNvPr id="79" name="잉크 78">
                  <a:extLst>
                    <a:ext uri="{FF2B5EF4-FFF2-40B4-BE49-F238E27FC236}">
                      <a16:creationId xmlns:a16="http://schemas.microsoft.com/office/drawing/2014/main" id="{ADF2CAD9-771B-F9E1-D70C-346E6FF8C0F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121534" y="4150467"/>
                  <a:ext cx="123038" cy="1493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80" name="잉크 79">
                  <a:extLst>
                    <a:ext uri="{FF2B5EF4-FFF2-40B4-BE49-F238E27FC236}">
                      <a16:creationId xmlns:a16="http://schemas.microsoft.com/office/drawing/2014/main" id="{6D8B25CB-2BB6-BF23-E104-69EFE5049F2B}"/>
                    </a:ext>
                  </a:extLst>
                </p14:cNvPr>
                <p14:cNvContentPartPr/>
                <p14:nvPr/>
              </p14:nvContentPartPr>
              <p14:xfrm>
                <a:off x="9200112" y="4173624"/>
                <a:ext cx="59760" cy="12240"/>
              </p14:xfrm>
            </p:contentPart>
          </mc:Choice>
          <mc:Fallback>
            <p:pic>
              <p:nvPicPr>
                <p:cNvPr id="80" name="잉크 79">
                  <a:extLst>
                    <a:ext uri="{FF2B5EF4-FFF2-40B4-BE49-F238E27FC236}">
                      <a16:creationId xmlns:a16="http://schemas.microsoft.com/office/drawing/2014/main" id="{6D8B25CB-2BB6-BF23-E104-69EFE5049F2B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184218" y="4158324"/>
                  <a:ext cx="90911" cy="4222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19E4B4DD-2910-98AA-BE83-74CB3727F9A3}"/>
              </a:ext>
            </a:extLst>
          </p:cNvPr>
          <p:cNvGrpSpPr/>
          <p:nvPr/>
        </p:nvGrpSpPr>
        <p:grpSpPr>
          <a:xfrm>
            <a:off x="5075635" y="6653968"/>
            <a:ext cx="294233" cy="221738"/>
            <a:chOff x="9023352" y="4420944"/>
            <a:chExt cx="523080" cy="39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81" name="잉크 80">
                  <a:extLst>
                    <a:ext uri="{FF2B5EF4-FFF2-40B4-BE49-F238E27FC236}">
                      <a16:creationId xmlns:a16="http://schemas.microsoft.com/office/drawing/2014/main" id="{BBAF98E9-835F-32E0-D4EC-75FD0DABD336}"/>
                    </a:ext>
                  </a:extLst>
                </p14:cNvPr>
                <p14:cNvContentPartPr/>
                <p14:nvPr/>
              </p14:nvContentPartPr>
              <p14:xfrm>
                <a:off x="9039912" y="4505184"/>
                <a:ext cx="110160" cy="199800"/>
              </p14:xfrm>
            </p:contentPart>
          </mc:Choice>
          <mc:Fallback>
            <p:pic>
              <p:nvPicPr>
                <p:cNvPr id="81" name="잉크 80">
                  <a:extLst>
                    <a:ext uri="{FF2B5EF4-FFF2-40B4-BE49-F238E27FC236}">
                      <a16:creationId xmlns:a16="http://schemas.microsoft.com/office/drawing/2014/main" id="{BBAF98E9-835F-32E0-D4EC-75FD0DABD33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023993" y="4489226"/>
                  <a:ext cx="141361" cy="2310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82" name="잉크 81">
                  <a:extLst>
                    <a:ext uri="{FF2B5EF4-FFF2-40B4-BE49-F238E27FC236}">
                      <a16:creationId xmlns:a16="http://schemas.microsoft.com/office/drawing/2014/main" id="{04D0E29E-0F4B-D029-1282-DC2B713ABB0A}"/>
                    </a:ext>
                  </a:extLst>
                </p14:cNvPr>
                <p14:cNvContentPartPr/>
                <p14:nvPr/>
              </p14:nvContentPartPr>
              <p14:xfrm>
                <a:off x="9099312" y="4545864"/>
                <a:ext cx="61920" cy="29160"/>
              </p14:xfrm>
            </p:contentPart>
          </mc:Choice>
          <mc:Fallback>
            <p:pic>
              <p:nvPicPr>
                <p:cNvPr id="82" name="잉크 81">
                  <a:extLst>
                    <a:ext uri="{FF2B5EF4-FFF2-40B4-BE49-F238E27FC236}">
                      <a16:creationId xmlns:a16="http://schemas.microsoft.com/office/drawing/2014/main" id="{04D0E29E-0F4B-D029-1282-DC2B713ABB0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083353" y="4530016"/>
                  <a:ext cx="93199" cy="602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83" name="잉크 82">
                  <a:extLst>
                    <a:ext uri="{FF2B5EF4-FFF2-40B4-BE49-F238E27FC236}">
                      <a16:creationId xmlns:a16="http://schemas.microsoft.com/office/drawing/2014/main" id="{2EC83A22-301B-1A82-C708-F32729320175}"/>
                    </a:ext>
                  </a:extLst>
                </p14:cNvPr>
                <p14:cNvContentPartPr/>
                <p14:nvPr/>
              </p14:nvContentPartPr>
              <p14:xfrm>
                <a:off x="9153672" y="4516344"/>
                <a:ext cx="101880" cy="101520"/>
              </p14:xfrm>
            </p:contentPart>
          </mc:Choice>
          <mc:Fallback>
            <p:pic>
              <p:nvPicPr>
                <p:cNvPr id="83" name="잉크 82">
                  <a:extLst>
                    <a:ext uri="{FF2B5EF4-FFF2-40B4-BE49-F238E27FC236}">
                      <a16:creationId xmlns:a16="http://schemas.microsoft.com/office/drawing/2014/main" id="{2EC83A22-301B-1A82-C708-F32729320175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137753" y="4500382"/>
                  <a:ext cx="133081" cy="1328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84" name="잉크 83">
                  <a:extLst>
                    <a:ext uri="{FF2B5EF4-FFF2-40B4-BE49-F238E27FC236}">
                      <a16:creationId xmlns:a16="http://schemas.microsoft.com/office/drawing/2014/main" id="{99BB1E8E-F732-6ADB-E8B6-9FD2544FD1E7}"/>
                    </a:ext>
                  </a:extLst>
                </p14:cNvPr>
                <p14:cNvContentPartPr/>
                <p14:nvPr/>
              </p14:nvContentPartPr>
              <p14:xfrm>
                <a:off x="9201912" y="4516344"/>
                <a:ext cx="360" cy="360"/>
              </p14:xfrm>
            </p:contentPart>
          </mc:Choice>
          <mc:Fallback>
            <p:pic>
              <p:nvPicPr>
                <p:cNvPr id="84" name="잉크 83">
                  <a:extLst>
                    <a:ext uri="{FF2B5EF4-FFF2-40B4-BE49-F238E27FC236}">
                      <a16:creationId xmlns:a16="http://schemas.microsoft.com/office/drawing/2014/main" id="{99BB1E8E-F732-6ADB-E8B6-9FD2544FD1E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192912" y="450734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85" name="잉크 84">
                  <a:extLst>
                    <a:ext uri="{FF2B5EF4-FFF2-40B4-BE49-F238E27FC236}">
                      <a16:creationId xmlns:a16="http://schemas.microsoft.com/office/drawing/2014/main" id="{3D78E01B-F700-B03D-387B-1AC3B347E7E6}"/>
                    </a:ext>
                  </a:extLst>
                </p14:cNvPr>
                <p14:cNvContentPartPr/>
                <p14:nvPr/>
              </p14:nvContentPartPr>
              <p14:xfrm>
                <a:off x="9201912" y="4516344"/>
                <a:ext cx="4320" cy="172080"/>
              </p14:xfrm>
            </p:contentPart>
          </mc:Choice>
          <mc:Fallback>
            <p:pic>
              <p:nvPicPr>
                <p:cNvPr id="85" name="잉크 84">
                  <a:extLst>
                    <a:ext uri="{FF2B5EF4-FFF2-40B4-BE49-F238E27FC236}">
                      <a16:creationId xmlns:a16="http://schemas.microsoft.com/office/drawing/2014/main" id="{3D78E01B-F700-B03D-387B-1AC3B347E7E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9186483" y="4500411"/>
                  <a:ext cx="34560" cy="2033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86" name="잉크 85">
                  <a:extLst>
                    <a:ext uri="{FF2B5EF4-FFF2-40B4-BE49-F238E27FC236}">
                      <a16:creationId xmlns:a16="http://schemas.microsoft.com/office/drawing/2014/main" id="{4887BAB9-8975-E9B9-0031-99588B701C39}"/>
                    </a:ext>
                  </a:extLst>
                </p14:cNvPr>
                <p14:cNvContentPartPr/>
                <p14:nvPr/>
              </p14:nvContentPartPr>
              <p14:xfrm>
                <a:off x="9291552" y="4563504"/>
                <a:ext cx="69120" cy="109800"/>
              </p14:xfrm>
            </p:contentPart>
          </mc:Choice>
          <mc:Fallback>
            <p:pic>
              <p:nvPicPr>
                <p:cNvPr id="86" name="잉크 85">
                  <a:extLst>
                    <a:ext uri="{FF2B5EF4-FFF2-40B4-BE49-F238E27FC236}">
                      <a16:creationId xmlns:a16="http://schemas.microsoft.com/office/drawing/2014/main" id="{4887BAB9-8975-E9B9-0031-99588B701C39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9275552" y="4547545"/>
                  <a:ext cx="100480" cy="14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87" name="잉크 86">
                  <a:extLst>
                    <a:ext uri="{FF2B5EF4-FFF2-40B4-BE49-F238E27FC236}">
                      <a16:creationId xmlns:a16="http://schemas.microsoft.com/office/drawing/2014/main" id="{AC975669-8A22-BB9F-922A-5944F8B87F13}"/>
                    </a:ext>
                  </a:extLst>
                </p14:cNvPr>
                <p14:cNvContentPartPr/>
                <p14:nvPr/>
              </p14:nvContentPartPr>
              <p14:xfrm>
                <a:off x="9362472" y="4451544"/>
                <a:ext cx="24840" cy="207000"/>
              </p14:xfrm>
            </p:contentPart>
          </mc:Choice>
          <mc:Fallback>
            <p:pic>
              <p:nvPicPr>
                <p:cNvPr id="87" name="잉크 86">
                  <a:extLst>
                    <a:ext uri="{FF2B5EF4-FFF2-40B4-BE49-F238E27FC236}">
                      <a16:creationId xmlns:a16="http://schemas.microsoft.com/office/drawing/2014/main" id="{AC975669-8A22-BB9F-922A-5944F8B87F1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346549" y="4435572"/>
                  <a:ext cx="56049" cy="2383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88" name="잉크 87">
                  <a:extLst>
                    <a:ext uri="{FF2B5EF4-FFF2-40B4-BE49-F238E27FC236}">
                      <a16:creationId xmlns:a16="http://schemas.microsoft.com/office/drawing/2014/main" id="{8DCCE5B5-605A-8898-3F10-DA5DCFB734A1}"/>
                    </a:ext>
                  </a:extLst>
                </p14:cNvPr>
                <p14:cNvContentPartPr/>
                <p14:nvPr/>
              </p14:nvContentPartPr>
              <p14:xfrm>
                <a:off x="9361032" y="4621464"/>
                <a:ext cx="13680" cy="12240"/>
              </p14:xfrm>
            </p:contentPart>
          </mc:Choice>
          <mc:Fallback>
            <p:pic>
              <p:nvPicPr>
                <p:cNvPr id="88" name="잉크 87">
                  <a:extLst>
                    <a:ext uri="{FF2B5EF4-FFF2-40B4-BE49-F238E27FC236}">
                      <a16:creationId xmlns:a16="http://schemas.microsoft.com/office/drawing/2014/main" id="{8DCCE5B5-605A-8898-3F10-DA5DCFB734A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345487" y="4606776"/>
                  <a:ext cx="44149" cy="422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92" name="잉크 91">
                  <a:extLst>
                    <a:ext uri="{FF2B5EF4-FFF2-40B4-BE49-F238E27FC236}">
                      <a16:creationId xmlns:a16="http://schemas.microsoft.com/office/drawing/2014/main" id="{2E5DC476-EBAC-E579-08A1-8C697983B061}"/>
                    </a:ext>
                  </a:extLst>
                </p14:cNvPr>
                <p14:cNvContentPartPr/>
                <p14:nvPr/>
              </p14:nvContentPartPr>
              <p14:xfrm>
                <a:off x="9396672" y="4533984"/>
                <a:ext cx="63720" cy="154080"/>
              </p14:xfrm>
            </p:contentPart>
          </mc:Choice>
          <mc:Fallback>
            <p:pic>
              <p:nvPicPr>
                <p:cNvPr id="92" name="잉크 91">
                  <a:extLst>
                    <a:ext uri="{FF2B5EF4-FFF2-40B4-BE49-F238E27FC236}">
                      <a16:creationId xmlns:a16="http://schemas.microsoft.com/office/drawing/2014/main" id="{2E5DC476-EBAC-E579-08A1-8C697983B06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380742" y="4518001"/>
                  <a:ext cx="94943" cy="18540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93" name="잉크 92">
                  <a:extLst>
                    <a:ext uri="{FF2B5EF4-FFF2-40B4-BE49-F238E27FC236}">
                      <a16:creationId xmlns:a16="http://schemas.microsoft.com/office/drawing/2014/main" id="{234CA99E-0EB0-1954-65A2-325F033806AD}"/>
                    </a:ext>
                  </a:extLst>
                </p14:cNvPr>
                <p14:cNvContentPartPr/>
                <p14:nvPr/>
              </p14:nvContentPartPr>
              <p14:xfrm>
                <a:off x="9432312" y="4645584"/>
                <a:ext cx="7560" cy="71640"/>
              </p14:xfrm>
            </p:contentPart>
          </mc:Choice>
          <mc:Fallback>
            <p:pic>
              <p:nvPicPr>
                <p:cNvPr id="93" name="잉크 92">
                  <a:extLst>
                    <a:ext uri="{FF2B5EF4-FFF2-40B4-BE49-F238E27FC236}">
                      <a16:creationId xmlns:a16="http://schemas.microsoft.com/office/drawing/2014/main" id="{234CA99E-0EB0-1954-65A2-325F033806A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416562" y="4629593"/>
                  <a:ext cx="38430" cy="1029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95" name="잉크 94">
                  <a:extLst>
                    <a:ext uri="{FF2B5EF4-FFF2-40B4-BE49-F238E27FC236}">
                      <a16:creationId xmlns:a16="http://schemas.microsoft.com/office/drawing/2014/main" id="{9270D1BD-3C50-C921-C215-645CD1E121D1}"/>
                    </a:ext>
                  </a:extLst>
                </p14:cNvPr>
                <p14:cNvContentPartPr/>
                <p14:nvPr/>
              </p14:nvContentPartPr>
              <p14:xfrm>
                <a:off x="9445272" y="4605264"/>
                <a:ext cx="46800" cy="57240"/>
              </p14:xfrm>
            </p:contentPart>
          </mc:Choice>
          <mc:Fallback>
            <p:pic>
              <p:nvPicPr>
                <p:cNvPr id="95" name="잉크 94">
                  <a:extLst>
                    <a:ext uri="{FF2B5EF4-FFF2-40B4-BE49-F238E27FC236}">
                      <a16:creationId xmlns:a16="http://schemas.microsoft.com/office/drawing/2014/main" id="{9270D1BD-3C50-C921-C215-645CD1E121D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429461" y="4589364"/>
                  <a:ext cx="77789" cy="884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96" name="잉크 95">
                  <a:extLst>
                    <a:ext uri="{FF2B5EF4-FFF2-40B4-BE49-F238E27FC236}">
                      <a16:creationId xmlns:a16="http://schemas.microsoft.com/office/drawing/2014/main" id="{AFFB1428-17DC-FFD9-6821-350E13CBEB46}"/>
                    </a:ext>
                  </a:extLst>
                </p14:cNvPr>
                <p14:cNvContentPartPr/>
                <p14:nvPr/>
              </p14:nvContentPartPr>
              <p14:xfrm>
                <a:off x="9445272" y="4662144"/>
                <a:ext cx="360" cy="360"/>
              </p14:xfrm>
            </p:contentPart>
          </mc:Choice>
          <mc:Fallback>
            <p:pic>
              <p:nvPicPr>
                <p:cNvPr id="96" name="잉크 95">
                  <a:extLst>
                    <a:ext uri="{FF2B5EF4-FFF2-40B4-BE49-F238E27FC236}">
                      <a16:creationId xmlns:a16="http://schemas.microsoft.com/office/drawing/2014/main" id="{AFFB1428-17DC-FFD9-6821-350E13CBEB4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436272" y="465314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97" name="잉크 96">
                  <a:extLst>
                    <a:ext uri="{FF2B5EF4-FFF2-40B4-BE49-F238E27FC236}">
                      <a16:creationId xmlns:a16="http://schemas.microsoft.com/office/drawing/2014/main" id="{B1EC1E4B-9C67-88E1-7FE8-C07F6AE09DD0}"/>
                    </a:ext>
                  </a:extLst>
                </p14:cNvPr>
                <p14:cNvContentPartPr/>
                <p14:nvPr/>
              </p14:nvContentPartPr>
              <p14:xfrm>
                <a:off x="9443112" y="4653144"/>
                <a:ext cx="14760" cy="43920"/>
              </p14:xfrm>
            </p:contentPart>
          </mc:Choice>
          <mc:Fallback>
            <p:pic>
              <p:nvPicPr>
                <p:cNvPr id="97" name="잉크 96">
                  <a:extLst>
                    <a:ext uri="{FF2B5EF4-FFF2-40B4-BE49-F238E27FC236}">
                      <a16:creationId xmlns:a16="http://schemas.microsoft.com/office/drawing/2014/main" id="{B1EC1E4B-9C67-88E1-7FE8-C07F6AE09DD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427710" y="4637231"/>
                  <a:ext cx="46205" cy="751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98" name="잉크 97">
                  <a:extLst>
                    <a:ext uri="{FF2B5EF4-FFF2-40B4-BE49-F238E27FC236}">
                      <a16:creationId xmlns:a16="http://schemas.microsoft.com/office/drawing/2014/main" id="{1F31B9A4-256F-ABF8-4192-56446A45A6CD}"/>
                    </a:ext>
                  </a:extLst>
                </p14:cNvPr>
                <p14:cNvContentPartPr/>
                <p14:nvPr/>
              </p14:nvContentPartPr>
              <p14:xfrm>
                <a:off x="9023352" y="4420944"/>
                <a:ext cx="523080" cy="394200"/>
              </p14:xfrm>
            </p:contentPart>
          </mc:Choice>
          <mc:Fallback>
            <p:pic>
              <p:nvPicPr>
                <p:cNvPr id="98" name="잉크 97">
                  <a:extLst>
                    <a:ext uri="{FF2B5EF4-FFF2-40B4-BE49-F238E27FC236}">
                      <a16:creationId xmlns:a16="http://schemas.microsoft.com/office/drawing/2014/main" id="{1F31B9A4-256F-ABF8-4192-56446A45A6C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007346" y="4404972"/>
                  <a:ext cx="554452" cy="42550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6269FFAA-EF5E-E4B4-0184-50C4ECDB5820}"/>
              </a:ext>
            </a:extLst>
          </p:cNvPr>
          <p:cNvGrpSpPr/>
          <p:nvPr/>
        </p:nvGrpSpPr>
        <p:grpSpPr>
          <a:xfrm>
            <a:off x="1168627" y="6049101"/>
            <a:ext cx="649418" cy="565178"/>
            <a:chOff x="2077560" y="3345624"/>
            <a:chExt cx="1154520" cy="1004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16" name="잉크 115">
                  <a:extLst>
                    <a:ext uri="{FF2B5EF4-FFF2-40B4-BE49-F238E27FC236}">
                      <a16:creationId xmlns:a16="http://schemas.microsoft.com/office/drawing/2014/main" id="{B81C9B8A-506B-F44F-2849-967695C00CC1}"/>
                    </a:ext>
                  </a:extLst>
                </p14:cNvPr>
                <p14:cNvContentPartPr/>
                <p14:nvPr/>
              </p14:nvContentPartPr>
              <p14:xfrm>
                <a:off x="2077560" y="3839184"/>
                <a:ext cx="444240" cy="511200"/>
              </p14:xfrm>
            </p:contentPart>
          </mc:Choice>
          <mc:Fallback>
            <p:pic>
              <p:nvPicPr>
                <p:cNvPr id="116" name="잉크 115">
                  <a:extLst>
                    <a:ext uri="{FF2B5EF4-FFF2-40B4-BE49-F238E27FC236}">
                      <a16:creationId xmlns:a16="http://schemas.microsoft.com/office/drawing/2014/main" id="{B81C9B8A-506B-F44F-2849-967695C00CC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062219" y="3823189"/>
                  <a:ext cx="475561" cy="5425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17" name="잉크 116">
                  <a:extLst>
                    <a:ext uri="{FF2B5EF4-FFF2-40B4-BE49-F238E27FC236}">
                      <a16:creationId xmlns:a16="http://schemas.microsoft.com/office/drawing/2014/main" id="{0D7DBD0C-E3B0-F410-9E31-43D782D76D39}"/>
                    </a:ext>
                  </a:extLst>
                </p14:cNvPr>
                <p14:cNvContentPartPr/>
                <p14:nvPr/>
              </p14:nvContentPartPr>
              <p14:xfrm>
                <a:off x="2631960" y="3577464"/>
                <a:ext cx="200520" cy="330120"/>
              </p14:xfrm>
            </p:contentPart>
          </mc:Choice>
          <mc:Fallback>
            <p:pic>
              <p:nvPicPr>
                <p:cNvPr id="117" name="잉크 116">
                  <a:extLst>
                    <a:ext uri="{FF2B5EF4-FFF2-40B4-BE49-F238E27FC236}">
                      <a16:creationId xmlns:a16="http://schemas.microsoft.com/office/drawing/2014/main" id="{0D7DBD0C-E3B0-F410-9E31-43D782D76D3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616634" y="3561470"/>
                  <a:ext cx="231811" cy="3614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18" name="잉크 117">
                  <a:extLst>
                    <a:ext uri="{FF2B5EF4-FFF2-40B4-BE49-F238E27FC236}">
                      <a16:creationId xmlns:a16="http://schemas.microsoft.com/office/drawing/2014/main" id="{F2BB8333-08F9-36F7-2F63-03D1DD78239F}"/>
                    </a:ext>
                  </a:extLst>
                </p14:cNvPr>
                <p14:cNvContentPartPr/>
                <p14:nvPr/>
              </p14:nvContentPartPr>
              <p14:xfrm>
                <a:off x="2653560" y="3805704"/>
                <a:ext cx="111240" cy="105840"/>
              </p14:xfrm>
            </p:contentPart>
          </mc:Choice>
          <mc:Fallback>
            <p:pic>
              <p:nvPicPr>
                <p:cNvPr id="118" name="잉크 117">
                  <a:extLst>
                    <a:ext uri="{FF2B5EF4-FFF2-40B4-BE49-F238E27FC236}">
                      <a16:creationId xmlns:a16="http://schemas.microsoft.com/office/drawing/2014/main" id="{F2BB8333-08F9-36F7-2F63-03D1DD78239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637577" y="3789764"/>
                  <a:ext cx="142566" cy="1370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19" name="잉크 118">
                  <a:extLst>
                    <a:ext uri="{FF2B5EF4-FFF2-40B4-BE49-F238E27FC236}">
                      <a16:creationId xmlns:a16="http://schemas.microsoft.com/office/drawing/2014/main" id="{1415CC72-51F6-FE76-DDDA-A559760CA613}"/>
                    </a:ext>
                  </a:extLst>
                </p14:cNvPr>
                <p14:cNvContentPartPr/>
                <p14:nvPr/>
              </p14:nvContentPartPr>
              <p14:xfrm>
                <a:off x="2742120" y="3444624"/>
                <a:ext cx="93600" cy="126000"/>
              </p14:xfrm>
            </p:contentPart>
          </mc:Choice>
          <mc:Fallback>
            <p:pic>
              <p:nvPicPr>
                <p:cNvPr id="119" name="잉크 118">
                  <a:extLst>
                    <a:ext uri="{FF2B5EF4-FFF2-40B4-BE49-F238E27FC236}">
                      <a16:creationId xmlns:a16="http://schemas.microsoft.com/office/drawing/2014/main" id="{1415CC72-51F6-FE76-DDDA-A559760CA61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726202" y="3428634"/>
                  <a:ext cx="124800" cy="1573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20" name="잉크 119">
                  <a:extLst>
                    <a:ext uri="{FF2B5EF4-FFF2-40B4-BE49-F238E27FC236}">
                      <a16:creationId xmlns:a16="http://schemas.microsoft.com/office/drawing/2014/main" id="{FAC5A9D8-C094-50E4-52A9-CB4806B3BC9C}"/>
                    </a:ext>
                  </a:extLst>
                </p14:cNvPr>
                <p14:cNvContentPartPr/>
                <p14:nvPr/>
              </p14:nvContentPartPr>
              <p14:xfrm>
                <a:off x="2783160" y="3439944"/>
                <a:ext cx="360" cy="360"/>
              </p14:xfrm>
            </p:contentPart>
          </mc:Choice>
          <mc:Fallback>
            <p:pic>
              <p:nvPicPr>
                <p:cNvPr id="120" name="잉크 119">
                  <a:extLst>
                    <a:ext uri="{FF2B5EF4-FFF2-40B4-BE49-F238E27FC236}">
                      <a16:creationId xmlns:a16="http://schemas.microsoft.com/office/drawing/2014/main" id="{FAC5A9D8-C094-50E4-52A9-CB4806B3BC9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774160" y="343094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21" name="잉크 120">
                  <a:extLst>
                    <a:ext uri="{FF2B5EF4-FFF2-40B4-BE49-F238E27FC236}">
                      <a16:creationId xmlns:a16="http://schemas.microsoft.com/office/drawing/2014/main" id="{5431AA75-76AC-CE9B-A001-5C6F8759B301}"/>
                    </a:ext>
                  </a:extLst>
                </p14:cNvPr>
                <p14:cNvContentPartPr/>
                <p14:nvPr/>
              </p14:nvContentPartPr>
              <p14:xfrm>
                <a:off x="2808720" y="3425904"/>
                <a:ext cx="99000" cy="98280"/>
              </p14:xfrm>
            </p:contentPart>
          </mc:Choice>
          <mc:Fallback>
            <p:pic>
              <p:nvPicPr>
                <p:cNvPr id="121" name="잉크 120">
                  <a:extLst>
                    <a:ext uri="{FF2B5EF4-FFF2-40B4-BE49-F238E27FC236}">
                      <a16:creationId xmlns:a16="http://schemas.microsoft.com/office/drawing/2014/main" id="{5431AA75-76AC-CE9B-A001-5C6F8759B301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2792752" y="3409949"/>
                  <a:ext cx="130297" cy="1295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22" name="잉크 121">
                  <a:extLst>
                    <a:ext uri="{FF2B5EF4-FFF2-40B4-BE49-F238E27FC236}">
                      <a16:creationId xmlns:a16="http://schemas.microsoft.com/office/drawing/2014/main" id="{65B707C1-74F7-A84F-B60A-B878B7DECB5C}"/>
                    </a:ext>
                  </a:extLst>
                </p14:cNvPr>
                <p14:cNvContentPartPr/>
                <p14:nvPr/>
              </p14:nvContentPartPr>
              <p14:xfrm>
                <a:off x="2885760" y="3425904"/>
                <a:ext cx="360" cy="360"/>
              </p14:xfrm>
            </p:contentPart>
          </mc:Choice>
          <mc:Fallback>
            <p:pic>
              <p:nvPicPr>
                <p:cNvPr id="122" name="잉크 121">
                  <a:extLst>
                    <a:ext uri="{FF2B5EF4-FFF2-40B4-BE49-F238E27FC236}">
                      <a16:creationId xmlns:a16="http://schemas.microsoft.com/office/drawing/2014/main" id="{65B707C1-74F7-A84F-B60A-B878B7DECB5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876760" y="341690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23" name="잉크 122">
                  <a:extLst>
                    <a:ext uri="{FF2B5EF4-FFF2-40B4-BE49-F238E27FC236}">
                      <a16:creationId xmlns:a16="http://schemas.microsoft.com/office/drawing/2014/main" id="{19112BA0-2E5B-41D1-1292-67A852A82598}"/>
                    </a:ext>
                  </a:extLst>
                </p14:cNvPr>
                <p14:cNvContentPartPr/>
                <p14:nvPr/>
              </p14:nvContentPartPr>
              <p14:xfrm>
                <a:off x="2870280" y="3425904"/>
                <a:ext cx="15840" cy="149040"/>
              </p14:xfrm>
            </p:contentPart>
          </mc:Choice>
          <mc:Fallback>
            <p:pic>
              <p:nvPicPr>
                <p:cNvPr id="123" name="잉크 122">
                  <a:extLst>
                    <a:ext uri="{FF2B5EF4-FFF2-40B4-BE49-F238E27FC236}">
                      <a16:creationId xmlns:a16="http://schemas.microsoft.com/office/drawing/2014/main" id="{19112BA0-2E5B-41D1-1292-67A852A8259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854440" y="3409913"/>
                  <a:ext cx="46886" cy="1803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24" name="잉크 123">
                  <a:extLst>
                    <a:ext uri="{FF2B5EF4-FFF2-40B4-BE49-F238E27FC236}">
                      <a16:creationId xmlns:a16="http://schemas.microsoft.com/office/drawing/2014/main" id="{614C4791-1782-A537-0F2C-39A0C9C2F775}"/>
                    </a:ext>
                  </a:extLst>
                </p14:cNvPr>
                <p14:cNvContentPartPr/>
                <p14:nvPr/>
              </p14:nvContentPartPr>
              <p14:xfrm>
                <a:off x="2926800" y="3445344"/>
                <a:ext cx="48600" cy="102960"/>
              </p14:xfrm>
            </p:contentPart>
          </mc:Choice>
          <mc:Fallback>
            <p:pic>
              <p:nvPicPr>
                <p:cNvPr id="124" name="잉크 123">
                  <a:extLst>
                    <a:ext uri="{FF2B5EF4-FFF2-40B4-BE49-F238E27FC236}">
                      <a16:creationId xmlns:a16="http://schemas.microsoft.com/office/drawing/2014/main" id="{614C4791-1782-A537-0F2C-39A0C9C2F77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910813" y="3429356"/>
                  <a:ext cx="79934" cy="1342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25" name="잉크 124">
                  <a:extLst>
                    <a:ext uri="{FF2B5EF4-FFF2-40B4-BE49-F238E27FC236}">
                      <a16:creationId xmlns:a16="http://schemas.microsoft.com/office/drawing/2014/main" id="{BD88966E-57EA-883C-740B-E4D16209E26A}"/>
                    </a:ext>
                  </a:extLst>
                </p14:cNvPr>
                <p14:cNvContentPartPr/>
                <p14:nvPr/>
              </p14:nvContentPartPr>
              <p14:xfrm>
                <a:off x="2999160" y="3345624"/>
                <a:ext cx="64440" cy="204480"/>
              </p14:xfrm>
            </p:contentPart>
          </mc:Choice>
          <mc:Fallback>
            <p:pic>
              <p:nvPicPr>
                <p:cNvPr id="125" name="잉크 124">
                  <a:extLst>
                    <a:ext uri="{FF2B5EF4-FFF2-40B4-BE49-F238E27FC236}">
                      <a16:creationId xmlns:a16="http://schemas.microsoft.com/office/drawing/2014/main" id="{BD88966E-57EA-883C-740B-E4D16209E26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983210" y="3329649"/>
                  <a:ext cx="95703" cy="2357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26" name="잉크 125">
                  <a:extLst>
                    <a:ext uri="{FF2B5EF4-FFF2-40B4-BE49-F238E27FC236}">
                      <a16:creationId xmlns:a16="http://schemas.microsoft.com/office/drawing/2014/main" id="{8EBC5457-5C0F-6FD2-AC41-4A7CB2835A40}"/>
                    </a:ext>
                  </a:extLst>
                </p14:cNvPr>
                <p14:cNvContentPartPr/>
                <p14:nvPr/>
              </p14:nvContentPartPr>
              <p14:xfrm>
                <a:off x="3027240" y="3508344"/>
                <a:ext cx="76320" cy="55800"/>
              </p14:xfrm>
            </p:contentPart>
          </mc:Choice>
          <mc:Fallback>
            <p:pic>
              <p:nvPicPr>
                <p:cNvPr id="126" name="잉크 125">
                  <a:extLst>
                    <a:ext uri="{FF2B5EF4-FFF2-40B4-BE49-F238E27FC236}">
                      <a16:creationId xmlns:a16="http://schemas.microsoft.com/office/drawing/2014/main" id="{8EBC5457-5C0F-6FD2-AC41-4A7CB2835A4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011340" y="3492492"/>
                  <a:ext cx="107484" cy="868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27" name="잉크 126">
                  <a:extLst>
                    <a:ext uri="{FF2B5EF4-FFF2-40B4-BE49-F238E27FC236}">
                      <a16:creationId xmlns:a16="http://schemas.microsoft.com/office/drawing/2014/main" id="{E890931D-FDB4-AF4A-88D0-5EF2DA44471A}"/>
                    </a:ext>
                  </a:extLst>
                </p14:cNvPr>
                <p14:cNvContentPartPr/>
                <p14:nvPr/>
              </p14:nvContentPartPr>
              <p14:xfrm>
                <a:off x="3231720" y="3591504"/>
                <a:ext cx="360" cy="360"/>
              </p14:xfrm>
            </p:contentPart>
          </mc:Choice>
          <mc:Fallback>
            <p:pic>
              <p:nvPicPr>
                <p:cNvPr id="127" name="잉크 126">
                  <a:extLst>
                    <a:ext uri="{FF2B5EF4-FFF2-40B4-BE49-F238E27FC236}">
                      <a16:creationId xmlns:a16="http://schemas.microsoft.com/office/drawing/2014/main" id="{E890931D-FDB4-AF4A-88D0-5EF2DA44471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222720" y="358250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129" name="잉크 128">
                <a:extLst>
                  <a:ext uri="{FF2B5EF4-FFF2-40B4-BE49-F238E27FC236}">
                    <a16:creationId xmlns:a16="http://schemas.microsoft.com/office/drawing/2014/main" id="{EC989634-936E-A2FD-4A63-D915B0C1210E}"/>
                  </a:ext>
                </a:extLst>
              </p14:cNvPr>
              <p14:cNvContentPartPr/>
              <p14:nvPr/>
            </p14:nvContentPartPr>
            <p14:xfrm>
              <a:off x="2115923" y="7587494"/>
              <a:ext cx="4050" cy="110160"/>
            </p14:xfrm>
          </p:contentPart>
        </mc:Choice>
        <mc:Fallback>
          <p:pic>
            <p:nvPicPr>
              <p:cNvPr id="129" name="잉크 128">
                <a:extLst>
                  <a:ext uri="{FF2B5EF4-FFF2-40B4-BE49-F238E27FC236}">
                    <a16:creationId xmlns:a16="http://schemas.microsoft.com/office/drawing/2014/main" id="{EC989634-936E-A2FD-4A63-D915B0C1210E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2107823" y="7578523"/>
                <a:ext cx="20588" cy="127743"/>
              </a:xfrm>
              <a:prstGeom prst="rect">
                <a:avLst/>
              </a:prstGeom>
            </p:spPr>
          </p:pic>
        </mc:Fallback>
      </mc:AlternateContent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8BD000EC-A4A4-B1AF-4A5F-62382B452B0B}"/>
              </a:ext>
            </a:extLst>
          </p:cNvPr>
          <p:cNvGrpSpPr/>
          <p:nvPr/>
        </p:nvGrpSpPr>
        <p:grpSpPr>
          <a:xfrm>
            <a:off x="2128248" y="7208616"/>
            <a:ext cx="2102963" cy="455828"/>
            <a:chOff x="3783552" y="5406984"/>
            <a:chExt cx="3738600" cy="810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20B5C6F2-B449-6F9A-992C-B9E26BE8874A}"/>
                    </a:ext>
                  </a:extLst>
                </p14:cNvPr>
                <p14:cNvContentPartPr/>
                <p14:nvPr/>
              </p14:nvContentPartPr>
              <p14:xfrm>
                <a:off x="3860952" y="5620464"/>
                <a:ext cx="22680" cy="20448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20B5C6F2-B449-6F9A-992C-B9E26BE8874A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845202" y="5604489"/>
                  <a:ext cx="53550" cy="2357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047DEEA6-983B-3922-88B7-87B8D5256281}"/>
                    </a:ext>
                  </a:extLst>
                </p14:cNvPr>
                <p14:cNvContentPartPr/>
                <p14:nvPr/>
              </p14:nvContentPartPr>
              <p14:xfrm>
                <a:off x="3998832" y="5637384"/>
                <a:ext cx="124560" cy="12600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047DEEA6-983B-3922-88B7-87B8D5256281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982863" y="5621394"/>
                  <a:ext cx="155860" cy="1573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CB08A0C5-DF03-33EE-5A20-ED55FA890763}"/>
                    </a:ext>
                  </a:extLst>
                </p14:cNvPr>
                <p14:cNvContentPartPr/>
                <p14:nvPr/>
              </p14:nvContentPartPr>
              <p14:xfrm>
                <a:off x="4232112" y="5675184"/>
                <a:ext cx="114840" cy="8640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CB08A0C5-DF03-33EE-5A20-ED55FA890763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4216162" y="5659302"/>
                  <a:ext cx="146102" cy="1175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11412332-9168-7973-5ABF-7792D64256EB}"/>
                    </a:ext>
                  </a:extLst>
                </p14:cNvPr>
                <p14:cNvContentPartPr/>
                <p14:nvPr/>
              </p14:nvContentPartPr>
              <p14:xfrm>
                <a:off x="4453152" y="5571504"/>
                <a:ext cx="15120" cy="18108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11412332-9168-7973-5ABF-7792D64256EB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4438032" y="5555508"/>
                  <a:ext cx="45990" cy="2124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36F4C3BB-DB24-5A00-A950-4B52CA0F0C63}"/>
                    </a:ext>
                  </a:extLst>
                </p14:cNvPr>
                <p14:cNvContentPartPr/>
                <p14:nvPr/>
              </p14:nvContentPartPr>
              <p14:xfrm>
                <a:off x="4570152" y="5577624"/>
                <a:ext cx="110520" cy="12960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36F4C3BB-DB24-5A00-A950-4B52CA0F0C63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4554820" y="5561663"/>
                  <a:ext cx="141823" cy="1608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8C48ECE3-EAE0-8075-E6FF-762D9A325374}"/>
                    </a:ext>
                  </a:extLst>
                </p14:cNvPr>
                <p14:cNvContentPartPr/>
                <p14:nvPr/>
              </p14:nvContentPartPr>
              <p14:xfrm>
                <a:off x="4596072" y="5644584"/>
                <a:ext cx="99720" cy="12312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8C48ECE3-EAE0-8075-E6FF-762D9A325374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4580091" y="5628636"/>
                  <a:ext cx="131042" cy="1543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D70801AC-A585-39ED-4B46-BAA0F256DFB0}"/>
                    </a:ext>
                  </a:extLst>
                </p14:cNvPr>
                <p14:cNvContentPartPr/>
                <p14:nvPr/>
              </p14:nvContentPartPr>
              <p14:xfrm>
                <a:off x="5059392" y="5601744"/>
                <a:ext cx="100800" cy="684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D70801AC-A585-39ED-4B46-BAA0F256DFB0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5043443" y="5586199"/>
                  <a:ext cx="132061" cy="373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F78CE840-7A37-E5F2-7D85-C8E708997389}"/>
                    </a:ext>
                  </a:extLst>
                </p14:cNvPr>
                <p14:cNvContentPartPr/>
                <p14:nvPr/>
              </p14:nvContentPartPr>
              <p14:xfrm>
                <a:off x="5013312" y="5602104"/>
                <a:ext cx="146160" cy="11628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F78CE840-7A37-E5F2-7D85-C8E708997389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997356" y="5586131"/>
                  <a:ext cx="177434" cy="1475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7F387AB4-02CA-501F-6452-FE180E13AFD4}"/>
                    </a:ext>
                  </a:extLst>
                </p14:cNvPr>
                <p14:cNvContentPartPr/>
                <p14:nvPr/>
              </p14:nvContentPartPr>
              <p14:xfrm>
                <a:off x="5236152" y="5583744"/>
                <a:ext cx="108000" cy="13356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7F387AB4-02CA-501F-6452-FE180E13AFD4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220176" y="5567768"/>
                  <a:ext cx="139314" cy="1648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7B9CAA94-1986-1A43-23F1-8B260C482F98}"/>
                    </a:ext>
                  </a:extLst>
                </p14:cNvPr>
                <p14:cNvContentPartPr/>
                <p14:nvPr/>
              </p14:nvContentPartPr>
              <p14:xfrm>
                <a:off x="5388792" y="5565384"/>
                <a:ext cx="97560" cy="14976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7B9CAA94-1986-1A43-23F1-8B260C482F9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372851" y="5549384"/>
                  <a:ext cx="128805" cy="18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1C232CE3-AF74-6DFF-6FF3-C67F5EC076BA}"/>
                    </a:ext>
                  </a:extLst>
                </p14:cNvPr>
                <p14:cNvContentPartPr/>
                <p14:nvPr/>
              </p14:nvContentPartPr>
              <p14:xfrm>
                <a:off x="5547192" y="5553144"/>
                <a:ext cx="104040" cy="11376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1C232CE3-AF74-6DFF-6FF3-C67F5EC076BA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531235" y="5537166"/>
                  <a:ext cx="135316" cy="1450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2747A5B8-860E-0D58-860B-E12BBE95DCAB}"/>
                    </a:ext>
                  </a:extLst>
                </p14:cNvPr>
                <p14:cNvContentPartPr/>
                <p14:nvPr/>
              </p14:nvContentPartPr>
              <p14:xfrm>
                <a:off x="5601912" y="5565384"/>
                <a:ext cx="64080" cy="288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2747A5B8-860E-0D58-860B-E12BBE95DCA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586051" y="5550984"/>
                  <a:ext cx="95168" cy="311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CA02C5AF-F06C-E26B-6254-48090C238BD4}"/>
                    </a:ext>
                  </a:extLst>
                </p14:cNvPr>
                <p14:cNvContentPartPr/>
                <p14:nvPr/>
              </p14:nvContentPartPr>
              <p14:xfrm>
                <a:off x="5571672" y="5589864"/>
                <a:ext cx="95040" cy="1296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CA02C5AF-F06C-E26B-6254-48090C238BD4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555726" y="5574435"/>
                  <a:ext cx="126295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00C0CA5D-9C10-059C-7F82-88AD1BF53B25}"/>
                    </a:ext>
                  </a:extLst>
                </p14:cNvPr>
                <p14:cNvContentPartPr/>
                <p14:nvPr/>
              </p14:nvContentPartPr>
              <p14:xfrm>
                <a:off x="6949392" y="5480064"/>
                <a:ext cx="67680" cy="684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00C0CA5D-9C10-059C-7F82-88AD1BF53B2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933430" y="5464519"/>
                  <a:ext cx="98966" cy="373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D9FB1AC3-ECC9-961A-CAE9-451F56F81FF3}"/>
                    </a:ext>
                  </a:extLst>
                </p14:cNvPr>
                <p14:cNvContentPartPr/>
                <p14:nvPr/>
              </p14:nvContentPartPr>
              <p14:xfrm>
                <a:off x="7007712" y="5480064"/>
                <a:ext cx="21240" cy="13536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D9FB1AC3-ECC9-961A-CAE9-451F56F81FF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991621" y="5464102"/>
                  <a:ext cx="52778" cy="1666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B37AE31A-CD07-5909-F698-3DC6BEFBDAE2}"/>
                    </a:ext>
                  </a:extLst>
                </p14:cNvPr>
                <p14:cNvContentPartPr/>
                <p14:nvPr/>
              </p14:nvContentPartPr>
              <p14:xfrm>
                <a:off x="6931032" y="5614344"/>
                <a:ext cx="87480" cy="36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B37AE31A-CD07-5909-F698-3DC6BEFBDAE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915068" y="5605344"/>
                  <a:ext cx="118768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F24F0827-0A53-038F-C3FF-2DBB543CCE62}"/>
                    </a:ext>
                  </a:extLst>
                </p14:cNvPr>
                <p14:cNvContentPartPr/>
                <p14:nvPr/>
              </p14:nvContentPartPr>
              <p14:xfrm>
                <a:off x="7132272" y="5437584"/>
                <a:ext cx="92160" cy="15624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F24F0827-0A53-038F-C3FF-2DBB543CCE62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7116272" y="5421641"/>
                  <a:ext cx="123520" cy="18748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331167E7-3C1D-47D5-2E97-2619423B1866}"/>
                    </a:ext>
                  </a:extLst>
                </p14:cNvPr>
                <p14:cNvContentPartPr/>
                <p14:nvPr/>
              </p14:nvContentPartPr>
              <p14:xfrm>
                <a:off x="7278072" y="5437584"/>
                <a:ext cx="104400" cy="9468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331167E7-3C1D-47D5-2E97-2619423B1866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262157" y="5421591"/>
                  <a:ext cx="135593" cy="1260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D1533613-AE05-C52E-8E3F-22B732285415}"/>
                    </a:ext>
                  </a:extLst>
                </p14:cNvPr>
                <p14:cNvContentPartPr/>
                <p14:nvPr/>
              </p14:nvContentPartPr>
              <p14:xfrm>
                <a:off x="7406232" y="5406984"/>
                <a:ext cx="108000" cy="12852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D1533613-AE05-C52E-8E3F-22B73228541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390256" y="5390999"/>
                  <a:ext cx="139314" cy="1598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43FA4419-A2A9-5E89-F3F4-281CF75635BA}"/>
                    </a:ext>
                  </a:extLst>
                </p14:cNvPr>
                <p14:cNvContentPartPr/>
                <p14:nvPr/>
              </p14:nvContentPartPr>
              <p14:xfrm>
                <a:off x="7442952" y="5443704"/>
                <a:ext cx="73080" cy="36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43FA4419-A2A9-5E89-F3F4-281CF75635B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427065" y="5434704"/>
                  <a:ext cx="104218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81F84BF4-A6D3-B417-44D6-57E762A2FA84}"/>
                    </a:ext>
                  </a:extLst>
                </p14:cNvPr>
                <p14:cNvContentPartPr/>
                <p14:nvPr/>
              </p14:nvContentPartPr>
              <p14:xfrm>
                <a:off x="7442952" y="5461704"/>
                <a:ext cx="79200" cy="19440"/>
              </p14:xfrm>
            </p:contentPart>
          </mc:Choice>
          <mc:Fallback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81F84BF4-A6D3-B417-44D6-57E762A2FA84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426984" y="5446027"/>
                  <a:ext cx="110497" cy="501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70A161A2-4EF3-356D-5491-8404DA6CD841}"/>
                    </a:ext>
                  </a:extLst>
                </p14:cNvPr>
                <p14:cNvContentPartPr/>
                <p14:nvPr/>
              </p14:nvContentPartPr>
              <p14:xfrm>
                <a:off x="3783552" y="5919624"/>
                <a:ext cx="660600" cy="50400"/>
              </p14:xfrm>
            </p:contentPart>
          </mc:Choice>
          <mc:Fallback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70A161A2-4EF3-356D-5491-8404DA6CD841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767549" y="5903675"/>
                  <a:ext cx="691966" cy="816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B06D9629-7A9D-ED2A-DEF8-C49C80D7765A}"/>
                    </a:ext>
                  </a:extLst>
                </p14:cNvPr>
                <p14:cNvContentPartPr/>
                <p14:nvPr/>
              </p14:nvContentPartPr>
              <p14:xfrm>
                <a:off x="5919432" y="5571504"/>
                <a:ext cx="5760" cy="13068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B06D9629-7A9D-ED2A-DEF8-C49C80D7765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5905608" y="5555567"/>
                  <a:ext cx="33984" cy="1619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77C77407-423E-EC5E-DAA0-74576EC2A484}"/>
                    </a:ext>
                  </a:extLst>
                </p14:cNvPr>
                <p14:cNvContentPartPr/>
                <p14:nvPr/>
              </p14:nvContentPartPr>
              <p14:xfrm>
                <a:off x="5967672" y="5559264"/>
                <a:ext cx="87120" cy="10620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77C77407-423E-EC5E-DAA0-74576EC2A484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5951657" y="5543270"/>
                  <a:ext cx="118509" cy="1375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62611EED-67C2-C8F0-C505-8BFB11DFDA1C}"/>
                    </a:ext>
                  </a:extLst>
                </p14:cNvPr>
                <p14:cNvContentPartPr/>
                <p14:nvPr/>
              </p14:nvContentPartPr>
              <p14:xfrm>
                <a:off x="6106992" y="5589864"/>
                <a:ext cx="93960" cy="10440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62611EED-67C2-C8F0-C505-8BFB11DFDA1C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6091652" y="5573949"/>
                  <a:ext cx="125280" cy="1355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B910D854-AE85-FBE4-00B6-A58824F62445}"/>
                    </a:ext>
                  </a:extLst>
                </p14:cNvPr>
                <p14:cNvContentPartPr/>
                <p14:nvPr/>
              </p14:nvContentPartPr>
              <p14:xfrm>
                <a:off x="6296352" y="5492304"/>
                <a:ext cx="3600" cy="21420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B910D854-AE85-FBE4-00B6-A58824F62445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6281352" y="5476319"/>
                  <a:ext cx="33000" cy="2455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D02D3751-411A-02C0-6ED6-9EDDA2397AA8}"/>
                    </a:ext>
                  </a:extLst>
                </p14:cNvPr>
                <p14:cNvContentPartPr/>
                <p14:nvPr/>
              </p14:nvContentPartPr>
              <p14:xfrm>
                <a:off x="6439272" y="5480064"/>
                <a:ext cx="147600" cy="14076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D02D3751-411A-02C0-6ED6-9EDDA2397AA8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6423298" y="5464069"/>
                  <a:ext cx="178909" cy="1721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D3E1E157-6B3D-0649-41FA-0745F8FE2E64}"/>
                    </a:ext>
                  </a:extLst>
                </p14:cNvPr>
                <p14:cNvContentPartPr/>
                <p14:nvPr/>
              </p14:nvContentPartPr>
              <p14:xfrm>
                <a:off x="6492192" y="5553144"/>
                <a:ext cx="84600" cy="8568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D3E1E157-6B3D-0649-41FA-0745F8FE2E6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6476169" y="5537277"/>
                  <a:ext cx="116005" cy="1167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73" name="잉크 72">
                  <a:extLst>
                    <a:ext uri="{FF2B5EF4-FFF2-40B4-BE49-F238E27FC236}">
                      <a16:creationId xmlns:a16="http://schemas.microsoft.com/office/drawing/2014/main" id="{0573DE6A-914F-44E6-1D03-2C6CBD6E8644}"/>
                    </a:ext>
                  </a:extLst>
                </p14:cNvPr>
                <p14:cNvContentPartPr/>
                <p14:nvPr/>
              </p14:nvContentPartPr>
              <p14:xfrm>
                <a:off x="5838432" y="5747904"/>
                <a:ext cx="586800" cy="68760"/>
              </p14:xfrm>
            </p:contentPart>
          </mc:Choice>
          <mc:Fallback>
            <p:pic>
              <p:nvPicPr>
                <p:cNvPr id="73" name="잉크 72">
                  <a:extLst>
                    <a:ext uri="{FF2B5EF4-FFF2-40B4-BE49-F238E27FC236}">
                      <a16:creationId xmlns:a16="http://schemas.microsoft.com/office/drawing/2014/main" id="{0573DE6A-914F-44E6-1D03-2C6CBD6E864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822452" y="5731987"/>
                  <a:ext cx="618122" cy="999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4" name="잉크 113">
                  <a:extLst>
                    <a:ext uri="{FF2B5EF4-FFF2-40B4-BE49-F238E27FC236}">
                      <a16:creationId xmlns:a16="http://schemas.microsoft.com/office/drawing/2014/main" id="{FD535FEE-A35C-3DF9-D1C0-4CBEF07DBB8B}"/>
                    </a:ext>
                  </a:extLst>
                </p14:cNvPr>
                <p14:cNvContentPartPr/>
                <p14:nvPr/>
              </p14:nvContentPartPr>
              <p14:xfrm>
                <a:off x="5243352" y="5803344"/>
                <a:ext cx="360" cy="360"/>
              </p14:xfrm>
            </p:contentPart>
          </mc:Choice>
          <mc:Fallback>
            <p:pic>
              <p:nvPicPr>
                <p:cNvPr id="114" name="잉크 113">
                  <a:extLst>
                    <a:ext uri="{FF2B5EF4-FFF2-40B4-BE49-F238E27FC236}">
                      <a16:creationId xmlns:a16="http://schemas.microsoft.com/office/drawing/2014/main" id="{FD535FEE-A35C-3DF9-D1C0-4CBEF07DBB8B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234352" y="579434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15" name="잉크 114">
                  <a:extLst>
                    <a:ext uri="{FF2B5EF4-FFF2-40B4-BE49-F238E27FC236}">
                      <a16:creationId xmlns:a16="http://schemas.microsoft.com/office/drawing/2014/main" id="{09D6B2B9-C269-CFF1-308D-30986B0D396B}"/>
                    </a:ext>
                  </a:extLst>
                </p14:cNvPr>
                <p14:cNvContentPartPr/>
                <p14:nvPr/>
              </p14:nvContentPartPr>
              <p14:xfrm>
                <a:off x="4924032" y="6010344"/>
                <a:ext cx="99000" cy="101880"/>
              </p14:xfrm>
            </p:contentPart>
          </mc:Choice>
          <mc:Fallback>
            <p:pic>
              <p:nvPicPr>
                <p:cNvPr id="115" name="잉크 114">
                  <a:extLst>
                    <a:ext uri="{FF2B5EF4-FFF2-40B4-BE49-F238E27FC236}">
                      <a16:creationId xmlns:a16="http://schemas.microsoft.com/office/drawing/2014/main" id="{09D6B2B9-C269-CFF1-308D-30986B0D396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908064" y="5994425"/>
                  <a:ext cx="130297" cy="13308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30" name="잉크 129">
                  <a:extLst>
                    <a:ext uri="{FF2B5EF4-FFF2-40B4-BE49-F238E27FC236}">
                      <a16:creationId xmlns:a16="http://schemas.microsoft.com/office/drawing/2014/main" id="{10535512-96F6-355D-9D3F-0EE4723BE469}"/>
                    </a:ext>
                  </a:extLst>
                </p14:cNvPr>
                <p14:cNvContentPartPr/>
                <p14:nvPr/>
              </p14:nvContentPartPr>
              <p14:xfrm>
                <a:off x="3794400" y="5773824"/>
                <a:ext cx="3537720" cy="443520"/>
              </p14:xfrm>
            </p:contentPart>
          </mc:Choice>
          <mc:Fallback>
            <p:pic>
              <p:nvPicPr>
                <p:cNvPr id="130" name="잉크 129">
                  <a:extLst>
                    <a:ext uri="{FF2B5EF4-FFF2-40B4-BE49-F238E27FC236}">
                      <a16:creationId xmlns:a16="http://schemas.microsoft.com/office/drawing/2014/main" id="{10535512-96F6-355D-9D3F-0EE4723BE46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778401" y="5757847"/>
                  <a:ext cx="3569078" cy="47483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14E95AEC-9E45-F5B5-7462-59EE9329A20D}"/>
              </a:ext>
            </a:extLst>
          </p:cNvPr>
          <p:cNvGrpSpPr/>
          <p:nvPr/>
        </p:nvGrpSpPr>
        <p:grpSpPr>
          <a:xfrm>
            <a:off x="1733508" y="7581823"/>
            <a:ext cx="184680" cy="200678"/>
            <a:chOff x="3081792" y="6070464"/>
            <a:chExt cx="328320" cy="356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32" name="잉크 131">
                  <a:extLst>
                    <a:ext uri="{FF2B5EF4-FFF2-40B4-BE49-F238E27FC236}">
                      <a16:creationId xmlns:a16="http://schemas.microsoft.com/office/drawing/2014/main" id="{058EC699-7E98-002C-2ADF-508AA81FF949}"/>
                    </a:ext>
                  </a:extLst>
                </p14:cNvPr>
                <p14:cNvContentPartPr/>
                <p14:nvPr/>
              </p14:nvContentPartPr>
              <p14:xfrm>
                <a:off x="3081792" y="6070464"/>
                <a:ext cx="60120" cy="247680"/>
              </p14:xfrm>
            </p:contentPart>
          </mc:Choice>
          <mc:Fallback>
            <p:pic>
              <p:nvPicPr>
                <p:cNvPr id="132" name="잉크 131">
                  <a:extLst>
                    <a:ext uri="{FF2B5EF4-FFF2-40B4-BE49-F238E27FC236}">
                      <a16:creationId xmlns:a16="http://schemas.microsoft.com/office/drawing/2014/main" id="{058EC699-7E98-002C-2ADF-508AA81FF94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065803" y="6054464"/>
                  <a:ext cx="91459" cy="27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33" name="잉크 132">
                  <a:extLst>
                    <a:ext uri="{FF2B5EF4-FFF2-40B4-BE49-F238E27FC236}">
                      <a16:creationId xmlns:a16="http://schemas.microsoft.com/office/drawing/2014/main" id="{60EBE4EF-F5B3-45FF-5B5E-A59CD7192142}"/>
                    </a:ext>
                  </a:extLst>
                </p14:cNvPr>
                <p14:cNvContentPartPr/>
                <p14:nvPr/>
              </p14:nvContentPartPr>
              <p14:xfrm>
                <a:off x="3199152" y="6245784"/>
                <a:ext cx="75240" cy="53640"/>
              </p14:xfrm>
            </p:contentPart>
          </mc:Choice>
          <mc:Fallback>
            <p:pic>
              <p:nvPicPr>
                <p:cNvPr id="133" name="잉크 132">
                  <a:extLst>
                    <a:ext uri="{FF2B5EF4-FFF2-40B4-BE49-F238E27FC236}">
                      <a16:creationId xmlns:a16="http://schemas.microsoft.com/office/drawing/2014/main" id="{60EBE4EF-F5B3-45FF-5B5E-A59CD719214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183211" y="6229820"/>
                  <a:ext cx="106484" cy="849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34" name="잉크 133">
                  <a:extLst>
                    <a:ext uri="{FF2B5EF4-FFF2-40B4-BE49-F238E27FC236}">
                      <a16:creationId xmlns:a16="http://schemas.microsoft.com/office/drawing/2014/main" id="{8E29C652-A05B-1E67-EE8E-5054F0DB845E}"/>
                    </a:ext>
                  </a:extLst>
                </p14:cNvPr>
                <p14:cNvContentPartPr/>
                <p14:nvPr/>
              </p14:nvContentPartPr>
              <p14:xfrm>
                <a:off x="3310032" y="6229224"/>
                <a:ext cx="52560" cy="59400"/>
              </p14:xfrm>
            </p:contentPart>
          </mc:Choice>
          <mc:Fallback>
            <p:pic>
              <p:nvPicPr>
                <p:cNvPr id="134" name="잉크 133">
                  <a:extLst>
                    <a:ext uri="{FF2B5EF4-FFF2-40B4-BE49-F238E27FC236}">
                      <a16:creationId xmlns:a16="http://schemas.microsoft.com/office/drawing/2014/main" id="{8E29C652-A05B-1E67-EE8E-5054F0DB845E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294201" y="6213256"/>
                  <a:ext cx="83589" cy="906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35" name="잉크 134">
                  <a:extLst>
                    <a:ext uri="{FF2B5EF4-FFF2-40B4-BE49-F238E27FC236}">
                      <a16:creationId xmlns:a16="http://schemas.microsoft.com/office/drawing/2014/main" id="{DF8A1A73-02A5-DC75-2713-830A4E52E32D}"/>
                    </a:ext>
                  </a:extLst>
                </p14:cNvPr>
                <p14:cNvContentPartPr/>
                <p14:nvPr/>
              </p14:nvContentPartPr>
              <p14:xfrm>
                <a:off x="3289512" y="6206184"/>
                <a:ext cx="120600" cy="221040"/>
              </p14:xfrm>
            </p:contentPart>
          </mc:Choice>
          <mc:Fallback>
            <p:pic>
              <p:nvPicPr>
                <p:cNvPr id="135" name="잉크 134">
                  <a:extLst>
                    <a:ext uri="{FF2B5EF4-FFF2-40B4-BE49-F238E27FC236}">
                      <a16:creationId xmlns:a16="http://schemas.microsoft.com/office/drawing/2014/main" id="{DF8A1A73-02A5-DC75-2713-830A4E52E32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273560" y="6190213"/>
                  <a:ext cx="151867" cy="252343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37" name="잉크 136">
                <a:extLst>
                  <a:ext uri="{FF2B5EF4-FFF2-40B4-BE49-F238E27FC236}">
                    <a16:creationId xmlns:a16="http://schemas.microsoft.com/office/drawing/2014/main" id="{D9DC88C6-4F40-D492-63EC-FF9AE4C589EA}"/>
                  </a:ext>
                </a:extLst>
              </p14:cNvPr>
              <p14:cNvContentPartPr/>
              <p14:nvPr/>
            </p14:nvContentPartPr>
            <p14:xfrm>
              <a:off x="2438815" y="7467411"/>
              <a:ext cx="82823" cy="36045"/>
            </p14:xfrm>
          </p:contentPart>
        </mc:Choice>
        <mc:Fallback>
          <p:pic>
            <p:nvPicPr>
              <p:cNvPr id="137" name="잉크 136">
                <a:extLst>
                  <a:ext uri="{FF2B5EF4-FFF2-40B4-BE49-F238E27FC236}">
                    <a16:creationId xmlns:a16="http://schemas.microsoft.com/office/drawing/2014/main" id="{D9DC88C6-4F40-D492-63EC-FF9AE4C589EA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2429812" y="7458489"/>
                <a:ext cx="100468" cy="535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38" name="잉크 137">
                <a:extLst>
                  <a:ext uri="{FF2B5EF4-FFF2-40B4-BE49-F238E27FC236}">
                    <a16:creationId xmlns:a16="http://schemas.microsoft.com/office/drawing/2014/main" id="{2D24F118-673A-3751-5968-FB96AE9AA242}"/>
                  </a:ext>
                </a:extLst>
              </p14:cNvPr>
              <p14:cNvContentPartPr/>
              <p14:nvPr/>
            </p14:nvContentPartPr>
            <p14:xfrm>
              <a:off x="4068536" y="7396739"/>
              <a:ext cx="1308150" cy="155520"/>
            </p14:xfrm>
          </p:contentPart>
        </mc:Choice>
        <mc:Fallback>
          <p:pic>
            <p:nvPicPr>
              <p:cNvPr id="138" name="잉크 137">
                <a:extLst>
                  <a:ext uri="{FF2B5EF4-FFF2-40B4-BE49-F238E27FC236}">
                    <a16:creationId xmlns:a16="http://schemas.microsoft.com/office/drawing/2014/main" id="{2D24F118-673A-3751-5968-FB96AE9AA242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4059537" y="7387760"/>
                <a:ext cx="1325789" cy="1731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39" name="잉크 138">
                <a:extLst>
                  <a:ext uri="{FF2B5EF4-FFF2-40B4-BE49-F238E27FC236}">
                    <a16:creationId xmlns:a16="http://schemas.microsoft.com/office/drawing/2014/main" id="{7E6EB278-FFA2-1674-4334-710A3FD24B82}"/>
                  </a:ext>
                </a:extLst>
              </p14:cNvPr>
              <p14:cNvContentPartPr/>
              <p14:nvPr/>
            </p14:nvContentPartPr>
            <p14:xfrm>
              <a:off x="1902433" y="5256516"/>
              <a:ext cx="680603" cy="895050"/>
            </p14:xfrm>
          </p:contentPart>
        </mc:Choice>
        <mc:Fallback>
          <p:pic>
            <p:nvPicPr>
              <p:cNvPr id="139" name="잉크 138">
                <a:extLst>
                  <a:ext uri="{FF2B5EF4-FFF2-40B4-BE49-F238E27FC236}">
                    <a16:creationId xmlns:a16="http://schemas.microsoft.com/office/drawing/2014/main" id="{7E6EB278-FFA2-1674-4334-710A3FD24B82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893435" y="5247519"/>
                <a:ext cx="698239" cy="912685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1BF4AE29-B82B-9664-DD70-5B1BABFE9647}"/>
              </a:ext>
            </a:extLst>
          </p:cNvPr>
          <p:cNvGrpSpPr/>
          <p:nvPr/>
        </p:nvGrpSpPr>
        <p:grpSpPr>
          <a:xfrm>
            <a:off x="2371855" y="4493496"/>
            <a:ext cx="2744861" cy="612968"/>
            <a:chOff x="4216632" y="580104"/>
            <a:chExt cx="4879752" cy="108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00" name="잉크 99">
                  <a:extLst>
                    <a:ext uri="{FF2B5EF4-FFF2-40B4-BE49-F238E27FC236}">
                      <a16:creationId xmlns:a16="http://schemas.microsoft.com/office/drawing/2014/main" id="{38BBF350-EF16-5ADA-F293-976F020EB056}"/>
                    </a:ext>
                  </a:extLst>
                </p14:cNvPr>
                <p14:cNvContentPartPr/>
                <p14:nvPr/>
              </p14:nvContentPartPr>
              <p14:xfrm>
                <a:off x="4216632" y="983304"/>
                <a:ext cx="746640" cy="686520"/>
              </p14:xfrm>
            </p:contentPart>
          </mc:Choice>
          <mc:Fallback>
            <p:pic>
              <p:nvPicPr>
                <p:cNvPr id="100" name="잉크 99">
                  <a:extLst>
                    <a:ext uri="{FF2B5EF4-FFF2-40B4-BE49-F238E27FC236}">
                      <a16:creationId xmlns:a16="http://schemas.microsoft.com/office/drawing/2014/main" id="{38BBF350-EF16-5ADA-F293-976F020EB05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200637" y="967309"/>
                  <a:ext cx="777990" cy="7178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1FE6EB99-0916-6BD3-E1D6-53BF05B87226}"/>
                    </a:ext>
                  </a:extLst>
                </p14:cNvPr>
                <p14:cNvContentPartPr/>
                <p14:nvPr/>
              </p14:nvContentPartPr>
              <p14:xfrm>
                <a:off x="4359552" y="1145664"/>
                <a:ext cx="529200" cy="138960"/>
              </p14:xfrm>
            </p:contentPart>
          </mc:Choice>
          <mc:Fallback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1FE6EB99-0916-6BD3-E1D6-53BF05B8722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343554" y="1129728"/>
                  <a:ext cx="560555" cy="1701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02" name="잉크 101">
                  <a:extLst>
                    <a:ext uri="{FF2B5EF4-FFF2-40B4-BE49-F238E27FC236}">
                      <a16:creationId xmlns:a16="http://schemas.microsoft.com/office/drawing/2014/main" id="{5C4D0318-B2AD-22ED-1CDD-70ACD6F3D743}"/>
                    </a:ext>
                  </a:extLst>
                </p14:cNvPr>
                <p14:cNvContentPartPr/>
                <p14:nvPr/>
              </p14:nvContentPartPr>
              <p14:xfrm>
                <a:off x="4290792" y="1288224"/>
                <a:ext cx="455040" cy="142560"/>
              </p14:xfrm>
            </p:contentPart>
          </mc:Choice>
          <mc:Fallback>
            <p:pic>
              <p:nvPicPr>
                <p:cNvPr id="102" name="잉크 101">
                  <a:extLst>
                    <a:ext uri="{FF2B5EF4-FFF2-40B4-BE49-F238E27FC236}">
                      <a16:creationId xmlns:a16="http://schemas.microsoft.com/office/drawing/2014/main" id="{5C4D0318-B2AD-22ED-1CDD-70ACD6F3D74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274814" y="1272242"/>
                  <a:ext cx="486356" cy="1738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39677A57-A784-4DB5-B711-04589CD7D1FE}"/>
                    </a:ext>
                  </a:extLst>
                </p14:cNvPr>
                <p14:cNvContentPartPr/>
                <p14:nvPr/>
              </p14:nvContentPartPr>
              <p14:xfrm>
                <a:off x="4290792" y="1465344"/>
                <a:ext cx="412920" cy="138960"/>
              </p14:xfrm>
            </p:contentPart>
          </mc:Choice>
          <mc:Fallback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39677A57-A784-4DB5-B711-04589CD7D1F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274812" y="1449408"/>
                  <a:ext cx="444241" cy="1701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05" name="잉크 104">
                  <a:extLst>
                    <a:ext uri="{FF2B5EF4-FFF2-40B4-BE49-F238E27FC236}">
                      <a16:creationId xmlns:a16="http://schemas.microsoft.com/office/drawing/2014/main" id="{6A7B5DD0-6B03-B10B-29C7-3EA070FE10C6}"/>
                    </a:ext>
                  </a:extLst>
                </p14:cNvPr>
                <p14:cNvContentPartPr/>
                <p14:nvPr/>
              </p14:nvContentPartPr>
              <p14:xfrm>
                <a:off x="5159472" y="917424"/>
                <a:ext cx="275400" cy="234000"/>
              </p14:xfrm>
            </p:contentPart>
          </mc:Choice>
          <mc:Fallback>
            <p:pic>
              <p:nvPicPr>
                <p:cNvPr id="105" name="잉크 104">
                  <a:extLst>
                    <a:ext uri="{FF2B5EF4-FFF2-40B4-BE49-F238E27FC236}">
                      <a16:creationId xmlns:a16="http://schemas.microsoft.com/office/drawing/2014/main" id="{6A7B5DD0-6B03-B10B-29C7-3EA070FE10C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143498" y="902080"/>
                  <a:ext cx="306710" cy="265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06" name="잉크 105">
                  <a:extLst>
                    <a:ext uri="{FF2B5EF4-FFF2-40B4-BE49-F238E27FC236}">
                      <a16:creationId xmlns:a16="http://schemas.microsoft.com/office/drawing/2014/main" id="{B423A3BD-9626-8C4F-98D7-ABE8F0CFFE44}"/>
                    </a:ext>
                  </a:extLst>
                </p14:cNvPr>
                <p14:cNvContentPartPr/>
                <p14:nvPr/>
              </p14:nvContentPartPr>
              <p14:xfrm>
                <a:off x="5173512" y="1050624"/>
                <a:ext cx="109080" cy="114120"/>
              </p14:xfrm>
            </p:contentPart>
          </mc:Choice>
          <mc:Fallback>
            <p:pic>
              <p:nvPicPr>
                <p:cNvPr id="106" name="잉크 105">
                  <a:extLst>
                    <a:ext uri="{FF2B5EF4-FFF2-40B4-BE49-F238E27FC236}">
                      <a16:creationId xmlns:a16="http://schemas.microsoft.com/office/drawing/2014/main" id="{B423A3BD-9626-8C4F-98D7-ABE8F0CFFE4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157565" y="1034685"/>
                  <a:ext cx="140337" cy="1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07" name="잉크 106">
                  <a:extLst>
                    <a:ext uri="{FF2B5EF4-FFF2-40B4-BE49-F238E27FC236}">
                      <a16:creationId xmlns:a16="http://schemas.microsoft.com/office/drawing/2014/main" id="{AEDDE8E9-A675-F410-7E42-CA82B3C87F0B}"/>
                    </a:ext>
                  </a:extLst>
                </p14:cNvPr>
                <p14:cNvContentPartPr/>
                <p14:nvPr/>
              </p14:nvContentPartPr>
              <p14:xfrm>
                <a:off x="5191872" y="1126224"/>
                <a:ext cx="267120" cy="109440"/>
              </p14:xfrm>
            </p:contentPart>
          </mc:Choice>
          <mc:Fallback>
            <p:pic>
              <p:nvPicPr>
                <p:cNvPr id="107" name="잉크 106">
                  <a:extLst>
                    <a:ext uri="{FF2B5EF4-FFF2-40B4-BE49-F238E27FC236}">
                      <a16:creationId xmlns:a16="http://schemas.microsoft.com/office/drawing/2014/main" id="{AEDDE8E9-A675-F410-7E42-CA82B3C87F0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176535" y="1110864"/>
                  <a:ext cx="298433" cy="14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08" name="잉크 107">
                  <a:extLst>
                    <a:ext uri="{FF2B5EF4-FFF2-40B4-BE49-F238E27FC236}">
                      <a16:creationId xmlns:a16="http://schemas.microsoft.com/office/drawing/2014/main" id="{9467AB6A-BA22-D42F-BD40-7C8417038BFB}"/>
                    </a:ext>
                  </a:extLst>
                </p14:cNvPr>
                <p14:cNvContentPartPr/>
                <p14:nvPr/>
              </p14:nvContentPartPr>
              <p14:xfrm>
                <a:off x="5154432" y="1179144"/>
                <a:ext cx="138240" cy="88200"/>
              </p14:xfrm>
            </p:contentPart>
          </mc:Choice>
          <mc:Fallback>
            <p:pic>
              <p:nvPicPr>
                <p:cNvPr id="108" name="잉크 107">
                  <a:extLst>
                    <a:ext uri="{FF2B5EF4-FFF2-40B4-BE49-F238E27FC236}">
                      <a16:creationId xmlns:a16="http://schemas.microsoft.com/office/drawing/2014/main" id="{9467AB6A-BA22-D42F-BD40-7C8417038BFB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139143" y="1163166"/>
                  <a:ext cx="169455" cy="1195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09" name="잉크 108">
                  <a:extLst>
                    <a:ext uri="{FF2B5EF4-FFF2-40B4-BE49-F238E27FC236}">
                      <a16:creationId xmlns:a16="http://schemas.microsoft.com/office/drawing/2014/main" id="{61876AAB-E5E6-7394-C749-FD70ED864059}"/>
                    </a:ext>
                  </a:extLst>
                </p14:cNvPr>
                <p14:cNvContentPartPr/>
                <p14:nvPr/>
              </p14:nvContentPartPr>
              <p14:xfrm>
                <a:off x="5191512" y="1272384"/>
                <a:ext cx="296280" cy="83520"/>
              </p14:xfrm>
            </p:contentPart>
          </mc:Choice>
          <mc:Fallback>
            <p:pic>
              <p:nvPicPr>
                <p:cNvPr id="109" name="잉크 108">
                  <a:extLst>
                    <a:ext uri="{FF2B5EF4-FFF2-40B4-BE49-F238E27FC236}">
                      <a16:creationId xmlns:a16="http://schemas.microsoft.com/office/drawing/2014/main" id="{61876AAB-E5E6-7394-C749-FD70ED86405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176154" y="1256445"/>
                  <a:ext cx="327636" cy="1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10" name="잉크 109">
                  <a:extLst>
                    <a:ext uri="{FF2B5EF4-FFF2-40B4-BE49-F238E27FC236}">
                      <a16:creationId xmlns:a16="http://schemas.microsoft.com/office/drawing/2014/main" id="{7E78978D-8875-3CBE-CE31-64E3CCB16A1B}"/>
                    </a:ext>
                  </a:extLst>
                </p14:cNvPr>
                <p14:cNvContentPartPr/>
                <p14:nvPr/>
              </p14:nvContentPartPr>
              <p14:xfrm>
                <a:off x="5169192" y="1294704"/>
                <a:ext cx="184320" cy="75240"/>
              </p14:xfrm>
            </p:contentPart>
          </mc:Choice>
          <mc:Fallback>
            <p:pic>
              <p:nvPicPr>
                <p:cNvPr id="110" name="잉크 109">
                  <a:extLst>
                    <a:ext uri="{FF2B5EF4-FFF2-40B4-BE49-F238E27FC236}">
                      <a16:creationId xmlns:a16="http://schemas.microsoft.com/office/drawing/2014/main" id="{7E78978D-8875-3CBE-CE31-64E3CCB16A1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153247" y="1278763"/>
                  <a:ext cx="215571" cy="1064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11" name="잉크 110">
                  <a:extLst>
                    <a:ext uri="{FF2B5EF4-FFF2-40B4-BE49-F238E27FC236}">
                      <a16:creationId xmlns:a16="http://schemas.microsoft.com/office/drawing/2014/main" id="{33DB4454-68AA-2A3F-F57C-767687EF712A}"/>
                    </a:ext>
                  </a:extLst>
                </p14:cNvPr>
                <p14:cNvContentPartPr/>
                <p14:nvPr/>
              </p14:nvContentPartPr>
              <p14:xfrm>
                <a:off x="5240112" y="1437624"/>
                <a:ext cx="293040" cy="81000"/>
              </p14:xfrm>
            </p:contentPart>
          </mc:Choice>
          <mc:Fallback>
            <p:pic>
              <p:nvPicPr>
                <p:cNvPr id="111" name="잉크 110">
                  <a:extLst>
                    <a:ext uri="{FF2B5EF4-FFF2-40B4-BE49-F238E27FC236}">
                      <a16:creationId xmlns:a16="http://schemas.microsoft.com/office/drawing/2014/main" id="{33DB4454-68AA-2A3F-F57C-767687EF712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224116" y="1421679"/>
                  <a:ext cx="324391" cy="1122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12" name="잉크 111">
                  <a:extLst>
                    <a:ext uri="{FF2B5EF4-FFF2-40B4-BE49-F238E27FC236}">
                      <a16:creationId xmlns:a16="http://schemas.microsoft.com/office/drawing/2014/main" id="{D881B839-E046-9259-600E-D2EA8BAAA945}"/>
                    </a:ext>
                  </a:extLst>
                </p14:cNvPr>
                <p14:cNvContentPartPr/>
                <p14:nvPr/>
              </p14:nvContentPartPr>
              <p14:xfrm>
                <a:off x="5226792" y="1418184"/>
                <a:ext cx="171000" cy="105840"/>
              </p14:xfrm>
            </p:contentPart>
          </mc:Choice>
          <mc:Fallback>
            <p:pic>
              <p:nvPicPr>
                <p:cNvPr id="112" name="잉크 111">
                  <a:extLst>
                    <a:ext uri="{FF2B5EF4-FFF2-40B4-BE49-F238E27FC236}">
                      <a16:creationId xmlns:a16="http://schemas.microsoft.com/office/drawing/2014/main" id="{D881B839-E046-9259-600E-D2EA8BAAA94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210781" y="1402882"/>
                  <a:ext cx="202382" cy="1370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0" name="잉크 139">
                  <a:extLst>
                    <a:ext uri="{FF2B5EF4-FFF2-40B4-BE49-F238E27FC236}">
                      <a16:creationId xmlns:a16="http://schemas.microsoft.com/office/drawing/2014/main" id="{2A59A53D-4AB2-EB6C-0367-CDF55D93E907}"/>
                    </a:ext>
                  </a:extLst>
                </p14:cNvPr>
                <p14:cNvContentPartPr/>
                <p14:nvPr/>
              </p14:nvContentPartPr>
              <p14:xfrm>
                <a:off x="5462544" y="599544"/>
                <a:ext cx="1288080" cy="487440"/>
              </p14:xfrm>
            </p:contentPart>
          </mc:Choice>
          <mc:Fallback>
            <p:pic>
              <p:nvPicPr>
                <p:cNvPr id="140" name="잉크 139">
                  <a:extLst>
                    <a:ext uri="{FF2B5EF4-FFF2-40B4-BE49-F238E27FC236}">
                      <a16:creationId xmlns:a16="http://schemas.microsoft.com/office/drawing/2014/main" id="{2A59A53D-4AB2-EB6C-0367-CDF55D93E90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446547" y="583552"/>
                  <a:ext cx="1319434" cy="5187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1" name="잉크 140">
                  <a:extLst>
                    <a:ext uri="{FF2B5EF4-FFF2-40B4-BE49-F238E27FC236}">
                      <a16:creationId xmlns:a16="http://schemas.microsoft.com/office/drawing/2014/main" id="{80AF17C1-30A0-321D-7614-2B13209025E1}"/>
                    </a:ext>
                  </a:extLst>
                </p14:cNvPr>
                <p14:cNvContentPartPr/>
                <p14:nvPr/>
              </p14:nvContentPartPr>
              <p14:xfrm>
                <a:off x="7109904" y="594144"/>
                <a:ext cx="1000800" cy="500400"/>
              </p14:xfrm>
            </p:contentPart>
          </mc:Choice>
          <mc:Fallback>
            <p:pic>
              <p:nvPicPr>
                <p:cNvPr id="141" name="잉크 140">
                  <a:extLst>
                    <a:ext uri="{FF2B5EF4-FFF2-40B4-BE49-F238E27FC236}">
                      <a16:creationId xmlns:a16="http://schemas.microsoft.com/office/drawing/2014/main" id="{80AF17C1-30A0-321D-7614-2B13209025E1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093907" y="578147"/>
                  <a:ext cx="1032155" cy="5317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2" name="잉크 141">
                  <a:extLst>
                    <a:ext uri="{FF2B5EF4-FFF2-40B4-BE49-F238E27FC236}">
                      <a16:creationId xmlns:a16="http://schemas.microsoft.com/office/drawing/2014/main" id="{24DA7FA9-3A48-BA8B-4B49-FC96F98E2A6B}"/>
                    </a:ext>
                  </a:extLst>
                </p14:cNvPr>
                <p14:cNvContentPartPr/>
                <p14:nvPr/>
              </p14:nvContentPartPr>
              <p14:xfrm>
                <a:off x="8473584" y="580104"/>
                <a:ext cx="622800" cy="531720"/>
              </p14:xfrm>
            </p:contentPart>
          </mc:Choice>
          <mc:Fallback>
            <p:pic>
              <p:nvPicPr>
                <p:cNvPr id="142" name="잉크 141">
                  <a:extLst>
                    <a:ext uri="{FF2B5EF4-FFF2-40B4-BE49-F238E27FC236}">
                      <a16:creationId xmlns:a16="http://schemas.microsoft.com/office/drawing/2014/main" id="{24DA7FA9-3A48-BA8B-4B49-FC96F98E2A6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457598" y="564108"/>
                  <a:ext cx="654132" cy="563073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그룹 154">
            <a:extLst>
              <a:ext uri="{FF2B5EF4-FFF2-40B4-BE49-F238E27FC236}">
                <a16:creationId xmlns:a16="http://schemas.microsoft.com/office/drawing/2014/main" id="{F5FED266-D791-E8F1-1BB6-EEC2D1C55A5D}"/>
              </a:ext>
            </a:extLst>
          </p:cNvPr>
          <p:cNvGrpSpPr/>
          <p:nvPr/>
        </p:nvGrpSpPr>
        <p:grpSpPr>
          <a:xfrm>
            <a:off x="3693343" y="4825596"/>
            <a:ext cx="145193" cy="375435"/>
            <a:chOff x="6565944" y="1170504"/>
            <a:chExt cx="258120" cy="66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53" name="잉크 152">
                  <a:extLst>
                    <a:ext uri="{FF2B5EF4-FFF2-40B4-BE49-F238E27FC236}">
                      <a16:creationId xmlns:a16="http://schemas.microsoft.com/office/drawing/2014/main" id="{D49CB140-53CE-093C-6392-EEAAEB98E290}"/>
                    </a:ext>
                  </a:extLst>
                </p14:cNvPr>
                <p14:cNvContentPartPr/>
                <p14:nvPr/>
              </p14:nvContentPartPr>
              <p14:xfrm>
                <a:off x="6575304" y="1170504"/>
                <a:ext cx="192240" cy="326520"/>
              </p14:xfrm>
            </p:contentPart>
          </mc:Choice>
          <mc:Fallback>
            <p:pic>
              <p:nvPicPr>
                <p:cNvPr id="153" name="잉크 152">
                  <a:extLst>
                    <a:ext uri="{FF2B5EF4-FFF2-40B4-BE49-F238E27FC236}">
                      <a16:creationId xmlns:a16="http://schemas.microsoft.com/office/drawing/2014/main" id="{D49CB140-53CE-093C-6392-EEAAEB98E29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559337" y="1154529"/>
                  <a:ext cx="223535" cy="3578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54" name="잉크 153">
                  <a:extLst>
                    <a:ext uri="{FF2B5EF4-FFF2-40B4-BE49-F238E27FC236}">
                      <a16:creationId xmlns:a16="http://schemas.microsoft.com/office/drawing/2014/main" id="{EAF386C3-549C-75F6-4C00-B2AF150ED3B2}"/>
                    </a:ext>
                  </a:extLst>
                </p14:cNvPr>
                <p14:cNvContentPartPr/>
                <p14:nvPr/>
              </p14:nvContentPartPr>
              <p14:xfrm>
                <a:off x="6565944" y="1605744"/>
                <a:ext cx="258120" cy="232200"/>
              </p14:xfrm>
            </p:contentPart>
          </mc:Choice>
          <mc:Fallback>
            <p:pic>
              <p:nvPicPr>
                <p:cNvPr id="154" name="잉크 153">
                  <a:extLst>
                    <a:ext uri="{FF2B5EF4-FFF2-40B4-BE49-F238E27FC236}">
                      <a16:creationId xmlns:a16="http://schemas.microsoft.com/office/drawing/2014/main" id="{EAF386C3-549C-75F6-4C00-B2AF150ED3B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550610" y="1590392"/>
                  <a:ext cx="289427" cy="26354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BEE76C43-1964-C302-2090-5EADB8977C08}"/>
              </a:ext>
            </a:extLst>
          </p:cNvPr>
          <p:cNvGrpSpPr/>
          <p:nvPr/>
        </p:nvGrpSpPr>
        <p:grpSpPr>
          <a:xfrm>
            <a:off x="2531601" y="6034116"/>
            <a:ext cx="846045" cy="719280"/>
            <a:chOff x="4500624" y="3318984"/>
            <a:chExt cx="1504080" cy="1278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4" name="잉크 143">
                  <a:extLst>
                    <a:ext uri="{FF2B5EF4-FFF2-40B4-BE49-F238E27FC236}">
                      <a16:creationId xmlns:a16="http://schemas.microsoft.com/office/drawing/2014/main" id="{7D986D34-78CA-6D54-94BE-152B39FCF0E7}"/>
                    </a:ext>
                  </a:extLst>
                </p14:cNvPr>
                <p14:cNvContentPartPr/>
                <p14:nvPr/>
              </p14:nvContentPartPr>
              <p14:xfrm>
                <a:off x="5323944" y="4440384"/>
                <a:ext cx="23040" cy="91080"/>
              </p14:xfrm>
            </p:contentPart>
          </mc:Choice>
          <mc:Fallback>
            <p:pic>
              <p:nvPicPr>
                <p:cNvPr id="144" name="잉크 143">
                  <a:extLst>
                    <a:ext uri="{FF2B5EF4-FFF2-40B4-BE49-F238E27FC236}">
                      <a16:creationId xmlns:a16="http://schemas.microsoft.com/office/drawing/2014/main" id="{7D986D34-78CA-6D54-94BE-152B39FCF0E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307944" y="4424349"/>
                  <a:ext cx="54400" cy="1225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5" name="잉크 144">
                  <a:extLst>
                    <a:ext uri="{FF2B5EF4-FFF2-40B4-BE49-F238E27FC236}">
                      <a16:creationId xmlns:a16="http://schemas.microsoft.com/office/drawing/2014/main" id="{6B36CA6F-BC4B-AF02-0F6A-E2C2AA2FE24A}"/>
                    </a:ext>
                  </a:extLst>
                </p14:cNvPr>
                <p14:cNvContentPartPr/>
                <p14:nvPr/>
              </p14:nvContentPartPr>
              <p14:xfrm>
                <a:off x="5027304" y="4181544"/>
                <a:ext cx="330120" cy="416160"/>
              </p14:xfrm>
            </p:contentPart>
          </mc:Choice>
          <mc:Fallback>
            <p:pic>
              <p:nvPicPr>
                <p:cNvPr id="145" name="잉크 144">
                  <a:extLst>
                    <a:ext uri="{FF2B5EF4-FFF2-40B4-BE49-F238E27FC236}">
                      <a16:creationId xmlns:a16="http://schemas.microsoft.com/office/drawing/2014/main" id="{6B36CA6F-BC4B-AF02-0F6A-E2C2AA2FE24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011310" y="4166202"/>
                  <a:ext cx="361469" cy="4474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6" name="잉크 145">
                  <a:extLst>
                    <a:ext uri="{FF2B5EF4-FFF2-40B4-BE49-F238E27FC236}">
                      <a16:creationId xmlns:a16="http://schemas.microsoft.com/office/drawing/2014/main" id="{9D860EF0-C0F3-5BA6-F195-A7FFFAE4F916}"/>
                    </a:ext>
                  </a:extLst>
                </p14:cNvPr>
                <p14:cNvContentPartPr/>
                <p14:nvPr/>
              </p14:nvContentPartPr>
              <p14:xfrm>
                <a:off x="4700784" y="4214304"/>
                <a:ext cx="201600" cy="56880"/>
              </p14:xfrm>
            </p:contentPart>
          </mc:Choice>
          <mc:Fallback>
            <p:pic>
              <p:nvPicPr>
                <p:cNvPr id="146" name="잉크 145">
                  <a:extLst>
                    <a:ext uri="{FF2B5EF4-FFF2-40B4-BE49-F238E27FC236}">
                      <a16:creationId xmlns:a16="http://schemas.microsoft.com/office/drawing/2014/main" id="{9D860EF0-C0F3-5BA6-F195-A7FFFAE4F916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684784" y="4198326"/>
                  <a:ext cx="232960" cy="881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7" name="잉크 146">
                  <a:extLst>
                    <a:ext uri="{FF2B5EF4-FFF2-40B4-BE49-F238E27FC236}">
                      <a16:creationId xmlns:a16="http://schemas.microsoft.com/office/drawing/2014/main" id="{2C8217AE-FB77-DE3A-E9A0-940FD47499CD}"/>
                    </a:ext>
                  </a:extLst>
                </p14:cNvPr>
                <p14:cNvContentPartPr/>
                <p14:nvPr/>
              </p14:nvContentPartPr>
              <p14:xfrm>
                <a:off x="4835784" y="4132944"/>
                <a:ext cx="85320" cy="189000"/>
              </p14:xfrm>
            </p:contentPart>
          </mc:Choice>
          <mc:Fallback>
            <p:pic>
              <p:nvPicPr>
                <p:cNvPr id="147" name="잉크 146">
                  <a:extLst>
                    <a:ext uri="{FF2B5EF4-FFF2-40B4-BE49-F238E27FC236}">
                      <a16:creationId xmlns:a16="http://schemas.microsoft.com/office/drawing/2014/main" id="{2C8217AE-FB77-DE3A-E9A0-940FD47499CD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819866" y="4116981"/>
                  <a:ext cx="116519" cy="2202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8" name="잉크 147">
                  <a:extLst>
                    <a:ext uri="{FF2B5EF4-FFF2-40B4-BE49-F238E27FC236}">
                      <a16:creationId xmlns:a16="http://schemas.microsoft.com/office/drawing/2014/main" id="{59DB97E5-88AC-CFCC-4BFF-2B177058BDE0}"/>
                    </a:ext>
                  </a:extLst>
                </p14:cNvPr>
                <p14:cNvContentPartPr/>
                <p14:nvPr/>
              </p14:nvContentPartPr>
              <p14:xfrm>
                <a:off x="4725264" y="3906504"/>
                <a:ext cx="55440" cy="169200"/>
              </p14:xfrm>
            </p:contentPart>
          </mc:Choice>
          <mc:Fallback>
            <p:pic>
              <p:nvPicPr>
                <p:cNvPr id="148" name="잉크 147">
                  <a:extLst>
                    <a:ext uri="{FF2B5EF4-FFF2-40B4-BE49-F238E27FC236}">
                      <a16:creationId xmlns:a16="http://schemas.microsoft.com/office/drawing/2014/main" id="{59DB97E5-88AC-CFCC-4BFF-2B177058BDE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709333" y="3890542"/>
                  <a:ext cx="86665" cy="200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9" name="잉크 148">
                  <a:extLst>
                    <a:ext uri="{FF2B5EF4-FFF2-40B4-BE49-F238E27FC236}">
                      <a16:creationId xmlns:a16="http://schemas.microsoft.com/office/drawing/2014/main" id="{01705D60-40CE-DEE8-FEA8-FBC673062243}"/>
                    </a:ext>
                  </a:extLst>
                </p14:cNvPr>
                <p14:cNvContentPartPr/>
                <p14:nvPr/>
              </p14:nvContentPartPr>
              <p14:xfrm>
                <a:off x="4796184" y="3968424"/>
                <a:ext cx="54720" cy="44280"/>
              </p14:xfrm>
            </p:contentPart>
          </mc:Choice>
          <mc:Fallback>
            <p:pic>
              <p:nvPicPr>
                <p:cNvPr id="149" name="잉크 148">
                  <a:extLst>
                    <a:ext uri="{FF2B5EF4-FFF2-40B4-BE49-F238E27FC236}">
                      <a16:creationId xmlns:a16="http://schemas.microsoft.com/office/drawing/2014/main" id="{01705D60-40CE-DEE8-FEA8-FBC67306224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780277" y="3952610"/>
                  <a:ext cx="85898" cy="752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0" name="잉크 149">
                  <a:extLst>
                    <a:ext uri="{FF2B5EF4-FFF2-40B4-BE49-F238E27FC236}">
                      <a16:creationId xmlns:a16="http://schemas.microsoft.com/office/drawing/2014/main" id="{FF210025-AB8B-6D28-0049-AF7AFC32FD3E}"/>
                    </a:ext>
                  </a:extLst>
                </p14:cNvPr>
                <p14:cNvContentPartPr/>
                <p14:nvPr/>
              </p14:nvContentPartPr>
              <p14:xfrm>
                <a:off x="4894824" y="3943584"/>
                <a:ext cx="38520" cy="48240"/>
              </p14:xfrm>
            </p:contentPart>
          </mc:Choice>
          <mc:Fallback>
            <p:pic>
              <p:nvPicPr>
                <p:cNvPr id="150" name="잉크 149">
                  <a:extLst>
                    <a:ext uri="{FF2B5EF4-FFF2-40B4-BE49-F238E27FC236}">
                      <a16:creationId xmlns:a16="http://schemas.microsoft.com/office/drawing/2014/main" id="{FF210025-AB8B-6D28-0049-AF7AFC32FD3E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878774" y="3927716"/>
                  <a:ext cx="69978" cy="793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1" name="잉크 150">
                  <a:extLst>
                    <a:ext uri="{FF2B5EF4-FFF2-40B4-BE49-F238E27FC236}">
                      <a16:creationId xmlns:a16="http://schemas.microsoft.com/office/drawing/2014/main" id="{5C03F6EB-3B5E-8049-0917-D23539B62DFE}"/>
                    </a:ext>
                  </a:extLst>
                </p14:cNvPr>
                <p14:cNvContentPartPr/>
                <p14:nvPr/>
              </p14:nvContentPartPr>
              <p14:xfrm>
                <a:off x="4815624" y="3943584"/>
                <a:ext cx="151200" cy="196200"/>
              </p14:xfrm>
            </p:contentPart>
          </mc:Choice>
          <mc:Fallback>
            <p:pic>
              <p:nvPicPr>
                <p:cNvPr id="151" name="잉크 150">
                  <a:extLst>
                    <a:ext uri="{FF2B5EF4-FFF2-40B4-BE49-F238E27FC236}">
                      <a16:creationId xmlns:a16="http://schemas.microsoft.com/office/drawing/2014/main" id="{5C03F6EB-3B5E-8049-0917-D23539B62DF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799675" y="3927607"/>
                  <a:ext cx="182461" cy="2275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6" name="잉크 155">
                  <a:extLst>
                    <a:ext uri="{FF2B5EF4-FFF2-40B4-BE49-F238E27FC236}">
                      <a16:creationId xmlns:a16="http://schemas.microsoft.com/office/drawing/2014/main" id="{E597FEDF-8FE6-1731-AF6D-869837BE5E6C}"/>
                    </a:ext>
                  </a:extLst>
                </p14:cNvPr>
                <p14:cNvContentPartPr/>
                <p14:nvPr/>
              </p14:nvContentPartPr>
              <p14:xfrm>
                <a:off x="4500624" y="3577104"/>
                <a:ext cx="790920" cy="476280"/>
              </p14:xfrm>
            </p:contentPart>
          </mc:Choice>
          <mc:Fallback>
            <p:pic>
              <p:nvPicPr>
                <p:cNvPr id="156" name="잉크 155">
                  <a:extLst>
                    <a:ext uri="{FF2B5EF4-FFF2-40B4-BE49-F238E27FC236}">
                      <a16:creationId xmlns:a16="http://schemas.microsoft.com/office/drawing/2014/main" id="{E597FEDF-8FE6-1731-AF6D-869837BE5E6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484626" y="3561121"/>
                  <a:ext cx="822275" cy="5076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7" name="잉크 156">
                  <a:extLst>
                    <a:ext uri="{FF2B5EF4-FFF2-40B4-BE49-F238E27FC236}">
                      <a16:creationId xmlns:a16="http://schemas.microsoft.com/office/drawing/2014/main" id="{24A1AFC8-FCF9-1E25-CD59-94460792E6CC}"/>
                    </a:ext>
                  </a:extLst>
                </p14:cNvPr>
                <p14:cNvContentPartPr/>
                <p14:nvPr/>
              </p14:nvContentPartPr>
              <p14:xfrm>
                <a:off x="4522224" y="3793824"/>
                <a:ext cx="77400" cy="147960"/>
              </p14:xfrm>
            </p:contentPart>
          </mc:Choice>
          <mc:Fallback>
            <p:pic>
              <p:nvPicPr>
                <p:cNvPr id="157" name="잉크 156">
                  <a:extLst>
                    <a:ext uri="{FF2B5EF4-FFF2-40B4-BE49-F238E27FC236}">
                      <a16:creationId xmlns:a16="http://schemas.microsoft.com/office/drawing/2014/main" id="{24A1AFC8-FCF9-1E25-CD59-94460792E6C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506232" y="3778518"/>
                  <a:ext cx="108744" cy="1792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8" name="잉크 157">
                  <a:extLst>
                    <a:ext uri="{FF2B5EF4-FFF2-40B4-BE49-F238E27FC236}">
                      <a16:creationId xmlns:a16="http://schemas.microsoft.com/office/drawing/2014/main" id="{953D1FF1-2E1D-F60E-6BB1-52D0E9DCE96B}"/>
                    </a:ext>
                  </a:extLst>
                </p14:cNvPr>
                <p14:cNvContentPartPr/>
                <p14:nvPr/>
              </p14:nvContentPartPr>
              <p14:xfrm>
                <a:off x="5327184" y="3363264"/>
                <a:ext cx="104760" cy="181080"/>
              </p14:xfrm>
            </p:contentPart>
          </mc:Choice>
          <mc:Fallback>
            <p:pic>
              <p:nvPicPr>
                <p:cNvPr id="158" name="잉크 157">
                  <a:extLst>
                    <a:ext uri="{FF2B5EF4-FFF2-40B4-BE49-F238E27FC236}">
                      <a16:creationId xmlns:a16="http://schemas.microsoft.com/office/drawing/2014/main" id="{953D1FF1-2E1D-F60E-6BB1-52D0E9DCE96B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5311214" y="3347324"/>
                  <a:ext cx="136060" cy="2123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9" name="잉크 158">
                  <a:extLst>
                    <a:ext uri="{FF2B5EF4-FFF2-40B4-BE49-F238E27FC236}">
                      <a16:creationId xmlns:a16="http://schemas.microsoft.com/office/drawing/2014/main" id="{CCD5C4B9-2D93-E09C-1FF0-7898BEB2FBD8}"/>
                    </a:ext>
                  </a:extLst>
                </p14:cNvPr>
                <p14:cNvContentPartPr/>
                <p14:nvPr/>
              </p14:nvContentPartPr>
              <p14:xfrm>
                <a:off x="5357784" y="3397464"/>
                <a:ext cx="42480" cy="65160"/>
              </p14:xfrm>
            </p:contentPart>
          </mc:Choice>
          <mc:Fallback>
            <p:pic>
              <p:nvPicPr>
                <p:cNvPr id="159" name="잉크 158">
                  <a:extLst>
                    <a:ext uri="{FF2B5EF4-FFF2-40B4-BE49-F238E27FC236}">
                      <a16:creationId xmlns:a16="http://schemas.microsoft.com/office/drawing/2014/main" id="{CCD5C4B9-2D93-E09C-1FF0-7898BEB2FBD8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5341933" y="3381493"/>
                  <a:ext cx="73547" cy="964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0" name="잉크 159">
                  <a:extLst>
                    <a:ext uri="{FF2B5EF4-FFF2-40B4-BE49-F238E27FC236}">
                      <a16:creationId xmlns:a16="http://schemas.microsoft.com/office/drawing/2014/main" id="{13176B14-A6A7-1127-2E3C-AAC0732B75F4}"/>
                    </a:ext>
                  </a:extLst>
                </p14:cNvPr>
                <p14:cNvContentPartPr/>
                <p14:nvPr/>
              </p14:nvContentPartPr>
              <p14:xfrm>
                <a:off x="5404224" y="3471624"/>
                <a:ext cx="77040" cy="104760"/>
              </p14:xfrm>
            </p:contentPart>
          </mc:Choice>
          <mc:Fallback>
            <p:pic>
              <p:nvPicPr>
                <p:cNvPr id="160" name="잉크 159">
                  <a:extLst>
                    <a:ext uri="{FF2B5EF4-FFF2-40B4-BE49-F238E27FC236}">
                      <a16:creationId xmlns:a16="http://schemas.microsoft.com/office/drawing/2014/main" id="{13176B14-A6A7-1127-2E3C-AAC0732B75F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5388307" y="3455654"/>
                  <a:ext cx="108238" cy="1360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1" name="잉크 160">
                  <a:extLst>
                    <a:ext uri="{FF2B5EF4-FFF2-40B4-BE49-F238E27FC236}">
                      <a16:creationId xmlns:a16="http://schemas.microsoft.com/office/drawing/2014/main" id="{1423848B-14D4-F6E0-D5C8-03F2356F8BF1}"/>
                    </a:ext>
                  </a:extLst>
                </p14:cNvPr>
                <p14:cNvContentPartPr/>
                <p14:nvPr/>
              </p14:nvContentPartPr>
              <p14:xfrm>
                <a:off x="5497464" y="3474864"/>
                <a:ext cx="46440" cy="99000"/>
              </p14:xfrm>
            </p:contentPart>
          </mc:Choice>
          <mc:Fallback>
            <p:pic>
              <p:nvPicPr>
                <p:cNvPr id="161" name="잉크 160">
                  <a:extLst>
                    <a:ext uri="{FF2B5EF4-FFF2-40B4-BE49-F238E27FC236}">
                      <a16:creationId xmlns:a16="http://schemas.microsoft.com/office/drawing/2014/main" id="{1423848B-14D4-F6E0-D5C8-03F2356F8BF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5481560" y="3459535"/>
                  <a:ext cx="77612" cy="1302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2" name="잉크 161">
                  <a:extLst>
                    <a:ext uri="{FF2B5EF4-FFF2-40B4-BE49-F238E27FC236}">
                      <a16:creationId xmlns:a16="http://schemas.microsoft.com/office/drawing/2014/main" id="{AEA4B5DB-4667-A136-F423-328913C0D550}"/>
                    </a:ext>
                  </a:extLst>
                </p14:cNvPr>
                <p14:cNvContentPartPr/>
                <p14:nvPr/>
              </p14:nvContentPartPr>
              <p14:xfrm>
                <a:off x="5575944" y="3497184"/>
                <a:ext cx="90000" cy="59760"/>
              </p14:xfrm>
            </p:contentPart>
          </mc:Choice>
          <mc:Fallback>
            <p:pic>
              <p:nvPicPr>
                <p:cNvPr id="162" name="잉크 161">
                  <a:extLst>
                    <a:ext uri="{FF2B5EF4-FFF2-40B4-BE49-F238E27FC236}">
                      <a16:creationId xmlns:a16="http://schemas.microsoft.com/office/drawing/2014/main" id="{AEA4B5DB-4667-A136-F423-328913C0D550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560625" y="3481290"/>
                  <a:ext cx="121277" cy="909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3" name="잉크 162">
                  <a:extLst>
                    <a:ext uri="{FF2B5EF4-FFF2-40B4-BE49-F238E27FC236}">
                      <a16:creationId xmlns:a16="http://schemas.microsoft.com/office/drawing/2014/main" id="{EC892B2E-7A22-A7EC-9512-63072C9AD9D4}"/>
                    </a:ext>
                  </a:extLst>
                </p14:cNvPr>
                <p14:cNvContentPartPr/>
                <p14:nvPr/>
              </p14:nvContentPartPr>
              <p14:xfrm>
                <a:off x="5607264" y="3318984"/>
                <a:ext cx="13680" cy="210240"/>
              </p14:xfrm>
            </p:contentPart>
          </mc:Choice>
          <mc:Fallback>
            <p:pic>
              <p:nvPicPr>
                <p:cNvPr id="163" name="잉크 162">
                  <a:extLst>
                    <a:ext uri="{FF2B5EF4-FFF2-40B4-BE49-F238E27FC236}">
                      <a16:creationId xmlns:a16="http://schemas.microsoft.com/office/drawing/2014/main" id="{EC892B2E-7A22-A7EC-9512-63072C9AD9D4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591719" y="3303008"/>
                  <a:ext cx="44149" cy="2415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4" name="잉크 163">
                  <a:extLst>
                    <a:ext uri="{FF2B5EF4-FFF2-40B4-BE49-F238E27FC236}">
                      <a16:creationId xmlns:a16="http://schemas.microsoft.com/office/drawing/2014/main" id="{E3E0A4E2-5AA7-91F9-0C00-10E776328214}"/>
                    </a:ext>
                  </a:extLst>
                </p14:cNvPr>
                <p14:cNvContentPartPr/>
                <p14:nvPr/>
              </p14:nvContentPartPr>
              <p14:xfrm>
                <a:off x="5617344" y="3449304"/>
                <a:ext cx="119520" cy="278640"/>
              </p14:xfrm>
            </p:contentPart>
          </mc:Choice>
          <mc:Fallback>
            <p:pic>
              <p:nvPicPr>
                <p:cNvPr id="164" name="잉크 163">
                  <a:extLst>
                    <a:ext uri="{FF2B5EF4-FFF2-40B4-BE49-F238E27FC236}">
                      <a16:creationId xmlns:a16="http://schemas.microsoft.com/office/drawing/2014/main" id="{E3E0A4E2-5AA7-91F9-0C00-10E776328214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601365" y="3433327"/>
                  <a:ext cx="150838" cy="3099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5" name="잉크 164">
                  <a:extLst>
                    <a:ext uri="{FF2B5EF4-FFF2-40B4-BE49-F238E27FC236}">
                      <a16:creationId xmlns:a16="http://schemas.microsoft.com/office/drawing/2014/main" id="{F10F9179-DF02-E1B1-A4A6-1200617EEF5B}"/>
                    </a:ext>
                  </a:extLst>
                </p14:cNvPr>
                <p14:cNvContentPartPr/>
                <p14:nvPr/>
              </p14:nvContentPartPr>
              <p14:xfrm>
                <a:off x="5727504" y="3492504"/>
                <a:ext cx="59760" cy="68760"/>
              </p14:xfrm>
            </p:contentPart>
          </mc:Choice>
          <mc:Fallback>
            <p:pic>
              <p:nvPicPr>
                <p:cNvPr id="165" name="잉크 164">
                  <a:extLst>
                    <a:ext uri="{FF2B5EF4-FFF2-40B4-BE49-F238E27FC236}">
                      <a16:creationId xmlns:a16="http://schemas.microsoft.com/office/drawing/2014/main" id="{F10F9179-DF02-E1B1-A4A6-1200617EEF5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711610" y="3476587"/>
                  <a:ext cx="90911" cy="999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66" name="잉크 165">
                  <a:extLst>
                    <a:ext uri="{FF2B5EF4-FFF2-40B4-BE49-F238E27FC236}">
                      <a16:creationId xmlns:a16="http://schemas.microsoft.com/office/drawing/2014/main" id="{F7EEE9E7-608A-4A01-47EC-7952B9469DBA}"/>
                    </a:ext>
                  </a:extLst>
                </p14:cNvPr>
                <p14:cNvContentPartPr/>
                <p14:nvPr/>
              </p14:nvContentPartPr>
              <p14:xfrm>
                <a:off x="5916144" y="3558024"/>
                <a:ext cx="360" cy="360"/>
              </p14:xfrm>
            </p:contentPart>
          </mc:Choice>
          <mc:Fallback>
            <p:pic>
              <p:nvPicPr>
                <p:cNvPr id="166" name="잉크 165">
                  <a:extLst>
                    <a:ext uri="{FF2B5EF4-FFF2-40B4-BE49-F238E27FC236}">
                      <a16:creationId xmlns:a16="http://schemas.microsoft.com/office/drawing/2014/main" id="{F7EEE9E7-608A-4A01-47EC-7952B9469DB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907144" y="354938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7" name="잉크 166">
                  <a:extLst>
                    <a:ext uri="{FF2B5EF4-FFF2-40B4-BE49-F238E27FC236}">
                      <a16:creationId xmlns:a16="http://schemas.microsoft.com/office/drawing/2014/main" id="{DBEF4C42-6B4F-06D0-4414-2D4DF7F3328B}"/>
                    </a:ext>
                  </a:extLst>
                </p14:cNvPr>
                <p14:cNvContentPartPr/>
                <p14:nvPr/>
              </p14:nvContentPartPr>
              <p14:xfrm>
                <a:off x="5320704" y="3622824"/>
                <a:ext cx="684000" cy="100440"/>
              </p14:xfrm>
            </p:contentPart>
          </mc:Choice>
          <mc:Fallback>
            <p:pic>
              <p:nvPicPr>
                <p:cNvPr id="167" name="잉크 166">
                  <a:extLst>
                    <a:ext uri="{FF2B5EF4-FFF2-40B4-BE49-F238E27FC236}">
                      <a16:creationId xmlns:a16="http://schemas.microsoft.com/office/drawing/2014/main" id="{DBEF4C42-6B4F-06D0-4414-2D4DF7F3328B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304708" y="3606830"/>
                  <a:ext cx="715353" cy="13178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7" name="그룹 186">
            <a:extLst>
              <a:ext uri="{FF2B5EF4-FFF2-40B4-BE49-F238E27FC236}">
                <a16:creationId xmlns:a16="http://schemas.microsoft.com/office/drawing/2014/main" id="{C9CC3906-52E8-FDBF-EA95-E1E453E2B416}"/>
              </a:ext>
            </a:extLst>
          </p:cNvPr>
          <p:cNvGrpSpPr/>
          <p:nvPr/>
        </p:nvGrpSpPr>
        <p:grpSpPr>
          <a:xfrm>
            <a:off x="2567646" y="6697709"/>
            <a:ext cx="214650" cy="140535"/>
            <a:chOff x="4564704" y="4498704"/>
            <a:chExt cx="381600" cy="24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9" name="잉크 168">
                  <a:extLst>
                    <a:ext uri="{FF2B5EF4-FFF2-40B4-BE49-F238E27FC236}">
                      <a16:creationId xmlns:a16="http://schemas.microsoft.com/office/drawing/2014/main" id="{DEE658EB-B662-7773-9ACD-A8D78C70017B}"/>
                    </a:ext>
                  </a:extLst>
                </p14:cNvPr>
                <p14:cNvContentPartPr/>
                <p14:nvPr/>
              </p14:nvContentPartPr>
              <p14:xfrm>
                <a:off x="4564704" y="4516344"/>
                <a:ext cx="142200" cy="163440"/>
              </p14:xfrm>
            </p:contentPart>
          </mc:Choice>
          <mc:Fallback>
            <p:pic>
              <p:nvPicPr>
                <p:cNvPr id="169" name="잉크 168">
                  <a:extLst>
                    <a:ext uri="{FF2B5EF4-FFF2-40B4-BE49-F238E27FC236}">
                      <a16:creationId xmlns:a16="http://schemas.microsoft.com/office/drawing/2014/main" id="{DEE658EB-B662-7773-9ACD-A8D78C70017B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4549400" y="4500383"/>
                  <a:ext cx="173446" cy="1947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0" name="잉크 169">
                  <a:extLst>
                    <a:ext uri="{FF2B5EF4-FFF2-40B4-BE49-F238E27FC236}">
                      <a16:creationId xmlns:a16="http://schemas.microsoft.com/office/drawing/2014/main" id="{FD458C46-ECA8-13AE-FEEE-BED38761A0AE}"/>
                    </a:ext>
                  </a:extLst>
                </p14:cNvPr>
                <p14:cNvContentPartPr/>
                <p14:nvPr/>
              </p14:nvContentPartPr>
              <p14:xfrm>
                <a:off x="4716264" y="4558824"/>
                <a:ext cx="59760" cy="84600"/>
              </p14:xfrm>
            </p:contentPart>
          </mc:Choice>
          <mc:Fallback>
            <p:pic>
              <p:nvPicPr>
                <p:cNvPr id="170" name="잉크 169">
                  <a:extLst>
                    <a:ext uri="{FF2B5EF4-FFF2-40B4-BE49-F238E27FC236}">
                      <a16:creationId xmlns:a16="http://schemas.microsoft.com/office/drawing/2014/main" id="{FD458C46-ECA8-13AE-FEEE-BED38761A0AE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4700370" y="4542801"/>
                  <a:ext cx="90911" cy="1160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1" name="잉크 170">
                  <a:extLst>
                    <a:ext uri="{FF2B5EF4-FFF2-40B4-BE49-F238E27FC236}">
                      <a16:creationId xmlns:a16="http://schemas.microsoft.com/office/drawing/2014/main" id="{78BFA9EB-8E69-DAB5-7083-FBED28FE47CD}"/>
                    </a:ext>
                  </a:extLst>
                </p14:cNvPr>
                <p14:cNvContentPartPr/>
                <p14:nvPr/>
              </p14:nvContentPartPr>
              <p14:xfrm>
                <a:off x="4770624" y="4558824"/>
                <a:ext cx="360" cy="360"/>
              </p14:xfrm>
            </p:contentPart>
          </mc:Choice>
          <mc:Fallback>
            <p:pic>
              <p:nvPicPr>
                <p:cNvPr id="171" name="잉크 170">
                  <a:extLst>
                    <a:ext uri="{FF2B5EF4-FFF2-40B4-BE49-F238E27FC236}">
                      <a16:creationId xmlns:a16="http://schemas.microsoft.com/office/drawing/2014/main" id="{78BFA9EB-8E69-DAB5-7083-FBED28FE47CD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761624" y="454982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72" name="잉크 171">
                  <a:extLst>
                    <a:ext uri="{FF2B5EF4-FFF2-40B4-BE49-F238E27FC236}">
                      <a16:creationId xmlns:a16="http://schemas.microsoft.com/office/drawing/2014/main" id="{46ED699B-E59A-A544-F77F-1B0B8A3359F7}"/>
                    </a:ext>
                  </a:extLst>
                </p14:cNvPr>
                <p14:cNvContentPartPr/>
                <p14:nvPr/>
              </p14:nvContentPartPr>
              <p14:xfrm>
                <a:off x="4752984" y="4537584"/>
                <a:ext cx="17640" cy="138960"/>
              </p14:xfrm>
            </p:contentPart>
          </mc:Choice>
          <mc:Fallback>
            <p:pic>
              <p:nvPicPr>
                <p:cNvPr id="172" name="잉크 171">
                  <a:extLst>
                    <a:ext uri="{FF2B5EF4-FFF2-40B4-BE49-F238E27FC236}">
                      <a16:creationId xmlns:a16="http://schemas.microsoft.com/office/drawing/2014/main" id="{46ED699B-E59A-A544-F77F-1B0B8A3359F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737234" y="4521648"/>
                  <a:ext cx="48510" cy="1701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73" name="잉크 172">
                  <a:extLst>
                    <a:ext uri="{FF2B5EF4-FFF2-40B4-BE49-F238E27FC236}">
                      <a16:creationId xmlns:a16="http://schemas.microsoft.com/office/drawing/2014/main" id="{BAD3DEE0-7F9A-0365-2A68-78C947F726B9}"/>
                    </a:ext>
                  </a:extLst>
                </p14:cNvPr>
                <p14:cNvContentPartPr/>
                <p14:nvPr/>
              </p14:nvContentPartPr>
              <p14:xfrm>
                <a:off x="4774224" y="4498704"/>
                <a:ext cx="69120" cy="218880"/>
              </p14:xfrm>
            </p:contentPart>
          </mc:Choice>
          <mc:Fallback>
            <p:pic>
              <p:nvPicPr>
                <p:cNvPr id="173" name="잉크 172">
                  <a:extLst>
                    <a:ext uri="{FF2B5EF4-FFF2-40B4-BE49-F238E27FC236}">
                      <a16:creationId xmlns:a16="http://schemas.microsoft.com/office/drawing/2014/main" id="{BAD3DEE0-7F9A-0365-2A68-78C947F726B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758224" y="4482704"/>
                  <a:ext cx="100480" cy="25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2">
              <p14:nvContentPartPr>
                <p14:cNvPr id="174" name="잉크 173">
                  <a:extLst>
                    <a:ext uri="{FF2B5EF4-FFF2-40B4-BE49-F238E27FC236}">
                      <a16:creationId xmlns:a16="http://schemas.microsoft.com/office/drawing/2014/main" id="{7A737519-7E40-53C7-3793-3102B531F38F}"/>
                    </a:ext>
                  </a:extLst>
                </p14:cNvPr>
                <p14:cNvContentPartPr/>
                <p14:nvPr/>
              </p14:nvContentPartPr>
              <p14:xfrm>
                <a:off x="4859904" y="4603104"/>
                <a:ext cx="80280" cy="1440"/>
              </p14:xfrm>
            </p:contentPart>
          </mc:Choice>
          <mc:Fallback>
            <p:pic>
              <p:nvPicPr>
                <p:cNvPr id="174" name="잉크 173">
                  <a:extLst>
                    <a:ext uri="{FF2B5EF4-FFF2-40B4-BE49-F238E27FC236}">
                      <a16:creationId xmlns:a16="http://schemas.microsoft.com/office/drawing/2014/main" id="{7A737519-7E40-53C7-3793-3102B531F38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843975" y="4585104"/>
                  <a:ext cx="1115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4">
              <p14:nvContentPartPr>
                <p14:cNvPr id="175" name="잉크 174">
                  <a:extLst>
                    <a:ext uri="{FF2B5EF4-FFF2-40B4-BE49-F238E27FC236}">
                      <a16:creationId xmlns:a16="http://schemas.microsoft.com/office/drawing/2014/main" id="{4B7B1ABE-9619-B6E3-D6DD-914FBC218032}"/>
                    </a:ext>
                  </a:extLst>
                </p14:cNvPr>
                <p14:cNvContentPartPr/>
                <p14:nvPr/>
              </p14:nvContentPartPr>
              <p14:xfrm>
                <a:off x="4888704" y="4525344"/>
                <a:ext cx="57600" cy="163080"/>
              </p14:xfrm>
            </p:contentPart>
          </mc:Choice>
          <mc:Fallback>
            <p:pic>
              <p:nvPicPr>
                <p:cNvPr id="175" name="잉크 174">
                  <a:extLst>
                    <a:ext uri="{FF2B5EF4-FFF2-40B4-BE49-F238E27FC236}">
                      <a16:creationId xmlns:a16="http://schemas.microsoft.com/office/drawing/2014/main" id="{4B7B1ABE-9619-B6E3-D6DD-914FBC21803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872880" y="4509995"/>
                  <a:ext cx="88615" cy="1944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6">
              <p14:nvContentPartPr>
                <p14:cNvPr id="176" name="잉크 175">
                  <a:extLst>
                    <a:ext uri="{FF2B5EF4-FFF2-40B4-BE49-F238E27FC236}">
                      <a16:creationId xmlns:a16="http://schemas.microsoft.com/office/drawing/2014/main" id="{A0692D55-5872-2F12-51B5-6C8887A37EE0}"/>
                    </a:ext>
                  </a:extLst>
                </p14:cNvPr>
                <p14:cNvContentPartPr/>
                <p14:nvPr/>
              </p14:nvContentPartPr>
              <p14:xfrm>
                <a:off x="4805544" y="4506264"/>
                <a:ext cx="24120" cy="18000"/>
              </p14:xfrm>
            </p:contentPart>
          </mc:Choice>
          <mc:Fallback>
            <p:pic>
              <p:nvPicPr>
                <p:cNvPr id="176" name="잉크 175">
                  <a:extLst>
                    <a:ext uri="{FF2B5EF4-FFF2-40B4-BE49-F238E27FC236}">
                      <a16:creationId xmlns:a16="http://schemas.microsoft.com/office/drawing/2014/main" id="{A0692D55-5872-2F12-51B5-6C8887A37EE0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789676" y="4490193"/>
                  <a:ext cx="55222" cy="495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8">
              <p14:nvContentPartPr>
                <p14:cNvPr id="177" name="잉크 176">
                  <a:extLst>
                    <a:ext uri="{FF2B5EF4-FFF2-40B4-BE49-F238E27FC236}">
                      <a16:creationId xmlns:a16="http://schemas.microsoft.com/office/drawing/2014/main" id="{DC84E2B2-7F73-8141-ACB8-9D23DD5F9041}"/>
                    </a:ext>
                  </a:extLst>
                </p14:cNvPr>
                <p14:cNvContentPartPr/>
                <p14:nvPr/>
              </p14:nvContentPartPr>
              <p14:xfrm>
                <a:off x="4854864" y="4637304"/>
                <a:ext cx="360" cy="111240"/>
              </p14:xfrm>
            </p:contentPart>
          </mc:Choice>
          <mc:Fallback>
            <p:pic>
              <p:nvPicPr>
                <p:cNvPr id="177" name="잉크 176">
                  <a:extLst>
                    <a:ext uri="{FF2B5EF4-FFF2-40B4-BE49-F238E27FC236}">
                      <a16:creationId xmlns:a16="http://schemas.microsoft.com/office/drawing/2014/main" id="{DC84E2B2-7F73-8141-ACB8-9D23DD5F9041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845864" y="4621321"/>
                  <a:ext cx="18000" cy="142566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ED5E30AA-325F-3BB8-1103-384365A93BF4}"/>
              </a:ext>
            </a:extLst>
          </p:cNvPr>
          <p:cNvGrpSpPr/>
          <p:nvPr/>
        </p:nvGrpSpPr>
        <p:grpSpPr>
          <a:xfrm>
            <a:off x="2545978" y="6918028"/>
            <a:ext cx="288968" cy="187718"/>
            <a:chOff x="4526184" y="4890384"/>
            <a:chExt cx="513720" cy="33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8" name="잉크 177">
                  <a:extLst>
                    <a:ext uri="{FF2B5EF4-FFF2-40B4-BE49-F238E27FC236}">
                      <a16:creationId xmlns:a16="http://schemas.microsoft.com/office/drawing/2014/main" id="{EA8ED9EF-F2EF-C35D-BA1F-C4156EAEB683}"/>
                    </a:ext>
                  </a:extLst>
                </p14:cNvPr>
                <p14:cNvContentPartPr/>
                <p14:nvPr/>
              </p14:nvContentPartPr>
              <p14:xfrm>
                <a:off x="4526184" y="4919904"/>
                <a:ext cx="513720" cy="42480"/>
              </p14:xfrm>
            </p:contentPart>
          </mc:Choice>
          <mc:Fallback>
            <p:pic>
              <p:nvPicPr>
                <p:cNvPr id="178" name="잉크 177">
                  <a:extLst>
                    <a:ext uri="{FF2B5EF4-FFF2-40B4-BE49-F238E27FC236}">
                      <a16:creationId xmlns:a16="http://schemas.microsoft.com/office/drawing/2014/main" id="{EA8ED9EF-F2EF-C35D-BA1F-C4156EAEB683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4510190" y="4904053"/>
                  <a:ext cx="545068" cy="735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9" name="잉크 178">
                  <a:extLst>
                    <a:ext uri="{FF2B5EF4-FFF2-40B4-BE49-F238E27FC236}">
                      <a16:creationId xmlns:a16="http://schemas.microsoft.com/office/drawing/2014/main" id="{40C56342-B582-3AFE-60A2-AEE93BAEABC5}"/>
                    </a:ext>
                  </a:extLst>
                </p14:cNvPr>
                <p14:cNvContentPartPr/>
                <p14:nvPr/>
              </p14:nvContentPartPr>
              <p14:xfrm>
                <a:off x="4563264" y="4890384"/>
                <a:ext cx="59760" cy="113040"/>
              </p14:xfrm>
            </p:contentPart>
          </mc:Choice>
          <mc:Fallback>
            <p:pic>
              <p:nvPicPr>
                <p:cNvPr id="179" name="잉크 178">
                  <a:extLst>
                    <a:ext uri="{FF2B5EF4-FFF2-40B4-BE49-F238E27FC236}">
                      <a16:creationId xmlns:a16="http://schemas.microsoft.com/office/drawing/2014/main" id="{40C56342-B582-3AFE-60A2-AEE93BAEABC5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4547370" y="4874418"/>
                  <a:ext cx="90911" cy="1443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0" name="잉크 179">
                  <a:extLst>
                    <a:ext uri="{FF2B5EF4-FFF2-40B4-BE49-F238E27FC236}">
                      <a16:creationId xmlns:a16="http://schemas.microsoft.com/office/drawing/2014/main" id="{7C0DDA02-ABAA-A808-B523-07023010EEC7}"/>
                    </a:ext>
                  </a:extLst>
                </p14:cNvPr>
                <p14:cNvContentPartPr/>
                <p14:nvPr/>
              </p14:nvContentPartPr>
              <p14:xfrm>
                <a:off x="4601424" y="5110704"/>
                <a:ext cx="97200" cy="113400"/>
              </p14:xfrm>
            </p:contentPart>
          </mc:Choice>
          <mc:Fallback>
            <p:pic>
              <p:nvPicPr>
                <p:cNvPr id="180" name="잉크 179">
                  <a:extLst>
                    <a:ext uri="{FF2B5EF4-FFF2-40B4-BE49-F238E27FC236}">
                      <a16:creationId xmlns:a16="http://schemas.microsoft.com/office/drawing/2014/main" id="{7C0DDA02-ABAA-A808-B523-07023010EEC7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4585437" y="5095328"/>
                  <a:ext cx="128534" cy="1447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1" name="잉크 180">
                  <a:extLst>
                    <a:ext uri="{FF2B5EF4-FFF2-40B4-BE49-F238E27FC236}">
                      <a16:creationId xmlns:a16="http://schemas.microsoft.com/office/drawing/2014/main" id="{D732D807-D9EA-75FA-6094-E6A115B96195}"/>
                    </a:ext>
                  </a:extLst>
                </p14:cNvPr>
                <p14:cNvContentPartPr/>
                <p14:nvPr/>
              </p14:nvContentPartPr>
              <p14:xfrm>
                <a:off x="4713024" y="5069664"/>
                <a:ext cx="33120" cy="122400"/>
              </p14:xfrm>
            </p:contentPart>
          </mc:Choice>
          <mc:Fallback>
            <p:pic>
              <p:nvPicPr>
                <p:cNvPr id="181" name="잉크 180">
                  <a:extLst>
                    <a:ext uri="{FF2B5EF4-FFF2-40B4-BE49-F238E27FC236}">
                      <a16:creationId xmlns:a16="http://schemas.microsoft.com/office/drawing/2014/main" id="{D732D807-D9EA-75FA-6094-E6A115B96195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4697101" y="5053726"/>
                  <a:ext cx="64329" cy="1536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2" name="잉크 181">
                  <a:extLst>
                    <a:ext uri="{FF2B5EF4-FFF2-40B4-BE49-F238E27FC236}">
                      <a16:creationId xmlns:a16="http://schemas.microsoft.com/office/drawing/2014/main" id="{DDB69DDD-144B-0B7B-08E6-6A7ACD972152}"/>
                    </a:ext>
                  </a:extLst>
                </p14:cNvPr>
                <p14:cNvContentPartPr/>
                <p14:nvPr/>
              </p14:nvContentPartPr>
              <p14:xfrm>
                <a:off x="4714104" y="5069664"/>
                <a:ext cx="360" cy="360"/>
              </p14:xfrm>
            </p:contentPart>
          </mc:Choice>
          <mc:Fallback>
            <p:pic>
              <p:nvPicPr>
                <p:cNvPr id="182" name="잉크 181">
                  <a:extLst>
                    <a:ext uri="{FF2B5EF4-FFF2-40B4-BE49-F238E27FC236}">
                      <a16:creationId xmlns:a16="http://schemas.microsoft.com/office/drawing/2014/main" id="{DDB69DDD-144B-0B7B-08E6-6A7ACD972152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705104" y="506066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183" name="잉크 182">
                  <a:extLst>
                    <a:ext uri="{FF2B5EF4-FFF2-40B4-BE49-F238E27FC236}">
                      <a16:creationId xmlns:a16="http://schemas.microsoft.com/office/drawing/2014/main" id="{002066F0-8B05-E06D-5476-BB39B2E6569E}"/>
                    </a:ext>
                  </a:extLst>
                </p14:cNvPr>
                <p14:cNvContentPartPr/>
                <p14:nvPr/>
              </p14:nvContentPartPr>
              <p14:xfrm>
                <a:off x="4714104" y="5069664"/>
                <a:ext cx="90720" cy="127800"/>
              </p14:xfrm>
            </p:contentPart>
          </mc:Choice>
          <mc:Fallback>
            <p:pic>
              <p:nvPicPr>
                <p:cNvPr id="183" name="잉크 182">
                  <a:extLst>
                    <a:ext uri="{FF2B5EF4-FFF2-40B4-BE49-F238E27FC236}">
                      <a16:creationId xmlns:a16="http://schemas.microsoft.com/office/drawing/2014/main" id="{002066F0-8B05-E06D-5476-BB39B2E6569E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4698132" y="5053689"/>
                  <a:ext cx="122025" cy="15911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184" name="잉크 183">
                  <a:extLst>
                    <a:ext uri="{FF2B5EF4-FFF2-40B4-BE49-F238E27FC236}">
                      <a16:creationId xmlns:a16="http://schemas.microsoft.com/office/drawing/2014/main" id="{54A74D46-7DC7-4369-F412-DB9A139A0533}"/>
                    </a:ext>
                  </a:extLst>
                </p14:cNvPr>
                <p14:cNvContentPartPr/>
                <p14:nvPr/>
              </p14:nvContentPartPr>
              <p14:xfrm>
                <a:off x="4817784" y="5121864"/>
                <a:ext cx="61920" cy="74880"/>
              </p14:xfrm>
            </p:contentPart>
          </mc:Choice>
          <mc:Fallback>
            <p:pic>
              <p:nvPicPr>
                <p:cNvPr id="184" name="잉크 183">
                  <a:extLst>
                    <a:ext uri="{FF2B5EF4-FFF2-40B4-BE49-F238E27FC236}">
                      <a16:creationId xmlns:a16="http://schemas.microsoft.com/office/drawing/2014/main" id="{54A74D46-7DC7-4369-F412-DB9A139A0533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4801825" y="5105864"/>
                  <a:ext cx="93199" cy="10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185" name="잉크 184">
                  <a:extLst>
                    <a:ext uri="{FF2B5EF4-FFF2-40B4-BE49-F238E27FC236}">
                      <a16:creationId xmlns:a16="http://schemas.microsoft.com/office/drawing/2014/main" id="{5ADC8C24-D7C4-F271-50BB-4E379447376C}"/>
                    </a:ext>
                  </a:extLst>
                </p14:cNvPr>
                <p14:cNvContentPartPr/>
                <p14:nvPr/>
              </p14:nvContentPartPr>
              <p14:xfrm>
                <a:off x="4903104" y="5058504"/>
                <a:ext cx="75240" cy="163800"/>
              </p14:xfrm>
            </p:contentPart>
          </mc:Choice>
          <mc:Fallback>
            <p:pic>
              <p:nvPicPr>
                <p:cNvPr id="185" name="잉크 184">
                  <a:extLst>
                    <a:ext uri="{FF2B5EF4-FFF2-40B4-BE49-F238E27FC236}">
                      <a16:creationId xmlns:a16="http://schemas.microsoft.com/office/drawing/2014/main" id="{5ADC8C24-D7C4-F271-50BB-4E379447376C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4887163" y="5042570"/>
                  <a:ext cx="106484" cy="19503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78000DED-1E10-4C89-793E-8610F54D0BB4}"/>
              </a:ext>
            </a:extLst>
          </p:cNvPr>
          <p:cNvGrpSpPr/>
          <p:nvPr/>
        </p:nvGrpSpPr>
        <p:grpSpPr>
          <a:xfrm>
            <a:off x="2926476" y="6799161"/>
            <a:ext cx="701865" cy="298890"/>
            <a:chOff x="5202624" y="4679064"/>
            <a:chExt cx="1247760" cy="53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188" name="잉크 187">
                  <a:extLst>
                    <a:ext uri="{FF2B5EF4-FFF2-40B4-BE49-F238E27FC236}">
                      <a16:creationId xmlns:a16="http://schemas.microsoft.com/office/drawing/2014/main" id="{441C277F-95C0-F5A8-C46B-53EA2427F947}"/>
                    </a:ext>
                  </a:extLst>
                </p14:cNvPr>
                <p14:cNvContentPartPr/>
                <p14:nvPr/>
              </p14:nvContentPartPr>
              <p14:xfrm>
                <a:off x="5202624" y="4704624"/>
                <a:ext cx="341280" cy="301680"/>
              </p14:xfrm>
            </p:contentPart>
          </mc:Choice>
          <mc:Fallback>
            <p:pic>
              <p:nvPicPr>
                <p:cNvPr id="188" name="잉크 187">
                  <a:extLst>
                    <a:ext uri="{FF2B5EF4-FFF2-40B4-BE49-F238E27FC236}">
                      <a16:creationId xmlns:a16="http://schemas.microsoft.com/office/drawing/2014/main" id="{441C277F-95C0-F5A8-C46B-53EA2427F947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5186646" y="4688645"/>
                  <a:ext cx="372596" cy="3329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189" name="잉크 188">
                  <a:extLst>
                    <a:ext uri="{FF2B5EF4-FFF2-40B4-BE49-F238E27FC236}">
                      <a16:creationId xmlns:a16="http://schemas.microsoft.com/office/drawing/2014/main" id="{8EEF3D3A-4CDA-4403-9F2C-3737FD4E8DD3}"/>
                    </a:ext>
                  </a:extLst>
                </p14:cNvPr>
                <p14:cNvContentPartPr/>
                <p14:nvPr/>
              </p14:nvContentPartPr>
              <p14:xfrm>
                <a:off x="5625624" y="4822704"/>
                <a:ext cx="122400" cy="9000"/>
              </p14:xfrm>
            </p:contentPart>
          </mc:Choice>
          <mc:Fallback>
            <p:pic>
              <p:nvPicPr>
                <p:cNvPr id="189" name="잉크 188">
                  <a:extLst>
                    <a:ext uri="{FF2B5EF4-FFF2-40B4-BE49-F238E27FC236}">
                      <a16:creationId xmlns:a16="http://schemas.microsoft.com/office/drawing/2014/main" id="{8EEF3D3A-4CDA-4403-9F2C-3737FD4E8DD3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5609686" y="4806633"/>
                  <a:ext cx="153638" cy="405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190" name="잉크 189">
                  <a:extLst>
                    <a:ext uri="{FF2B5EF4-FFF2-40B4-BE49-F238E27FC236}">
                      <a16:creationId xmlns:a16="http://schemas.microsoft.com/office/drawing/2014/main" id="{D3342BF8-89C9-1156-6806-68B3917BCE63}"/>
                    </a:ext>
                  </a:extLst>
                </p14:cNvPr>
                <p14:cNvContentPartPr/>
                <p14:nvPr/>
              </p14:nvContentPartPr>
              <p14:xfrm>
                <a:off x="5714184" y="4724064"/>
                <a:ext cx="48240" cy="141840"/>
              </p14:xfrm>
            </p:contentPart>
          </mc:Choice>
          <mc:Fallback>
            <p:pic>
              <p:nvPicPr>
                <p:cNvPr id="190" name="잉크 189">
                  <a:extLst>
                    <a:ext uri="{FF2B5EF4-FFF2-40B4-BE49-F238E27FC236}">
                      <a16:creationId xmlns:a16="http://schemas.microsoft.com/office/drawing/2014/main" id="{D3342BF8-89C9-1156-6806-68B3917BCE63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5698316" y="4708091"/>
                  <a:ext cx="79342" cy="1731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191" name="잉크 190">
                  <a:extLst>
                    <a:ext uri="{FF2B5EF4-FFF2-40B4-BE49-F238E27FC236}">
                      <a16:creationId xmlns:a16="http://schemas.microsoft.com/office/drawing/2014/main" id="{C714655F-C13B-DEA5-8BA8-0B7AB60331FD}"/>
                    </a:ext>
                  </a:extLst>
                </p14:cNvPr>
                <p14:cNvContentPartPr/>
                <p14:nvPr/>
              </p14:nvContentPartPr>
              <p14:xfrm>
                <a:off x="5819664" y="4765104"/>
                <a:ext cx="87480" cy="9000"/>
              </p14:xfrm>
            </p:contentPart>
          </mc:Choice>
          <mc:Fallback>
            <p:pic>
              <p:nvPicPr>
                <p:cNvPr id="191" name="잉크 190">
                  <a:extLst>
                    <a:ext uri="{FF2B5EF4-FFF2-40B4-BE49-F238E27FC236}">
                      <a16:creationId xmlns:a16="http://schemas.microsoft.com/office/drawing/2014/main" id="{C714655F-C13B-DEA5-8BA8-0B7AB60331FD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5803700" y="4750704"/>
                  <a:ext cx="118768" cy="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192" name="잉크 191">
                  <a:extLst>
                    <a:ext uri="{FF2B5EF4-FFF2-40B4-BE49-F238E27FC236}">
                      <a16:creationId xmlns:a16="http://schemas.microsoft.com/office/drawing/2014/main" id="{D1247BFE-4FBC-BF8F-5E3E-78AE3A54FAAD}"/>
                    </a:ext>
                  </a:extLst>
                </p14:cNvPr>
                <p14:cNvContentPartPr/>
                <p14:nvPr/>
              </p14:nvContentPartPr>
              <p14:xfrm>
                <a:off x="5835144" y="4700304"/>
                <a:ext cx="66600" cy="166680"/>
              </p14:xfrm>
            </p:contentPart>
          </mc:Choice>
          <mc:Fallback>
            <p:pic>
              <p:nvPicPr>
                <p:cNvPr id="192" name="잉크 191">
                  <a:extLst>
                    <a:ext uri="{FF2B5EF4-FFF2-40B4-BE49-F238E27FC236}">
                      <a16:creationId xmlns:a16="http://schemas.microsoft.com/office/drawing/2014/main" id="{D1247BFE-4FBC-BF8F-5E3E-78AE3A54FAAD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5819134" y="4684338"/>
                  <a:ext cx="97979" cy="1979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193" name="잉크 192">
                  <a:extLst>
                    <a:ext uri="{FF2B5EF4-FFF2-40B4-BE49-F238E27FC236}">
                      <a16:creationId xmlns:a16="http://schemas.microsoft.com/office/drawing/2014/main" id="{5443C3B0-B74A-5A0B-2604-B5412263C29C}"/>
                    </a:ext>
                  </a:extLst>
                </p14:cNvPr>
                <p14:cNvContentPartPr/>
                <p14:nvPr/>
              </p14:nvContentPartPr>
              <p14:xfrm>
                <a:off x="5898864" y="4738104"/>
                <a:ext cx="38520" cy="1440"/>
              </p14:xfrm>
            </p:contentPart>
          </mc:Choice>
          <mc:Fallback>
            <p:pic>
              <p:nvPicPr>
                <p:cNvPr id="193" name="잉크 192">
                  <a:extLst>
                    <a:ext uri="{FF2B5EF4-FFF2-40B4-BE49-F238E27FC236}">
                      <a16:creationId xmlns:a16="http://schemas.microsoft.com/office/drawing/2014/main" id="{5443C3B0-B74A-5A0B-2604-B5412263C29C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5882814" y="4720104"/>
                  <a:ext cx="69978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194" name="잉크 193">
                  <a:extLst>
                    <a:ext uri="{FF2B5EF4-FFF2-40B4-BE49-F238E27FC236}">
                      <a16:creationId xmlns:a16="http://schemas.microsoft.com/office/drawing/2014/main" id="{BFAC0A7B-C2DB-9BF0-AB20-3FE43F721398}"/>
                    </a:ext>
                  </a:extLst>
                </p14:cNvPr>
                <p14:cNvContentPartPr/>
                <p14:nvPr/>
              </p14:nvContentPartPr>
              <p14:xfrm>
                <a:off x="5927664" y="4808304"/>
                <a:ext cx="10800" cy="74160"/>
              </p14:xfrm>
            </p:contentPart>
          </mc:Choice>
          <mc:Fallback>
            <p:pic>
              <p:nvPicPr>
                <p:cNvPr id="194" name="잉크 193">
                  <a:extLst>
                    <a:ext uri="{FF2B5EF4-FFF2-40B4-BE49-F238E27FC236}">
                      <a16:creationId xmlns:a16="http://schemas.microsoft.com/office/drawing/2014/main" id="{BFAC0A7B-C2DB-9BF0-AB20-3FE43F721398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5911782" y="4792321"/>
                  <a:ext cx="41929" cy="1054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195" name="잉크 194">
                  <a:extLst>
                    <a:ext uri="{FF2B5EF4-FFF2-40B4-BE49-F238E27FC236}">
                      <a16:creationId xmlns:a16="http://schemas.microsoft.com/office/drawing/2014/main" id="{D0B60350-5ED4-A0A8-633A-1F7BADAE4A27}"/>
                    </a:ext>
                  </a:extLst>
                </p14:cNvPr>
                <p14:cNvContentPartPr/>
                <p14:nvPr/>
              </p14:nvContentPartPr>
              <p14:xfrm>
                <a:off x="5974464" y="4787064"/>
                <a:ext cx="66600" cy="82800"/>
              </p14:xfrm>
            </p:contentPart>
          </mc:Choice>
          <mc:Fallback>
            <p:pic>
              <p:nvPicPr>
                <p:cNvPr id="195" name="잉크 194">
                  <a:extLst>
                    <a:ext uri="{FF2B5EF4-FFF2-40B4-BE49-F238E27FC236}">
                      <a16:creationId xmlns:a16="http://schemas.microsoft.com/office/drawing/2014/main" id="{D0B60350-5ED4-A0A8-633A-1F7BADAE4A27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5958454" y="4771141"/>
                  <a:ext cx="97979" cy="1140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196" name="잉크 195">
                  <a:extLst>
                    <a:ext uri="{FF2B5EF4-FFF2-40B4-BE49-F238E27FC236}">
                      <a16:creationId xmlns:a16="http://schemas.microsoft.com/office/drawing/2014/main" id="{D95F0771-6B96-372C-106E-FD2EE3A4F3D0}"/>
                    </a:ext>
                  </a:extLst>
                </p14:cNvPr>
                <p14:cNvContentPartPr/>
                <p14:nvPr/>
              </p14:nvContentPartPr>
              <p14:xfrm>
                <a:off x="6061944" y="4679064"/>
                <a:ext cx="61920" cy="182160"/>
              </p14:xfrm>
            </p:contentPart>
          </mc:Choice>
          <mc:Fallback>
            <p:pic>
              <p:nvPicPr>
                <p:cNvPr id="196" name="잉크 195">
                  <a:extLst>
                    <a:ext uri="{FF2B5EF4-FFF2-40B4-BE49-F238E27FC236}">
                      <a16:creationId xmlns:a16="http://schemas.microsoft.com/office/drawing/2014/main" id="{D95F0771-6B96-372C-106E-FD2EE3A4F3D0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6045985" y="4663085"/>
                  <a:ext cx="93199" cy="2134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197" name="잉크 196">
                  <a:extLst>
                    <a:ext uri="{FF2B5EF4-FFF2-40B4-BE49-F238E27FC236}">
                      <a16:creationId xmlns:a16="http://schemas.microsoft.com/office/drawing/2014/main" id="{EA5C04DC-2621-671F-CB53-FEC9D9A024BF}"/>
                    </a:ext>
                  </a:extLst>
                </p14:cNvPr>
                <p14:cNvContentPartPr/>
                <p14:nvPr/>
              </p14:nvContentPartPr>
              <p14:xfrm>
                <a:off x="6074544" y="4818384"/>
                <a:ext cx="57960" cy="54720"/>
              </p14:xfrm>
            </p:contentPart>
          </mc:Choice>
          <mc:Fallback>
            <p:pic>
              <p:nvPicPr>
                <p:cNvPr id="197" name="잉크 196">
                  <a:extLst>
                    <a:ext uri="{FF2B5EF4-FFF2-40B4-BE49-F238E27FC236}">
                      <a16:creationId xmlns:a16="http://schemas.microsoft.com/office/drawing/2014/main" id="{EA5C04DC-2621-671F-CB53-FEC9D9A024BF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6058621" y="4802477"/>
                  <a:ext cx="89169" cy="8589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198" name="잉크 197">
                  <a:extLst>
                    <a:ext uri="{FF2B5EF4-FFF2-40B4-BE49-F238E27FC236}">
                      <a16:creationId xmlns:a16="http://schemas.microsoft.com/office/drawing/2014/main" id="{F3E835E7-7576-5A02-5C6B-B327BE6157ED}"/>
                    </a:ext>
                  </a:extLst>
                </p14:cNvPr>
                <p14:cNvContentPartPr/>
                <p14:nvPr/>
              </p14:nvContentPartPr>
              <p14:xfrm>
                <a:off x="6187224" y="4749264"/>
                <a:ext cx="84600" cy="191160"/>
              </p14:xfrm>
            </p:contentPart>
          </mc:Choice>
          <mc:Fallback>
            <p:pic>
              <p:nvPicPr>
                <p:cNvPr id="198" name="잉크 197">
                  <a:extLst>
                    <a:ext uri="{FF2B5EF4-FFF2-40B4-BE49-F238E27FC236}">
                      <a16:creationId xmlns:a16="http://schemas.microsoft.com/office/drawing/2014/main" id="{F3E835E7-7576-5A02-5C6B-B327BE6157ED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6171322" y="4733281"/>
                  <a:ext cx="115768" cy="2224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199" name="잉크 198">
                  <a:extLst>
                    <a:ext uri="{FF2B5EF4-FFF2-40B4-BE49-F238E27FC236}">
                      <a16:creationId xmlns:a16="http://schemas.microsoft.com/office/drawing/2014/main" id="{5F75CE37-9160-6943-2138-FA1A01980CD3}"/>
                    </a:ext>
                  </a:extLst>
                </p14:cNvPr>
                <p14:cNvContentPartPr/>
                <p14:nvPr/>
              </p14:nvContentPartPr>
              <p14:xfrm>
                <a:off x="6292344" y="4770864"/>
                <a:ext cx="61920" cy="69120"/>
              </p14:xfrm>
            </p:contentPart>
          </mc:Choice>
          <mc:Fallback>
            <p:pic>
              <p:nvPicPr>
                <p:cNvPr id="199" name="잉크 198">
                  <a:extLst>
                    <a:ext uri="{FF2B5EF4-FFF2-40B4-BE49-F238E27FC236}">
                      <a16:creationId xmlns:a16="http://schemas.microsoft.com/office/drawing/2014/main" id="{5F75CE37-9160-6943-2138-FA1A01980CD3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6276385" y="4755011"/>
                  <a:ext cx="93199" cy="1001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00" name="잉크 199">
                  <a:extLst>
                    <a:ext uri="{FF2B5EF4-FFF2-40B4-BE49-F238E27FC236}">
                      <a16:creationId xmlns:a16="http://schemas.microsoft.com/office/drawing/2014/main" id="{F5B8676B-AC0C-9B5E-5D09-1961C726CC03}"/>
                    </a:ext>
                  </a:extLst>
                </p14:cNvPr>
                <p14:cNvContentPartPr/>
                <p14:nvPr/>
              </p14:nvContentPartPr>
              <p14:xfrm>
                <a:off x="6311424" y="4810104"/>
                <a:ext cx="360" cy="360"/>
              </p14:xfrm>
            </p:contentPart>
          </mc:Choice>
          <mc:Fallback>
            <p:pic>
              <p:nvPicPr>
                <p:cNvPr id="200" name="잉크 199">
                  <a:extLst>
                    <a:ext uri="{FF2B5EF4-FFF2-40B4-BE49-F238E27FC236}">
                      <a16:creationId xmlns:a16="http://schemas.microsoft.com/office/drawing/2014/main" id="{F5B8676B-AC0C-9B5E-5D09-1961C726CC03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6302424" y="480110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0">
              <p14:nvContentPartPr>
                <p14:cNvPr id="201" name="잉크 200">
                  <a:extLst>
                    <a:ext uri="{FF2B5EF4-FFF2-40B4-BE49-F238E27FC236}">
                      <a16:creationId xmlns:a16="http://schemas.microsoft.com/office/drawing/2014/main" id="{41FEE844-99D0-6775-9FB1-ABDF1D099892}"/>
                    </a:ext>
                  </a:extLst>
                </p14:cNvPr>
                <p14:cNvContentPartPr/>
                <p14:nvPr/>
              </p14:nvContentPartPr>
              <p14:xfrm>
                <a:off x="6311424" y="4762944"/>
                <a:ext cx="102960" cy="90720"/>
              </p14:xfrm>
            </p:contentPart>
          </mc:Choice>
          <mc:Fallback>
            <p:pic>
              <p:nvPicPr>
                <p:cNvPr id="201" name="잉크 200">
                  <a:extLst>
                    <a:ext uri="{FF2B5EF4-FFF2-40B4-BE49-F238E27FC236}">
                      <a16:creationId xmlns:a16="http://schemas.microsoft.com/office/drawing/2014/main" id="{41FEE844-99D0-6775-9FB1-ABDF1D09989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295436" y="4746972"/>
                  <a:ext cx="134296" cy="1220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2">
              <p14:nvContentPartPr>
                <p14:cNvPr id="202" name="잉크 201">
                  <a:extLst>
                    <a:ext uri="{FF2B5EF4-FFF2-40B4-BE49-F238E27FC236}">
                      <a16:creationId xmlns:a16="http://schemas.microsoft.com/office/drawing/2014/main" id="{D9D46A45-60C7-199F-CF17-30E370451DD3}"/>
                    </a:ext>
                  </a:extLst>
                </p14:cNvPr>
                <p14:cNvContentPartPr/>
                <p14:nvPr/>
              </p14:nvContentPartPr>
              <p14:xfrm>
                <a:off x="6430584" y="4741704"/>
                <a:ext cx="19800" cy="3960"/>
              </p14:xfrm>
            </p:contentPart>
          </mc:Choice>
          <mc:Fallback>
            <p:pic>
              <p:nvPicPr>
                <p:cNvPr id="202" name="잉크 201">
                  <a:extLst>
                    <a:ext uri="{FF2B5EF4-FFF2-40B4-BE49-F238E27FC236}">
                      <a16:creationId xmlns:a16="http://schemas.microsoft.com/office/drawing/2014/main" id="{D9D46A45-60C7-199F-CF17-30E370451DD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414616" y="4727561"/>
                  <a:ext cx="51097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4">
              <p14:nvContentPartPr>
                <p14:cNvPr id="204" name="잉크 203">
                  <a:extLst>
                    <a:ext uri="{FF2B5EF4-FFF2-40B4-BE49-F238E27FC236}">
                      <a16:creationId xmlns:a16="http://schemas.microsoft.com/office/drawing/2014/main" id="{8007481A-283F-87EF-6D2D-70811DA17890}"/>
                    </a:ext>
                  </a:extLst>
                </p14:cNvPr>
                <p14:cNvContentPartPr/>
                <p14:nvPr/>
              </p14:nvContentPartPr>
              <p14:xfrm>
                <a:off x="5474784" y="4949784"/>
                <a:ext cx="733680" cy="260640"/>
              </p14:xfrm>
            </p:contentPart>
          </mc:Choice>
          <mc:Fallback>
            <p:pic>
              <p:nvPicPr>
                <p:cNvPr id="204" name="잉크 203">
                  <a:extLst>
                    <a:ext uri="{FF2B5EF4-FFF2-40B4-BE49-F238E27FC236}">
                      <a16:creationId xmlns:a16="http://schemas.microsoft.com/office/drawing/2014/main" id="{8007481A-283F-87EF-6D2D-70811DA17890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458793" y="4933813"/>
                  <a:ext cx="765023" cy="291942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그룹 209">
            <a:extLst>
              <a:ext uri="{FF2B5EF4-FFF2-40B4-BE49-F238E27FC236}">
                <a16:creationId xmlns:a16="http://schemas.microsoft.com/office/drawing/2014/main" id="{E8397183-3209-FDAF-ED7A-734EA80BE9C3}"/>
              </a:ext>
            </a:extLst>
          </p:cNvPr>
          <p:cNvGrpSpPr/>
          <p:nvPr/>
        </p:nvGrpSpPr>
        <p:grpSpPr>
          <a:xfrm>
            <a:off x="3649603" y="7019886"/>
            <a:ext cx="186098" cy="100643"/>
            <a:chOff x="6488184" y="5071464"/>
            <a:chExt cx="330840" cy="17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6">
              <p14:nvContentPartPr>
                <p14:cNvPr id="206" name="잉크 205">
                  <a:extLst>
                    <a:ext uri="{FF2B5EF4-FFF2-40B4-BE49-F238E27FC236}">
                      <a16:creationId xmlns:a16="http://schemas.microsoft.com/office/drawing/2014/main" id="{8523B301-C5B4-ED17-CCF7-5DA0C0F26346}"/>
                    </a:ext>
                  </a:extLst>
                </p14:cNvPr>
                <p14:cNvContentPartPr/>
                <p14:nvPr/>
              </p14:nvContentPartPr>
              <p14:xfrm>
                <a:off x="6488184" y="5071464"/>
                <a:ext cx="60120" cy="164880"/>
              </p14:xfrm>
            </p:contentPart>
          </mc:Choice>
          <mc:Fallback>
            <p:pic>
              <p:nvPicPr>
                <p:cNvPr id="206" name="잉크 205">
                  <a:extLst>
                    <a:ext uri="{FF2B5EF4-FFF2-40B4-BE49-F238E27FC236}">
                      <a16:creationId xmlns:a16="http://schemas.microsoft.com/office/drawing/2014/main" id="{8523B301-C5B4-ED17-CCF7-5DA0C0F2634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6472195" y="5055487"/>
                  <a:ext cx="91459" cy="1961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8">
              <p14:nvContentPartPr>
                <p14:cNvPr id="207" name="잉크 206">
                  <a:extLst>
                    <a:ext uri="{FF2B5EF4-FFF2-40B4-BE49-F238E27FC236}">
                      <a16:creationId xmlns:a16="http://schemas.microsoft.com/office/drawing/2014/main" id="{1A764ACC-0643-E24E-929A-05CDE0496C47}"/>
                    </a:ext>
                  </a:extLst>
                </p14:cNvPr>
                <p14:cNvContentPartPr/>
                <p14:nvPr/>
              </p14:nvContentPartPr>
              <p14:xfrm>
                <a:off x="6560904" y="5131584"/>
                <a:ext cx="96840" cy="118800"/>
              </p14:xfrm>
            </p:contentPart>
          </mc:Choice>
          <mc:Fallback>
            <p:pic>
              <p:nvPicPr>
                <p:cNvPr id="207" name="잉크 206">
                  <a:extLst>
                    <a:ext uri="{FF2B5EF4-FFF2-40B4-BE49-F238E27FC236}">
                      <a16:creationId xmlns:a16="http://schemas.microsoft.com/office/drawing/2014/main" id="{1A764ACC-0643-E24E-929A-05CDE0496C47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6544976" y="5115616"/>
                  <a:ext cx="128058" cy="1500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0">
              <p14:nvContentPartPr>
                <p14:cNvPr id="208" name="잉크 207">
                  <a:extLst>
                    <a:ext uri="{FF2B5EF4-FFF2-40B4-BE49-F238E27FC236}">
                      <a16:creationId xmlns:a16="http://schemas.microsoft.com/office/drawing/2014/main" id="{2B7EF07F-4993-4D6E-6527-A74CC1B55E83}"/>
                    </a:ext>
                  </a:extLst>
                </p14:cNvPr>
                <p14:cNvContentPartPr/>
                <p14:nvPr/>
              </p14:nvContentPartPr>
              <p14:xfrm>
                <a:off x="6650184" y="5123304"/>
                <a:ext cx="42480" cy="39960"/>
              </p14:xfrm>
            </p:contentPart>
          </mc:Choice>
          <mc:Fallback>
            <p:pic>
              <p:nvPicPr>
                <p:cNvPr id="208" name="잉크 207">
                  <a:extLst>
                    <a:ext uri="{FF2B5EF4-FFF2-40B4-BE49-F238E27FC236}">
                      <a16:creationId xmlns:a16="http://schemas.microsoft.com/office/drawing/2014/main" id="{2B7EF07F-4993-4D6E-6527-A74CC1B55E8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6634333" y="5107447"/>
                  <a:ext cx="73547" cy="7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2">
              <p14:nvContentPartPr>
                <p14:cNvPr id="209" name="잉크 208">
                  <a:extLst>
                    <a:ext uri="{FF2B5EF4-FFF2-40B4-BE49-F238E27FC236}">
                      <a16:creationId xmlns:a16="http://schemas.microsoft.com/office/drawing/2014/main" id="{0F218872-F102-020E-47CD-07D69E40D346}"/>
                    </a:ext>
                  </a:extLst>
                </p14:cNvPr>
                <p14:cNvContentPartPr/>
                <p14:nvPr/>
              </p14:nvContentPartPr>
              <p14:xfrm>
                <a:off x="6756024" y="5217624"/>
                <a:ext cx="63000" cy="11520"/>
              </p14:xfrm>
            </p:contentPart>
          </mc:Choice>
          <mc:Fallback>
            <p:pic>
              <p:nvPicPr>
                <p:cNvPr id="209" name="잉크 208">
                  <a:extLst>
                    <a:ext uri="{FF2B5EF4-FFF2-40B4-BE49-F238E27FC236}">
                      <a16:creationId xmlns:a16="http://schemas.microsoft.com/office/drawing/2014/main" id="{0F218872-F102-020E-47CD-07D69E40D346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6740115" y="5201624"/>
                  <a:ext cx="94182" cy="4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C47DC98E-D00E-CBB6-A442-545DFBBE9057}"/>
              </a:ext>
            </a:extLst>
          </p:cNvPr>
          <p:cNvGrpSpPr/>
          <p:nvPr/>
        </p:nvGrpSpPr>
        <p:grpSpPr>
          <a:xfrm>
            <a:off x="105908" y="6711276"/>
            <a:ext cx="1084995" cy="352958"/>
            <a:chOff x="188280" y="4522824"/>
            <a:chExt cx="1928880" cy="627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4">
              <p14:nvContentPartPr>
                <p14:cNvPr id="211" name="잉크 210">
                  <a:extLst>
                    <a:ext uri="{FF2B5EF4-FFF2-40B4-BE49-F238E27FC236}">
                      <a16:creationId xmlns:a16="http://schemas.microsoft.com/office/drawing/2014/main" id="{73041405-0D70-3B5C-9085-EA06CA69F87E}"/>
                    </a:ext>
                  </a:extLst>
                </p14:cNvPr>
                <p14:cNvContentPartPr/>
                <p14:nvPr/>
              </p14:nvContentPartPr>
              <p14:xfrm>
                <a:off x="577440" y="4823424"/>
                <a:ext cx="1539720" cy="326880"/>
              </p14:xfrm>
            </p:contentPart>
          </mc:Choice>
          <mc:Fallback>
            <p:pic>
              <p:nvPicPr>
                <p:cNvPr id="211" name="잉크 210">
                  <a:extLst>
                    <a:ext uri="{FF2B5EF4-FFF2-40B4-BE49-F238E27FC236}">
                      <a16:creationId xmlns:a16="http://schemas.microsoft.com/office/drawing/2014/main" id="{73041405-0D70-3B5C-9085-EA06CA69F87E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61441" y="4808072"/>
                  <a:ext cx="1571078" cy="3582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6">
              <p14:nvContentPartPr>
                <p14:cNvPr id="212" name="잉크 211">
                  <a:extLst>
                    <a:ext uri="{FF2B5EF4-FFF2-40B4-BE49-F238E27FC236}">
                      <a16:creationId xmlns:a16="http://schemas.microsoft.com/office/drawing/2014/main" id="{32CE96A0-7B1A-7441-5BAF-779C78EDFFA3}"/>
                    </a:ext>
                  </a:extLst>
                </p14:cNvPr>
                <p14:cNvContentPartPr/>
                <p14:nvPr/>
              </p14:nvContentPartPr>
              <p14:xfrm>
                <a:off x="188280" y="4588344"/>
                <a:ext cx="126360" cy="212040"/>
              </p14:xfrm>
            </p:contentPart>
          </mc:Choice>
          <mc:Fallback>
            <p:pic>
              <p:nvPicPr>
                <p:cNvPr id="212" name="잉크 211">
                  <a:extLst>
                    <a:ext uri="{FF2B5EF4-FFF2-40B4-BE49-F238E27FC236}">
                      <a16:creationId xmlns:a16="http://schemas.microsoft.com/office/drawing/2014/main" id="{32CE96A0-7B1A-7441-5BAF-779C78EDFFA3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72964" y="4572377"/>
                  <a:ext cx="157631" cy="2433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8">
              <p14:nvContentPartPr>
                <p14:cNvPr id="213" name="잉크 212">
                  <a:extLst>
                    <a:ext uri="{FF2B5EF4-FFF2-40B4-BE49-F238E27FC236}">
                      <a16:creationId xmlns:a16="http://schemas.microsoft.com/office/drawing/2014/main" id="{DADAFE60-1F2D-B1CE-0462-395FEDD6AC70}"/>
                    </a:ext>
                  </a:extLst>
                </p14:cNvPr>
                <p14:cNvContentPartPr/>
                <p14:nvPr/>
              </p14:nvContentPartPr>
              <p14:xfrm>
                <a:off x="339480" y="4533984"/>
                <a:ext cx="68040" cy="225720"/>
              </p14:xfrm>
            </p:contentPart>
          </mc:Choice>
          <mc:Fallback>
            <p:pic>
              <p:nvPicPr>
                <p:cNvPr id="213" name="잉크 212">
                  <a:extLst>
                    <a:ext uri="{FF2B5EF4-FFF2-40B4-BE49-F238E27FC236}">
                      <a16:creationId xmlns:a16="http://schemas.microsoft.com/office/drawing/2014/main" id="{DADAFE60-1F2D-B1CE-0462-395FEDD6AC70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24219" y="4517998"/>
                  <a:ext cx="99199" cy="2570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0">
              <p14:nvContentPartPr>
                <p14:cNvPr id="214" name="잉크 213">
                  <a:extLst>
                    <a:ext uri="{FF2B5EF4-FFF2-40B4-BE49-F238E27FC236}">
                      <a16:creationId xmlns:a16="http://schemas.microsoft.com/office/drawing/2014/main" id="{AD862F13-2480-992E-FEF2-2EEE278083E8}"/>
                    </a:ext>
                  </a:extLst>
                </p14:cNvPr>
                <p14:cNvContentPartPr/>
                <p14:nvPr/>
              </p14:nvContentPartPr>
              <p14:xfrm>
                <a:off x="432000" y="4522824"/>
                <a:ext cx="28080" cy="268200"/>
              </p14:xfrm>
            </p:contentPart>
          </mc:Choice>
          <mc:Fallback>
            <p:pic>
              <p:nvPicPr>
                <p:cNvPr id="214" name="잉크 213">
                  <a:extLst>
                    <a:ext uri="{FF2B5EF4-FFF2-40B4-BE49-F238E27FC236}">
                      <a16:creationId xmlns:a16="http://schemas.microsoft.com/office/drawing/2014/main" id="{AD862F13-2480-992E-FEF2-2EEE278083E8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16045" y="4506860"/>
                  <a:ext cx="59351" cy="2994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2">
              <p14:nvContentPartPr>
                <p14:cNvPr id="215" name="잉크 214">
                  <a:extLst>
                    <a:ext uri="{FF2B5EF4-FFF2-40B4-BE49-F238E27FC236}">
                      <a16:creationId xmlns:a16="http://schemas.microsoft.com/office/drawing/2014/main" id="{8E514D3D-4240-A88B-0DA2-54B69AE38B77}"/>
                    </a:ext>
                  </a:extLst>
                </p14:cNvPr>
                <p14:cNvContentPartPr/>
                <p14:nvPr/>
              </p14:nvContentPartPr>
              <p14:xfrm>
                <a:off x="351000" y="4662144"/>
                <a:ext cx="93960" cy="29160"/>
              </p14:xfrm>
            </p:contentPart>
          </mc:Choice>
          <mc:Fallback>
            <p:pic>
              <p:nvPicPr>
                <p:cNvPr id="215" name="잉크 214">
                  <a:extLst>
                    <a:ext uri="{FF2B5EF4-FFF2-40B4-BE49-F238E27FC236}">
                      <a16:creationId xmlns:a16="http://schemas.microsoft.com/office/drawing/2014/main" id="{8E514D3D-4240-A88B-0DA2-54B69AE38B77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35020" y="4646296"/>
                  <a:ext cx="125280" cy="602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4">
              <p14:nvContentPartPr>
                <p14:cNvPr id="216" name="잉크 215">
                  <a:extLst>
                    <a:ext uri="{FF2B5EF4-FFF2-40B4-BE49-F238E27FC236}">
                      <a16:creationId xmlns:a16="http://schemas.microsoft.com/office/drawing/2014/main" id="{AC0D11D8-A1E9-5E9F-FEF9-D7DFF8CA419D}"/>
                    </a:ext>
                  </a:extLst>
                </p14:cNvPr>
                <p14:cNvContentPartPr/>
                <p14:nvPr/>
              </p14:nvContentPartPr>
              <p14:xfrm>
                <a:off x="468000" y="4534344"/>
                <a:ext cx="96840" cy="233640"/>
              </p14:xfrm>
            </p:contentPart>
          </mc:Choice>
          <mc:Fallback>
            <p:pic>
              <p:nvPicPr>
                <p:cNvPr id="216" name="잉크 215">
                  <a:extLst>
                    <a:ext uri="{FF2B5EF4-FFF2-40B4-BE49-F238E27FC236}">
                      <a16:creationId xmlns:a16="http://schemas.microsoft.com/office/drawing/2014/main" id="{AC0D11D8-A1E9-5E9F-FEF9-D7DFF8CA419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52072" y="4518981"/>
                  <a:ext cx="128058" cy="2650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6">
              <p14:nvContentPartPr>
                <p14:cNvPr id="217" name="잉크 216">
                  <a:extLst>
                    <a:ext uri="{FF2B5EF4-FFF2-40B4-BE49-F238E27FC236}">
                      <a16:creationId xmlns:a16="http://schemas.microsoft.com/office/drawing/2014/main" id="{E2DFA60B-5397-5A2D-EA1A-8178E10C2BAD}"/>
                    </a:ext>
                  </a:extLst>
                </p14:cNvPr>
                <p14:cNvContentPartPr/>
                <p14:nvPr/>
              </p14:nvContentPartPr>
              <p14:xfrm>
                <a:off x="606600" y="4588344"/>
                <a:ext cx="124560" cy="16200"/>
              </p14:xfrm>
            </p:contentPart>
          </mc:Choice>
          <mc:Fallback>
            <p:pic>
              <p:nvPicPr>
                <p:cNvPr id="217" name="잉크 216">
                  <a:extLst>
                    <a:ext uri="{FF2B5EF4-FFF2-40B4-BE49-F238E27FC236}">
                      <a16:creationId xmlns:a16="http://schemas.microsoft.com/office/drawing/2014/main" id="{E2DFA60B-5397-5A2D-EA1A-8178E10C2BAD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90631" y="4572767"/>
                  <a:ext cx="155860" cy="467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8">
              <p14:nvContentPartPr>
                <p14:cNvPr id="218" name="잉크 217">
                  <a:extLst>
                    <a:ext uri="{FF2B5EF4-FFF2-40B4-BE49-F238E27FC236}">
                      <a16:creationId xmlns:a16="http://schemas.microsoft.com/office/drawing/2014/main" id="{7422F3FE-59D0-F1C2-F51A-4CE4A0BAECF4}"/>
                    </a:ext>
                  </a:extLst>
                </p14:cNvPr>
                <p14:cNvContentPartPr/>
                <p14:nvPr/>
              </p14:nvContentPartPr>
              <p14:xfrm>
                <a:off x="662040" y="4595904"/>
                <a:ext cx="29160" cy="196200"/>
              </p14:xfrm>
            </p:contentPart>
          </mc:Choice>
          <mc:Fallback>
            <p:pic>
              <p:nvPicPr>
                <p:cNvPr id="218" name="잉크 217">
                  <a:extLst>
                    <a:ext uri="{FF2B5EF4-FFF2-40B4-BE49-F238E27FC236}">
                      <a16:creationId xmlns:a16="http://schemas.microsoft.com/office/drawing/2014/main" id="{7422F3FE-59D0-F1C2-F51A-4CE4A0BAECF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646192" y="4579927"/>
                  <a:ext cx="60222" cy="227515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50">
            <p14:nvContentPartPr>
              <p14:cNvPr id="220" name="잉크 219">
                <a:extLst>
                  <a:ext uri="{FF2B5EF4-FFF2-40B4-BE49-F238E27FC236}">
                    <a16:creationId xmlns:a16="http://schemas.microsoft.com/office/drawing/2014/main" id="{9B011E66-4D29-785D-A25E-ABAB9E3AD9EE}"/>
                  </a:ext>
                </a:extLst>
              </p14:cNvPr>
              <p14:cNvContentPartPr/>
              <p14:nvPr/>
            </p14:nvContentPartPr>
            <p14:xfrm>
              <a:off x="412492" y="6921876"/>
              <a:ext cx="668858" cy="86873"/>
            </p14:xfrm>
          </p:contentPart>
        </mc:Choice>
        <mc:Fallback>
          <p:pic>
            <p:nvPicPr>
              <p:cNvPr id="220" name="잉크 219">
                <a:extLst>
                  <a:ext uri="{FF2B5EF4-FFF2-40B4-BE49-F238E27FC236}">
                    <a16:creationId xmlns:a16="http://schemas.microsoft.com/office/drawing/2014/main" id="{9B011E66-4D29-785D-A25E-ABAB9E3AD9EE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403497" y="6912902"/>
                <a:ext cx="686488" cy="1044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2">
            <p14:nvContentPartPr>
              <p14:cNvPr id="221" name="잉크 220">
                <a:extLst>
                  <a:ext uri="{FF2B5EF4-FFF2-40B4-BE49-F238E27FC236}">
                    <a16:creationId xmlns:a16="http://schemas.microsoft.com/office/drawing/2014/main" id="{FB1ECFDE-94FD-1A29-EEFB-213E86C72A41}"/>
                  </a:ext>
                </a:extLst>
              </p14:cNvPr>
              <p14:cNvContentPartPr/>
              <p14:nvPr/>
            </p14:nvContentPartPr>
            <p14:xfrm>
              <a:off x="1381860" y="6821638"/>
              <a:ext cx="692348" cy="212018"/>
            </p14:xfrm>
          </p:contentPart>
        </mc:Choice>
        <mc:Fallback>
          <p:pic>
            <p:nvPicPr>
              <p:cNvPr id="221" name="잉크 220">
                <a:extLst>
                  <a:ext uri="{FF2B5EF4-FFF2-40B4-BE49-F238E27FC236}">
                    <a16:creationId xmlns:a16="http://schemas.microsoft.com/office/drawing/2014/main" id="{FB1ECFDE-94FD-1A29-EEFB-213E86C72A41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1372864" y="6812654"/>
                <a:ext cx="709981" cy="2296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4">
            <p14:nvContentPartPr>
              <p14:cNvPr id="222" name="잉크 221">
                <a:extLst>
                  <a:ext uri="{FF2B5EF4-FFF2-40B4-BE49-F238E27FC236}">
                    <a16:creationId xmlns:a16="http://schemas.microsoft.com/office/drawing/2014/main" id="{B83E5B0E-5F38-44FD-051E-57AADF397889}"/>
                  </a:ext>
                </a:extLst>
              </p14:cNvPr>
              <p14:cNvContentPartPr/>
              <p14:nvPr/>
            </p14:nvContentPartPr>
            <p14:xfrm>
              <a:off x="4305866" y="6414411"/>
              <a:ext cx="39285" cy="62978"/>
            </p14:xfrm>
          </p:contentPart>
        </mc:Choice>
        <mc:Fallback>
          <p:pic>
            <p:nvPicPr>
              <p:cNvPr id="222" name="잉크 221">
                <a:extLst>
                  <a:ext uri="{FF2B5EF4-FFF2-40B4-BE49-F238E27FC236}">
                    <a16:creationId xmlns:a16="http://schemas.microsoft.com/office/drawing/2014/main" id="{B83E5B0E-5F38-44FD-051E-57AADF397889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4296856" y="6405465"/>
                <a:ext cx="56945" cy="805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6">
            <p14:nvContentPartPr>
              <p14:cNvPr id="223" name="잉크 222">
                <a:extLst>
                  <a:ext uri="{FF2B5EF4-FFF2-40B4-BE49-F238E27FC236}">
                    <a16:creationId xmlns:a16="http://schemas.microsoft.com/office/drawing/2014/main" id="{21B9CF49-1803-1301-74DF-9593908E659D}"/>
                  </a:ext>
                </a:extLst>
              </p14:cNvPr>
              <p14:cNvContentPartPr/>
              <p14:nvPr/>
            </p14:nvContentPartPr>
            <p14:xfrm>
              <a:off x="4350416" y="5333061"/>
              <a:ext cx="8910" cy="28755"/>
            </p14:xfrm>
          </p:contentPart>
        </mc:Choice>
        <mc:Fallback>
          <p:pic>
            <p:nvPicPr>
              <p:cNvPr id="223" name="잉크 222">
                <a:extLst>
                  <a:ext uri="{FF2B5EF4-FFF2-40B4-BE49-F238E27FC236}">
                    <a16:creationId xmlns:a16="http://schemas.microsoft.com/office/drawing/2014/main" id="{21B9CF49-1803-1301-74DF-9593908E659D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4341506" y="5324075"/>
                <a:ext cx="26374" cy="463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8">
            <p14:nvContentPartPr>
              <p14:cNvPr id="224" name="잉크 223">
                <a:extLst>
                  <a:ext uri="{FF2B5EF4-FFF2-40B4-BE49-F238E27FC236}">
                    <a16:creationId xmlns:a16="http://schemas.microsoft.com/office/drawing/2014/main" id="{7F71B0C2-95E6-CF47-91DF-4E58D4DC5E18}"/>
                  </a:ext>
                </a:extLst>
              </p14:cNvPr>
              <p14:cNvContentPartPr/>
              <p14:nvPr/>
            </p14:nvContentPartPr>
            <p14:xfrm>
              <a:off x="4299588" y="5626686"/>
              <a:ext cx="5468" cy="6885"/>
            </p14:xfrm>
          </p:contentPart>
        </mc:Choice>
        <mc:Fallback>
          <p:pic>
            <p:nvPicPr>
              <p:cNvPr id="224" name="잉크 223">
                <a:extLst>
                  <a:ext uri="{FF2B5EF4-FFF2-40B4-BE49-F238E27FC236}">
                    <a16:creationId xmlns:a16="http://schemas.microsoft.com/office/drawing/2014/main" id="{7F71B0C2-95E6-CF47-91DF-4E58D4DC5E18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4290475" y="5618080"/>
                <a:ext cx="23330" cy="237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0">
            <p14:nvContentPartPr>
              <p14:cNvPr id="225" name="잉크 224">
                <a:extLst>
                  <a:ext uri="{FF2B5EF4-FFF2-40B4-BE49-F238E27FC236}">
                    <a16:creationId xmlns:a16="http://schemas.microsoft.com/office/drawing/2014/main" id="{EC1AF0A7-0B42-1FD8-2DA5-F43AFA29BCAB}"/>
                  </a:ext>
                </a:extLst>
              </p14:cNvPr>
              <p14:cNvContentPartPr/>
              <p14:nvPr/>
            </p14:nvContentPartPr>
            <p14:xfrm>
              <a:off x="4279945" y="5913021"/>
              <a:ext cx="203" cy="203"/>
            </p14:xfrm>
          </p:contentPart>
        </mc:Choice>
        <mc:Fallback>
          <p:pic>
            <p:nvPicPr>
              <p:cNvPr id="225" name="잉크 224">
                <a:extLst>
                  <a:ext uri="{FF2B5EF4-FFF2-40B4-BE49-F238E27FC236}">
                    <a16:creationId xmlns:a16="http://schemas.microsoft.com/office/drawing/2014/main" id="{EC1AF0A7-0B42-1FD8-2DA5-F43AFA29BCAB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274870" y="5907946"/>
                <a:ext cx="10150" cy="10150"/>
              </a:xfrm>
              <a:prstGeom prst="rect">
                <a:avLst/>
              </a:prstGeom>
            </p:spPr>
          </p:pic>
        </mc:Fallback>
      </mc:AlternateContent>
      <p:grpSp>
        <p:nvGrpSpPr>
          <p:cNvPr id="265" name="그룹 264">
            <a:extLst>
              <a:ext uri="{FF2B5EF4-FFF2-40B4-BE49-F238E27FC236}">
                <a16:creationId xmlns:a16="http://schemas.microsoft.com/office/drawing/2014/main" id="{916A63BA-5DC8-B731-268F-C84FB8E987A6}"/>
              </a:ext>
            </a:extLst>
          </p:cNvPr>
          <p:cNvGrpSpPr/>
          <p:nvPr/>
        </p:nvGrpSpPr>
        <p:grpSpPr>
          <a:xfrm>
            <a:off x="4181328" y="6916611"/>
            <a:ext cx="64800" cy="102668"/>
            <a:chOff x="7433472" y="4887864"/>
            <a:chExt cx="115200" cy="18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1">
              <p14:nvContentPartPr>
                <p14:cNvPr id="226" name="잉크 225">
                  <a:extLst>
                    <a:ext uri="{FF2B5EF4-FFF2-40B4-BE49-F238E27FC236}">
                      <a16:creationId xmlns:a16="http://schemas.microsoft.com/office/drawing/2014/main" id="{93BCCC69-9C92-D7DE-5CE4-EDE03D1238E6}"/>
                    </a:ext>
                  </a:extLst>
                </p14:cNvPr>
                <p14:cNvContentPartPr/>
                <p14:nvPr/>
              </p14:nvContentPartPr>
              <p14:xfrm>
                <a:off x="7433472" y="4893264"/>
                <a:ext cx="115200" cy="92880"/>
              </p14:xfrm>
            </p:contentPart>
          </mc:Choice>
          <mc:Fallback>
            <p:pic>
              <p:nvPicPr>
                <p:cNvPr id="226" name="잉크 225">
                  <a:extLst>
                    <a:ext uri="{FF2B5EF4-FFF2-40B4-BE49-F238E27FC236}">
                      <a16:creationId xmlns:a16="http://schemas.microsoft.com/office/drawing/2014/main" id="{93BCCC69-9C92-D7DE-5CE4-EDE03D1238E6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417472" y="4877360"/>
                  <a:ext cx="146560" cy="1240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27" name="잉크 226">
                  <a:extLst>
                    <a:ext uri="{FF2B5EF4-FFF2-40B4-BE49-F238E27FC236}">
                      <a16:creationId xmlns:a16="http://schemas.microsoft.com/office/drawing/2014/main" id="{A223FD9D-2D91-981B-63A1-92004A411824}"/>
                    </a:ext>
                  </a:extLst>
                </p14:cNvPr>
                <p14:cNvContentPartPr/>
                <p14:nvPr/>
              </p14:nvContentPartPr>
              <p14:xfrm>
                <a:off x="7488552" y="4893264"/>
                <a:ext cx="360" cy="360"/>
              </p14:xfrm>
            </p:contentPart>
          </mc:Choice>
          <mc:Fallback>
            <p:pic>
              <p:nvPicPr>
                <p:cNvPr id="227" name="잉크 226">
                  <a:extLst>
                    <a:ext uri="{FF2B5EF4-FFF2-40B4-BE49-F238E27FC236}">
                      <a16:creationId xmlns:a16="http://schemas.microsoft.com/office/drawing/2014/main" id="{A223FD9D-2D91-981B-63A1-92004A41182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479552" y="488426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4">
              <p14:nvContentPartPr>
                <p14:cNvPr id="228" name="잉크 227">
                  <a:extLst>
                    <a:ext uri="{FF2B5EF4-FFF2-40B4-BE49-F238E27FC236}">
                      <a16:creationId xmlns:a16="http://schemas.microsoft.com/office/drawing/2014/main" id="{27BB0193-FDD5-6CF1-1B28-00F02635456D}"/>
                    </a:ext>
                  </a:extLst>
                </p14:cNvPr>
                <p14:cNvContentPartPr/>
                <p14:nvPr/>
              </p14:nvContentPartPr>
              <p14:xfrm>
                <a:off x="7488552" y="4887864"/>
                <a:ext cx="30240" cy="182520"/>
              </p14:xfrm>
            </p:contentPart>
          </mc:Choice>
          <mc:Fallback>
            <p:pic>
              <p:nvPicPr>
                <p:cNvPr id="228" name="잉크 227">
                  <a:extLst>
                    <a:ext uri="{FF2B5EF4-FFF2-40B4-BE49-F238E27FC236}">
                      <a16:creationId xmlns:a16="http://schemas.microsoft.com/office/drawing/2014/main" id="{27BB0193-FDD5-6CF1-1B28-00F02635456D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472802" y="4871853"/>
                  <a:ext cx="61110" cy="213901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B0FA9EB0-ED58-5874-D83A-5B0F6DE74962}"/>
              </a:ext>
            </a:extLst>
          </p:cNvPr>
          <p:cNvGrpSpPr/>
          <p:nvPr/>
        </p:nvGrpSpPr>
        <p:grpSpPr>
          <a:xfrm>
            <a:off x="4391928" y="6405703"/>
            <a:ext cx="266895" cy="92138"/>
            <a:chOff x="7807872" y="3979584"/>
            <a:chExt cx="474480" cy="16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6">
              <p14:nvContentPartPr>
                <p14:cNvPr id="229" name="잉크 228">
                  <a:extLst>
                    <a:ext uri="{FF2B5EF4-FFF2-40B4-BE49-F238E27FC236}">
                      <a16:creationId xmlns:a16="http://schemas.microsoft.com/office/drawing/2014/main" id="{5C1E7334-C460-BD73-D7C9-D9397313C0C8}"/>
                    </a:ext>
                  </a:extLst>
                </p14:cNvPr>
                <p14:cNvContentPartPr/>
                <p14:nvPr/>
              </p14:nvContentPartPr>
              <p14:xfrm>
                <a:off x="7807872" y="4120704"/>
                <a:ext cx="24120" cy="22680"/>
              </p14:xfrm>
            </p:contentPart>
          </mc:Choice>
          <mc:Fallback>
            <p:pic>
              <p:nvPicPr>
                <p:cNvPr id="229" name="잉크 228">
                  <a:extLst>
                    <a:ext uri="{FF2B5EF4-FFF2-40B4-BE49-F238E27FC236}">
                      <a16:creationId xmlns:a16="http://schemas.microsoft.com/office/drawing/2014/main" id="{5C1E7334-C460-BD73-D7C9-D9397313C0C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792004" y="4104954"/>
                  <a:ext cx="55222" cy="535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8">
              <p14:nvContentPartPr>
                <p14:cNvPr id="230" name="잉크 229">
                  <a:extLst>
                    <a:ext uri="{FF2B5EF4-FFF2-40B4-BE49-F238E27FC236}">
                      <a16:creationId xmlns:a16="http://schemas.microsoft.com/office/drawing/2014/main" id="{517EA969-645E-44B1-02BE-BCD7BDFC762B}"/>
                    </a:ext>
                  </a:extLst>
                </p14:cNvPr>
                <p14:cNvContentPartPr/>
                <p14:nvPr/>
              </p14:nvContentPartPr>
              <p14:xfrm>
                <a:off x="7868352" y="4005504"/>
                <a:ext cx="85680" cy="115920"/>
              </p14:xfrm>
            </p:contentPart>
          </mc:Choice>
          <mc:Fallback>
            <p:pic>
              <p:nvPicPr>
                <p:cNvPr id="230" name="잉크 229">
                  <a:extLst>
                    <a:ext uri="{FF2B5EF4-FFF2-40B4-BE49-F238E27FC236}">
                      <a16:creationId xmlns:a16="http://schemas.microsoft.com/office/drawing/2014/main" id="{517EA969-645E-44B1-02BE-BCD7BDFC762B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852367" y="3989493"/>
                  <a:ext cx="117011" cy="1473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0">
              <p14:nvContentPartPr>
                <p14:cNvPr id="231" name="잉크 230">
                  <a:extLst>
                    <a:ext uri="{FF2B5EF4-FFF2-40B4-BE49-F238E27FC236}">
                      <a16:creationId xmlns:a16="http://schemas.microsoft.com/office/drawing/2014/main" id="{278BF6F3-6EC9-4AE4-AA89-1C20AAD6B43C}"/>
                    </a:ext>
                  </a:extLst>
                </p14:cNvPr>
                <p14:cNvContentPartPr/>
                <p14:nvPr/>
              </p14:nvContentPartPr>
              <p14:xfrm>
                <a:off x="7909392" y="4019184"/>
                <a:ext cx="113400" cy="108720"/>
              </p14:xfrm>
            </p:contentPart>
          </mc:Choice>
          <mc:Fallback>
            <p:pic>
              <p:nvPicPr>
                <p:cNvPr id="231" name="잉크 230">
                  <a:extLst>
                    <a:ext uri="{FF2B5EF4-FFF2-40B4-BE49-F238E27FC236}">
                      <a16:creationId xmlns:a16="http://schemas.microsoft.com/office/drawing/2014/main" id="{278BF6F3-6EC9-4AE4-AA89-1C20AAD6B43C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7894102" y="4003289"/>
                  <a:ext cx="144617" cy="1398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2">
              <p14:nvContentPartPr>
                <p14:cNvPr id="232" name="잉크 231">
                  <a:extLst>
                    <a:ext uri="{FF2B5EF4-FFF2-40B4-BE49-F238E27FC236}">
                      <a16:creationId xmlns:a16="http://schemas.microsoft.com/office/drawing/2014/main" id="{4962D84C-4014-7EE3-FCAB-03D93DE950EA}"/>
                    </a:ext>
                  </a:extLst>
                </p14:cNvPr>
                <p14:cNvContentPartPr/>
                <p14:nvPr/>
              </p14:nvContentPartPr>
              <p14:xfrm>
                <a:off x="7970232" y="4019184"/>
                <a:ext cx="360" cy="360"/>
              </p14:xfrm>
            </p:contentPart>
          </mc:Choice>
          <mc:Fallback>
            <p:pic>
              <p:nvPicPr>
                <p:cNvPr id="232" name="잉크 231">
                  <a:extLst>
                    <a:ext uri="{FF2B5EF4-FFF2-40B4-BE49-F238E27FC236}">
                      <a16:creationId xmlns:a16="http://schemas.microsoft.com/office/drawing/2014/main" id="{4962D84C-4014-7EE3-FCAB-03D93DE950E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961232" y="401018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33" name="잉크 232">
                  <a:extLst>
                    <a:ext uri="{FF2B5EF4-FFF2-40B4-BE49-F238E27FC236}">
                      <a16:creationId xmlns:a16="http://schemas.microsoft.com/office/drawing/2014/main" id="{2DC5160B-5658-E90A-4B42-11DFD7991133}"/>
                    </a:ext>
                  </a:extLst>
                </p14:cNvPr>
                <p14:cNvContentPartPr/>
                <p14:nvPr/>
              </p14:nvContentPartPr>
              <p14:xfrm>
                <a:off x="7970232" y="4004424"/>
                <a:ext cx="42480" cy="15120"/>
              </p14:xfrm>
            </p:contentPart>
          </mc:Choice>
          <mc:Fallback>
            <p:pic>
              <p:nvPicPr>
                <p:cNvPr id="233" name="잉크 232">
                  <a:extLst>
                    <a:ext uri="{FF2B5EF4-FFF2-40B4-BE49-F238E27FC236}">
                      <a16:creationId xmlns:a16="http://schemas.microsoft.com/office/drawing/2014/main" id="{2DC5160B-5658-E90A-4B42-11DFD7991133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7954381" y="3988674"/>
                  <a:ext cx="73547" cy="459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34" name="잉크 233">
                  <a:extLst>
                    <a:ext uri="{FF2B5EF4-FFF2-40B4-BE49-F238E27FC236}">
                      <a16:creationId xmlns:a16="http://schemas.microsoft.com/office/drawing/2014/main" id="{6606A469-1569-71AF-52B8-970310CB6879}"/>
                    </a:ext>
                  </a:extLst>
                </p14:cNvPr>
                <p14:cNvContentPartPr/>
                <p14:nvPr/>
              </p14:nvContentPartPr>
              <p14:xfrm>
                <a:off x="8047992" y="4017384"/>
                <a:ext cx="108720" cy="123120"/>
              </p14:xfrm>
            </p:contentPart>
          </mc:Choice>
          <mc:Fallback>
            <p:pic>
              <p:nvPicPr>
                <p:cNvPr id="234" name="잉크 233">
                  <a:extLst>
                    <a:ext uri="{FF2B5EF4-FFF2-40B4-BE49-F238E27FC236}">
                      <a16:creationId xmlns:a16="http://schemas.microsoft.com/office/drawing/2014/main" id="{6606A469-1569-71AF-52B8-970310CB6879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8032643" y="4001436"/>
                  <a:ext cx="140057" cy="1543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35" name="잉크 234">
                  <a:extLst>
                    <a:ext uri="{FF2B5EF4-FFF2-40B4-BE49-F238E27FC236}">
                      <a16:creationId xmlns:a16="http://schemas.microsoft.com/office/drawing/2014/main" id="{9FFFDC9C-8894-A810-791F-7BC281DB51DC}"/>
                    </a:ext>
                  </a:extLst>
                </p14:cNvPr>
                <p14:cNvContentPartPr/>
                <p14:nvPr/>
              </p14:nvContentPartPr>
              <p14:xfrm>
                <a:off x="8167152" y="3979584"/>
                <a:ext cx="100080" cy="124200"/>
              </p14:xfrm>
            </p:contentPart>
          </mc:Choice>
          <mc:Fallback>
            <p:pic>
              <p:nvPicPr>
                <p:cNvPr id="235" name="잉크 234">
                  <a:extLst>
                    <a:ext uri="{FF2B5EF4-FFF2-40B4-BE49-F238E27FC236}">
                      <a16:creationId xmlns:a16="http://schemas.microsoft.com/office/drawing/2014/main" id="{9FFFDC9C-8894-A810-791F-7BC281DB51DC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8151216" y="3963579"/>
                  <a:ext cx="131315" cy="15557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36" name="잉크 235">
                  <a:extLst>
                    <a:ext uri="{FF2B5EF4-FFF2-40B4-BE49-F238E27FC236}">
                      <a16:creationId xmlns:a16="http://schemas.microsoft.com/office/drawing/2014/main" id="{397BBD00-FDBE-E807-5DE8-A18A053F31FD}"/>
                    </a:ext>
                  </a:extLst>
                </p14:cNvPr>
                <p14:cNvContentPartPr/>
                <p14:nvPr/>
              </p14:nvContentPartPr>
              <p14:xfrm>
                <a:off x="8234832" y="3984264"/>
                <a:ext cx="47520" cy="37440"/>
              </p14:xfrm>
            </p:contentPart>
          </mc:Choice>
          <mc:Fallback>
            <p:pic>
              <p:nvPicPr>
                <p:cNvPr id="236" name="잉크 235">
                  <a:extLst>
                    <a:ext uri="{FF2B5EF4-FFF2-40B4-BE49-F238E27FC236}">
                      <a16:creationId xmlns:a16="http://schemas.microsoft.com/office/drawing/2014/main" id="{397BBD00-FDBE-E807-5DE8-A18A053F31FD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8219626" y="3968400"/>
                  <a:ext cx="78566" cy="6853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그룹 262">
            <a:extLst>
              <a:ext uri="{FF2B5EF4-FFF2-40B4-BE49-F238E27FC236}">
                <a16:creationId xmlns:a16="http://schemas.microsoft.com/office/drawing/2014/main" id="{88ED3C92-6C6E-89A8-8B89-6B50AEF94481}"/>
              </a:ext>
            </a:extLst>
          </p:cNvPr>
          <p:cNvGrpSpPr/>
          <p:nvPr/>
        </p:nvGrpSpPr>
        <p:grpSpPr>
          <a:xfrm>
            <a:off x="4346770" y="6567298"/>
            <a:ext cx="333518" cy="222548"/>
            <a:chOff x="7727592" y="4266864"/>
            <a:chExt cx="592920" cy="39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37" name="잉크 236">
                  <a:extLst>
                    <a:ext uri="{FF2B5EF4-FFF2-40B4-BE49-F238E27FC236}">
                      <a16:creationId xmlns:a16="http://schemas.microsoft.com/office/drawing/2014/main" id="{0BA3EFB2-7958-EF51-FF1E-3AA6401C6628}"/>
                    </a:ext>
                  </a:extLst>
                </p14:cNvPr>
                <p14:cNvContentPartPr/>
                <p14:nvPr/>
              </p14:nvContentPartPr>
              <p14:xfrm>
                <a:off x="7727592" y="4299264"/>
                <a:ext cx="57240" cy="117720"/>
              </p14:xfrm>
            </p:contentPart>
          </mc:Choice>
          <mc:Fallback>
            <p:pic>
              <p:nvPicPr>
                <p:cNvPr id="237" name="잉크 236">
                  <a:extLst>
                    <a:ext uri="{FF2B5EF4-FFF2-40B4-BE49-F238E27FC236}">
                      <a16:creationId xmlns:a16="http://schemas.microsoft.com/office/drawing/2014/main" id="{0BA3EFB2-7958-EF51-FF1E-3AA6401C6628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7711692" y="4283356"/>
                  <a:ext cx="88404" cy="1489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38" name="잉크 237">
                  <a:extLst>
                    <a:ext uri="{FF2B5EF4-FFF2-40B4-BE49-F238E27FC236}">
                      <a16:creationId xmlns:a16="http://schemas.microsoft.com/office/drawing/2014/main" id="{AFF1CB5A-7FDB-9A80-3347-A53C75C6A690}"/>
                    </a:ext>
                  </a:extLst>
                </p14:cNvPr>
                <p14:cNvContentPartPr/>
                <p14:nvPr/>
              </p14:nvContentPartPr>
              <p14:xfrm>
                <a:off x="7829472" y="4386024"/>
                <a:ext cx="34200" cy="18000"/>
              </p14:xfrm>
            </p:contentPart>
          </mc:Choice>
          <mc:Fallback>
            <p:pic>
              <p:nvPicPr>
                <p:cNvPr id="238" name="잉크 237">
                  <a:extLst>
                    <a:ext uri="{FF2B5EF4-FFF2-40B4-BE49-F238E27FC236}">
                      <a16:creationId xmlns:a16="http://schemas.microsoft.com/office/drawing/2014/main" id="{AFF1CB5A-7FDB-9A80-3347-A53C75C6A690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7813639" y="4369953"/>
                  <a:ext cx="65233" cy="495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39" name="잉크 238">
                  <a:extLst>
                    <a:ext uri="{FF2B5EF4-FFF2-40B4-BE49-F238E27FC236}">
                      <a16:creationId xmlns:a16="http://schemas.microsoft.com/office/drawing/2014/main" id="{64E55D07-6304-633E-DBEF-A9C9FEAA3E0B}"/>
                    </a:ext>
                  </a:extLst>
                </p14:cNvPr>
                <p14:cNvContentPartPr/>
                <p14:nvPr/>
              </p14:nvContentPartPr>
              <p14:xfrm>
                <a:off x="7880952" y="4280544"/>
                <a:ext cx="86760" cy="109440"/>
              </p14:xfrm>
            </p:contentPart>
          </mc:Choice>
          <mc:Fallback>
            <p:pic>
              <p:nvPicPr>
                <p:cNvPr id="239" name="잉크 238">
                  <a:extLst>
                    <a:ext uri="{FF2B5EF4-FFF2-40B4-BE49-F238E27FC236}">
                      <a16:creationId xmlns:a16="http://schemas.microsoft.com/office/drawing/2014/main" id="{64E55D07-6304-633E-DBEF-A9C9FEAA3E0B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7865003" y="4264637"/>
                  <a:ext cx="118019" cy="1406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40" name="잉크 239">
                  <a:extLst>
                    <a:ext uri="{FF2B5EF4-FFF2-40B4-BE49-F238E27FC236}">
                      <a16:creationId xmlns:a16="http://schemas.microsoft.com/office/drawing/2014/main" id="{C5C81696-251F-574C-7F49-D3EDF99F902C}"/>
                    </a:ext>
                  </a:extLst>
                </p14:cNvPr>
                <p14:cNvContentPartPr/>
                <p14:nvPr/>
              </p14:nvContentPartPr>
              <p14:xfrm>
                <a:off x="7930992" y="4280544"/>
                <a:ext cx="360" cy="360"/>
              </p14:xfrm>
            </p:contentPart>
          </mc:Choice>
          <mc:Fallback>
            <p:pic>
              <p:nvPicPr>
                <p:cNvPr id="240" name="잉크 239">
                  <a:extLst>
                    <a:ext uri="{FF2B5EF4-FFF2-40B4-BE49-F238E27FC236}">
                      <a16:creationId xmlns:a16="http://schemas.microsoft.com/office/drawing/2014/main" id="{C5C81696-251F-574C-7F49-D3EDF99F902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921992" y="427154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8">
              <p14:nvContentPartPr>
                <p14:cNvPr id="241" name="잉크 240">
                  <a:extLst>
                    <a:ext uri="{FF2B5EF4-FFF2-40B4-BE49-F238E27FC236}">
                      <a16:creationId xmlns:a16="http://schemas.microsoft.com/office/drawing/2014/main" id="{E1BFEBED-7137-4F85-CE20-2A711DCBDF01}"/>
                    </a:ext>
                  </a:extLst>
                </p14:cNvPr>
                <p14:cNvContentPartPr/>
                <p14:nvPr/>
              </p14:nvContentPartPr>
              <p14:xfrm>
                <a:off x="7930992" y="4280544"/>
                <a:ext cx="99000" cy="118440"/>
              </p14:xfrm>
            </p:contentPart>
          </mc:Choice>
          <mc:Fallback>
            <p:pic>
              <p:nvPicPr>
                <p:cNvPr id="241" name="잉크 240">
                  <a:extLst>
                    <a:ext uri="{FF2B5EF4-FFF2-40B4-BE49-F238E27FC236}">
                      <a16:creationId xmlns:a16="http://schemas.microsoft.com/office/drawing/2014/main" id="{E1BFEBED-7137-4F85-CE20-2A711DCBDF01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7915024" y="4264625"/>
                  <a:ext cx="130297" cy="1496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0">
              <p14:nvContentPartPr>
                <p14:cNvPr id="242" name="잉크 241">
                  <a:extLst>
                    <a:ext uri="{FF2B5EF4-FFF2-40B4-BE49-F238E27FC236}">
                      <a16:creationId xmlns:a16="http://schemas.microsoft.com/office/drawing/2014/main" id="{D1826636-91C7-AE33-9EF8-08CF982FB15F}"/>
                    </a:ext>
                  </a:extLst>
                </p14:cNvPr>
                <p14:cNvContentPartPr/>
                <p14:nvPr/>
              </p14:nvContentPartPr>
              <p14:xfrm>
                <a:off x="8021352" y="4278024"/>
                <a:ext cx="32040" cy="6840"/>
              </p14:xfrm>
            </p:contentPart>
          </mc:Choice>
          <mc:Fallback>
            <p:pic>
              <p:nvPicPr>
                <p:cNvPr id="242" name="잉크 241">
                  <a:extLst>
                    <a:ext uri="{FF2B5EF4-FFF2-40B4-BE49-F238E27FC236}">
                      <a16:creationId xmlns:a16="http://schemas.microsoft.com/office/drawing/2014/main" id="{D1826636-91C7-AE33-9EF8-08CF982FB15F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005646" y="4262479"/>
                  <a:ext cx="62824" cy="373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2">
              <p14:nvContentPartPr>
                <p14:cNvPr id="243" name="잉크 242">
                  <a:extLst>
                    <a:ext uri="{FF2B5EF4-FFF2-40B4-BE49-F238E27FC236}">
                      <a16:creationId xmlns:a16="http://schemas.microsoft.com/office/drawing/2014/main" id="{2BA7C7A6-2C71-93E2-866D-1CF47969148A}"/>
                    </a:ext>
                  </a:extLst>
                </p14:cNvPr>
                <p14:cNvContentPartPr/>
                <p14:nvPr/>
              </p14:nvContentPartPr>
              <p14:xfrm>
                <a:off x="8021352" y="4284504"/>
                <a:ext cx="131400" cy="113040"/>
              </p14:xfrm>
            </p:contentPart>
          </mc:Choice>
          <mc:Fallback>
            <p:pic>
              <p:nvPicPr>
                <p:cNvPr id="243" name="잉크 242">
                  <a:extLst>
                    <a:ext uri="{FF2B5EF4-FFF2-40B4-BE49-F238E27FC236}">
                      <a16:creationId xmlns:a16="http://schemas.microsoft.com/office/drawing/2014/main" id="{2BA7C7A6-2C71-93E2-866D-1CF47969148A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8005405" y="4268538"/>
                  <a:ext cx="162655" cy="1443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4">
              <p14:nvContentPartPr>
                <p14:cNvPr id="244" name="잉크 243">
                  <a:extLst>
                    <a:ext uri="{FF2B5EF4-FFF2-40B4-BE49-F238E27FC236}">
                      <a16:creationId xmlns:a16="http://schemas.microsoft.com/office/drawing/2014/main" id="{A5FD5001-1483-F73D-B05B-FA727BB238EA}"/>
                    </a:ext>
                  </a:extLst>
                </p14:cNvPr>
                <p14:cNvContentPartPr/>
                <p14:nvPr/>
              </p14:nvContentPartPr>
              <p14:xfrm>
                <a:off x="8142672" y="4266864"/>
                <a:ext cx="104040" cy="145080"/>
              </p14:xfrm>
            </p:contentPart>
          </mc:Choice>
          <mc:Fallback>
            <p:pic>
              <p:nvPicPr>
                <p:cNvPr id="244" name="잉크 243">
                  <a:extLst>
                    <a:ext uri="{FF2B5EF4-FFF2-40B4-BE49-F238E27FC236}">
                      <a16:creationId xmlns:a16="http://schemas.microsoft.com/office/drawing/2014/main" id="{A5FD5001-1483-F73D-B05B-FA727BB238EA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126715" y="4250886"/>
                  <a:ext cx="135316" cy="1763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6">
              <p14:nvContentPartPr>
                <p14:cNvPr id="245" name="잉크 244">
                  <a:extLst>
                    <a:ext uri="{FF2B5EF4-FFF2-40B4-BE49-F238E27FC236}">
                      <a16:creationId xmlns:a16="http://schemas.microsoft.com/office/drawing/2014/main" id="{74680C67-3CD4-2471-A2C8-EB50E168A3A5}"/>
                    </a:ext>
                  </a:extLst>
                </p14:cNvPr>
                <p14:cNvContentPartPr/>
                <p14:nvPr/>
              </p14:nvContentPartPr>
              <p14:xfrm>
                <a:off x="8187672" y="4286304"/>
                <a:ext cx="61920" cy="41040"/>
              </p14:xfrm>
            </p:contentPart>
          </mc:Choice>
          <mc:Fallback>
            <p:pic>
              <p:nvPicPr>
                <p:cNvPr id="245" name="잉크 244">
                  <a:extLst>
                    <a:ext uri="{FF2B5EF4-FFF2-40B4-BE49-F238E27FC236}">
                      <a16:creationId xmlns:a16="http://schemas.microsoft.com/office/drawing/2014/main" id="{74680C67-3CD4-2471-A2C8-EB50E168A3A5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171713" y="4270519"/>
                  <a:ext cx="93199" cy="719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8">
              <p14:nvContentPartPr>
                <p14:cNvPr id="246" name="잉크 245">
                  <a:extLst>
                    <a:ext uri="{FF2B5EF4-FFF2-40B4-BE49-F238E27FC236}">
                      <a16:creationId xmlns:a16="http://schemas.microsoft.com/office/drawing/2014/main" id="{B118A750-53CA-C6C5-A10C-A141CFAFDFE5}"/>
                    </a:ext>
                  </a:extLst>
                </p14:cNvPr>
                <p14:cNvContentPartPr/>
                <p14:nvPr/>
              </p14:nvContentPartPr>
              <p14:xfrm>
                <a:off x="7763952" y="4546584"/>
                <a:ext cx="66240" cy="99000"/>
              </p14:xfrm>
            </p:contentPart>
          </mc:Choice>
          <mc:Fallback>
            <p:pic>
              <p:nvPicPr>
                <p:cNvPr id="246" name="잉크 245">
                  <a:extLst>
                    <a:ext uri="{FF2B5EF4-FFF2-40B4-BE49-F238E27FC236}">
                      <a16:creationId xmlns:a16="http://schemas.microsoft.com/office/drawing/2014/main" id="{B118A750-53CA-C6C5-A10C-A141CFAFDFE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7748029" y="4530616"/>
                  <a:ext cx="97449" cy="13029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0">
              <p14:nvContentPartPr>
                <p14:cNvPr id="247" name="잉크 246">
                  <a:extLst>
                    <a:ext uri="{FF2B5EF4-FFF2-40B4-BE49-F238E27FC236}">
                      <a16:creationId xmlns:a16="http://schemas.microsoft.com/office/drawing/2014/main" id="{4D29431E-6B53-E4B9-CBF6-7217B6055FED}"/>
                    </a:ext>
                  </a:extLst>
                </p14:cNvPr>
                <p14:cNvContentPartPr/>
                <p14:nvPr/>
              </p14:nvContentPartPr>
              <p14:xfrm>
                <a:off x="7868352" y="4620744"/>
                <a:ext cx="34200" cy="14040"/>
              </p14:xfrm>
            </p:contentPart>
          </mc:Choice>
          <mc:Fallback>
            <p:pic>
              <p:nvPicPr>
                <p:cNvPr id="247" name="잉크 246">
                  <a:extLst>
                    <a:ext uri="{FF2B5EF4-FFF2-40B4-BE49-F238E27FC236}">
                      <a16:creationId xmlns:a16="http://schemas.microsoft.com/office/drawing/2014/main" id="{4D29431E-6B53-E4B9-CBF6-7217B6055FED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7852519" y="4605483"/>
                  <a:ext cx="65233" cy="439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2">
              <p14:nvContentPartPr>
                <p14:cNvPr id="248" name="잉크 247">
                  <a:extLst>
                    <a:ext uri="{FF2B5EF4-FFF2-40B4-BE49-F238E27FC236}">
                      <a16:creationId xmlns:a16="http://schemas.microsoft.com/office/drawing/2014/main" id="{75D33599-A505-1203-9302-6F0423BA2E8D}"/>
                    </a:ext>
                  </a:extLst>
                </p14:cNvPr>
                <p14:cNvContentPartPr/>
                <p14:nvPr/>
              </p14:nvContentPartPr>
              <p14:xfrm>
                <a:off x="7925952" y="4528224"/>
                <a:ext cx="73080" cy="134280"/>
              </p14:xfrm>
            </p:contentPart>
          </mc:Choice>
          <mc:Fallback>
            <p:pic>
              <p:nvPicPr>
                <p:cNvPr id="248" name="잉크 247">
                  <a:extLst>
                    <a:ext uri="{FF2B5EF4-FFF2-40B4-BE49-F238E27FC236}">
                      <a16:creationId xmlns:a16="http://schemas.microsoft.com/office/drawing/2014/main" id="{75D33599-A505-1203-9302-6F0423BA2E8D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7910065" y="4512238"/>
                  <a:ext cx="104218" cy="1656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4">
              <p14:nvContentPartPr>
                <p14:cNvPr id="249" name="잉크 248">
                  <a:extLst>
                    <a:ext uri="{FF2B5EF4-FFF2-40B4-BE49-F238E27FC236}">
                      <a16:creationId xmlns:a16="http://schemas.microsoft.com/office/drawing/2014/main" id="{75F2AB81-6EBC-74BD-96BD-2C6D451E14D4}"/>
                    </a:ext>
                  </a:extLst>
                </p14:cNvPr>
                <p14:cNvContentPartPr/>
                <p14:nvPr/>
              </p14:nvContentPartPr>
              <p14:xfrm>
                <a:off x="7997952" y="4538304"/>
                <a:ext cx="82800" cy="104760"/>
              </p14:xfrm>
            </p:contentPart>
          </mc:Choice>
          <mc:Fallback>
            <p:pic>
              <p:nvPicPr>
                <p:cNvPr id="249" name="잉크 248">
                  <a:extLst>
                    <a:ext uri="{FF2B5EF4-FFF2-40B4-BE49-F238E27FC236}">
                      <a16:creationId xmlns:a16="http://schemas.microsoft.com/office/drawing/2014/main" id="{75F2AB81-6EBC-74BD-96BD-2C6D451E14D4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7982029" y="4522973"/>
                  <a:ext cx="114009" cy="1360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6">
              <p14:nvContentPartPr>
                <p14:cNvPr id="250" name="잉크 249">
                  <a:extLst>
                    <a:ext uri="{FF2B5EF4-FFF2-40B4-BE49-F238E27FC236}">
                      <a16:creationId xmlns:a16="http://schemas.microsoft.com/office/drawing/2014/main" id="{1297AEC3-8F1C-CA98-81F5-B6DA95948B1C}"/>
                    </a:ext>
                  </a:extLst>
                </p14:cNvPr>
                <p14:cNvContentPartPr/>
                <p14:nvPr/>
              </p14:nvContentPartPr>
              <p14:xfrm>
                <a:off x="8068512" y="4526424"/>
                <a:ext cx="360" cy="360"/>
              </p14:xfrm>
            </p:contentPart>
          </mc:Choice>
          <mc:Fallback>
            <p:pic>
              <p:nvPicPr>
                <p:cNvPr id="250" name="잉크 249">
                  <a:extLst>
                    <a:ext uri="{FF2B5EF4-FFF2-40B4-BE49-F238E27FC236}">
                      <a16:creationId xmlns:a16="http://schemas.microsoft.com/office/drawing/2014/main" id="{1297AEC3-8F1C-CA98-81F5-B6DA95948B1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059872" y="4517424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7">
              <p14:nvContentPartPr>
                <p14:cNvPr id="251" name="잉크 250">
                  <a:extLst>
                    <a:ext uri="{FF2B5EF4-FFF2-40B4-BE49-F238E27FC236}">
                      <a16:creationId xmlns:a16="http://schemas.microsoft.com/office/drawing/2014/main" id="{A4997360-7D1B-5475-E483-A134C19DD1C9}"/>
                    </a:ext>
                  </a:extLst>
                </p14:cNvPr>
                <p14:cNvContentPartPr/>
                <p14:nvPr/>
              </p14:nvContentPartPr>
              <p14:xfrm>
                <a:off x="8068512" y="4526424"/>
                <a:ext cx="156240" cy="91440"/>
              </p14:xfrm>
            </p:contentPart>
          </mc:Choice>
          <mc:Fallback>
            <p:pic>
              <p:nvPicPr>
                <p:cNvPr id="251" name="잉크 250">
                  <a:extLst>
                    <a:ext uri="{FF2B5EF4-FFF2-40B4-BE49-F238E27FC236}">
                      <a16:creationId xmlns:a16="http://schemas.microsoft.com/office/drawing/2014/main" id="{A4997360-7D1B-5475-E483-A134C19DD1C9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8053207" y="4510438"/>
                  <a:ext cx="187488" cy="12277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9">
              <p14:nvContentPartPr>
                <p14:cNvPr id="252" name="잉크 251">
                  <a:extLst>
                    <a:ext uri="{FF2B5EF4-FFF2-40B4-BE49-F238E27FC236}">
                      <a16:creationId xmlns:a16="http://schemas.microsoft.com/office/drawing/2014/main" id="{FD3085FA-534D-C699-F200-FB56130B0235}"/>
                    </a:ext>
                  </a:extLst>
                </p14:cNvPr>
                <p14:cNvContentPartPr/>
                <p14:nvPr/>
              </p14:nvContentPartPr>
              <p14:xfrm>
                <a:off x="8204232" y="4490424"/>
                <a:ext cx="109440" cy="157680"/>
              </p14:xfrm>
            </p:contentPart>
          </mc:Choice>
          <mc:Fallback>
            <p:pic>
              <p:nvPicPr>
                <p:cNvPr id="252" name="잉크 251">
                  <a:extLst>
                    <a:ext uri="{FF2B5EF4-FFF2-40B4-BE49-F238E27FC236}">
                      <a16:creationId xmlns:a16="http://schemas.microsoft.com/office/drawing/2014/main" id="{FD3085FA-534D-C699-F200-FB56130B0235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8188232" y="4474464"/>
                  <a:ext cx="140800" cy="1889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1">
              <p14:nvContentPartPr>
                <p14:cNvPr id="253" name="잉크 252">
                  <a:extLst>
                    <a:ext uri="{FF2B5EF4-FFF2-40B4-BE49-F238E27FC236}">
                      <a16:creationId xmlns:a16="http://schemas.microsoft.com/office/drawing/2014/main" id="{7DC2986F-C77D-3F02-5177-F328B16C4260}"/>
                    </a:ext>
                  </a:extLst>
                </p14:cNvPr>
                <p14:cNvContentPartPr/>
                <p14:nvPr/>
              </p14:nvContentPartPr>
              <p14:xfrm>
                <a:off x="8280192" y="4521744"/>
                <a:ext cx="40320" cy="20520"/>
              </p14:xfrm>
            </p:contentPart>
          </mc:Choice>
          <mc:Fallback>
            <p:pic>
              <p:nvPicPr>
                <p:cNvPr id="253" name="잉크 252">
                  <a:extLst>
                    <a:ext uri="{FF2B5EF4-FFF2-40B4-BE49-F238E27FC236}">
                      <a16:creationId xmlns:a16="http://schemas.microsoft.com/office/drawing/2014/main" id="{7DC2986F-C77D-3F02-5177-F328B16C4260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8264442" y="4506199"/>
                  <a:ext cx="71190" cy="50989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그룹 261">
            <a:extLst>
              <a:ext uri="{FF2B5EF4-FFF2-40B4-BE49-F238E27FC236}">
                <a16:creationId xmlns:a16="http://schemas.microsoft.com/office/drawing/2014/main" id="{EDCC3C6F-17D9-2AA7-7A60-7BFFB1AFBAFE}"/>
              </a:ext>
            </a:extLst>
          </p:cNvPr>
          <p:cNvGrpSpPr/>
          <p:nvPr/>
        </p:nvGrpSpPr>
        <p:grpSpPr>
          <a:xfrm>
            <a:off x="4393143" y="6871049"/>
            <a:ext cx="313065" cy="88695"/>
            <a:chOff x="7810032" y="4806864"/>
            <a:chExt cx="556560" cy="157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2">
              <p14:nvContentPartPr>
                <p14:cNvPr id="254" name="잉크 253">
                  <a:extLst>
                    <a:ext uri="{FF2B5EF4-FFF2-40B4-BE49-F238E27FC236}">
                      <a16:creationId xmlns:a16="http://schemas.microsoft.com/office/drawing/2014/main" id="{E967E6E9-7C7C-0A91-6F26-886710C56766}"/>
                    </a:ext>
                  </a:extLst>
                </p14:cNvPr>
                <p14:cNvContentPartPr/>
                <p14:nvPr/>
              </p14:nvContentPartPr>
              <p14:xfrm>
                <a:off x="7810032" y="4812984"/>
                <a:ext cx="31320" cy="95760"/>
              </p14:xfrm>
            </p:contentPart>
          </mc:Choice>
          <mc:Fallback>
            <p:pic>
              <p:nvPicPr>
                <p:cNvPr id="254" name="잉크 253">
                  <a:extLst>
                    <a:ext uri="{FF2B5EF4-FFF2-40B4-BE49-F238E27FC236}">
                      <a16:creationId xmlns:a16="http://schemas.microsoft.com/office/drawing/2014/main" id="{E967E6E9-7C7C-0A91-6F26-886710C56766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794372" y="4797024"/>
                  <a:ext cx="62014" cy="1270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4">
              <p14:nvContentPartPr>
                <p14:cNvPr id="255" name="잉크 254">
                  <a:extLst>
                    <a:ext uri="{FF2B5EF4-FFF2-40B4-BE49-F238E27FC236}">
                      <a16:creationId xmlns:a16="http://schemas.microsoft.com/office/drawing/2014/main" id="{B7A25D2E-B312-AF64-0A84-72C23570AD74}"/>
                    </a:ext>
                  </a:extLst>
                </p14:cNvPr>
                <p14:cNvContentPartPr/>
                <p14:nvPr/>
              </p14:nvContentPartPr>
              <p14:xfrm>
                <a:off x="7876632" y="4883904"/>
                <a:ext cx="18720" cy="32760"/>
              </p14:xfrm>
            </p:contentPart>
          </mc:Choice>
          <mc:Fallback>
            <p:pic>
              <p:nvPicPr>
                <p:cNvPr id="255" name="잉크 254">
                  <a:extLst>
                    <a:ext uri="{FF2B5EF4-FFF2-40B4-BE49-F238E27FC236}">
                      <a16:creationId xmlns:a16="http://schemas.microsoft.com/office/drawing/2014/main" id="{B7A25D2E-B312-AF64-0A84-72C23570AD7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7861032" y="4868154"/>
                  <a:ext cx="49296" cy="636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6">
              <p14:nvContentPartPr>
                <p14:cNvPr id="256" name="잉크 255">
                  <a:extLst>
                    <a:ext uri="{FF2B5EF4-FFF2-40B4-BE49-F238E27FC236}">
                      <a16:creationId xmlns:a16="http://schemas.microsoft.com/office/drawing/2014/main" id="{984EA4BF-DC47-8C6F-D3D4-44B0C3566DCE}"/>
                    </a:ext>
                  </a:extLst>
                </p14:cNvPr>
                <p14:cNvContentPartPr/>
                <p14:nvPr/>
              </p14:nvContentPartPr>
              <p14:xfrm>
                <a:off x="7953672" y="4816584"/>
                <a:ext cx="59040" cy="112320"/>
              </p14:xfrm>
            </p:contentPart>
          </mc:Choice>
          <mc:Fallback>
            <p:pic>
              <p:nvPicPr>
                <p:cNvPr id="256" name="잉크 255">
                  <a:extLst>
                    <a:ext uri="{FF2B5EF4-FFF2-40B4-BE49-F238E27FC236}">
                      <a16:creationId xmlns:a16="http://schemas.microsoft.com/office/drawing/2014/main" id="{984EA4BF-DC47-8C6F-D3D4-44B0C3566DCE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7937801" y="4800629"/>
                  <a:ext cx="90147" cy="14359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8">
              <p14:nvContentPartPr>
                <p14:cNvPr id="257" name="잉크 256">
                  <a:extLst>
                    <a:ext uri="{FF2B5EF4-FFF2-40B4-BE49-F238E27FC236}">
                      <a16:creationId xmlns:a16="http://schemas.microsoft.com/office/drawing/2014/main" id="{D084341C-6B65-CF98-1D1F-26E737FBCF79}"/>
                    </a:ext>
                  </a:extLst>
                </p14:cNvPr>
                <p14:cNvContentPartPr/>
                <p14:nvPr/>
              </p14:nvContentPartPr>
              <p14:xfrm>
                <a:off x="8006232" y="4806864"/>
                <a:ext cx="76680" cy="104760"/>
              </p14:xfrm>
            </p:contentPart>
          </mc:Choice>
          <mc:Fallback>
            <p:pic>
              <p:nvPicPr>
                <p:cNvPr id="257" name="잉크 256">
                  <a:extLst>
                    <a:ext uri="{FF2B5EF4-FFF2-40B4-BE49-F238E27FC236}">
                      <a16:creationId xmlns:a16="http://schemas.microsoft.com/office/drawing/2014/main" id="{D084341C-6B65-CF98-1D1F-26E737FBCF79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7990257" y="4791533"/>
                  <a:ext cx="107991" cy="1360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0">
              <p14:nvContentPartPr>
                <p14:cNvPr id="258" name="잉크 257">
                  <a:extLst>
                    <a:ext uri="{FF2B5EF4-FFF2-40B4-BE49-F238E27FC236}">
                      <a16:creationId xmlns:a16="http://schemas.microsoft.com/office/drawing/2014/main" id="{0BCD8A5B-198E-CE1A-B866-2F3442943DBC}"/>
                    </a:ext>
                  </a:extLst>
                </p14:cNvPr>
                <p14:cNvContentPartPr/>
                <p14:nvPr/>
              </p14:nvContentPartPr>
              <p14:xfrm>
                <a:off x="8063472" y="4810104"/>
                <a:ext cx="77400" cy="2160"/>
              </p14:xfrm>
            </p:contentPart>
          </mc:Choice>
          <mc:Fallback>
            <p:pic>
              <p:nvPicPr>
                <p:cNvPr id="258" name="잉크 257">
                  <a:extLst>
                    <a:ext uri="{FF2B5EF4-FFF2-40B4-BE49-F238E27FC236}">
                      <a16:creationId xmlns:a16="http://schemas.microsoft.com/office/drawing/2014/main" id="{0BCD8A5B-198E-CE1A-B866-2F3442943DB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8047480" y="4796604"/>
                  <a:ext cx="108744" cy="286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1">
              <p14:nvContentPartPr>
                <p14:cNvPr id="259" name="잉크 258">
                  <a:extLst>
                    <a:ext uri="{FF2B5EF4-FFF2-40B4-BE49-F238E27FC236}">
                      <a16:creationId xmlns:a16="http://schemas.microsoft.com/office/drawing/2014/main" id="{5C2CE7FC-60D4-1EAD-7257-9565A138C12B}"/>
                    </a:ext>
                  </a:extLst>
                </p14:cNvPr>
                <p14:cNvContentPartPr/>
                <p14:nvPr/>
              </p14:nvContentPartPr>
              <p14:xfrm>
                <a:off x="8168232" y="4868424"/>
                <a:ext cx="106200" cy="77400"/>
              </p14:xfrm>
            </p:contentPart>
          </mc:Choice>
          <mc:Fallback>
            <p:pic>
              <p:nvPicPr>
                <p:cNvPr id="259" name="잉크 258">
                  <a:extLst>
                    <a:ext uri="{FF2B5EF4-FFF2-40B4-BE49-F238E27FC236}">
                      <a16:creationId xmlns:a16="http://schemas.microsoft.com/office/drawing/2014/main" id="{5C2CE7FC-60D4-1EAD-7257-9565A138C12B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8152334" y="4852563"/>
                  <a:ext cx="137360" cy="1084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3">
              <p14:nvContentPartPr>
                <p14:cNvPr id="260" name="잉크 259">
                  <a:extLst>
                    <a:ext uri="{FF2B5EF4-FFF2-40B4-BE49-F238E27FC236}">
                      <a16:creationId xmlns:a16="http://schemas.microsoft.com/office/drawing/2014/main" id="{2AD9BEB2-E9D3-B479-D5DE-8C4B35B7075E}"/>
                    </a:ext>
                  </a:extLst>
                </p14:cNvPr>
                <p14:cNvContentPartPr/>
                <p14:nvPr/>
              </p14:nvContentPartPr>
              <p14:xfrm>
                <a:off x="8228712" y="4831344"/>
                <a:ext cx="136440" cy="133200"/>
              </p14:xfrm>
            </p:contentPart>
          </mc:Choice>
          <mc:Fallback>
            <p:pic>
              <p:nvPicPr>
                <p:cNvPr id="260" name="잉크 259">
                  <a:extLst>
                    <a:ext uri="{FF2B5EF4-FFF2-40B4-BE49-F238E27FC236}">
                      <a16:creationId xmlns:a16="http://schemas.microsoft.com/office/drawing/2014/main" id="{2AD9BEB2-E9D3-B479-D5DE-8C4B35B7075E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8212773" y="4815334"/>
                  <a:ext cx="167681" cy="1645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5">
              <p14:nvContentPartPr>
                <p14:cNvPr id="261" name="잉크 260">
                  <a:extLst>
                    <a:ext uri="{FF2B5EF4-FFF2-40B4-BE49-F238E27FC236}">
                      <a16:creationId xmlns:a16="http://schemas.microsoft.com/office/drawing/2014/main" id="{FBBBDB0D-86C6-572F-B7DA-A8FD62735559}"/>
                    </a:ext>
                  </a:extLst>
                </p14:cNvPr>
                <p14:cNvContentPartPr/>
                <p14:nvPr/>
              </p14:nvContentPartPr>
              <p14:xfrm>
                <a:off x="8362272" y="4836744"/>
                <a:ext cx="4320" cy="44640"/>
              </p14:xfrm>
            </p:contentPart>
          </mc:Choice>
          <mc:Fallback>
            <p:pic>
              <p:nvPicPr>
                <p:cNvPr id="261" name="잉크 260">
                  <a:extLst>
                    <a:ext uri="{FF2B5EF4-FFF2-40B4-BE49-F238E27FC236}">
                      <a16:creationId xmlns:a16="http://schemas.microsoft.com/office/drawing/2014/main" id="{FBBBDB0D-86C6-572F-B7DA-A8FD62735559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8346843" y="4820801"/>
                  <a:ext cx="34560" cy="7588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그룹 279">
            <a:extLst>
              <a:ext uri="{FF2B5EF4-FFF2-40B4-BE49-F238E27FC236}">
                <a16:creationId xmlns:a16="http://schemas.microsoft.com/office/drawing/2014/main" id="{44ABE1DF-CFCD-D551-C6F0-49D7BBAD4949}"/>
              </a:ext>
            </a:extLst>
          </p:cNvPr>
          <p:cNvGrpSpPr/>
          <p:nvPr/>
        </p:nvGrpSpPr>
        <p:grpSpPr>
          <a:xfrm>
            <a:off x="534802" y="7127616"/>
            <a:ext cx="509693" cy="678983"/>
            <a:chOff x="950760" y="5262984"/>
            <a:chExt cx="906120" cy="120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7">
              <p14:nvContentPartPr>
                <p14:cNvPr id="266" name="잉크 265">
                  <a:extLst>
                    <a:ext uri="{FF2B5EF4-FFF2-40B4-BE49-F238E27FC236}">
                      <a16:creationId xmlns:a16="http://schemas.microsoft.com/office/drawing/2014/main" id="{961102E9-2A5E-6BDC-034B-952F5CC8A6C0}"/>
                    </a:ext>
                  </a:extLst>
                </p14:cNvPr>
                <p14:cNvContentPartPr/>
                <p14:nvPr/>
              </p14:nvContentPartPr>
              <p14:xfrm>
                <a:off x="1192680" y="5262984"/>
                <a:ext cx="486000" cy="246960"/>
              </p14:xfrm>
            </p:contentPart>
          </mc:Choice>
          <mc:Fallback>
            <p:pic>
              <p:nvPicPr>
                <p:cNvPr id="266" name="잉크 265">
                  <a:extLst>
                    <a:ext uri="{FF2B5EF4-FFF2-40B4-BE49-F238E27FC236}">
                      <a16:creationId xmlns:a16="http://schemas.microsoft.com/office/drawing/2014/main" id="{961102E9-2A5E-6BDC-034B-952F5CC8A6C0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1176693" y="5247031"/>
                  <a:ext cx="517334" cy="2782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9">
              <p14:nvContentPartPr>
                <p14:cNvPr id="267" name="잉크 266">
                  <a:extLst>
                    <a:ext uri="{FF2B5EF4-FFF2-40B4-BE49-F238E27FC236}">
                      <a16:creationId xmlns:a16="http://schemas.microsoft.com/office/drawing/2014/main" id="{22819B0D-26D4-B9B8-2AEF-37B775996871}"/>
                    </a:ext>
                  </a:extLst>
                </p14:cNvPr>
                <p14:cNvContentPartPr/>
                <p14:nvPr/>
              </p14:nvContentPartPr>
              <p14:xfrm>
                <a:off x="1321200" y="5608224"/>
                <a:ext cx="407520" cy="226800"/>
              </p14:xfrm>
            </p:contentPart>
          </mc:Choice>
          <mc:Fallback>
            <p:pic>
              <p:nvPicPr>
                <p:cNvPr id="267" name="잉크 266">
                  <a:extLst>
                    <a:ext uri="{FF2B5EF4-FFF2-40B4-BE49-F238E27FC236}">
                      <a16:creationId xmlns:a16="http://schemas.microsoft.com/office/drawing/2014/main" id="{22819B0D-26D4-B9B8-2AEF-37B775996871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1305206" y="5592252"/>
                  <a:ext cx="438868" cy="2581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1">
              <p14:nvContentPartPr>
                <p14:cNvPr id="268" name="잉크 267">
                  <a:extLst>
                    <a:ext uri="{FF2B5EF4-FFF2-40B4-BE49-F238E27FC236}">
                      <a16:creationId xmlns:a16="http://schemas.microsoft.com/office/drawing/2014/main" id="{1B0AEE39-9740-ACF8-E1C3-41BEA8A49985}"/>
                    </a:ext>
                  </a:extLst>
                </p14:cNvPr>
                <p14:cNvContentPartPr/>
                <p14:nvPr/>
              </p14:nvContentPartPr>
              <p14:xfrm>
                <a:off x="1450440" y="5909544"/>
                <a:ext cx="383400" cy="252360"/>
              </p14:xfrm>
            </p:contentPart>
          </mc:Choice>
          <mc:Fallback>
            <p:pic>
              <p:nvPicPr>
                <p:cNvPr id="268" name="잉크 267">
                  <a:extLst>
                    <a:ext uri="{FF2B5EF4-FFF2-40B4-BE49-F238E27FC236}">
                      <a16:creationId xmlns:a16="http://schemas.microsoft.com/office/drawing/2014/main" id="{1B0AEE39-9740-ACF8-E1C3-41BEA8A49985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1434438" y="5893572"/>
                  <a:ext cx="414763" cy="2836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3">
              <p14:nvContentPartPr>
                <p14:cNvPr id="269" name="잉크 268">
                  <a:extLst>
                    <a:ext uri="{FF2B5EF4-FFF2-40B4-BE49-F238E27FC236}">
                      <a16:creationId xmlns:a16="http://schemas.microsoft.com/office/drawing/2014/main" id="{0F035FA6-90D0-FEC2-F17F-60AC2BF93351}"/>
                    </a:ext>
                  </a:extLst>
                </p14:cNvPr>
                <p14:cNvContentPartPr/>
                <p14:nvPr/>
              </p14:nvContentPartPr>
              <p14:xfrm>
                <a:off x="1512000" y="6253344"/>
                <a:ext cx="344880" cy="216720"/>
              </p14:xfrm>
            </p:contentPart>
          </mc:Choice>
          <mc:Fallback>
            <p:pic>
              <p:nvPicPr>
                <p:cNvPr id="269" name="잉크 268">
                  <a:extLst>
                    <a:ext uri="{FF2B5EF4-FFF2-40B4-BE49-F238E27FC236}">
                      <a16:creationId xmlns:a16="http://schemas.microsoft.com/office/drawing/2014/main" id="{0F035FA6-90D0-FEC2-F17F-60AC2BF93351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1496004" y="6237362"/>
                  <a:ext cx="376233" cy="2480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5">
              <p14:nvContentPartPr>
                <p14:cNvPr id="270" name="잉크 269">
                  <a:extLst>
                    <a:ext uri="{FF2B5EF4-FFF2-40B4-BE49-F238E27FC236}">
                      <a16:creationId xmlns:a16="http://schemas.microsoft.com/office/drawing/2014/main" id="{CC261C70-B01A-E6DB-68DD-2A1D8B33777A}"/>
                    </a:ext>
                  </a:extLst>
                </p14:cNvPr>
                <p14:cNvContentPartPr/>
                <p14:nvPr/>
              </p14:nvContentPartPr>
              <p14:xfrm>
                <a:off x="973800" y="5352264"/>
                <a:ext cx="10800" cy="205200"/>
              </p14:xfrm>
            </p:contentPart>
          </mc:Choice>
          <mc:Fallback>
            <p:pic>
              <p:nvPicPr>
                <p:cNvPr id="270" name="잉크 269">
                  <a:extLst>
                    <a:ext uri="{FF2B5EF4-FFF2-40B4-BE49-F238E27FC236}">
                      <a16:creationId xmlns:a16="http://schemas.microsoft.com/office/drawing/2014/main" id="{CC261C70-B01A-E6DB-68DD-2A1D8B33777A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957918" y="5336922"/>
                  <a:ext cx="41929" cy="2365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7">
              <p14:nvContentPartPr>
                <p14:cNvPr id="271" name="잉크 270">
                  <a:extLst>
                    <a:ext uri="{FF2B5EF4-FFF2-40B4-BE49-F238E27FC236}">
                      <a16:creationId xmlns:a16="http://schemas.microsoft.com/office/drawing/2014/main" id="{78CED815-998A-C8F4-EE76-C77F553ECC82}"/>
                    </a:ext>
                  </a:extLst>
                </p14:cNvPr>
                <p14:cNvContentPartPr/>
                <p14:nvPr/>
              </p14:nvContentPartPr>
              <p14:xfrm>
                <a:off x="950760" y="5751504"/>
                <a:ext cx="163440" cy="152640"/>
              </p14:xfrm>
            </p:contentPart>
          </mc:Choice>
          <mc:Fallback>
            <p:pic>
              <p:nvPicPr>
                <p:cNvPr id="271" name="잉크 270">
                  <a:extLst>
                    <a:ext uri="{FF2B5EF4-FFF2-40B4-BE49-F238E27FC236}">
                      <a16:creationId xmlns:a16="http://schemas.microsoft.com/office/drawing/2014/main" id="{78CED815-998A-C8F4-EE76-C77F553ECC82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934799" y="5735537"/>
                  <a:ext cx="194723" cy="1839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9">
              <p14:nvContentPartPr>
                <p14:cNvPr id="272" name="잉크 271">
                  <a:extLst>
                    <a:ext uri="{FF2B5EF4-FFF2-40B4-BE49-F238E27FC236}">
                      <a16:creationId xmlns:a16="http://schemas.microsoft.com/office/drawing/2014/main" id="{D4D1C97D-3794-EFB5-DBAC-1C9F89BE0502}"/>
                    </a:ext>
                  </a:extLst>
                </p14:cNvPr>
                <p14:cNvContentPartPr/>
                <p14:nvPr/>
              </p14:nvContentPartPr>
              <p14:xfrm>
                <a:off x="1095120" y="6099984"/>
                <a:ext cx="63360" cy="141840"/>
              </p14:xfrm>
            </p:contentPart>
          </mc:Choice>
          <mc:Fallback>
            <p:pic>
              <p:nvPicPr>
                <p:cNvPr id="272" name="잉크 271">
                  <a:extLst>
                    <a:ext uri="{FF2B5EF4-FFF2-40B4-BE49-F238E27FC236}">
                      <a16:creationId xmlns:a16="http://schemas.microsoft.com/office/drawing/2014/main" id="{D4D1C97D-3794-EFB5-DBAC-1C9F89BE0502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1079280" y="6084011"/>
                  <a:ext cx="94406" cy="1731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1">
              <p14:nvContentPartPr>
                <p14:cNvPr id="273" name="잉크 272">
                  <a:extLst>
                    <a:ext uri="{FF2B5EF4-FFF2-40B4-BE49-F238E27FC236}">
                      <a16:creationId xmlns:a16="http://schemas.microsoft.com/office/drawing/2014/main" id="{4607A1D8-8A03-D0BF-ACDD-8C5C19E38055}"/>
                    </a:ext>
                  </a:extLst>
                </p14:cNvPr>
                <p14:cNvContentPartPr/>
                <p14:nvPr/>
              </p14:nvContentPartPr>
              <p14:xfrm>
                <a:off x="1149480" y="6282864"/>
                <a:ext cx="66240" cy="82800"/>
              </p14:xfrm>
            </p:contentPart>
          </mc:Choice>
          <mc:Fallback>
            <p:pic>
              <p:nvPicPr>
                <p:cNvPr id="273" name="잉크 272">
                  <a:extLst>
                    <a:ext uri="{FF2B5EF4-FFF2-40B4-BE49-F238E27FC236}">
                      <a16:creationId xmlns:a16="http://schemas.microsoft.com/office/drawing/2014/main" id="{4607A1D8-8A03-D0BF-ACDD-8C5C19E38055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133557" y="6266941"/>
                  <a:ext cx="97449" cy="1140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3">
              <p14:nvContentPartPr>
                <p14:cNvPr id="274" name="잉크 273">
                  <a:extLst>
                    <a:ext uri="{FF2B5EF4-FFF2-40B4-BE49-F238E27FC236}">
                      <a16:creationId xmlns:a16="http://schemas.microsoft.com/office/drawing/2014/main" id="{84CB12FB-401D-0446-9BD4-7F19D77A577B}"/>
                    </a:ext>
                  </a:extLst>
                </p14:cNvPr>
                <p14:cNvContentPartPr/>
                <p14:nvPr/>
              </p14:nvContentPartPr>
              <p14:xfrm>
                <a:off x="1178280" y="6282864"/>
                <a:ext cx="50760" cy="183240"/>
              </p14:xfrm>
            </p:contentPart>
          </mc:Choice>
          <mc:Fallback>
            <p:pic>
              <p:nvPicPr>
                <p:cNvPr id="274" name="잉크 273">
                  <a:extLst>
                    <a:ext uri="{FF2B5EF4-FFF2-40B4-BE49-F238E27FC236}">
                      <a16:creationId xmlns:a16="http://schemas.microsoft.com/office/drawing/2014/main" id="{84CB12FB-401D-0446-9BD4-7F19D77A577B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162417" y="6266902"/>
                  <a:ext cx="81851" cy="21452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그룹 277">
            <a:extLst>
              <a:ext uri="{FF2B5EF4-FFF2-40B4-BE49-F238E27FC236}">
                <a16:creationId xmlns:a16="http://schemas.microsoft.com/office/drawing/2014/main" id="{283573C3-C3BB-0BCE-4D02-7953360C2A8E}"/>
              </a:ext>
            </a:extLst>
          </p:cNvPr>
          <p:cNvGrpSpPr/>
          <p:nvPr/>
        </p:nvGrpSpPr>
        <p:grpSpPr>
          <a:xfrm>
            <a:off x="638078" y="7891041"/>
            <a:ext cx="108135" cy="72090"/>
            <a:chOff x="1134360" y="6620184"/>
            <a:chExt cx="192240" cy="12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5">
              <p14:nvContentPartPr>
                <p14:cNvPr id="275" name="잉크 274">
                  <a:extLst>
                    <a:ext uri="{FF2B5EF4-FFF2-40B4-BE49-F238E27FC236}">
                      <a16:creationId xmlns:a16="http://schemas.microsoft.com/office/drawing/2014/main" id="{45B414AC-7178-794F-D84E-BD123F2269F5}"/>
                    </a:ext>
                  </a:extLst>
                </p14:cNvPr>
                <p14:cNvContentPartPr/>
                <p14:nvPr/>
              </p14:nvContentPartPr>
              <p14:xfrm>
                <a:off x="1134360" y="6620184"/>
                <a:ext cx="111960" cy="128160"/>
              </p14:xfrm>
            </p:contentPart>
          </mc:Choice>
          <mc:Fallback>
            <p:pic>
              <p:nvPicPr>
                <p:cNvPr id="275" name="잉크 274">
                  <a:extLst>
                    <a:ext uri="{FF2B5EF4-FFF2-40B4-BE49-F238E27FC236}">
                      <a16:creationId xmlns:a16="http://schemas.microsoft.com/office/drawing/2014/main" id="{45B414AC-7178-794F-D84E-BD123F2269F5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118366" y="6604244"/>
                  <a:ext cx="143309" cy="1594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7">
              <p14:nvContentPartPr>
                <p14:cNvPr id="276" name="잉크 275">
                  <a:extLst>
                    <a:ext uri="{FF2B5EF4-FFF2-40B4-BE49-F238E27FC236}">
                      <a16:creationId xmlns:a16="http://schemas.microsoft.com/office/drawing/2014/main" id="{3CE2D428-2102-30AF-C9DE-29255FBE0A6A}"/>
                    </a:ext>
                  </a:extLst>
                </p14:cNvPr>
                <p14:cNvContentPartPr/>
                <p14:nvPr/>
              </p14:nvContentPartPr>
              <p14:xfrm>
                <a:off x="1172160" y="6645024"/>
                <a:ext cx="154440" cy="12240"/>
              </p14:xfrm>
            </p:contentPart>
          </mc:Choice>
          <mc:Fallback>
            <p:pic>
              <p:nvPicPr>
                <p:cNvPr id="276" name="잉크 275">
                  <a:extLst>
                    <a:ext uri="{FF2B5EF4-FFF2-40B4-BE49-F238E27FC236}">
                      <a16:creationId xmlns:a16="http://schemas.microsoft.com/office/drawing/2014/main" id="{3CE2D428-2102-30AF-C9DE-29255FBE0A6A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156205" y="6629724"/>
                  <a:ext cx="185711" cy="42228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9">
            <p14:nvContentPartPr>
              <p14:cNvPr id="277" name="잉크 276">
                <a:extLst>
                  <a:ext uri="{FF2B5EF4-FFF2-40B4-BE49-F238E27FC236}">
                    <a16:creationId xmlns:a16="http://schemas.microsoft.com/office/drawing/2014/main" id="{D90AEB76-B86B-197F-8517-ABBE3B1FD899}"/>
                  </a:ext>
                </a:extLst>
              </p14:cNvPr>
              <p14:cNvContentPartPr/>
              <p14:nvPr/>
            </p14:nvContentPartPr>
            <p14:xfrm>
              <a:off x="872573" y="7869374"/>
              <a:ext cx="249885" cy="152685"/>
            </p14:xfrm>
          </p:contentPart>
        </mc:Choice>
        <mc:Fallback>
          <p:pic>
            <p:nvPicPr>
              <p:cNvPr id="277" name="잉크 276">
                <a:extLst>
                  <a:ext uri="{FF2B5EF4-FFF2-40B4-BE49-F238E27FC236}">
                    <a16:creationId xmlns:a16="http://schemas.microsoft.com/office/drawing/2014/main" id="{D90AEB76-B86B-197F-8517-ABBE3B1FD899}"/>
                  </a:ext>
                </a:extLst>
              </p:cNvPr>
              <p:cNvPicPr/>
              <p:nvPr/>
            </p:nvPicPr>
            <p:blipFill>
              <a:blip r:embed="rId450"/>
              <a:stretch>
                <a:fillRect/>
              </a:stretch>
            </p:blipFill>
            <p:spPr>
              <a:xfrm>
                <a:off x="863571" y="7860371"/>
                <a:ext cx="267528" cy="170330"/>
              </a:xfrm>
              <a:prstGeom prst="rect">
                <a:avLst/>
              </a:prstGeom>
            </p:spPr>
          </p:pic>
        </mc:Fallback>
      </mc:AlternateContent>
      <p:grpSp>
        <p:nvGrpSpPr>
          <p:cNvPr id="285" name="그룹 284">
            <a:extLst>
              <a:ext uri="{FF2B5EF4-FFF2-40B4-BE49-F238E27FC236}">
                <a16:creationId xmlns:a16="http://schemas.microsoft.com/office/drawing/2014/main" id="{64CC458D-5C98-0B3C-FE10-1BFE73903E8F}"/>
              </a:ext>
            </a:extLst>
          </p:cNvPr>
          <p:cNvGrpSpPr/>
          <p:nvPr/>
        </p:nvGrpSpPr>
        <p:grpSpPr>
          <a:xfrm>
            <a:off x="1901952" y="7625784"/>
            <a:ext cx="3917880" cy="122400"/>
            <a:chOff x="1901952" y="7625784"/>
            <a:chExt cx="3917880" cy="12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1">
              <p14:nvContentPartPr>
                <p14:cNvPr id="281" name="잉크 280">
                  <a:extLst>
                    <a:ext uri="{FF2B5EF4-FFF2-40B4-BE49-F238E27FC236}">
                      <a16:creationId xmlns:a16="http://schemas.microsoft.com/office/drawing/2014/main" id="{37598704-6BE1-9E5A-70D6-F35CEB3A42CF}"/>
                    </a:ext>
                  </a:extLst>
                </p14:cNvPr>
                <p14:cNvContentPartPr/>
                <p14:nvPr/>
              </p14:nvContentPartPr>
              <p14:xfrm>
                <a:off x="1932192" y="7649904"/>
                <a:ext cx="3696120" cy="98280"/>
              </p14:xfrm>
            </p:contentPart>
          </mc:Choice>
          <mc:Fallback>
            <p:pic>
              <p:nvPicPr>
                <p:cNvPr id="281" name="잉크 280">
                  <a:extLst>
                    <a:ext uri="{FF2B5EF4-FFF2-40B4-BE49-F238E27FC236}">
                      <a16:creationId xmlns:a16="http://schemas.microsoft.com/office/drawing/2014/main" id="{37598704-6BE1-9E5A-70D6-F35CEB3A42CF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914552" y="7632264"/>
                  <a:ext cx="37317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3">
              <p14:nvContentPartPr>
                <p14:cNvPr id="282" name="잉크 281">
                  <a:extLst>
                    <a:ext uri="{FF2B5EF4-FFF2-40B4-BE49-F238E27FC236}">
                      <a16:creationId xmlns:a16="http://schemas.microsoft.com/office/drawing/2014/main" id="{8508B70A-E990-B580-095E-A8760FC025B1}"/>
                    </a:ext>
                  </a:extLst>
                </p14:cNvPr>
                <p14:cNvContentPartPr/>
                <p14:nvPr/>
              </p14:nvContentPartPr>
              <p14:xfrm>
                <a:off x="5634072" y="7625784"/>
                <a:ext cx="96480" cy="94680"/>
              </p14:xfrm>
            </p:contentPart>
          </mc:Choice>
          <mc:Fallback>
            <p:pic>
              <p:nvPicPr>
                <p:cNvPr id="282" name="잉크 281">
                  <a:extLst>
                    <a:ext uri="{FF2B5EF4-FFF2-40B4-BE49-F238E27FC236}">
                      <a16:creationId xmlns:a16="http://schemas.microsoft.com/office/drawing/2014/main" id="{8508B70A-E990-B580-095E-A8760FC025B1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5616432" y="7608144"/>
                  <a:ext cx="1321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5">
              <p14:nvContentPartPr>
                <p14:cNvPr id="283" name="잉크 282">
                  <a:extLst>
                    <a:ext uri="{FF2B5EF4-FFF2-40B4-BE49-F238E27FC236}">
                      <a16:creationId xmlns:a16="http://schemas.microsoft.com/office/drawing/2014/main" id="{B26B42C0-B6F7-998F-2623-2054754DC15F}"/>
                    </a:ext>
                  </a:extLst>
                </p14:cNvPr>
                <p14:cNvContentPartPr/>
                <p14:nvPr/>
              </p14:nvContentPartPr>
              <p14:xfrm>
                <a:off x="5694192" y="7644144"/>
                <a:ext cx="125640" cy="96480"/>
              </p14:xfrm>
            </p:contentPart>
          </mc:Choice>
          <mc:Fallback>
            <p:pic>
              <p:nvPicPr>
                <p:cNvPr id="283" name="잉크 282">
                  <a:extLst>
                    <a:ext uri="{FF2B5EF4-FFF2-40B4-BE49-F238E27FC236}">
                      <a16:creationId xmlns:a16="http://schemas.microsoft.com/office/drawing/2014/main" id="{B26B42C0-B6F7-998F-2623-2054754DC15F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5676192" y="7626504"/>
                  <a:ext cx="1612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7">
              <p14:nvContentPartPr>
                <p14:cNvPr id="284" name="잉크 283">
                  <a:extLst>
                    <a:ext uri="{FF2B5EF4-FFF2-40B4-BE49-F238E27FC236}">
                      <a16:creationId xmlns:a16="http://schemas.microsoft.com/office/drawing/2014/main" id="{E6766168-C3D1-3880-8E29-C3333C1C7C4B}"/>
                    </a:ext>
                  </a:extLst>
                </p14:cNvPr>
                <p14:cNvContentPartPr/>
                <p14:nvPr/>
              </p14:nvContentPartPr>
              <p14:xfrm>
                <a:off x="1901952" y="7656384"/>
                <a:ext cx="88920" cy="45360"/>
              </p14:xfrm>
            </p:contentPart>
          </mc:Choice>
          <mc:Fallback>
            <p:pic>
              <p:nvPicPr>
                <p:cNvPr id="284" name="잉크 283">
                  <a:extLst>
                    <a:ext uri="{FF2B5EF4-FFF2-40B4-BE49-F238E27FC236}">
                      <a16:creationId xmlns:a16="http://schemas.microsoft.com/office/drawing/2014/main" id="{E6766168-C3D1-3880-8E29-C3333C1C7C4B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883952" y="7638744"/>
                  <a:ext cx="12456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9">
            <p14:nvContentPartPr>
              <p14:cNvPr id="287" name="잉크 286">
                <a:extLst>
                  <a:ext uri="{FF2B5EF4-FFF2-40B4-BE49-F238E27FC236}">
                    <a16:creationId xmlns:a16="http://schemas.microsoft.com/office/drawing/2014/main" id="{1494C649-F778-0C27-1571-6EB369D66DCC}"/>
                  </a:ext>
                </a:extLst>
              </p14:cNvPr>
              <p14:cNvContentPartPr/>
              <p14:nvPr/>
            </p14:nvContentPartPr>
            <p14:xfrm>
              <a:off x="4267080" y="6492144"/>
              <a:ext cx="487800" cy="18360"/>
            </p14:xfrm>
          </p:contentPart>
        </mc:Choice>
        <mc:Fallback>
          <p:pic>
            <p:nvPicPr>
              <p:cNvPr id="287" name="잉크 286">
                <a:extLst>
                  <a:ext uri="{FF2B5EF4-FFF2-40B4-BE49-F238E27FC236}">
                    <a16:creationId xmlns:a16="http://schemas.microsoft.com/office/drawing/2014/main" id="{1494C649-F778-0C27-1571-6EB369D66DCC}"/>
                  </a:ext>
                </a:extLst>
              </p:cNvPr>
              <p:cNvPicPr/>
              <p:nvPr/>
            </p:nvPicPr>
            <p:blipFill>
              <a:blip r:embed="rId460"/>
              <a:stretch>
                <a:fillRect/>
              </a:stretch>
            </p:blipFill>
            <p:spPr>
              <a:xfrm>
                <a:off x="4249080" y="6474144"/>
                <a:ext cx="523440" cy="54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2" name="그룹 291">
            <a:extLst>
              <a:ext uri="{FF2B5EF4-FFF2-40B4-BE49-F238E27FC236}">
                <a16:creationId xmlns:a16="http://schemas.microsoft.com/office/drawing/2014/main" id="{7AD77BC1-AB66-D89A-01A1-597E18F74BA2}"/>
              </a:ext>
            </a:extLst>
          </p:cNvPr>
          <p:cNvGrpSpPr/>
          <p:nvPr/>
        </p:nvGrpSpPr>
        <p:grpSpPr>
          <a:xfrm>
            <a:off x="2523600" y="6518064"/>
            <a:ext cx="1560960" cy="309240"/>
            <a:chOff x="2523600" y="6518064"/>
            <a:chExt cx="1560960" cy="30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1">
              <p14:nvContentPartPr>
                <p14:cNvPr id="288" name="잉크 287">
                  <a:extLst>
                    <a:ext uri="{FF2B5EF4-FFF2-40B4-BE49-F238E27FC236}">
                      <a16:creationId xmlns:a16="http://schemas.microsoft.com/office/drawing/2014/main" id="{96B6E89A-A341-4161-6521-BACB47180015}"/>
                    </a:ext>
                  </a:extLst>
                </p14:cNvPr>
                <p14:cNvContentPartPr/>
                <p14:nvPr/>
              </p14:nvContentPartPr>
              <p14:xfrm>
                <a:off x="2531520" y="6564144"/>
                <a:ext cx="1553040" cy="179280"/>
              </p14:xfrm>
            </p:contentPart>
          </mc:Choice>
          <mc:Fallback>
            <p:pic>
              <p:nvPicPr>
                <p:cNvPr id="288" name="잉크 287">
                  <a:extLst>
                    <a:ext uri="{FF2B5EF4-FFF2-40B4-BE49-F238E27FC236}">
                      <a16:creationId xmlns:a16="http://schemas.microsoft.com/office/drawing/2014/main" id="{96B6E89A-A341-4161-6521-BACB47180015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2513520" y="6546144"/>
                  <a:ext cx="15886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3">
              <p14:nvContentPartPr>
                <p14:cNvPr id="289" name="잉크 288">
                  <a:extLst>
                    <a:ext uri="{FF2B5EF4-FFF2-40B4-BE49-F238E27FC236}">
                      <a16:creationId xmlns:a16="http://schemas.microsoft.com/office/drawing/2014/main" id="{17B3D34D-AAF3-9BAA-B6CB-0612943DA312}"/>
                    </a:ext>
                  </a:extLst>
                </p14:cNvPr>
                <p14:cNvContentPartPr/>
                <p14:nvPr/>
              </p14:nvContentPartPr>
              <p14:xfrm>
                <a:off x="2572200" y="6518064"/>
                <a:ext cx="207360" cy="145080"/>
              </p14:xfrm>
            </p:contentPart>
          </mc:Choice>
          <mc:Fallback>
            <p:pic>
              <p:nvPicPr>
                <p:cNvPr id="289" name="잉크 288">
                  <a:extLst>
                    <a:ext uri="{FF2B5EF4-FFF2-40B4-BE49-F238E27FC236}">
                      <a16:creationId xmlns:a16="http://schemas.microsoft.com/office/drawing/2014/main" id="{17B3D34D-AAF3-9BAA-B6CB-0612943DA312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2554560" y="6500064"/>
                  <a:ext cx="2430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5">
              <p14:nvContentPartPr>
                <p14:cNvPr id="291" name="잉크 290">
                  <a:extLst>
                    <a:ext uri="{FF2B5EF4-FFF2-40B4-BE49-F238E27FC236}">
                      <a16:creationId xmlns:a16="http://schemas.microsoft.com/office/drawing/2014/main" id="{FEC87F62-C137-FC3E-5C4A-1233540C5C6B}"/>
                    </a:ext>
                  </a:extLst>
                </p14:cNvPr>
                <p14:cNvContentPartPr/>
                <p14:nvPr/>
              </p14:nvContentPartPr>
              <p14:xfrm>
                <a:off x="2523600" y="6656664"/>
                <a:ext cx="204480" cy="170640"/>
              </p14:xfrm>
            </p:contentPart>
          </mc:Choice>
          <mc:Fallback>
            <p:pic>
              <p:nvPicPr>
                <p:cNvPr id="291" name="잉크 290">
                  <a:extLst>
                    <a:ext uri="{FF2B5EF4-FFF2-40B4-BE49-F238E27FC236}">
                      <a16:creationId xmlns:a16="http://schemas.microsoft.com/office/drawing/2014/main" id="{FEC87F62-C137-FC3E-5C4A-1233540C5C6B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2505600" y="6638664"/>
                  <a:ext cx="240120" cy="20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9" name="그룹 298">
            <a:extLst>
              <a:ext uri="{FF2B5EF4-FFF2-40B4-BE49-F238E27FC236}">
                <a16:creationId xmlns:a16="http://schemas.microsoft.com/office/drawing/2014/main" id="{A2C43910-8E83-2906-38B2-1A0C521C54C2}"/>
              </a:ext>
            </a:extLst>
          </p:cNvPr>
          <p:cNvGrpSpPr/>
          <p:nvPr/>
        </p:nvGrpSpPr>
        <p:grpSpPr>
          <a:xfrm>
            <a:off x="4077360" y="6870144"/>
            <a:ext cx="648720" cy="221040"/>
            <a:chOff x="4077360" y="6870144"/>
            <a:chExt cx="648720" cy="22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7">
              <p14:nvContentPartPr>
                <p14:cNvPr id="293" name="잉크 292">
                  <a:extLst>
                    <a:ext uri="{FF2B5EF4-FFF2-40B4-BE49-F238E27FC236}">
                      <a16:creationId xmlns:a16="http://schemas.microsoft.com/office/drawing/2014/main" id="{EAB8F0C3-5B48-C558-950B-AE7845864111}"/>
                    </a:ext>
                  </a:extLst>
                </p14:cNvPr>
                <p14:cNvContentPartPr/>
                <p14:nvPr/>
              </p14:nvContentPartPr>
              <p14:xfrm>
                <a:off x="4077360" y="6985704"/>
                <a:ext cx="120240" cy="105480"/>
              </p14:xfrm>
            </p:contentPart>
          </mc:Choice>
          <mc:Fallback>
            <p:pic>
              <p:nvPicPr>
                <p:cNvPr id="293" name="잉크 292">
                  <a:extLst>
                    <a:ext uri="{FF2B5EF4-FFF2-40B4-BE49-F238E27FC236}">
                      <a16:creationId xmlns:a16="http://schemas.microsoft.com/office/drawing/2014/main" id="{EAB8F0C3-5B48-C558-950B-AE7845864111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4059360" y="6968064"/>
                  <a:ext cx="1558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9">
              <p14:nvContentPartPr>
                <p14:cNvPr id="294" name="잉크 293">
                  <a:extLst>
                    <a:ext uri="{FF2B5EF4-FFF2-40B4-BE49-F238E27FC236}">
                      <a16:creationId xmlns:a16="http://schemas.microsoft.com/office/drawing/2014/main" id="{9F7C2F4E-BB5F-B0DA-094E-CC3EE0183BEB}"/>
                    </a:ext>
                  </a:extLst>
                </p14:cNvPr>
                <p14:cNvContentPartPr/>
                <p14:nvPr/>
              </p14:nvContentPartPr>
              <p14:xfrm>
                <a:off x="4236480" y="6967704"/>
                <a:ext cx="148320" cy="105840"/>
              </p14:xfrm>
            </p:contentPart>
          </mc:Choice>
          <mc:Fallback>
            <p:pic>
              <p:nvPicPr>
                <p:cNvPr id="294" name="잉크 293">
                  <a:extLst>
                    <a:ext uri="{FF2B5EF4-FFF2-40B4-BE49-F238E27FC236}">
                      <a16:creationId xmlns:a16="http://schemas.microsoft.com/office/drawing/2014/main" id="{9F7C2F4E-BB5F-B0DA-094E-CC3EE0183BEB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4218840" y="6949704"/>
                  <a:ext cx="1839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1">
              <p14:nvContentPartPr>
                <p14:cNvPr id="295" name="잉크 294">
                  <a:extLst>
                    <a:ext uri="{FF2B5EF4-FFF2-40B4-BE49-F238E27FC236}">
                      <a16:creationId xmlns:a16="http://schemas.microsoft.com/office/drawing/2014/main" id="{9749EE2C-BE53-35C7-AD3C-25D67F250787}"/>
                    </a:ext>
                  </a:extLst>
                </p14:cNvPr>
                <p14:cNvContentPartPr/>
                <p14:nvPr/>
              </p14:nvContentPartPr>
              <p14:xfrm>
                <a:off x="4419360" y="6961584"/>
                <a:ext cx="133920" cy="6840"/>
              </p14:xfrm>
            </p:contentPart>
          </mc:Choice>
          <mc:Fallback>
            <p:pic>
              <p:nvPicPr>
                <p:cNvPr id="295" name="잉크 294">
                  <a:extLst>
                    <a:ext uri="{FF2B5EF4-FFF2-40B4-BE49-F238E27FC236}">
                      <a16:creationId xmlns:a16="http://schemas.microsoft.com/office/drawing/2014/main" id="{9749EE2C-BE53-35C7-AD3C-25D67F250787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4401720" y="6943584"/>
                  <a:ext cx="1695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3">
              <p14:nvContentPartPr>
                <p14:cNvPr id="296" name="잉크 295">
                  <a:extLst>
                    <a:ext uri="{FF2B5EF4-FFF2-40B4-BE49-F238E27FC236}">
                      <a16:creationId xmlns:a16="http://schemas.microsoft.com/office/drawing/2014/main" id="{0BB2EFDD-644E-0DCA-B9B3-A79E7027E873}"/>
                    </a:ext>
                  </a:extLst>
                </p14:cNvPr>
                <p14:cNvContentPartPr/>
                <p14:nvPr/>
              </p14:nvContentPartPr>
              <p14:xfrm>
                <a:off x="4467960" y="6870144"/>
                <a:ext cx="96840" cy="168840"/>
              </p14:xfrm>
            </p:contentPart>
          </mc:Choice>
          <mc:Fallback>
            <p:pic>
              <p:nvPicPr>
                <p:cNvPr id="296" name="잉크 295">
                  <a:extLst>
                    <a:ext uri="{FF2B5EF4-FFF2-40B4-BE49-F238E27FC236}">
                      <a16:creationId xmlns:a16="http://schemas.microsoft.com/office/drawing/2014/main" id="{0BB2EFDD-644E-0DCA-B9B3-A79E7027E873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4450320" y="6852144"/>
                  <a:ext cx="13248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5">
              <p14:nvContentPartPr>
                <p14:cNvPr id="297" name="잉크 296">
                  <a:extLst>
                    <a:ext uri="{FF2B5EF4-FFF2-40B4-BE49-F238E27FC236}">
                      <a16:creationId xmlns:a16="http://schemas.microsoft.com/office/drawing/2014/main" id="{774E8C6F-2F17-DD6A-0663-944A94623206}"/>
                    </a:ext>
                  </a:extLst>
                </p14:cNvPr>
                <p14:cNvContentPartPr/>
                <p14:nvPr/>
              </p14:nvContentPartPr>
              <p14:xfrm>
                <a:off x="4638960" y="6990024"/>
                <a:ext cx="87120" cy="94680"/>
              </p14:xfrm>
            </p:contentPart>
          </mc:Choice>
          <mc:Fallback>
            <p:pic>
              <p:nvPicPr>
                <p:cNvPr id="297" name="잉크 296">
                  <a:extLst>
                    <a:ext uri="{FF2B5EF4-FFF2-40B4-BE49-F238E27FC236}">
                      <a16:creationId xmlns:a16="http://schemas.microsoft.com/office/drawing/2014/main" id="{774E8C6F-2F17-DD6A-0663-944A94623206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4620960" y="6972384"/>
                  <a:ext cx="1227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7">
              <p14:nvContentPartPr>
                <p14:cNvPr id="298" name="잉크 297">
                  <a:extLst>
                    <a:ext uri="{FF2B5EF4-FFF2-40B4-BE49-F238E27FC236}">
                      <a16:creationId xmlns:a16="http://schemas.microsoft.com/office/drawing/2014/main" id="{11AD0E3A-6027-CB26-9777-CBFC5A7BBE35}"/>
                    </a:ext>
                  </a:extLst>
                </p14:cNvPr>
                <p14:cNvContentPartPr/>
                <p14:nvPr/>
              </p14:nvContentPartPr>
              <p14:xfrm>
                <a:off x="4679640" y="7046904"/>
                <a:ext cx="2520" cy="360"/>
              </p14:xfrm>
            </p:contentPart>
          </mc:Choice>
          <mc:Fallback>
            <p:pic>
              <p:nvPicPr>
                <p:cNvPr id="298" name="잉크 297">
                  <a:extLst>
                    <a:ext uri="{FF2B5EF4-FFF2-40B4-BE49-F238E27FC236}">
                      <a16:creationId xmlns:a16="http://schemas.microsoft.com/office/drawing/2014/main" id="{11AD0E3A-6027-CB26-9777-CBFC5A7BBE35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4661640" y="7028904"/>
                  <a:ext cx="3816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79">
            <p14:nvContentPartPr>
              <p14:cNvPr id="300" name="잉크 299">
                <a:extLst>
                  <a:ext uri="{FF2B5EF4-FFF2-40B4-BE49-F238E27FC236}">
                    <a16:creationId xmlns:a16="http://schemas.microsoft.com/office/drawing/2014/main" id="{4B6117F0-FA82-7737-1A46-230A3E1CF798}"/>
                  </a:ext>
                </a:extLst>
              </p14:cNvPr>
              <p14:cNvContentPartPr/>
              <p14:nvPr/>
            </p14:nvContentPartPr>
            <p14:xfrm>
              <a:off x="2053080" y="7186584"/>
              <a:ext cx="795240" cy="342360"/>
            </p14:xfrm>
          </p:contentPart>
        </mc:Choice>
        <mc:Fallback>
          <p:pic>
            <p:nvPicPr>
              <p:cNvPr id="300" name="잉크 299">
                <a:extLst>
                  <a:ext uri="{FF2B5EF4-FFF2-40B4-BE49-F238E27FC236}">
                    <a16:creationId xmlns:a16="http://schemas.microsoft.com/office/drawing/2014/main" id="{4B6117F0-FA82-7737-1A46-230A3E1CF798}"/>
                  </a:ext>
                </a:extLst>
              </p:cNvPr>
              <p:cNvPicPr/>
              <p:nvPr/>
            </p:nvPicPr>
            <p:blipFill>
              <a:blip r:embed="rId480"/>
              <a:stretch>
                <a:fillRect/>
              </a:stretch>
            </p:blipFill>
            <p:spPr>
              <a:xfrm>
                <a:off x="2035080" y="7168584"/>
                <a:ext cx="830880" cy="37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03" name="그룹 302">
            <a:extLst>
              <a:ext uri="{FF2B5EF4-FFF2-40B4-BE49-F238E27FC236}">
                <a16:creationId xmlns:a16="http://schemas.microsoft.com/office/drawing/2014/main" id="{81173E26-8722-11BD-13C9-EE9046FE83B5}"/>
              </a:ext>
            </a:extLst>
          </p:cNvPr>
          <p:cNvGrpSpPr/>
          <p:nvPr/>
        </p:nvGrpSpPr>
        <p:grpSpPr>
          <a:xfrm>
            <a:off x="1831320" y="7985424"/>
            <a:ext cx="1464840" cy="167760"/>
            <a:chOff x="1831320" y="7985424"/>
            <a:chExt cx="1464840" cy="16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1">
              <p14:nvContentPartPr>
                <p14:cNvPr id="301" name="잉크 300">
                  <a:extLst>
                    <a:ext uri="{FF2B5EF4-FFF2-40B4-BE49-F238E27FC236}">
                      <a16:creationId xmlns:a16="http://schemas.microsoft.com/office/drawing/2014/main" id="{925F5871-42B6-B6EA-E286-B5798161EF80}"/>
                    </a:ext>
                  </a:extLst>
                </p14:cNvPr>
                <p14:cNvContentPartPr/>
                <p14:nvPr/>
              </p14:nvContentPartPr>
              <p14:xfrm>
                <a:off x="1831320" y="7985424"/>
                <a:ext cx="296280" cy="165960"/>
              </p14:xfrm>
            </p:contentPart>
          </mc:Choice>
          <mc:Fallback>
            <p:pic>
              <p:nvPicPr>
                <p:cNvPr id="301" name="잉크 300">
                  <a:extLst>
                    <a:ext uri="{FF2B5EF4-FFF2-40B4-BE49-F238E27FC236}">
                      <a16:creationId xmlns:a16="http://schemas.microsoft.com/office/drawing/2014/main" id="{925F5871-42B6-B6EA-E286-B5798161EF80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813680" y="7967784"/>
                  <a:ext cx="3319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3">
              <p14:nvContentPartPr>
                <p14:cNvPr id="302" name="잉크 301">
                  <a:extLst>
                    <a:ext uri="{FF2B5EF4-FFF2-40B4-BE49-F238E27FC236}">
                      <a16:creationId xmlns:a16="http://schemas.microsoft.com/office/drawing/2014/main" id="{56AD2966-E8D4-59D8-3C2F-884F476E7E73}"/>
                    </a:ext>
                  </a:extLst>
                </p14:cNvPr>
                <p14:cNvContentPartPr/>
                <p14:nvPr/>
              </p14:nvContentPartPr>
              <p14:xfrm>
                <a:off x="2103120" y="7985424"/>
                <a:ext cx="1193040" cy="167760"/>
              </p14:xfrm>
            </p:contentPart>
          </mc:Choice>
          <mc:Fallback>
            <p:pic>
              <p:nvPicPr>
                <p:cNvPr id="302" name="잉크 301">
                  <a:extLst>
                    <a:ext uri="{FF2B5EF4-FFF2-40B4-BE49-F238E27FC236}">
                      <a16:creationId xmlns:a16="http://schemas.microsoft.com/office/drawing/2014/main" id="{56AD2966-E8D4-59D8-3C2F-884F476E7E73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2085120" y="7967424"/>
                  <a:ext cx="1228680" cy="20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8" name="그룹 317">
            <a:extLst>
              <a:ext uri="{FF2B5EF4-FFF2-40B4-BE49-F238E27FC236}">
                <a16:creationId xmlns:a16="http://schemas.microsoft.com/office/drawing/2014/main" id="{74A145A4-CADD-CFD2-BA05-F2EF3954BE1D}"/>
              </a:ext>
            </a:extLst>
          </p:cNvPr>
          <p:cNvGrpSpPr/>
          <p:nvPr/>
        </p:nvGrpSpPr>
        <p:grpSpPr>
          <a:xfrm>
            <a:off x="2078640" y="8235624"/>
            <a:ext cx="1240920" cy="375120"/>
            <a:chOff x="2078640" y="8235624"/>
            <a:chExt cx="1240920" cy="37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5">
              <p14:nvContentPartPr>
                <p14:cNvPr id="304" name="잉크 303">
                  <a:extLst>
                    <a:ext uri="{FF2B5EF4-FFF2-40B4-BE49-F238E27FC236}">
                      <a16:creationId xmlns:a16="http://schemas.microsoft.com/office/drawing/2014/main" id="{BBBB32BA-6E97-9DEA-E7C0-727F7AB59DBC}"/>
                    </a:ext>
                  </a:extLst>
                </p14:cNvPr>
                <p14:cNvContentPartPr/>
                <p14:nvPr/>
              </p14:nvContentPartPr>
              <p14:xfrm>
                <a:off x="2078640" y="8271984"/>
                <a:ext cx="360" cy="64800"/>
              </p14:xfrm>
            </p:contentPart>
          </mc:Choice>
          <mc:Fallback>
            <p:pic>
              <p:nvPicPr>
                <p:cNvPr id="304" name="잉크 303">
                  <a:extLst>
                    <a:ext uri="{FF2B5EF4-FFF2-40B4-BE49-F238E27FC236}">
                      <a16:creationId xmlns:a16="http://schemas.microsoft.com/office/drawing/2014/main" id="{BBBB32BA-6E97-9DEA-E7C0-727F7AB59DBC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2060640" y="8254344"/>
                  <a:ext cx="360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7">
              <p14:nvContentPartPr>
                <p14:cNvPr id="305" name="잉크 304">
                  <a:extLst>
                    <a:ext uri="{FF2B5EF4-FFF2-40B4-BE49-F238E27FC236}">
                      <a16:creationId xmlns:a16="http://schemas.microsoft.com/office/drawing/2014/main" id="{795858C3-94A5-752C-B13C-35A128408BAD}"/>
                    </a:ext>
                  </a:extLst>
                </p14:cNvPr>
                <p14:cNvContentPartPr/>
                <p14:nvPr/>
              </p14:nvContentPartPr>
              <p14:xfrm>
                <a:off x="2097000" y="8290344"/>
                <a:ext cx="1222560" cy="43200"/>
              </p14:xfrm>
            </p:contentPart>
          </mc:Choice>
          <mc:Fallback>
            <p:pic>
              <p:nvPicPr>
                <p:cNvPr id="305" name="잉크 304">
                  <a:extLst>
                    <a:ext uri="{FF2B5EF4-FFF2-40B4-BE49-F238E27FC236}">
                      <a16:creationId xmlns:a16="http://schemas.microsoft.com/office/drawing/2014/main" id="{795858C3-94A5-752C-B13C-35A128408BAD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2079000" y="8272704"/>
                  <a:ext cx="12582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9">
              <p14:nvContentPartPr>
                <p14:cNvPr id="306" name="잉크 305">
                  <a:extLst>
                    <a:ext uri="{FF2B5EF4-FFF2-40B4-BE49-F238E27FC236}">
                      <a16:creationId xmlns:a16="http://schemas.microsoft.com/office/drawing/2014/main" id="{F1E97F36-0302-802E-4147-554474873168}"/>
                    </a:ext>
                  </a:extLst>
                </p14:cNvPr>
                <p14:cNvContentPartPr/>
                <p14:nvPr/>
              </p14:nvContentPartPr>
              <p14:xfrm>
                <a:off x="3281040" y="8235624"/>
                <a:ext cx="4680" cy="169920"/>
              </p14:xfrm>
            </p:contentPart>
          </mc:Choice>
          <mc:Fallback>
            <p:pic>
              <p:nvPicPr>
                <p:cNvPr id="306" name="잉크 305">
                  <a:extLst>
                    <a:ext uri="{FF2B5EF4-FFF2-40B4-BE49-F238E27FC236}">
                      <a16:creationId xmlns:a16="http://schemas.microsoft.com/office/drawing/2014/main" id="{F1E97F36-0302-802E-4147-554474873168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3263400" y="8217624"/>
                  <a:ext cx="403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1">
              <p14:nvContentPartPr>
                <p14:cNvPr id="308" name="잉크 307">
                  <a:extLst>
                    <a:ext uri="{FF2B5EF4-FFF2-40B4-BE49-F238E27FC236}">
                      <a16:creationId xmlns:a16="http://schemas.microsoft.com/office/drawing/2014/main" id="{B7FF69B1-58EE-8253-70A1-B2AE2D79A74B}"/>
                    </a:ext>
                  </a:extLst>
                </p14:cNvPr>
                <p14:cNvContentPartPr/>
                <p14:nvPr/>
              </p14:nvContentPartPr>
              <p14:xfrm>
                <a:off x="2297880" y="8412384"/>
                <a:ext cx="6840" cy="91440"/>
              </p14:xfrm>
            </p:contentPart>
          </mc:Choice>
          <mc:Fallback>
            <p:pic>
              <p:nvPicPr>
                <p:cNvPr id="308" name="잉크 307">
                  <a:extLst>
                    <a:ext uri="{FF2B5EF4-FFF2-40B4-BE49-F238E27FC236}">
                      <a16:creationId xmlns:a16="http://schemas.microsoft.com/office/drawing/2014/main" id="{B7FF69B1-58EE-8253-70A1-B2AE2D79A74B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2279880" y="8394384"/>
                  <a:ext cx="424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3">
              <p14:nvContentPartPr>
                <p14:cNvPr id="309" name="잉크 308">
                  <a:extLst>
                    <a:ext uri="{FF2B5EF4-FFF2-40B4-BE49-F238E27FC236}">
                      <a16:creationId xmlns:a16="http://schemas.microsoft.com/office/drawing/2014/main" id="{9401FB19-F968-059D-ADFD-891491023985}"/>
                    </a:ext>
                  </a:extLst>
                </p14:cNvPr>
                <p14:cNvContentPartPr/>
                <p14:nvPr/>
              </p14:nvContentPartPr>
              <p14:xfrm>
                <a:off x="2377440" y="8400144"/>
                <a:ext cx="141120" cy="111600"/>
              </p14:xfrm>
            </p:contentPart>
          </mc:Choice>
          <mc:Fallback>
            <p:pic>
              <p:nvPicPr>
                <p:cNvPr id="309" name="잉크 308">
                  <a:extLst>
                    <a:ext uri="{FF2B5EF4-FFF2-40B4-BE49-F238E27FC236}">
                      <a16:creationId xmlns:a16="http://schemas.microsoft.com/office/drawing/2014/main" id="{9401FB19-F968-059D-ADFD-891491023985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2359440" y="8382144"/>
                  <a:ext cx="17676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5">
              <p14:nvContentPartPr>
                <p14:cNvPr id="310" name="잉크 309">
                  <a:extLst>
                    <a:ext uri="{FF2B5EF4-FFF2-40B4-BE49-F238E27FC236}">
                      <a16:creationId xmlns:a16="http://schemas.microsoft.com/office/drawing/2014/main" id="{2745E20E-1181-45B4-EBCF-E8A0C37D5A45}"/>
                    </a:ext>
                  </a:extLst>
                </p14:cNvPr>
                <p14:cNvContentPartPr/>
                <p14:nvPr/>
              </p14:nvContentPartPr>
              <p14:xfrm>
                <a:off x="2591280" y="8406264"/>
                <a:ext cx="61560" cy="60480"/>
              </p14:xfrm>
            </p:contentPart>
          </mc:Choice>
          <mc:Fallback>
            <p:pic>
              <p:nvPicPr>
                <p:cNvPr id="310" name="잉크 309">
                  <a:extLst>
                    <a:ext uri="{FF2B5EF4-FFF2-40B4-BE49-F238E27FC236}">
                      <a16:creationId xmlns:a16="http://schemas.microsoft.com/office/drawing/2014/main" id="{2745E20E-1181-45B4-EBCF-E8A0C37D5A45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2573640" y="8388264"/>
                  <a:ext cx="972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7">
              <p14:nvContentPartPr>
                <p14:cNvPr id="311" name="잉크 310">
                  <a:extLst>
                    <a:ext uri="{FF2B5EF4-FFF2-40B4-BE49-F238E27FC236}">
                      <a16:creationId xmlns:a16="http://schemas.microsoft.com/office/drawing/2014/main" id="{6484C2BB-D2C0-CF14-A935-502C77AC1FD5}"/>
                    </a:ext>
                  </a:extLst>
                </p14:cNvPr>
                <p14:cNvContentPartPr/>
                <p14:nvPr/>
              </p14:nvContentPartPr>
              <p14:xfrm>
                <a:off x="2386440" y="8381784"/>
                <a:ext cx="194040" cy="109440"/>
              </p14:xfrm>
            </p:contentPart>
          </mc:Choice>
          <mc:Fallback>
            <p:pic>
              <p:nvPicPr>
                <p:cNvPr id="311" name="잉크 310">
                  <a:extLst>
                    <a:ext uri="{FF2B5EF4-FFF2-40B4-BE49-F238E27FC236}">
                      <a16:creationId xmlns:a16="http://schemas.microsoft.com/office/drawing/2014/main" id="{6484C2BB-D2C0-CF14-A935-502C77AC1FD5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2368440" y="8364144"/>
                  <a:ext cx="2296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9">
              <p14:nvContentPartPr>
                <p14:cNvPr id="312" name="잉크 311">
                  <a:extLst>
                    <a:ext uri="{FF2B5EF4-FFF2-40B4-BE49-F238E27FC236}">
                      <a16:creationId xmlns:a16="http://schemas.microsoft.com/office/drawing/2014/main" id="{C89C11DD-D049-778D-11FD-6D53FEE528D7}"/>
                    </a:ext>
                  </a:extLst>
                </p14:cNvPr>
                <p14:cNvContentPartPr/>
                <p14:nvPr/>
              </p14:nvContentPartPr>
              <p14:xfrm>
                <a:off x="2475360" y="8400144"/>
                <a:ext cx="30600" cy="175320"/>
              </p14:xfrm>
            </p:contentPart>
          </mc:Choice>
          <mc:Fallback>
            <p:pic>
              <p:nvPicPr>
                <p:cNvPr id="312" name="잉크 311">
                  <a:extLst>
                    <a:ext uri="{FF2B5EF4-FFF2-40B4-BE49-F238E27FC236}">
                      <a16:creationId xmlns:a16="http://schemas.microsoft.com/office/drawing/2014/main" id="{C89C11DD-D049-778D-11FD-6D53FEE528D7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2457360" y="8382144"/>
                  <a:ext cx="662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1">
              <p14:nvContentPartPr>
                <p14:cNvPr id="313" name="잉크 312">
                  <a:extLst>
                    <a:ext uri="{FF2B5EF4-FFF2-40B4-BE49-F238E27FC236}">
                      <a16:creationId xmlns:a16="http://schemas.microsoft.com/office/drawing/2014/main" id="{FAEAD23A-2A3D-CAFC-F73F-BA1177B96740}"/>
                    </a:ext>
                  </a:extLst>
                </p14:cNvPr>
                <p14:cNvContentPartPr/>
                <p14:nvPr/>
              </p14:nvContentPartPr>
              <p14:xfrm>
                <a:off x="2615400" y="8418144"/>
                <a:ext cx="112320" cy="119520"/>
              </p14:xfrm>
            </p:contentPart>
          </mc:Choice>
          <mc:Fallback>
            <p:pic>
              <p:nvPicPr>
                <p:cNvPr id="313" name="잉크 312">
                  <a:extLst>
                    <a:ext uri="{FF2B5EF4-FFF2-40B4-BE49-F238E27FC236}">
                      <a16:creationId xmlns:a16="http://schemas.microsoft.com/office/drawing/2014/main" id="{FAEAD23A-2A3D-CAFC-F73F-BA1177B96740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2597400" y="8400504"/>
                  <a:ext cx="1479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3">
              <p14:nvContentPartPr>
                <p14:cNvPr id="314" name="잉크 313">
                  <a:extLst>
                    <a:ext uri="{FF2B5EF4-FFF2-40B4-BE49-F238E27FC236}">
                      <a16:creationId xmlns:a16="http://schemas.microsoft.com/office/drawing/2014/main" id="{94E1EB4D-1B6C-A0C4-BACA-4106E54F174B}"/>
                    </a:ext>
                  </a:extLst>
                </p14:cNvPr>
                <p14:cNvContentPartPr/>
                <p14:nvPr/>
              </p14:nvContentPartPr>
              <p14:xfrm>
                <a:off x="2956320" y="8473224"/>
                <a:ext cx="116280" cy="137520"/>
              </p14:xfrm>
            </p:contentPart>
          </mc:Choice>
          <mc:Fallback>
            <p:pic>
              <p:nvPicPr>
                <p:cNvPr id="314" name="잉크 313">
                  <a:extLst>
                    <a:ext uri="{FF2B5EF4-FFF2-40B4-BE49-F238E27FC236}">
                      <a16:creationId xmlns:a16="http://schemas.microsoft.com/office/drawing/2014/main" id="{94E1EB4D-1B6C-A0C4-BACA-4106E54F174B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2938320" y="8455584"/>
                  <a:ext cx="1519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5">
              <p14:nvContentPartPr>
                <p14:cNvPr id="315" name="잉크 314">
                  <a:extLst>
                    <a:ext uri="{FF2B5EF4-FFF2-40B4-BE49-F238E27FC236}">
                      <a16:creationId xmlns:a16="http://schemas.microsoft.com/office/drawing/2014/main" id="{3D519829-9A01-9E1E-2C2F-E71766AF7203}"/>
                    </a:ext>
                  </a:extLst>
                </p14:cNvPr>
                <p14:cNvContentPartPr/>
                <p14:nvPr/>
              </p14:nvContentPartPr>
              <p14:xfrm>
                <a:off x="3078000" y="8460984"/>
                <a:ext cx="110880" cy="141840"/>
              </p14:xfrm>
            </p:contentPart>
          </mc:Choice>
          <mc:Fallback>
            <p:pic>
              <p:nvPicPr>
                <p:cNvPr id="315" name="잉크 314">
                  <a:extLst>
                    <a:ext uri="{FF2B5EF4-FFF2-40B4-BE49-F238E27FC236}">
                      <a16:creationId xmlns:a16="http://schemas.microsoft.com/office/drawing/2014/main" id="{3D519829-9A01-9E1E-2C2F-E71766AF7203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3060360" y="8443344"/>
                  <a:ext cx="146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7">
              <p14:nvContentPartPr>
                <p14:cNvPr id="316" name="잉크 315">
                  <a:extLst>
                    <a:ext uri="{FF2B5EF4-FFF2-40B4-BE49-F238E27FC236}">
                      <a16:creationId xmlns:a16="http://schemas.microsoft.com/office/drawing/2014/main" id="{BD7A62BA-BEA7-8741-9CA7-D2BE07E71C1F}"/>
                    </a:ext>
                  </a:extLst>
                </p14:cNvPr>
                <p14:cNvContentPartPr/>
                <p14:nvPr/>
              </p14:nvContentPartPr>
              <p14:xfrm>
                <a:off x="3175920" y="8473224"/>
                <a:ext cx="86400" cy="73800"/>
              </p14:xfrm>
            </p:contentPart>
          </mc:Choice>
          <mc:Fallback>
            <p:pic>
              <p:nvPicPr>
                <p:cNvPr id="316" name="잉크 315">
                  <a:extLst>
                    <a:ext uri="{FF2B5EF4-FFF2-40B4-BE49-F238E27FC236}">
                      <a16:creationId xmlns:a16="http://schemas.microsoft.com/office/drawing/2014/main" id="{BD7A62BA-BEA7-8741-9CA7-D2BE07E71C1F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3157920" y="8455584"/>
                  <a:ext cx="122040" cy="10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1" name="그룹 320">
            <a:extLst>
              <a:ext uri="{FF2B5EF4-FFF2-40B4-BE49-F238E27FC236}">
                <a16:creationId xmlns:a16="http://schemas.microsoft.com/office/drawing/2014/main" id="{8E470286-705E-73B0-ABF6-DA8126105A31}"/>
              </a:ext>
            </a:extLst>
          </p:cNvPr>
          <p:cNvGrpSpPr/>
          <p:nvPr/>
        </p:nvGrpSpPr>
        <p:grpSpPr>
          <a:xfrm>
            <a:off x="3144240" y="7827024"/>
            <a:ext cx="543960" cy="149040"/>
            <a:chOff x="3144240" y="7827024"/>
            <a:chExt cx="543960" cy="14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9">
              <p14:nvContentPartPr>
                <p14:cNvPr id="319" name="잉크 318">
                  <a:extLst>
                    <a:ext uri="{FF2B5EF4-FFF2-40B4-BE49-F238E27FC236}">
                      <a16:creationId xmlns:a16="http://schemas.microsoft.com/office/drawing/2014/main" id="{184D6E80-699B-6110-DF96-8400AEE2DACE}"/>
                    </a:ext>
                  </a:extLst>
                </p14:cNvPr>
                <p14:cNvContentPartPr/>
                <p14:nvPr/>
              </p14:nvContentPartPr>
              <p14:xfrm>
                <a:off x="3166920" y="7832784"/>
                <a:ext cx="521280" cy="128160"/>
              </p14:xfrm>
            </p:contentPart>
          </mc:Choice>
          <mc:Fallback>
            <p:pic>
              <p:nvPicPr>
                <p:cNvPr id="319" name="잉크 318">
                  <a:extLst>
                    <a:ext uri="{FF2B5EF4-FFF2-40B4-BE49-F238E27FC236}">
                      <a16:creationId xmlns:a16="http://schemas.microsoft.com/office/drawing/2014/main" id="{184D6E80-699B-6110-DF96-8400AEE2DACE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3149280" y="7814784"/>
                  <a:ext cx="5569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1">
              <p14:nvContentPartPr>
                <p14:cNvPr id="320" name="잉크 319">
                  <a:extLst>
                    <a:ext uri="{FF2B5EF4-FFF2-40B4-BE49-F238E27FC236}">
                      <a16:creationId xmlns:a16="http://schemas.microsoft.com/office/drawing/2014/main" id="{CB85459E-C7AA-C686-2435-A59CC0EE3D41}"/>
                    </a:ext>
                  </a:extLst>
                </p14:cNvPr>
                <p14:cNvContentPartPr/>
                <p14:nvPr/>
              </p14:nvContentPartPr>
              <p14:xfrm>
                <a:off x="3144240" y="7827024"/>
                <a:ext cx="199440" cy="149040"/>
              </p14:xfrm>
            </p:contentPart>
          </mc:Choice>
          <mc:Fallback>
            <p:pic>
              <p:nvPicPr>
                <p:cNvPr id="320" name="잉크 319">
                  <a:extLst>
                    <a:ext uri="{FF2B5EF4-FFF2-40B4-BE49-F238E27FC236}">
                      <a16:creationId xmlns:a16="http://schemas.microsoft.com/office/drawing/2014/main" id="{CB85459E-C7AA-C686-2435-A59CC0EE3D41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3126600" y="7809384"/>
                  <a:ext cx="235080" cy="18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5" name="그룹 324">
            <a:extLst>
              <a:ext uri="{FF2B5EF4-FFF2-40B4-BE49-F238E27FC236}">
                <a16:creationId xmlns:a16="http://schemas.microsoft.com/office/drawing/2014/main" id="{E54D2761-1E92-BEBB-A406-6A605E0BB034}"/>
              </a:ext>
            </a:extLst>
          </p:cNvPr>
          <p:cNvGrpSpPr/>
          <p:nvPr/>
        </p:nvGrpSpPr>
        <p:grpSpPr>
          <a:xfrm>
            <a:off x="2679840" y="8741424"/>
            <a:ext cx="874800" cy="225000"/>
            <a:chOff x="2679840" y="8741424"/>
            <a:chExt cx="874800" cy="22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3">
              <p14:nvContentPartPr>
                <p14:cNvPr id="322" name="잉크 321">
                  <a:extLst>
                    <a:ext uri="{FF2B5EF4-FFF2-40B4-BE49-F238E27FC236}">
                      <a16:creationId xmlns:a16="http://schemas.microsoft.com/office/drawing/2014/main" id="{525C529D-478A-499B-236B-CBD08ECD12F4}"/>
                    </a:ext>
                  </a:extLst>
                </p14:cNvPr>
                <p14:cNvContentPartPr/>
                <p14:nvPr/>
              </p14:nvContentPartPr>
              <p14:xfrm>
                <a:off x="2701800" y="8880744"/>
                <a:ext cx="773280" cy="19800"/>
              </p14:xfrm>
            </p:contentPart>
          </mc:Choice>
          <mc:Fallback>
            <p:pic>
              <p:nvPicPr>
                <p:cNvPr id="322" name="잉크 321">
                  <a:extLst>
                    <a:ext uri="{FF2B5EF4-FFF2-40B4-BE49-F238E27FC236}">
                      <a16:creationId xmlns:a16="http://schemas.microsoft.com/office/drawing/2014/main" id="{525C529D-478A-499B-236B-CBD08ECD12F4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2683800" y="8862744"/>
                  <a:ext cx="8089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5">
              <p14:nvContentPartPr>
                <p14:cNvPr id="323" name="잉크 322">
                  <a:extLst>
                    <a:ext uri="{FF2B5EF4-FFF2-40B4-BE49-F238E27FC236}">
                      <a16:creationId xmlns:a16="http://schemas.microsoft.com/office/drawing/2014/main" id="{D1747B3C-59CF-CA12-C27C-9E2A2A43B34A}"/>
                    </a:ext>
                  </a:extLst>
                </p14:cNvPr>
                <p14:cNvContentPartPr/>
                <p14:nvPr/>
              </p14:nvContentPartPr>
              <p14:xfrm>
                <a:off x="2679840" y="8741424"/>
                <a:ext cx="170280" cy="225000"/>
              </p14:xfrm>
            </p:contentPart>
          </mc:Choice>
          <mc:Fallback>
            <p:pic>
              <p:nvPicPr>
                <p:cNvPr id="323" name="잉크 322">
                  <a:extLst>
                    <a:ext uri="{FF2B5EF4-FFF2-40B4-BE49-F238E27FC236}">
                      <a16:creationId xmlns:a16="http://schemas.microsoft.com/office/drawing/2014/main" id="{D1747B3C-59CF-CA12-C27C-9E2A2A43B34A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2662200" y="8723784"/>
                  <a:ext cx="2059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7">
              <p14:nvContentPartPr>
                <p14:cNvPr id="324" name="잉크 323">
                  <a:extLst>
                    <a:ext uri="{FF2B5EF4-FFF2-40B4-BE49-F238E27FC236}">
                      <a16:creationId xmlns:a16="http://schemas.microsoft.com/office/drawing/2014/main" id="{2BF835F7-59DF-3285-98C1-5A38F866224E}"/>
                    </a:ext>
                  </a:extLst>
                </p14:cNvPr>
                <p14:cNvContentPartPr/>
                <p14:nvPr/>
              </p14:nvContentPartPr>
              <p14:xfrm>
                <a:off x="3377160" y="8845104"/>
                <a:ext cx="177480" cy="63000"/>
              </p14:xfrm>
            </p:contentPart>
          </mc:Choice>
          <mc:Fallback>
            <p:pic>
              <p:nvPicPr>
                <p:cNvPr id="324" name="잉크 323">
                  <a:extLst>
                    <a:ext uri="{FF2B5EF4-FFF2-40B4-BE49-F238E27FC236}">
                      <a16:creationId xmlns:a16="http://schemas.microsoft.com/office/drawing/2014/main" id="{2BF835F7-59DF-3285-98C1-5A38F866224E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3359160" y="8827104"/>
                  <a:ext cx="21312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5" name="그룹 334">
            <a:extLst>
              <a:ext uri="{FF2B5EF4-FFF2-40B4-BE49-F238E27FC236}">
                <a16:creationId xmlns:a16="http://schemas.microsoft.com/office/drawing/2014/main" id="{EEECE5B1-E5A3-1076-A3C1-85B846B7C99F}"/>
              </a:ext>
            </a:extLst>
          </p:cNvPr>
          <p:cNvGrpSpPr/>
          <p:nvPr/>
        </p:nvGrpSpPr>
        <p:grpSpPr>
          <a:xfrm>
            <a:off x="3341880" y="2998704"/>
            <a:ext cx="232560" cy="180000"/>
            <a:chOff x="3341880" y="2998704"/>
            <a:chExt cx="232560" cy="18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9">
              <p14:nvContentPartPr>
                <p14:cNvPr id="326" name="잉크 325">
                  <a:extLst>
                    <a:ext uri="{FF2B5EF4-FFF2-40B4-BE49-F238E27FC236}">
                      <a16:creationId xmlns:a16="http://schemas.microsoft.com/office/drawing/2014/main" id="{F45941BE-45BA-BE4B-5CA0-A327A03A5368}"/>
                    </a:ext>
                  </a:extLst>
                </p14:cNvPr>
                <p14:cNvContentPartPr/>
                <p14:nvPr/>
              </p14:nvContentPartPr>
              <p14:xfrm>
                <a:off x="3341880" y="2998704"/>
                <a:ext cx="92160" cy="171720"/>
              </p14:xfrm>
            </p:contentPart>
          </mc:Choice>
          <mc:Fallback>
            <p:pic>
              <p:nvPicPr>
                <p:cNvPr id="326" name="잉크 325">
                  <a:extLst>
                    <a:ext uri="{FF2B5EF4-FFF2-40B4-BE49-F238E27FC236}">
                      <a16:creationId xmlns:a16="http://schemas.microsoft.com/office/drawing/2014/main" id="{F45941BE-45BA-BE4B-5CA0-A327A03A5368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3332880" y="2990064"/>
                  <a:ext cx="1098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1">
              <p14:nvContentPartPr>
                <p14:cNvPr id="327" name="잉크 326">
                  <a:extLst>
                    <a:ext uri="{FF2B5EF4-FFF2-40B4-BE49-F238E27FC236}">
                      <a16:creationId xmlns:a16="http://schemas.microsoft.com/office/drawing/2014/main" id="{F68A2B6F-259B-B2F9-9928-9A22206A251B}"/>
                    </a:ext>
                  </a:extLst>
                </p14:cNvPr>
                <p14:cNvContentPartPr/>
                <p14:nvPr/>
              </p14:nvContentPartPr>
              <p14:xfrm>
                <a:off x="3547800" y="3157464"/>
                <a:ext cx="26640" cy="21240"/>
              </p14:xfrm>
            </p:contentPart>
          </mc:Choice>
          <mc:Fallback>
            <p:pic>
              <p:nvPicPr>
                <p:cNvPr id="327" name="잉크 326">
                  <a:extLst>
                    <a:ext uri="{FF2B5EF4-FFF2-40B4-BE49-F238E27FC236}">
                      <a16:creationId xmlns:a16="http://schemas.microsoft.com/office/drawing/2014/main" id="{F68A2B6F-259B-B2F9-9928-9A22206A251B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3538800" y="3148824"/>
                  <a:ext cx="4428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4" name="그룹 333">
            <a:extLst>
              <a:ext uri="{FF2B5EF4-FFF2-40B4-BE49-F238E27FC236}">
                <a16:creationId xmlns:a16="http://schemas.microsoft.com/office/drawing/2014/main" id="{74AF645B-823A-A3DD-BF4D-C8B9801BF567}"/>
              </a:ext>
            </a:extLst>
          </p:cNvPr>
          <p:cNvGrpSpPr/>
          <p:nvPr/>
        </p:nvGrpSpPr>
        <p:grpSpPr>
          <a:xfrm>
            <a:off x="3742920" y="2992944"/>
            <a:ext cx="610200" cy="203760"/>
            <a:chOff x="3742920" y="2992944"/>
            <a:chExt cx="610200" cy="203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3">
              <p14:nvContentPartPr>
                <p14:cNvPr id="328" name="잉크 327">
                  <a:extLst>
                    <a:ext uri="{FF2B5EF4-FFF2-40B4-BE49-F238E27FC236}">
                      <a16:creationId xmlns:a16="http://schemas.microsoft.com/office/drawing/2014/main" id="{4933E840-289B-8F1D-9B46-C757DEADA7F2}"/>
                    </a:ext>
                  </a:extLst>
                </p14:cNvPr>
                <p14:cNvContentPartPr/>
                <p14:nvPr/>
              </p14:nvContentPartPr>
              <p14:xfrm>
                <a:off x="3742920" y="3011304"/>
                <a:ext cx="189720" cy="106200"/>
              </p14:xfrm>
            </p:contentPart>
          </mc:Choice>
          <mc:Fallback>
            <p:pic>
              <p:nvPicPr>
                <p:cNvPr id="328" name="잉크 327">
                  <a:extLst>
                    <a:ext uri="{FF2B5EF4-FFF2-40B4-BE49-F238E27FC236}">
                      <a16:creationId xmlns:a16="http://schemas.microsoft.com/office/drawing/2014/main" id="{4933E840-289B-8F1D-9B46-C757DEADA7F2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3733920" y="3002304"/>
                  <a:ext cx="2073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5">
              <p14:nvContentPartPr>
                <p14:cNvPr id="329" name="잉크 328">
                  <a:extLst>
                    <a:ext uri="{FF2B5EF4-FFF2-40B4-BE49-F238E27FC236}">
                      <a16:creationId xmlns:a16="http://schemas.microsoft.com/office/drawing/2014/main" id="{D042010F-4D63-1FBF-D8C0-E1B4794C04E0}"/>
                    </a:ext>
                  </a:extLst>
                </p14:cNvPr>
                <p14:cNvContentPartPr/>
                <p14:nvPr/>
              </p14:nvContentPartPr>
              <p14:xfrm>
                <a:off x="3972960" y="2999064"/>
                <a:ext cx="106560" cy="141840"/>
              </p14:xfrm>
            </p:contentPart>
          </mc:Choice>
          <mc:Fallback>
            <p:pic>
              <p:nvPicPr>
                <p:cNvPr id="329" name="잉크 328">
                  <a:extLst>
                    <a:ext uri="{FF2B5EF4-FFF2-40B4-BE49-F238E27FC236}">
                      <a16:creationId xmlns:a16="http://schemas.microsoft.com/office/drawing/2014/main" id="{D042010F-4D63-1FBF-D8C0-E1B4794C04E0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3963960" y="2990064"/>
                  <a:ext cx="1242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7">
              <p14:nvContentPartPr>
                <p14:cNvPr id="330" name="잉크 329">
                  <a:extLst>
                    <a:ext uri="{FF2B5EF4-FFF2-40B4-BE49-F238E27FC236}">
                      <a16:creationId xmlns:a16="http://schemas.microsoft.com/office/drawing/2014/main" id="{ACA065CA-A47B-D33D-86FC-1A916FE5C550}"/>
                    </a:ext>
                  </a:extLst>
                </p14:cNvPr>
                <p14:cNvContentPartPr/>
                <p14:nvPr/>
              </p14:nvContentPartPr>
              <p14:xfrm>
                <a:off x="3980520" y="2992944"/>
                <a:ext cx="139320" cy="28080"/>
              </p14:xfrm>
            </p:contentPart>
          </mc:Choice>
          <mc:Fallback>
            <p:pic>
              <p:nvPicPr>
                <p:cNvPr id="330" name="잉크 329">
                  <a:extLst>
                    <a:ext uri="{FF2B5EF4-FFF2-40B4-BE49-F238E27FC236}">
                      <a16:creationId xmlns:a16="http://schemas.microsoft.com/office/drawing/2014/main" id="{ACA065CA-A47B-D33D-86FC-1A916FE5C550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3971520" y="2984304"/>
                  <a:ext cx="1569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9">
              <p14:nvContentPartPr>
                <p14:cNvPr id="331" name="잉크 330">
                  <a:extLst>
                    <a:ext uri="{FF2B5EF4-FFF2-40B4-BE49-F238E27FC236}">
                      <a16:creationId xmlns:a16="http://schemas.microsoft.com/office/drawing/2014/main" id="{78CA3E5E-4CEC-EE15-4C88-DE14C2E3EE4A}"/>
                    </a:ext>
                  </a:extLst>
                </p14:cNvPr>
                <p14:cNvContentPartPr/>
                <p14:nvPr/>
              </p14:nvContentPartPr>
              <p14:xfrm>
                <a:off x="4161240" y="3024264"/>
                <a:ext cx="115200" cy="172440"/>
              </p14:xfrm>
            </p:contentPart>
          </mc:Choice>
          <mc:Fallback>
            <p:pic>
              <p:nvPicPr>
                <p:cNvPr id="331" name="잉크 330">
                  <a:extLst>
                    <a:ext uri="{FF2B5EF4-FFF2-40B4-BE49-F238E27FC236}">
                      <a16:creationId xmlns:a16="http://schemas.microsoft.com/office/drawing/2014/main" id="{78CA3E5E-4CEC-EE15-4C88-DE14C2E3EE4A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4152240" y="3015264"/>
                  <a:ext cx="1328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1">
              <p14:nvContentPartPr>
                <p14:cNvPr id="332" name="잉크 331">
                  <a:extLst>
                    <a:ext uri="{FF2B5EF4-FFF2-40B4-BE49-F238E27FC236}">
                      <a16:creationId xmlns:a16="http://schemas.microsoft.com/office/drawing/2014/main" id="{53653BBF-0E7A-E125-DCC3-56DD7D3D859F}"/>
                    </a:ext>
                  </a:extLst>
                </p14:cNvPr>
                <p14:cNvContentPartPr/>
                <p14:nvPr/>
              </p14:nvContentPartPr>
              <p14:xfrm>
                <a:off x="4279320" y="3017424"/>
                <a:ext cx="73800" cy="35280"/>
              </p14:xfrm>
            </p:contentPart>
          </mc:Choice>
          <mc:Fallback>
            <p:pic>
              <p:nvPicPr>
                <p:cNvPr id="332" name="잉크 331">
                  <a:extLst>
                    <a:ext uri="{FF2B5EF4-FFF2-40B4-BE49-F238E27FC236}">
                      <a16:creationId xmlns:a16="http://schemas.microsoft.com/office/drawing/2014/main" id="{53653BBF-0E7A-E125-DCC3-56DD7D3D859F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4270320" y="3008424"/>
                  <a:ext cx="91440" cy="5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33">
            <p14:nvContentPartPr>
              <p14:cNvPr id="333" name="잉크 332">
                <a:extLst>
                  <a:ext uri="{FF2B5EF4-FFF2-40B4-BE49-F238E27FC236}">
                    <a16:creationId xmlns:a16="http://schemas.microsoft.com/office/drawing/2014/main" id="{311C3FD3-928F-0DF8-784C-F70D26E36D47}"/>
                  </a:ext>
                </a:extLst>
              </p14:cNvPr>
              <p14:cNvContentPartPr/>
              <p14:nvPr/>
            </p14:nvContentPartPr>
            <p14:xfrm>
              <a:off x="4596120" y="3139104"/>
              <a:ext cx="1440" cy="360"/>
            </p14:xfrm>
          </p:contentPart>
        </mc:Choice>
        <mc:Fallback>
          <p:pic>
            <p:nvPicPr>
              <p:cNvPr id="333" name="잉크 332">
                <a:extLst>
                  <a:ext uri="{FF2B5EF4-FFF2-40B4-BE49-F238E27FC236}">
                    <a16:creationId xmlns:a16="http://schemas.microsoft.com/office/drawing/2014/main" id="{311C3FD3-928F-0DF8-784C-F70D26E36D47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587480" y="3130464"/>
                <a:ext cx="1908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3" name="그룹 342">
            <a:extLst>
              <a:ext uri="{FF2B5EF4-FFF2-40B4-BE49-F238E27FC236}">
                <a16:creationId xmlns:a16="http://schemas.microsoft.com/office/drawing/2014/main" id="{A520005C-481E-27B6-92E8-42784EF6CBA2}"/>
              </a:ext>
            </a:extLst>
          </p:cNvPr>
          <p:cNvGrpSpPr/>
          <p:nvPr/>
        </p:nvGrpSpPr>
        <p:grpSpPr>
          <a:xfrm>
            <a:off x="2723760" y="3139104"/>
            <a:ext cx="397440" cy="393480"/>
            <a:chOff x="2723760" y="3139104"/>
            <a:chExt cx="397440" cy="393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34">
              <p14:nvContentPartPr>
                <p14:cNvPr id="336" name="잉크 335">
                  <a:extLst>
                    <a:ext uri="{FF2B5EF4-FFF2-40B4-BE49-F238E27FC236}">
                      <a16:creationId xmlns:a16="http://schemas.microsoft.com/office/drawing/2014/main" id="{06F3A5F1-E81B-D1B4-8321-1D965729D6A0}"/>
                    </a:ext>
                  </a:extLst>
                </p14:cNvPr>
                <p14:cNvContentPartPr/>
                <p14:nvPr/>
              </p14:nvContentPartPr>
              <p14:xfrm>
                <a:off x="2723760" y="3236664"/>
                <a:ext cx="88920" cy="173880"/>
              </p14:xfrm>
            </p:contentPart>
          </mc:Choice>
          <mc:Fallback>
            <p:pic>
              <p:nvPicPr>
                <p:cNvPr id="336" name="잉크 335">
                  <a:extLst>
                    <a:ext uri="{FF2B5EF4-FFF2-40B4-BE49-F238E27FC236}">
                      <a16:creationId xmlns:a16="http://schemas.microsoft.com/office/drawing/2014/main" id="{06F3A5F1-E81B-D1B4-8321-1D965729D6A0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2714760" y="3228024"/>
                  <a:ext cx="10656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6">
              <p14:nvContentPartPr>
                <p14:cNvPr id="337" name="잉크 336">
                  <a:extLst>
                    <a:ext uri="{FF2B5EF4-FFF2-40B4-BE49-F238E27FC236}">
                      <a16:creationId xmlns:a16="http://schemas.microsoft.com/office/drawing/2014/main" id="{93D992D2-C8C6-ECD9-785A-0D7901B43DC1}"/>
                    </a:ext>
                  </a:extLst>
                </p14:cNvPr>
                <p14:cNvContentPartPr/>
                <p14:nvPr/>
              </p14:nvContentPartPr>
              <p14:xfrm>
                <a:off x="2767320" y="3248904"/>
                <a:ext cx="86760" cy="5040"/>
              </p14:xfrm>
            </p:contentPart>
          </mc:Choice>
          <mc:Fallback>
            <p:pic>
              <p:nvPicPr>
                <p:cNvPr id="337" name="잉크 336">
                  <a:extLst>
                    <a:ext uri="{FF2B5EF4-FFF2-40B4-BE49-F238E27FC236}">
                      <a16:creationId xmlns:a16="http://schemas.microsoft.com/office/drawing/2014/main" id="{93D992D2-C8C6-ECD9-785A-0D7901B43DC1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2758680" y="3240264"/>
                  <a:ext cx="1044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8">
              <p14:nvContentPartPr>
                <p14:cNvPr id="338" name="잉크 337">
                  <a:extLst>
                    <a:ext uri="{FF2B5EF4-FFF2-40B4-BE49-F238E27FC236}">
                      <a16:creationId xmlns:a16="http://schemas.microsoft.com/office/drawing/2014/main" id="{9A896317-1CDC-977D-82D8-9B2D3807D2C8}"/>
                    </a:ext>
                  </a:extLst>
                </p14:cNvPr>
                <p14:cNvContentPartPr/>
                <p14:nvPr/>
              </p14:nvContentPartPr>
              <p14:xfrm>
                <a:off x="2912040" y="3248904"/>
                <a:ext cx="38160" cy="75960"/>
              </p14:xfrm>
            </p:contentPart>
          </mc:Choice>
          <mc:Fallback>
            <p:pic>
              <p:nvPicPr>
                <p:cNvPr id="338" name="잉크 337">
                  <a:extLst>
                    <a:ext uri="{FF2B5EF4-FFF2-40B4-BE49-F238E27FC236}">
                      <a16:creationId xmlns:a16="http://schemas.microsoft.com/office/drawing/2014/main" id="{9A896317-1CDC-977D-82D8-9B2D3807D2C8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2903400" y="3240264"/>
                  <a:ext cx="558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0">
              <p14:nvContentPartPr>
                <p14:cNvPr id="339" name="잉크 338">
                  <a:extLst>
                    <a:ext uri="{FF2B5EF4-FFF2-40B4-BE49-F238E27FC236}">
                      <a16:creationId xmlns:a16="http://schemas.microsoft.com/office/drawing/2014/main" id="{80C843E3-C20B-D3F8-5215-EA1D13B30BD8}"/>
                    </a:ext>
                  </a:extLst>
                </p14:cNvPr>
                <p14:cNvContentPartPr/>
                <p14:nvPr/>
              </p14:nvContentPartPr>
              <p14:xfrm>
                <a:off x="2985840" y="3212544"/>
                <a:ext cx="37800" cy="253080"/>
              </p14:xfrm>
            </p:contentPart>
          </mc:Choice>
          <mc:Fallback>
            <p:pic>
              <p:nvPicPr>
                <p:cNvPr id="339" name="잉크 338">
                  <a:extLst>
                    <a:ext uri="{FF2B5EF4-FFF2-40B4-BE49-F238E27FC236}">
                      <a16:creationId xmlns:a16="http://schemas.microsoft.com/office/drawing/2014/main" id="{80C843E3-C20B-D3F8-5215-EA1D13B30BD8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2977200" y="3203544"/>
                  <a:ext cx="554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2">
              <p14:nvContentPartPr>
                <p14:cNvPr id="340" name="잉크 339">
                  <a:extLst>
                    <a:ext uri="{FF2B5EF4-FFF2-40B4-BE49-F238E27FC236}">
                      <a16:creationId xmlns:a16="http://schemas.microsoft.com/office/drawing/2014/main" id="{C88C35B7-1B36-6928-812A-8559C52734CB}"/>
                    </a:ext>
                  </a:extLst>
                </p14:cNvPr>
                <p14:cNvContentPartPr/>
                <p14:nvPr/>
              </p14:nvContentPartPr>
              <p14:xfrm>
                <a:off x="2986920" y="3329544"/>
                <a:ext cx="64440" cy="17280"/>
              </p14:xfrm>
            </p:contentPart>
          </mc:Choice>
          <mc:Fallback>
            <p:pic>
              <p:nvPicPr>
                <p:cNvPr id="340" name="잉크 339">
                  <a:extLst>
                    <a:ext uri="{FF2B5EF4-FFF2-40B4-BE49-F238E27FC236}">
                      <a16:creationId xmlns:a16="http://schemas.microsoft.com/office/drawing/2014/main" id="{C88C35B7-1B36-6928-812A-8559C52734CB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2977920" y="3320544"/>
                  <a:ext cx="820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4">
              <p14:nvContentPartPr>
                <p14:cNvPr id="341" name="잉크 340">
                  <a:extLst>
                    <a:ext uri="{FF2B5EF4-FFF2-40B4-BE49-F238E27FC236}">
                      <a16:creationId xmlns:a16="http://schemas.microsoft.com/office/drawing/2014/main" id="{081DCDEB-B9E2-7B3A-A402-27399A989D80}"/>
                    </a:ext>
                  </a:extLst>
                </p14:cNvPr>
                <p14:cNvContentPartPr/>
                <p14:nvPr/>
              </p14:nvContentPartPr>
              <p14:xfrm>
                <a:off x="3051360" y="3139104"/>
                <a:ext cx="69840" cy="393480"/>
              </p14:xfrm>
            </p:contentPart>
          </mc:Choice>
          <mc:Fallback>
            <p:pic>
              <p:nvPicPr>
                <p:cNvPr id="341" name="잉크 340">
                  <a:extLst>
                    <a:ext uri="{FF2B5EF4-FFF2-40B4-BE49-F238E27FC236}">
                      <a16:creationId xmlns:a16="http://schemas.microsoft.com/office/drawing/2014/main" id="{081DCDEB-B9E2-7B3A-A402-27399A989D80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3042360" y="3130464"/>
                  <a:ext cx="8748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6">
              <p14:nvContentPartPr>
                <p14:cNvPr id="342" name="잉크 341">
                  <a:extLst>
                    <a:ext uri="{FF2B5EF4-FFF2-40B4-BE49-F238E27FC236}">
                      <a16:creationId xmlns:a16="http://schemas.microsoft.com/office/drawing/2014/main" id="{82C1352C-1234-54F5-218D-D1480398FC0F}"/>
                    </a:ext>
                  </a:extLst>
                </p14:cNvPr>
                <p14:cNvContentPartPr/>
                <p14:nvPr/>
              </p14:nvContentPartPr>
              <p14:xfrm>
                <a:off x="3029400" y="3358344"/>
                <a:ext cx="52200" cy="6840"/>
              </p14:xfrm>
            </p:contentPart>
          </mc:Choice>
          <mc:Fallback>
            <p:pic>
              <p:nvPicPr>
                <p:cNvPr id="342" name="잉크 341">
                  <a:extLst>
                    <a:ext uri="{FF2B5EF4-FFF2-40B4-BE49-F238E27FC236}">
                      <a16:creationId xmlns:a16="http://schemas.microsoft.com/office/drawing/2014/main" id="{82C1352C-1234-54F5-218D-D1480398FC0F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3020760" y="3349704"/>
                  <a:ext cx="69840" cy="2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48">
            <p14:nvContentPartPr>
              <p14:cNvPr id="345" name="잉크 344">
                <a:extLst>
                  <a:ext uri="{FF2B5EF4-FFF2-40B4-BE49-F238E27FC236}">
                    <a16:creationId xmlns:a16="http://schemas.microsoft.com/office/drawing/2014/main" id="{476E5FE2-D1D6-5307-910F-63786CED6637}"/>
                  </a:ext>
                </a:extLst>
              </p14:cNvPr>
              <p14:cNvContentPartPr/>
              <p14:nvPr/>
            </p14:nvContentPartPr>
            <p14:xfrm>
              <a:off x="1898640" y="7837464"/>
              <a:ext cx="1472400" cy="812160"/>
            </p14:xfrm>
          </p:contentPart>
        </mc:Choice>
        <mc:Fallback>
          <p:pic>
            <p:nvPicPr>
              <p:cNvPr id="345" name="잉크 344">
                <a:extLst>
                  <a:ext uri="{FF2B5EF4-FFF2-40B4-BE49-F238E27FC236}">
                    <a16:creationId xmlns:a16="http://schemas.microsoft.com/office/drawing/2014/main" id="{476E5FE2-D1D6-5307-910F-63786CED6637}"/>
                  </a:ext>
                </a:extLst>
              </p:cNvPr>
              <p:cNvPicPr/>
              <p:nvPr/>
            </p:nvPicPr>
            <p:blipFill>
              <a:blip r:embed="rId549"/>
              <a:stretch>
                <a:fillRect/>
              </a:stretch>
            </p:blipFill>
            <p:spPr>
              <a:xfrm>
                <a:off x="1889640" y="7828824"/>
                <a:ext cx="1490040" cy="82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3" name="그룹 352">
            <a:extLst>
              <a:ext uri="{FF2B5EF4-FFF2-40B4-BE49-F238E27FC236}">
                <a16:creationId xmlns:a16="http://schemas.microsoft.com/office/drawing/2014/main" id="{8F243A8B-248D-2166-6994-5B2C8AF4E6F7}"/>
              </a:ext>
            </a:extLst>
          </p:cNvPr>
          <p:cNvGrpSpPr/>
          <p:nvPr/>
        </p:nvGrpSpPr>
        <p:grpSpPr>
          <a:xfrm>
            <a:off x="764280" y="3453024"/>
            <a:ext cx="1459800" cy="1472400"/>
            <a:chOff x="764280" y="3453024"/>
            <a:chExt cx="1459800" cy="147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0">
              <p14:nvContentPartPr>
                <p14:cNvPr id="346" name="잉크 345">
                  <a:extLst>
                    <a:ext uri="{FF2B5EF4-FFF2-40B4-BE49-F238E27FC236}">
                      <a16:creationId xmlns:a16="http://schemas.microsoft.com/office/drawing/2014/main" id="{084D990E-F7F3-0E7F-1D20-0A3DBAB4DB52}"/>
                    </a:ext>
                  </a:extLst>
                </p14:cNvPr>
                <p14:cNvContentPartPr/>
                <p14:nvPr/>
              </p14:nvContentPartPr>
              <p14:xfrm>
                <a:off x="764280" y="3453024"/>
                <a:ext cx="1459800" cy="1472400"/>
              </p14:xfrm>
            </p:contentPart>
          </mc:Choice>
          <mc:Fallback>
            <p:pic>
              <p:nvPicPr>
                <p:cNvPr id="346" name="잉크 345">
                  <a:extLst>
                    <a:ext uri="{FF2B5EF4-FFF2-40B4-BE49-F238E27FC236}">
                      <a16:creationId xmlns:a16="http://schemas.microsoft.com/office/drawing/2014/main" id="{084D990E-F7F3-0E7F-1D20-0A3DBAB4DB52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755640" y="3444384"/>
                  <a:ext cx="1477440" cy="149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2">
              <p14:nvContentPartPr>
                <p14:cNvPr id="347" name="잉크 346">
                  <a:extLst>
                    <a:ext uri="{FF2B5EF4-FFF2-40B4-BE49-F238E27FC236}">
                      <a16:creationId xmlns:a16="http://schemas.microsoft.com/office/drawing/2014/main" id="{ADB8F857-43C4-062C-4F3E-8AF9B73CCD3D}"/>
                    </a:ext>
                  </a:extLst>
                </p14:cNvPr>
                <p14:cNvContentPartPr/>
                <p14:nvPr/>
              </p14:nvContentPartPr>
              <p14:xfrm>
                <a:off x="1170360" y="3851184"/>
                <a:ext cx="585720" cy="50400"/>
              </p14:xfrm>
            </p:contentPart>
          </mc:Choice>
          <mc:Fallback>
            <p:pic>
              <p:nvPicPr>
                <p:cNvPr id="347" name="잉크 346">
                  <a:extLst>
                    <a:ext uri="{FF2B5EF4-FFF2-40B4-BE49-F238E27FC236}">
                      <a16:creationId xmlns:a16="http://schemas.microsoft.com/office/drawing/2014/main" id="{ADB8F857-43C4-062C-4F3E-8AF9B73CCD3D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161360" y="3842544"/>
                  <a:ext cx="6033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4">
              <p14:nvContentPartPr>
                <p14:cNvPr id="348" name="잉크 347">
                  <a:extLst>
                    <a:ext uri="{FF2B5EF4-FFF2-40B4-BE49-F238E27FC236}">
                      <a16:creationId xmlns:a16="http://schemas.microsoft.com/office/drawing/2014/main" id="{A1678980-9018-BD44-0FDD-53E0FA373B26}"/>
                    </a:ext>
                  </a:extLst>
                </p14:cNvPr>
                <p14:cNvContentPartPr/>
                <p14:nvPr/>
              </p14:nvContentPartPr>
              <p14:xfrm>
                <a:off x="1218960" y="4084104"/>
                <a:ext cx="490680" cy="11880"/>
              </p14:xfrm>
            </p:contentPart>
          </mc:Choice>
          <mc:Fallback>
            <p:pic>
              <p:nvPicPr>
                <p:cNvPr id="348" name="잉크 347">
                  <a:extLst>
                    <a:ext uri="{FF2B5EF4-FFF2-40B4-BE49-F238E27FC236}">
                      <a16:creationId xmlns:a16="http://schemas.microsoft.com/office/drawing/2014/main" id="{A1678980-9018-BD44-0FDD-53E0FA373B26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210320" y="4075464"/>
                  <a:ext cx="5083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6">
              <p14:nvContentPartPr>
                <p14:cNvPr id="349" name="잉크 348">
                  <a:extLst>
                    <a:ext uri="{FF2B5EF4-FFF2-40B4-BE49-F238E27FC236}">
                      <a16:creationId xmlns:a16="http://schemas.microsoft.com/office/drawing/2014/main" id="{2986D454-AAE4-3BF1-3EC2-F3267EF05F5B}"/>
                    </a:ext>
                  </a:extLst>
                </p14:cNvPr>
                <p14:cNvContentPartPr/>
                <p14:nvPr/>
              </p14:nvContentPartPr>
              <p14:xfrm>
                <a:off x="1231200" y="4260864"/>
                <a:ext cx="299160" cy="6840"/>
              </p14:xfrm>
            </p:contentPart>
          </mc:Choice>
          <mc:Fallback>
            <p:pic>
              <p:nvPicPr>
                <p:cNvPr id="349" name="잉크 348">
                  <a:extLst>
                    <a:ext uri="{FF2B5EF4-FFF2-40B4-BE49-F238E27FC236}">
                      <a16:creationId xmlns:a16="http://schemas.microsoft.com/office/drawing/2014/main" id="{2986D454-AAE4-3BF1-3EC2-F3267EF05F5B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222560" y="4252224"/>
                  <a:ext cx="3168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8">
              <p14:nvContentPartPr>
                <p14:cNvPr id="350" name="잉크 349">
                  <a:extLst>
                    <a:ext uri="{FF2B5EF4-FFF2-40B4-BE49-F238E27FC236}">
                      <a16:creationId xmlns:a16="http://schemas.microsoft.com/office/drawing/2014/main" id="{3D907387-5968-2148-66A1-5FBC1C346659}"/>
                    </a:ext>
                  </a:extLst>
                </p14:cNvPr>
                <p14:cNvContentPartPr/>
                <p14:nvPr/>
              </p14:nvContentPartPr>
              <p14:xfrm>
                <a:off x="1298160" y="4358424"/>
                <a:ext cx="276840" cy="25560"/>
              </p14:xfrm>
            </p:contentPart>
          </mc:Choice>
          <mc:Fallback>
            <p:pic>
              <p:nvPicPr>
                <p:cNvPr id="350" name="잉크 349">
                  <a:extLst>
                    <a:ext uri="{FF2B5EF4-FFF2-40B4-BE49-F238E27FC236}">
                      <a16:creationId xmlns:a16="http://schemas.microsoft.com/office/drawing/2014/main" id="{3D907387-5968-2148-66A1-5FBC1C346659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289520" y="4349784"/>
                  <a:ext cx="2944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0">
              <p14:nvContentPartPr>
                <p14:cNvPr id="351" name="잉크 350">
                  <a:extLst>
                    <a:ext uri="{FF2B5EF4-FFF2-40B4-BE49-F238E27FC236}">
                      <a16:creationId xmlns:a16="http://schemas.microsoft.com/office/drawing/2014/main" id="{67DCE95A-2D2B-BC82-9946-B87979F5068E}"/>
                    </a:ext>
                  </a:extLst>
                </p14:cNvPr>
                <p14:cNvContentPartPr/>
                <p14:nvPr/>
              </p14:nvContentPartPr>
              <p14:xfrm>
                <a:off x="1237320" y="4529064"/>
                <a:ext cx="216000" cy="15480"/>
              </p14:xfrm>
            </p:contentPart>
          </mc:Choice>
          <mc:Fallback>
            <p:pic>
              <p:nvPicPr>
                <p:cNvPr id="351" name="잉크 350">
                  <a:extLst>
                    <a:ext uri="{FF2B5EF4-FFF2-40B4-BE49-F238E27FC236}">
                      <a16:creationId xmlns:a16="http://schemas.microsoft.com/office/drawing/2014/main" id="{67DCE95A-2D2B-BC82-9946-B87979F5068E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228320" y="4520424"/>
                  <a:ext cx="2336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2">
              <p14:nvContentPartPr>
                <p14:cNvPr id="352" name="잉크 351">
                  <a:extLst>
                    <a:ext uri="{FF2B5EF4-FFF2-40B4-BE49-F238E27FC236}">
                      <a16:creationId xmlns:a16="http://schemas.microsoft.com/office/drawing/2014/main" id="{99FBD1AB-34E1-37EF-FE44-2B8CDE5D7911}"/>
                    </a:ext>
                  </a:extLst>
                </p14:cNvPr>
                <p14:cNvContentPartPr/>
                <p14:nvPr/>
              </p14:nvContentPartPr>
              <p14:xfrm>
                <a:off x="1285920" y="4626624"/>
                <a:ext cx="546120" cy="100440"/>
              </p14:xfrm>
            </p:contentPart>
          </mc:Choice>
          <mc:Fallback>
            <p:pic>
              <p:nvPicPr>
                <p:cNvPr id="352" name="잉크 351">
                  <a:extLst>
                    <a:ext uri="{FF2B5EF4-FFF2-40B4-BE49-F238E27FC236}">
                      <a16:creationId xmlns:a16="http://schemas.microsoft.com/office/drawing/2014/main" id="{99FBD1AB-34E1-37EF-FE44-2B8CDE5D7911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277280" y="4617984"/>
                  <a:ext cx="563760" cy="11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64">
            <p14:nvContentPartPr>
              <p14:cNvPr id="355" name="잉크 354">
                <a:extLst>
                  <a:ext uri="{FF2B5EF4-FFF2-40B4-BE49-F238E27FC236}">
                    <a16:creationId xmlns:a16="http://schemas.microsoft.com/office/drawing/2014/main" id="{5A47CC17-B9C5-DEEC-EDB0-3F40868DB45D}"/>
                  </a:ext>
                </a:extLst>
              </p14:cNvPr>
              <p14:cNvContentPartPr/>
              <p14:nvPr/>
            </p14:nvContentPartPr>
            <p14:xfrm rot="-2700000">
              <a:off x="530568" y="6277664"/>
              <a:ext cx="180504" cy="368120"/>
            </p14:xfrm>
          </p:contentPart>
        </mc:Choice>
        <mc:Fallback>
          <p:pic>
            <p:nvPicPr>
              <p:cNvPr id="355" name="잉크 354">
                <a:extLst>
                  <a:ext uri="{FF2B5EF4-FFF2-40B4-BE49-F238E27FC236}">
                    <a16:creationId xmlns:a16="http://schemas.microsoft.com/office/drawing/2014/main" id="{5A47CC17-B9C5-DEEC-EDB0-3F40868DB45D}"/>
                  </a:ext>
                </a:extLst>
              </p:cNvPr>
              <p:cNvPicPr/>
              <p:nvPr/>
            </p:nvPicPr>
            <p:blipFill>
              <a:blip r:embed="rId565"/>
              <a:stretch>
                <a:fillRect/>
              </a:stretch>
            </p:blipFill>
            <p:spPr>
              <a:xfrm rot="-2700000">
                <a:off x="521921" y="6268668"/>
                <a:ext cx="198158" cy="38575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76588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86743-1D46-A2C6-02FE-B9D11A25B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DE6172-EA30-65B2-2771-42B76197E6A6}"/>
              </a:ext>
            </a:extLst>
          </p:cNvPr>
          <p:cNvSpPr txBox="1"/>
          <p:nvPr/>
        </p:nvSpPr>
        <p:spPr>
          <a:xfrm>
            <a:off x="595789" y="6228874"/>
            <a:ext cx="3317558" cy="559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13"/>
              <a:t>/get : </a:t>
            </a:r>
            <a:r>
              <a:rPr lang="ko-KR" altLang="en-US" sz="1013"/>
              <a:t>현재 </a:t>
            </a:r>
            <a:r>
              <a:rPr lang="en-US" altLang="ko-KR" sz="1013"/>
              <a:t>FND</a:t>
            </a:r>
            <a:r>
              <a:rPr lang="ko-KR" altLang="en-US" sz="1013"/>
              <a:t>의 상태 값을 </a:t>
            </a:r>
            <a:r>
              <a:rPr lang="en-US" altLang="ko-KR" sz="1013"/>
              <a:t>UART_TX</a:t>
            </a:r>
            <a:r>
              <a:rPr lang="ko-KR" altLang="en-US" sz="1013"/>
              <a:t>로 보내는 명령</a:t>
            </a:r>
            <a:endParaRPr lang="en-US" altLang="ko-KR" sz="1013"/>
          </a:p>
          <a:p>
            <a:endParaRPr lang="en-US" altLang="ko-KR" sz="1013"/>
          </a:p>
          <a:p>
            <a:r>
              <a:rPr lang="ko-KR" altLang="en-US" sz="1013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C6B88D-F994-DF14-8FB8-9BFA99FD2741}"/>
              </a:ext>
            </a:extLst>
          </p:cNvPr>
          <p:cNvSpPr txBox="1"/>
          <p:nvPr/>
        </p:nvSpPr>
        <p:spPr>
          <a:xfrm>
            <a:off x="561499" y="4724400"/>
            <a:ext cx="3754755" cy="1027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13"/>
              <a:t>/mode : FND </a:t>
            </a:r>
            <a:r>
              <a:rPr lang="ko-KR" altLang="en-US" sz="1013"/>
              <a:t>출력을 어떤 걸로 할 것인지</a:t>
            </a:r>
            <a:r>
              <a:rPr lang="en-US" altLang="ko-KR" sz="1013"/>
              <a:t>? (</a:t>
            </a:r>
            <a:r>
              <a:rPr lang="ko-KR" altLang="en-US" sz="1013"/>
              <a:t>초기 설정 </a:t>
            </a:r>
            <a:r>
              <a:rPr lang="en-US" altLang="ko-KR" sz="1013"/>
              <a:t>watch) </a:t>
            </a:r>
          </a:p>
          <a:p>
            <a:endParaRPr lang="en-US" altLang="ko-KR" sz="1013"/>
          </a:p>
          <a:p>
            <a:endParaRPr lang="en-US" altLang="ko-KR" sz="1013"/>
          </a:p>
          <a:p>
            <a:endParaRPr lang="en-US" altLang="ko-KR" sz="1013"/>
          </a:p>
          <a:p>
            <a:endParaRPr lang="en-US" altLang="ko-KR" sz="1013"/>
          </a:p>
          <a:p>
            <a:r>
              <a:rPr lang="ko-KR" altLang="en-US" sz="1013"/>
              <a:t>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78F69C0-27D8-D22B-E580-297118B6B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39" y="1492647"/>
            <a:ext cx="6376121" cy="275486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7EC8A412-8FC3-1F9E-1DA1-1E65CD5E1F6C}"/>
                  </a:ext>
                </a:extLst>
              </p14:cNvPr>
              <p14:cNvContentPartPr/>
              <p14:nvPr/>
            </p14:nvContentPartPr>
            <p14:xfrm>
              <a:off x="675528" y="3137112"/>
              <a:ext cx="2293560" cy="179280"/>
            </p14:xfrm>
          </p:contentPart>
        </mc:Choice>
        <mc:Fallback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7EC8A412-8FC3-1F9E-1DA1-1E65CD5E1F6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9408" y="3130992"/>
                <a:ext cx="2305800" cy="19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그룹 10">
            <a:extLst>
              <a:ext uri="{FF2B5EF4-FFF2-40B4-BE49-F238E27FC236}">
                <a16:creationId xmlns:a16="http://schemas.microsoft.com/office/drawing/2014/main" id="{FE397E56-158D-217F-FA00-FA534F781B07}"/>
              </a:ext>
            </a:extLst>
          </p:cNvPr>
          <p:cNvGrpSpPr/>
          <p:nvPr/>
        </p:nvGrpSpPr>
        <p:grpSpPr>
          <a:xfrm>
            <a:off x="1913928" y="2413872"/>
            <a:ext cx="1077120" cy="125640"/>
            <a:chOff x="1913928" y="2413872"/>
            <a:chExt cx="1077120" cy="12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38B9603C-CE48-5F1B-7B04-929D2D19B3EF}"/>
                    </a:ext>
                  </a:extLst>
                </p14:cNvPr>
                <p14:cNvContentPartPr/>
                <p14:nvPr/>
              </p14:nvContentPartPr>
              <p14:xfrm>
                <a:off x="1913928" y="2450592"/>
                <a:ext cx="1077120" cy="3204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38B9603C-CE48-5F1B-7B04-929D2D19B3E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907808" y="2444112"/>
                  <a:ext cx="10893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잉크 9">
                  <a:extLst>
                    <a:ext uri="{FF2B5EF4-FFF2-40B4-BE49-F238E27FC236}">
                      <a16:creationId xmlns:a16="http://schemas.microsoft.com/office/drawing/2014/main" id="{ABC29E97-0E0E-5487-848D-10B10E43E837}"/>
                    </a:ext>
                  </a:extLst>
                </p14:cNvPr>
                <p14:cNvContentPartPr/>
                <p14:nvPr/>
              </p14:nvContentPartPr>
              <p14:xfrm>
                <a:off x="2684688" y="2413872"/>
                <a:ext cx="245520" cy="125640"/>
              </p14:xfrm>
            </p:contentPart>
          </mc:Choice>
          <mc:Fallback>
            <p:pic>
              <p:nvPicPr>
                <p:cNvPr id="10" name="잉크 9">
                  <a:extLst>
                    <a:ext uri="{FF2B5EF4-FFF2-40B4-BE49-F238E27FC236}">
                      <a16:creationId xmlns:a16="http://schemas.microsoft.com/office/drawing/2014/main" id="{ABC29E97-0E0E-5487-848D-10B10E43E83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678568" y="2407752"/>
                  <a:ext cx="257760" cy="137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4513BEF7-A3BA-B4BE-F61E-E71B1B4A85C7}"/>
              </a:ext>
            </a:extLst>
          </p:cNvPr>
          <p:cNvGrpSpPr/>
          <p:nvPr/>
        </p:nvGrpSpPr>
        <p:grpSpPr>
          <a:xfrm>
            <a:off x="2572368" y="2621232"/>
            <a:ext cx="875880" cy="148320"/>
            <a:chOff x="2572368" y="2621232"/>
            <a:chExt cx="875880" cy="14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F196CD6A-3818-D35E-2F02-2885C4C4EB48}"/>
                    </a:ext>
                  </a:extLst>
                </p14:cNvPr>
                <p14:cNvContentPartPr/>
                <p14:nvPr/>
              </p14:nvContentPartPr>
              <p14:xfrm>
                <a:off x="2572368" y="2724912"/>
                <a:ext cx="237240" cy="36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F196CD6A-3818-D35E-2F02-2885C4C4EB4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566248" y="2718432"/>
                  <a:ext cx="2494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71B969E5-72F6-EDAD-65B1-A40437EB25AF}"/>
                    </a:ext>
                  </a:extLst>
                </p14:cNvPr>
                <p14:cNvContentPartPr/>
                <p14:nvPr/>
              </p14:nvContentPartPr>
              <p14:xfrm>
                <a:off x="2794848" y="2663712"/>
                <a:ext cx="35280" cy="10584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71B969E5-72F6-EDAD-65B1-A40437EB25A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788728" y="2657592"/>
                  <a:ext cx="475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2" name="잉크 31">
                  <a:extLst>
                    <a:ext uri="{FF2B5EF4-FFF2-40B4-BE49-F238E27FC236}">
                      <a16:creationId xmlns:a16="http://schemas.microsoft.com/office/drawing/2014/main" id="{8DD197A3-38B3-A3F7-949B-216CB880AAE4}"/>
                    </a:ext>
                  </a:extLst>
                </p14:cNvPr>
                <p14:cNvContentPartPr/>
                <p14:nvPr/>
              </p14:nvContentPartPr>
              <p14:xfrm>
                <a:off x="2975208" y="2671632"/>
                <a:ext cx="65880" cy="67320"/>
              </p14:xfrm>
            </p:contentPart>
          </mc:Choice>
          <mc:Fallback>
            <p:pic>
              <p:nvPicPr>
                <p:cNvPr id="32" name="잉크 31">
                  <a:extLst>
                    <a:ext uri="{FF2B5EF4-FFF2-40B4-BE49-F238E27FC236}">
                      <a16:creationId xmlns:a16="http://schemas.microsoft.com/office/drawing/2014/main" id="{8DD197A3-38B3-A3F7-949B-216CB880AAE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969088" y="2665512"/>
                  <a:ext cx="781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3" name="잉크 32">
                  <a:extLst>
                    <a:ext uri="{FF2B5EF4-FFF2-40B4-BE49-F238E27FC236}">
                      <a16:creationId xmlns:a16="http://schemas.microsoft.com/office/drawing/2014/main" id="{7AB6BBCC-D4D1-026F-E023-37F2E670F4BA}"/>
                    </a:ext>
                  </a:extLst>
                </p14:cNvPr>
                <p14:cNvContentPartPr/>
                <p14:nvPr/>
              </p14:nvContentPartPr>
              <p14:xfrm>
                <a:off x="3080688" y="2645352"/>
                <a:ext cx="57960" cy="69120"/>
              </p14:xfrm>
            </p:contentPart>
          </mc:Choice>
          <mc:Fallback>
            <p:pic>
              <p:nvPicPr>
                <p:cNvPr id="33" name="잉크 32">
                  <a:extLst>
                    <a:ext uri="{FF2B5EF4-FFF2-40B4-BE49-F238E27FC236}">
                      <a16:creationId xmlns:a16="http://schemas.microsoft.com/office/drawing/2014/main" id="{7AB6BBCC-D4D1-026F-E023-37F2E670F4BA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074568" y="2639232"/>
                  <a:ext cx="702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828AFE58-3967-2CC1-8F98-14E21C34604F}"/>
                    </a:ext>
                  </a:extLst>
                </p14:cNvPr>
                <p14:cNvContentPartPr/>
                <p14:nvPr/>
              </p14:nvContentPartPr>
              <p14:xfrm>
                <a:off x="3151608" y="2675952"/>
                <a:ext cx="360" cy="5256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828AFE58-3967-2CC1-8F98-14E21C34604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145488" y="2669832"/>
                  <a:ext cx="1260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321D2F84-C5AA-EE8E-ADED-8B8DA89D5EDF}"/>
                    </a:ext>
                  </a:extLst>
                </p14:cNvPr>
                <p14:cNvContentPartPr/>
                <p14:nvPr/>
              </p14:nvContentPartPr>
              <p14:xfrm>
                <a:off x="3212448" y="2693952"/>
                <a:ext cx="84600" cy="2628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321D2F84-C5AA-EE8E-ADED-8B8DA89D5ED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206328" y="2687832"/>
                  <a:ext cx="968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4747F0D0-A480-9AEE-BC43-ACE4CBBE9528}"/>
                    </a:ext>
                  </a:extLst>
                </p14:cNvPr>
                <p14:cNvContentPartPr/>
                <p14:nvPr/>
              </p14:nvContentPartPr>
              <p14:xfrm>
                <a:off x="3328368" y="2669832"/>
                <a:ext cx="119880" cy="6372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4747F0D0-A480-9AEE-BC43-ACE4CBBE952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322248" y="2663712"/>
                  <a:ext cx="13212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86A1E261-1682-F874-3007-74F6E14E23B5}"/>
                    </a:ext>
                  </a:extLst>
                </p14:cNvPr>
                <p14:cNvContentPartPr/>
                <p14:nvPr/>
              </p14:nvContentPartPr>
              <p14:xfrm>
                <a:off x="3138648" y="2621232"/>
                <a:ext cx="118080" cy="126720"/>
              </p14:xfrm>
            </p:contentPart>
          </mc:Choice>
          <mc:Fallback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86A1E261-1682-F874-3007-74F6E14E23B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132528" y="2615112"/>
                  <a:ext cx="130320" cy="13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010DB225-4D90-7CC4-2470-77383771086A}"/>
              </a:ext>
            </a:extLst>
          </p:cNvPr>
          <p:cNvGrpSpPr/>
          <p:nvPr/>
        </p:nvGrpSpPr>
        <p:grpSpPr>
          <a:xfrm>
            <a:off x="1907808" y="1058832"/>
            <a:ext cx="2607840" cy="894600"/>
            <a:chOff x="1907808" y="1058832"/>
            <a:chExt cx="2607840" cy="89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1FCD6B69-AB45-D077-10EA-556AB9BCF3C8}"/>
                    </a:ext>
                  </a:extLst>
                </p14:cNvPr>
                <p14:cNvContentPartPr/>
                <p14:nvPr/>
              </p14:nvContentPartPr>
              <p14:xfrm>
                <a:off x="1982328" y="1670112"/>
                <a:ext cx="206640" cy="21456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1FCD6B69-AB45-D077-10EA-556AB9BCF3C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976208" y="1663992"/>
                  <a:ext cx="2188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4713B93A-2D1C-ADA9-32A2-DB3B7B1DAFCF}"/>
                    </a:ext>
                  </a:extLst>
                </p14:cNvPr>
                <p14:cNvContentPartPr/>
                <p14:nvPr/>
              </p14:nvContentPartPr>
              <p14:xfrm>
                <a:off x="2088168" y="1792152"/>
                <a:ext cx="94320" cy="16128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4713B93A-2D1C-ADA9-32A2-DB3B7B1DAFC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082048" y="1786032"/>
                  <a:ext cx="1065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557464B0-09CA-77CA-FCAF-9BEE1C29EDD0}"/>
                    </a:ext>
                  </a:extLst>
                </p14:cNvPr>
                <p14:cNvContentPartPr/>
                <p14:nvPr/>
              </p14:nvContentPartPr>
              <p14:xfrm>
                <a:off x="2211288" y="1809792"/>
                <a:ext cx="111240" cy="6372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557464B0-09CA-77CA-FCAF-9BEE1C29EDD0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205168" y="1803672"/>
                  <a:ext cx="1234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FCC7AFCA-194B-0B02-47A9-D89CB50F33C8}"/>
                    </a:ext>
                  </a:extLst>
                </p14:cNvPr>
                <p14:cNvContentPartPr/>
                <p14:nvPr/>
              </p14:nvContentPartPr>
              <p14:xfrm>
                <a:off x="2334768" y="1779912"/>
                <a:ext cx="102960" cy="1296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FCC7AFCA-194B-0B02-47A9-D89CB50F33C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328288" y="1773792"/>
                  <a:ext cx="1152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6" name="잉크 15">
                  <a:extLst>
                    <a:ext uri="{FF2B5EF4-FFF2-40B4-BE49-F238E27FC236}">
                      <a16:creationId xmlns:a16="http://schemas.microsoft.com/office/drawing/2014/main" id="{9094A01A-2054-004C-21D9-5D9D28445242}"/>
                    </a:ext>
                  </a:extLst>
                </p14:cNvPr>
                <p14:cNvContentPartPr/>
                <p14:nvPr/>
              </p14:nvContentPartPr>
              <p14:xfrm>
                <a:off x="2364648" y="1700712"/>
                <a:ext cx="183240" cy="203760"/>
              </p14:xfrm>
            </p:contentPart>
          </mc:Choice>
          <mc:Fallback>
            <p:pic>
              <p:nvPicPr>
                <p:cNvPr id="16" name="잉크 15">
                  <a:extLst>
                    <a:ext uri="{FF2B5EF4-FFF2-40B4-BE49-F238E27FC236}">
                      <a16:creationId xmlns:a16="http://schemas.microsoft.com/office/drawing/2014/main" id="{9094A01A-2054-004C-21D9-5D9D2844524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358528" y="1694592"/>
                  <a:ext cx="1954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2F42015C-AB40-09DE-A412-F73C880E8973}"/>
                    </a:ext>
                  </a:extLst>
                </p14:cNvPr>
                <p14:cNvContentPartPr/>
                <p14:nvPr/>
              </p14:nvContentPartPr>
              <p14:xfrm>
                <a:off x="2168448" y="1261872"/>
                <a:ext cx="154440" cy="20952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2F42015C-AB40-09DE-A412-F73C880E897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162328" y="1255392"/>
                  <a:ext cx="1666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228ACDF4-2F60-9EDD-4B0F-DB16455723B6}"/>
                    </a:ext>
                  </a:extLst>
                </p14:cNvPr>
                <p14:cNvContentPartPr/>
                <p14:nvPr/>
              </p14:nvContentPartPr>
              <p14:xfrm>
                <a:off x="2222808" y="1341072"/>
                <a:ext cx="164880" cy="24120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228ACDF4-2F60-9EDD-4B0F-DB16455723B6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216688" y="1334952"/>
                  <a:ext cx="1771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0" name="잉크 19">
                  <a:extLst>
                    <a:ext uri="{FF2B5EF4-FFF2-40B4-BE49-F238E27FC236}">
                      <a16:creationId xmlns:a16="http://schemas.microsoft.com/office/drawing/2014/main" id="{1C007CCA-6903-3440-9B75-F23FD0A71561}"/>
                    </a:ext>
                  </a:extLst>
                </p14:cNvPr>
                <p14:cNvContentPartPr/>
                <p14:nvPr/>
              </p14:nvContentPartPr>
              <p14:xfrm>
                <a:off x="2413248" y="1273752"/>
                <a:ext cx="159120" cy="175680"/>
              </p14:xfrm>
            </p:contentPart>
          </mc:Choice>
          <mc:Fallback>
            <p:pic>
              <p:nvPicPr>
                <p:cNvPr id="20" name="잉크 19">
                  <a:extLst>
                    <a:ext uri="{FF2B5EF4-FFF2-40B4-BE49-F238E27FC236}">
                      <a16:creationId xmlns:a16="http://schemas.microsoft.com/office/drawing/2014/main" id="{1C007CCA-6903-3440-9B75-F23FD0A71561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407128" y="1267632"/>
                  <a:ext cx="17136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95083875-F0BF-44B9-0D4B-A73F305D45BD}"/>
                    </a:ext>
                  </a:extLst>
                </p14:cNvPr>
                <p14:cNvContentPartPr/>
                <p14:nvPr/>
              </p14:nvContentPartPr>
              <p14:xfrm>
                <a:off x="2456448" y="1347192"/>
                <a:ext cx="72720" cy="9360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95083875-F0BF-44B9-0D4B-A73F305D45B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450328" y="1341072"/>
                  <a:ext cx="849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FEF6E305-5305-3E90-39DC-EFD46004808D}"/>
                    </a:ext>
                  </a:extLst>
                </p14:cNvPr>
                <p14:cNvContentPartPr/>
                <p14:nvPr/>
              </p14:nvContentPartPr>
              <p14:xfrm>
                <a:off x="2639328" y="1322712"/>
                <a:ext cx="104400" cy="684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FEF6E305-5305-3E90-39DC-EFD46004808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633208" y="1316592"/>
                  <a:ext cx="1166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2CB81FB3-27DC-62A7-B24E-FE430E8B497D}"/>
                    </a:ext>
                  </a:extLst>
                </p14:cNvPr>
                <p14:cNvContentPartPr/>
                <p14:nvPr/>
              </p14:nvContentPartPr>
              <p14:xfrm>
                <a:off x="2713848" y="1200672"/>
                <a:ext cx="114840" cy="24768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2CB81FB3-27DC-62A7-B24E-FE430E8B497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707728" y="1194552"/>
                  <a:ext cx="1270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02FE737C-F23B-1895-4F4B-80EDB83B11A5}"/>
                    </a:ext>
                  </a:extLst>
                </p14:cNvPr>
                <p14:cNvContentPartPr/>
                <p14:nvPr/>
              </p14:nvContentPartPr>
              <p14:xfrm>
                <a:off x="2572368" y="1058832"/>
                <a:ext cx="811080" cy="15012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02FE737C-F23B-1895-4F4B-80EDB83B11A5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566248" y="1052712"/>
                  <a:ext cx="8233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E62A7D29-D64C-B4EA-F153-E5C048E887FA}"/>
                    </a:ext>
                  </a:extLst>
                </p14:cNvPr>
                <p14:cNvContentPartPr/>
                <p14:nvPr/>
              </p14:nvContentPartPr>
              <p14:xfrm>
                <a:off x="3340608" y="1115352"/>
                <a:ext cx="58680" cy="15372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E62A7D29-D64C-B4EA-F153-E5C048E887F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334128" y="1109232"/>
                  <a:ext cx="709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D5B07396-758C-C486-D146-357DDC169DEA}"/>
                    </a:ext>
                  </a:extLst>
                </p14:cNvPr>
                <p14:cNvContentPartPr/>
                <p14:nvPr/>
              </p14:nvContentPartPr>
              <p14:xfrm>
                <a:off x="3651288" y="1172592"/>
                <a:ext cx="201600" cy="9864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D5B07396-758C-C486-D146-357DDC169DE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645168" y="1166472"/>
                  <a:ext cx="21384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54138B94-5FCF-9479-8390-D7487BE1BEFF}"/>
                    </a:ext>
                  </a:extLst>
                </p14:cNvPr>
                <p14:cNvContentPartPr/>
                <p14:nvPr/>
              </p14:nvContentPartPr>
              <p14:xfrm>
                <a:off x="3870528" y="1127592"/>
                <a:ext cx="62280" cy="7560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54138B94-5FCF-9479-8390-D7487BE1BEFF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864408" y="1121472"/>
                  <a:ext cx="7452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9DE61F87-0FD8-D095-5C4C-496AF2BA0F15}"/>
                    </a:ext>
                  </a:extLst>
                </p14:cNvPr>
                <p14:cNvContentPartPr/>
                <p14:nvPr/>
              </p14:nvContentPartPr>
              <p14:xfrm>
                <a:off x="3954768" y="1145952"/>
                <a:ext cx="96480" cy="6696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9DE61F87-0FD8-D095-5C4C-496AF2BA0F1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948648" y="1139832"/>
                  <a:ext cx="1087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8333B66F-5ACA-9899-56CC-F8C3E61E9DA9}"/>
                    </a:ext>
                  </a:extLst>
                </p14:cNvPr>
                <p14:cNvContentPartPr/>
                <p14:nvPr/>
              </p14:nvContentPartPr>
              <p14:xfrm>
                <a:off x="1907808" y="1511712"/>
                <a:ext cx="2607840" cy="123840"/>
              </p14:xfrm>
            </p:contentPart>
          </mc:Choice>
          <mc:Fallback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8333B66F-5ACA-9899-56CC-F8C3E61E9DA9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901688" y="1505592"/>
                  <a:ext cx="2620080" cy="13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2AB8974D-B1AB-1387-E1BD-DB90BE519526}"/>
              </a:ext>
            </a:extLst>
          </p:cNvPr>
          <p:cNvGrpSpPr/>
          <p:nvPr/>
        </p:nvGrpSpPr>
        <p:grpSpPr>
          <a:xfrm>
            <a:off x="221928" y="907992"/>
            <a:ext cx="1108440" cy="891360"/>
            <a:chOff x="221928" y="907992"/>
            <a:chExt cx="1108440" cy="891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A67F8B37-B557-4CE1-0BE7-0CEC25AF2F7A}"/>
                    </a:ext>
                  </a:extLst>
                </p14:cNvPr>
                <p14:cNvContentPartPr/>
                <p14:nvPr/>
              </p14:nvContentPartPr>
              <p14:xfrm>
                <a:off x="221928" y="1005552"/>
                <a:ext cx="162000" cy="33588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A67F8B37-B557-4CE1-0BE7-0CEC25AF2F7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15808" y="999432"/>
                  <a:ext cx="17424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1B10A3E8-2254-5B11-57F1-9D22D72B0446}"/>
                    </a:ext>
                  </a:extLst>
                </p14:cNvPr>
                <p14:cNvContentPartPr/>
                <p14:nvPr/>
              </p14:nvContentPartPr>
              <p14:xfrm>
                <a:off x="425688" y="1017792"/>
                <a:ext cx="99000" cy="171720"/>
              </p14:xfrm>
            </p:contentPart>
          </mc:Choice>
          <mc:Fallback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1B10A3E8-2254-5B11-57F1-9D22D72B044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419568" y="1011672"/>
                  <a:ext cx="1112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1F26FED8-911F-F0B3-0D1D-54A9C3328F67}"/>
                    </a:ext>
                  </a:extLst>
                </p14:cNvPr>
                <p14:cNvContentPartPr/>
                <p14:nvPr/>
              </p14:nvContentPartPr>
              <p14:xfrm>
                <a:off x="450888" y="1054512"/>
                <a:ext cx="103320" cy="131400"/>
              </p14:xfrm>
            </p:contentPart>
          </mc:Choice>
          <mc:Fallback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1F26FED8-911F-F0B3-0D1D-54A9C3328F67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44768" y="1048392"/>
                  <a:ext cx="1155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C8F1D189-FC89-11E7-00BE-CA79FEC3DAF2}"/>
                    </a:ext>
                  </a:extLst>
                </p14:cNvPr>
                <p14:cNvContentPartPr/>
                <p14:nvPr/>
              </p14:nvContentPartPr>
              <p14:xfrm>
                <a:off x="579048" y="1037592"/>
                <a:ext cx="161640" cy="29520"/>
              </p14:xfrm>
            </p:contentPart>
          </mc:Choice>
          <mc:Fallback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C8F1D189-FC89-11E7-00BE-CA79FEC3DAF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72928" y="1031472"/>
                  <a:ext cx="1738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B3560AC0-507D-259E-5363-1110E1B26BC4}"/>
                    </a:ext>
                  </a:extLst>
                </p14:cNvPr>
                <p14:cNvContentPartPr/>
                <p14:nvPr/>
              </p14:nvContentPartPr>
              <p14:xfrm>
                <a:off x="658248" y="993312"/>
                <a:ext cx="210240" cy="20448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B3560AC0-507D-259E-5363-1110E1B26BC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52128" y="987192"/>
                  <a:ext cx="22248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8A22A9C3-4214-1DC8-6C6D-524F2DCD913A}"/>
                    </a:ext>
                  </a:extLst>
                </p14:cNvPr>
                <p14:cNvContentPartPr/>
                <p14:nvPr/>
              </p14:nvContentPartPr>
              <p14:xfrm>
                <a:off x="1053888" y="907992"/>
                <a:ext cx="135000" cy="208440"/>
              </p14:xfrm>
            </p:contentPart>
          </mc:Choice>
          <mc:Fallback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8A22A9C3-4214-1DC8-6C6D-524F2DCD913A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47768" y="901872"/>
                  <a:ext cx="1472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0CDE807E-7764-B079-DEA6-25B800DBC0C8}"/>
                    </a:ext>
                  </a:extLst>
                </p14:cNvPr>
                <p14:cNvContentPartPr/>
                <p14:nvPr/>
              </p14:nvContentPartPr>
              <p14:xfrm>
                <a:off x="1072608" y="1017792"/>
                <a:ext cx="128880" cy="147960"/>
              </p14:xfrm>
            </p:contentPart>
          </mc:Choice>
          <mc:Fallback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0CDE807E-7764-B079-DEA6-25B800DBC0C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66488" y="1011672"/>
                  <a:ext cx="14112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71DF4C7B-6AA1-799F-74BF-CA7F57946AC0}"/>
                    </a:ext>
                  </a:extLst>
                </p14:cNvPr>
                <p14:cNvContentPartPr/>
                <p14:nvPr/>
              </p14:nvContentPartPr>
              <p14:xfrm>
                <a:off x="508848" y="1426392"/>
                <a:ext cx="228960" cy="298440"/>
              </p14:xfrm>
            </p:contentPart>
          </mc:Choice>
          <mc:Fallback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71DF4C7B-6AA1-799F-74BF-CA7F57946AC0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02728" y="1420272"/>
                  <a:ext cx="241200" cy="31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2A4E7CAD-21AA-6EC4-54FC-F679C76CDF38}"/>
                    </a:ext>
                  </a:extLst>
                </p14:cNvPr>
                <p14:cNvContentPartPr/>
                <p14:nvPr/>
              </p14:nvContentPartPr>
              <p14:xfrm>
                <a:off x="498048" y="1389312"/>
                <a:ext cx="355320" cy="367920"/>
              </p14:xfrm>
            </p:contentPart>
          </mc:Choice>
          <mc:Fallback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2A4E7CAD-21AA-6EC4-54FC-F679C76CDF38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91928" y="1383192"/>
                  <a:ext cx="367560" cy="38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A49FDB7F-7F23-BE41-61CE-CF6232DDD674}"/>
                    </a:ext>
                  </a:extLst>
                </p14:cNvPr>
                <p14:cNvContentPartPr/>
                <p14:nvPr/>
              </p14:nvContentPartPr>
              <p14:xfrm>
                <a:off x="873528" y="1603152"/>
                <a:ext cx="120240" cy="89280"/>
              </p14:xfrm>
            </p:contentPart>
          </mc:Choice>
          <mc:Fallback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A49FDB7F-7F23-BE41-61CE-CF6232DDD67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67408" y="1597032"/>
                  <a:ext cx="1324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2D0F0836-AA5D-B06E-65AB-ECD2456E8A46}"/>
                    </a:ext>
                  </a:extLst>
                </p14:cNvPr>
                <p14:cNvContentPartPr/>
                <p14:nvPr/>
              </p14:nvContentPartPr>
              <p14:xfrm>
                <a:off x="901968" y="1615392"/>
                <a:ext cx="145440" cy="105120"/>
              </p14:xfrm>
            </p:contentPart>
          </mc:Choice>
          <mc:Fallback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2D0F0836-AA5D-B06E-65AB-ECD2456E8A46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95848" y="1609272"/>
                  <a:ext cx="1576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521C8403-2B44-06F6-C5B2-8FC78FF93B42}"/>
                    </a:ext>
                  </a:extLst>
                </p14:cNvPr>
                <p14:cNvContentPartPr/>
                <p14:nvPr/>
              </p14:nvContentPartPr>
              <p14:xfrm>
                <a:off x="1060368" y="1573992"/>
                <a:ext cx="114120" cy="11160"/>
              </p14:xfrm>
            </p:contentPart>
          </mc:Choice>
          <mc:Fallback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521C8403-2B44-06F6-C5B2-8FC78FF93B4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054248" y="1567872"/>
                  <a:ext cx="1263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2C9BA15A-629F-1F7C-0F43-24A2BEE4AFE6}"/>
                    </a:ext>
                  </a:extLst>
                </p14:cNvPr>
                <p14:cNvContentPartPr/>
                <p14:nvPr/>
              </p14:nvContentPartPr>
              <p14:xfrm>
                <a:off x="1108968" y="1444752"/>
                <a:ext cx="169560" cy="168840"/>
              </p14:xfrm>
            </p:contentPart>
          </mc:Choice>
          <mc:Fallback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2C9BA15A-629F-1F7C-0F43-24A2BEE4AFE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102848" y="1438272"/>
                  <a:ext cx="18180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060B804B-DEC0-F1BB-6E55-2755ACB1DCC7}"/>
                    </a:ext>
                  </a:extLst>
                </p14:cNvPr>
                <p14:cNvContentPartPr/>
                <p14:nvPr/>
              </p14:nvContentPartPr>
              <p14:xfrm>
                <a:off x="1269888" y="1615392"/>
                <a:ext cx="16200" cy="360"/>
              </p14:xfrm>
            </p:contentPart>
          </mc:Choice>
          <mc:Fallback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060B804B-DEC0-F1BB-6E55-2755ACB1DCC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263768" y="1609272"/>
                  <a:ext cx="28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AFE3F805-FF89-128D-F66C-119110DA5938}"/>
                    </a:ext>
                  </a:extLst>
                </p14:cNvPr>
                <p14:cNvContentPartPr/>
                <p14:nvPr/>
              </p14:nvContentPartPr>
              <p14:xfrm>
                <a:off x="334968" y="1779912"/>
                <a:ext cx="995400" cy="19440"/>
              </p14:xfrm>
            </p:contentPart>
          </mc:Choice>
          <mc:Fallback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AFE3F805-FF89-128D-F66C-119110DA5938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328848" y="1773792"/>
                  <a:ext cx="100764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DAB765F4-EC52-3E73-1DB3-4C64EB3C3826}"/>
              </a:ext>
            </a:extLst>
          </p:cNvPr>
          <p:cNvGrpSpPr/>
          <p:nvPr/>
        </p:nvGrpSpPr>
        <p:grpSpPr>
          <a:xfrm>
            <a:off x="517848" y="1883592"/>
            <a:ext cx="588960" cy="455400"/>
            <a:chOff x="517848" y="1883592"/>
            <a:chExt cx="588960" cy="45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57E8075D-6304-61A4-83B8-7446F7624E0C}"/>
                    </a:ext>
                  </a:extLst>
                </p14:cNvPr>
                <p14:cNvContentPartPr/>
                <p14:nvPr/>
              </p14:nvContentPartPr>
              <p14:xfrm>
                <a:off x="802968" y="1883592"/>
                <a:ext cx="38520" cy="151920"/>
              </p14:xfrm>
            </p:contentPart>
          </mc:Choice>
          <mc:Fallback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57E8075D-6304-61A4-83B8-7446F7624E0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96848" y="1877472"/>
                  <a:ext cx="5076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C9B8211A-9942-7581-11A3-3FA916F3070B}"/>
                    </a:ext>
                  </a:extLst>
                </p14:cNvPr>
                <p14:cNvContentPartPr/>
                <p14:nvPr/>
              </p14:nvContentPartPr>
              <p14:xfrm>
                <a:off x="780288" y="2022552"/>
                <a:ext cx="64440" cy="7560"/>
              </p14:xfrm>
            </p:contentPart>
          </mc:Choice>
          <mc:Fallback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C9B8211A-9942-7581-11A3-3FA916F3070B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73808" y="2016432"/>
                  <a:ext cx="7668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12367E6F-0A02-5F50-855B-C1C286F2570B}"/>
                    </a:ext>
                  </a:extLst>
                </p14:cNvPr>
                <p14:cNvContentPartPr/>
                <p14:nvPr/>
              </p14:nvContentPartPr>
              <p14:xfrm>
                <a:off x="517848" y="2071512"/>
                <a:ext cx="152280" cy="92880"/>
              </p14:xfrm>
            </p:contentPart>
          </mc:Choice>
          <mc:Fallback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12367E6F-0A02-5F50-855B-C1C286F2570B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511728" y="2065392"/>
                  <a:ext cx="1645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0AA5687B-67CA-0332-5838-32B60DF4465E}"/>
                    </a:ext>
                  </a:extLst>
                </p14:cNvPr>
                <p14:cNvContentPartPr/>
                <p14:nvPr/>
              </p14:nvContentPartPr>
              <p14:xfrm>
                <a:off x="676608" y="2035872"/>
                <a:ext cx="97920" cy="80280"/>
              </p14:xfrm>
            </p:contentPart>
          </mc:Choice>
          <mc:Fallback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0AA5687B-67CA-0332-5838-32B60DF4465E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70488" y="2029752"/>
                  <a:ext cx="1101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4" name="잉크 63">
                  <a:extLst>
                    <a:ext uri="{FF2B5EF4-FFF2-40B4-BE49-F238E27FC236}">
                      <a16:creationId xmlns:a16="http://schemas.microsoft.com/office/drawing/2014/main" id="{2DAEBF6D-E789-ED02-9AC0-F621C783556E}"/>
                    </a:ext>
                  </a:extLst>
                </p14:cNvPr>
                <p14:cNvContentPartPr/>
                <p14:nvPr/>
              </p14:nvContentPartPr>
              <p14:xfrm>
                <a:off x="780288" y="2133432"/>
                <a:ext cx="139680" cy="87840"/>
              </p14:xfrm>
            </p:contentPart>
          </mc:Choice>
          <mc:Fallback>
            <p:pic>
              <p:nvPicPr>
                <p:cNvPr id="64" name="잉크 63">
                  <a:extLst>
                    <a:ext uri="{FF2B5EF4-FFF2-40B4-BE49-F238E27FC236}">
                      <a16:creationId xmlns:a16="http://schemas.microsoft.com/office/drawing/2014/main" id="{2DAEBF6D-E789-ED02-9AC0-F621C783556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773808" y="2127312"/>
                  <a:ext cx="1519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0A8FE5FF-0855-BF6F-1FA5-18E8743E10BF}"/>
                    </a:ext>
                  </a:extLst>
                </p14:cNvPr>
                <p14:cNvContentPartPr/>
                <p14:nvPr/>
              </p14:nvContentPartPr>
              <p14:xfrm>
                <a:off x="932568" y="2182032"/>
                <a:ext cx="45720" cy="18000"/>
              </p14:xfrm>
            </p:contentPart>
          </mc:Choice>
          <mc:Fallback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0A8FE5FF-0855-BF6F-1FA5-18E8743E10B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26448" y="2175912"/>
                  <a:ext cx="579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66BDE40C-BEDD-907A-1FC7-6ABEEA44AD3F}"/>
                    </a:ext>
                  </a:extLst>
                </p14:cNvPr>
                <p14:cNvContentPartPr/>
                <p14:nvPr/>
              </p14:nvContentPartPr>
              <p14:xfrm>
                <a:off x="968928" y="2237112"/>
                <a:ext cx="137880" cy="101880"/>
              </p14:xfrm>
            </p:contentPart>
          </mc:Choice>
          <mc:Fallback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66BDE40C-BEDD-907A-1FC7-6ABEEA44AD3F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62808" y="2230992"/>
                  <a:ext cx="150120" cy="11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68" name="잉크 67">
                <a:extLst>
                  <a:ext uri="{FF2B5EF4-FFF2-40B4-BE49-F238E27FC236}">
                    <a16:creationId xmlns:a16="http://schemas.microsoft.com/office/drawing/2014/main" id="{7E1BFCDB-46C6-B48F-0414-B2CA9558FA30}"/>
                  </a:ext>
                </a:extLst>
              </p14:cNvPr>
              <p14:cNvContentPartPr/>
              <p14:nvPr/>
            </p14:nvContentPartPr>
            <p14:xfrm>
              <a:off x="2950368" y="2839392"/>
              <a:ext cx="545760" cy="45360"/>
            </p14:xfrm>
          </p:contentPart>
        </mc:Choice>
        <mc:Fallback>
          <p:pic>
            <p:nvPicPr>
              <p:cNvPr id="68" name="잉크 67">
                <a:extLst>
                  <a:ext uri="{FF2B5EF4-FFF2-40B4-BE49-F238E27FC236}">
                    <a16:creationId xmlns:a16="http://schemas.microsoft.com/office/drawing/2014/main" id="{7E1BFCDB-46C6-B48F-0414-B2CA9558FA30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2944248" y="2833272"/>
                <a:ext cx="558000" cy="57600"/>
              </a:xfrm>
              <a:prstGeom prst="rect">
                <a:avLst/>
              </a:prstGeom>
            </p:spPr>
          </p:pic>
        </mc:Fallback>
      </mc:AlternateContent>
      <p:grpSp>
        <p:nvGrpSpPr>
          <p:cNvPr id="76" name="그룹 75">
            <a:extLst>
              <a:ext uri="{FF2B5EF4-FFF2-40B4-BE49-F238E27FC236}">
                <a16:creationId xmlns:a16="http://schemas.microsoft.com/office/drawing/2014/main" id="{0468229A-C037-A279-4D41-E517C39DF137}"/>
              </a:ext>
            </a:extLst>
          </p:cNvPr>
          <p:cNvGrpSpPr/>
          <p:nvPr/>
        </p:nvGrpSpPr>
        <p:grpSpPr>
          <a:xfrm>
            <a:off x="2815728" y="2852712"/>
            <a:ext cx="1794600" cy="1384560"/>
            <a:chOff x="2815728" y="2852712"/>
            <a:chExt cx="1794600" cy="1384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9" name="잉크 68">
                  <a:extLst>
                    <a:ext uri="{FF2B5EF4-FFF2-40B4-BE49-F238E27FC236}">
                      <a16:creationId xmlns:a16="http://schemas.microsoft.com/office/drawing/2014/main" id="{EA09F8F2-9F65-4802-7160-A178C9F68CA9}"/>
                    </a:ext>
                  </a:extLst>
                </p14:cNvPr>
                <p14:cNvContentPartPr/>
                <p14:nvPr/>
              </p14:nvContentPartPr>
              <p14:xfrm>
                <a:off x="3395328" y="2852712"/>
                <a:ext cx="1168920" cy="1287720"/>
              </p14:xfrm>
            </p:contentPart>
          </mc:Choice>
          <mc:Fallback>
            <p:pic>
              <p:nvPicPr>
                <p:cNvPr id="69" name="잉크 68">
                  <a:extLst>
                    <a:ext uri="{FF2B5EF4-FFF2-40B4-BE49-F238E27FC236}">
                      <a16:creationId xmlns:a16="http://schemas.microsoft.com/office/drawing/2014/main" id="{EA09F8F2-9F65-4802-7160-A178C9F68CA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3389208" y="2846592"/>
                  <a:ext cx="1181160" cy="12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70" name="잉크 69">
                  <a:extLst>
                    <a:ext uri="{FF2B5EF4-FFF2-40B4-BE49-F238E27FC236}">
                      <a16:creationId xmlns:a16="http://schemas.microsoft.com/office/drawing/2014/main" id="{C447EF93-D826-FA80-B250-E6D12F37DD50}"/>
                    </a:ext>
                  </a:extLst>
                </p14:cNvPr>
                <p14:cNvContentPartPr/>
                <p14:nvPr/>
              </p14:nvContentPartPr>
              <p14:xfrm>
                <a:off x="4473168" y="4088592"/>
                <a:ext cx="137160" cy="148680"/>
              </p14:xfrm>
            </p:contentPart>
          </mc:Choice>
          <mc:Fallback>
            <p:pic>
              <p:nvPicPr>
                <p:cNvPr id="70" name="잉크 69">
                  <a:extLst>
                    <a:ext uri="{FF2B5EF4-FFF2-40B4-BE49-F238E27FC236}">
                      <a16:creationId xmlns:a16="http://schemas.microsoft.com/office/drawing/2014/main" id="{C447EF93-D826-FA80-B250-E6D12F37DD50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4467048" y="4082472"/>
                  <a:ext cx="1494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5D0BEE5C-290B-EA20-10F5-F4511337386E}"/>
                    </a:ext>
                  </a:extLst>
                </p14:cNvPr>
                <p14:cNvContentPartPr/>
                <p14:nvPr/>
              </p14:nvContentPartPr>
              <p14:xfrm>
                <a:off x="2853168" y="3498912"/>
                <a:ext cx="249840" cy="360"/>
              </p14:xfrm>
            </p:contentPart>
          </mc:Choice>
          <mc:Fallback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5D0BEE5C-290B-EA20-10F5-F4511337386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847048" y="3492792"/>
                  <a:ext cx="2620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73" name="잉크 72">
                  <a:extLst>
                    <a:ext uri="{FF2B5EF4-FFF2-40B4-BE49-F238E27FC236}">
                      <a16:creationId xmlns:a16="http://schemas.microsoft.com/office/drawing/2014/main" id="{31F51FDD-A247-7EFA-6E3C-8C28682DFCFC}"/>
                    </a:ext>
                  </a:extLst>
                </p14:cNvPr>
                <p14:cNvContentPartPr/>
                <p14:nvPr/>
              </p14:nvContentPartPr>
              <p14:xfrm>
                <a:off x="2815728" y="3438072"/>
                <a:ext cx="100080" cy="128520"/>
              </p14:xfrm>
            </p:contentPart>
          </mc:Choice>
          <mc:Fallback>
            <p:pic>
              <p:nvPicPr>
                <p:cNvPr id="73" name="잉크 72">
                  <a:extLst>
                    <a:ext uri="{FF2B5EF4-FFF2-40B4-BE49-F238E27FC236}">
                      <a16:creationId xmlns:a16="http://schemas.microsoft.com/office/drawing/2014/main" id="{31F51FDD-A247-7EFA-6E3C-8C28682DFCF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809608" y="3431952"/>
                  <a:ext cx="11232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74" name="잉크 73">
                  <a:extLst>
                    <a:ext uri="{FF2B5EF4-FFF2-40B4-BE49-F238E27FC236}">
                      <a16:creationId xmlns:a16="http://schemas.microsoft.com/office/drawing/2014/main" id="{1E886853-9B75-F1E4-05BA-12907D102E15}"/>
                    </a:ext>
                  </a:extLst>
                </p14:cNvPr>
                <p14:cNvContentPartPr/>
                <p14:nvPr/>
              </p14:nvContentPartPr>
              <p14:xfrm>
                <a:off x="3211728" y="3444192"/>
                <a:ext cx="49680" cy="99000"/>
              </p14:xfrm>
            </p:contentPart>
          </mc:Choice>
          <mc:Fallback>
            <p:pic>
              <p:nvPicPr>
                <p:cNvPr id="74" name="잉크 73">
                  <a:extLst>
                    <a:ext uri="{FF2B5EF4-FFF2-40B4-BE49-F238E27FC236}">
                      <a16:creationId xmlns:a16="http://schemas.microsoft.com/office/drawing/2014/main" id="{1E886853-9B75-F1E4-05BA-12907D102E15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3205608" y="3438072"/>
                  <a:ext cx="619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75" name="잉크 74">
                  <a:extLst>
                    <a:ext uri="{FF2B5EF4-FFF2-40B4-BE49-F238E27FC236}">
                      <a16:creationId xmlns:a16="http://schemas.microsoft.com/office/drawing/2014/main" id="{654E8AE5-907F-93C2-BDFD-EFBF58DCB6E8}"/>
                    </a:ext>
                  </a:extLst>
                </p14:cNvPr>
                <p14:cNvContentPartPr/>
                <p14:nvPr/>
              </p14:nvContentPartPr>
              <p14:xfrm>
                <a:off x="3207408" y="3442752"/>
                <a:ext cx="152640" cy="300960"/>
              </p14:xfrm>
            </p:contentPart>
          </mc:Choice>
          <mc:Fallback>
            <p:pic>
              <p:nvPicPr>
                <p:cNvPr id="75" name="잉크 74">
                  <a:extLst>
                    <a:ext uri="{FF2B5EF4-FFF2-40B4-BE49-F238E27FC236}">
                      <a16:creationId xmlns:a16="http://schemas.microsoft.com/office/drawing/2014/main" id="{654E8AE5-907F-93C2-BDFD-EFBF58DCB6E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3201288" y="3436632"/>
                  <a:ext cx="164880" cy="313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02263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D4775-2FBE-08CF-58D7-CD778AA63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C9B3C8D5-AF93-583D-D085-A0B23D7D60D6}"/>
              </a:ext>
            </a:extLst>
          </p:cNvPr>
          <p:cNvSpPr/>
          <p:nvPr/>
        </p:nvSpPr>
        <p:spPr>
          <a:xfrm>
            <a:off x="2641324" y="4126761"/>
            <a:ext cx="1031516" cy="4553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MODE</a:t>
            </a:r>
            <a:endParaRPr lang="ko-KR" altLang="en-US" sz="1400"/>
          </a:p>
        </p:txBody>
      </p:sp>
      <p:pic>
        <p:nvPicPr>
          <p:cNvPr id="215" name="그림 214">
            <a:extLst>
              <a:ext uri="{FF2B5EF4-FFF2-40B4-BE49-F238E27FC236}">
                <a16:creationId xmlns:a16="http://schemas.microsoft.com/office/drawing/2014/main" id="{C09CCA64-3237-CED5-7964-C39138D05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" y="0"/>
            <a:ext cx="4825679" cy="1546187"/>
          </a:xfrm>
          <a:prstGeom prst="rect">
            <a:avLst/>
          </a:prstGeom>
        </p:spPr>
      </p:pic>
      <p:sp>
        <p:nvSpPr>
          <p:cNvPr id="217" name="타원 216">
            <a:extLst>
              <a:ext uri="{FF2B5EF4-FFF2-40B4-BE49-F238E27FC236}">
                <a16:creationId xmlns:a16="http://schemas.microsoft.com/office/drawing/2014/main" id="{F804103C-7A2B-4773-1E5E-A993A88A9E7A}"/>
              </a:ext>
            </a:extLst>
          </p:cNvPr>
          <p:cNvSpPr/>
          <p:nvPr/>
        </p:nvSpPr>
        <p:spPr>
          <a:xfrm>
            <a:off x="2641324" y="2709954"/>
            <a:ext cx="1031516" cy="45539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/>
              <a:t>IDLE</a:t>
            </a:r>
            <a:endParaRPr lang="ko-KR" altLang="en-US" sz="1400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7EE12EEB-3061-9DB2-5EBC-6757C0A5461E}"/>
              </a:ext>
            </a:extLst>
          </p:cNvPr>
          <p:cNvSpPr txBox="1"/>
          <p:nvPr/>
        </p:nvSpPr>
        <p:spPr>
          <a:xfrm>
            <a:off x="81280" y="1879600"/>
            <a:ext cx="4612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Mode state( FND Control)</a:t>
            </a:r>
            <a:endParaRPr lang="ko-KR" altLang="en-US"/>
          </a:p>
        </p:txBody>
      </p:sp>
      <p:cxnSp>
        <p:nvCxnSpPr>
          <p:cNvPr id="220" name="직선 화살표 연결선 219">
            <a:extLst>
              <a:ext uri="{FF2B5EF4-FFF2-40B4-BE49-F238E27FC236}">
                <a16:creationId xmlns:a16="http://schemas.microsoft.com/office/drawing/2014/main" id="{D07D24FF-1EE8-FDC1-C081-0B45315B8772}"/>
              </a:ext>
            </a:extLst>
          </p:cNvPr>
          <p:cNvCxnSpPr>
            <a:cxnSpLocks/>
          </p:cNvCxnSpPr>
          <p:nvPr/>
        </p:nvCxnSpPr>
        <p:spPr>
          <a:xfrm>
            <a:off x="3167242" y="3165353"/>
            <a:ext cx="0" cy="9614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TextBox 222">
            <a:extLst>
              <a:ext uri="{FF2B5EF4-FFF2-40B4-BE49-F238E27FC236}">
                <a16:creationId xmlns:a16="http://schemas.microsoft.com/office/drawing/2014/main" id="{7E7C303A-CD5A-3480-BB29-05DF7D32DD46}"/>
              </a:ext>
            </a:extLst>
          </p:cNvPr>
          <p:cNvSpPr txBox="1"/>
          <p:nvPr/>
        </p:nvSpPr>
        <p:spPr>
          <a:xfrm>
            <a:off x="3779519" y="2735867"/>
            <a:ext cx="330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i_mode = 1</a:t>
            </a:r>
          </a:p>
          <a:p>
            <a:r>
              <a:rPr lang="en-US" altLang="ko-KR"/>
              <a:t>n_con_ascii == i_con_ascii  </a:t>
            </a:r>
          </a:p>
          <a:p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969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0E9DCA1-C59D-64F7-B094-9A371AE708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777"/>
          <a:stretch>
            <a:fillRect/>
          </a:stretch>
        </p:blipFill>
        <p:spPr>
          <a:xfrm>
            <a:off x="-1362148" y="2439313"/>
            <a:ext cx="3515831" cy="492101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B833796-D5B3-A7B4-2AAE-4C24DAF407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650" r="-51873"/>
          <a:stretch>
            <a:fillRect/>
          </a:stretch>
        </p:blipFill>
        <p:spPr>
          <a:xfrm>
            <a:off x="4241445" y="2439313"/>
            <a:ext cx="3515831" cy="5945986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4F8B00A-37FC-AB16-92E1-87E03E9470ED}"/>
              </a:ext>
            </a:extLst>
          </p:cNvPr>
          <p:cNvCxnSpPr>
            <a:cxnSpLocks/>
          </p:cNvCxnSpPr>
          <p:nvPr/>
        </p:nvCxnSpPr>
        <p:spPr>
          <a:xfrm flipV="1">
            <a:off x="3286759" y="5275741"/>
            <a:ext cx="0" cy="731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4C44335-BEA0-7FE3-046E-C6D2A59DFC5F}"/>
              </a:ext>
            </a:extLst>
          </p:cNvPr>
          <p:cNvSpPr txBox="1"/>
          <p:nvPr/>
        </p:nvSpPr>
        <p:spPr>
          <a:xfrm>
            <a:off x="2458248" y="5978693"/>
            <a:ext cx="3515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module_contro_bit [7 : 6]</a:t>
            </a:r>
            <a:endParaRPr lang="ko-KR" altLang="en-US" sz="1200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3749A227-92A1-6A1D-ADBC-F2CACBC6D049}"/>
              </a:ext>
            </a:extLst>
          </p:cNvPr>
          <p:cNvSpPr/>
          <p:nvPr/>
        </p:nvSpPr>
        <p:spPr>
          <a:xfrm>
            <a:off x="2153683" y="3657600"/>
            <a:ext cx="731520" cy="101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9E219AC6-F1D9-D285-4831-B9A3DA7F6156}"/>
              </a:ext>
            </a:extLst>
          </p:cNvPr>
          <p:cNvGrpSpPr/>
          <p:nvPr/>
        </p:nvGrpSpPr>
        <p:grpSpPr>
          <a:xfrm>
            <a:off x="2926078" y="2956560"/>
            <a:ext cx="3515829" cy="2590800"/>
            <a:chOff x="2926078" y="2956560"/>
            <a:chExt cx="3515829" cy="2590800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521A347B-9D7E-5816-8472-D863CB9FF6DD}"/>
                </a:ext>
              </a:extLst>
            </p:cNvPr>
            <p:cNvGrpSpPr/>
            <p:nvPr/>
          </p:nvGrpSpPr>
          <p:grpSpPr>
            <a:xfrm>
              <a:off x="2926080" y="2956560"/>
              <a:ext cx="650240" cy="2590800"/>
              <a:chOff x="2941320" y="2133600"/>
              <a:chExt cx="650240" cy="3362960"/>
            </a:xfrm>
            <a:solidFill>
              <a:srgbClr val="92D050"/>
            </a:solidFill>
          </p:grpSpPr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61CC7369-D3E1-8CD3-64C6-7ADB13E18DD8}"/>
                  </a:ext>
                </a:extLst>
              </p:cNvPr>
              <p:cNvSpPr/>
              <p:nvPr/>
            </p:nvSpPr>
            <p:spPr>
              <a:xfrm>
                <a:off x="2941320" y="2865120"/>
                <a:ext cx="650240" cy="18999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각 삼각형 11">
                <a:extLst>
                  <a:ext uri="{FF2B5EF4-FFF2-40B4-BE49-F238E27FC236}">
                    <a16:creationId xmlns:a16="http://schemas.microsoft.com/office/drawing/2014/main" id="{AEEF1998-9FC0-1AA6-F30F-892F278A8C3F}"/>
                  </a:ext>
                </a:extLst>
              </p:cNvPr>
              <p:cNvSpPr/>
              <p:nvPr/>
            </p:nvSpPr>
            <p:spPr>
              <a:xfrm>
                <a:off x="2951478" y="2133600"/>
                <a:ext cx="640082" cy="731520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직각 삼각형 13">
                <a:extLst>
                  <a:ext uri="{FF2B5EF4-FFF2-40B4-BE49-F238E27FC236}">
                    <a16:creationId xmlns:a16="http://schemas.microsoft.com/office/drawing/2014/main" id="{23053B35-86A1-9D1E-1C46-92EDD860CB42}"/>
                  </a:ext>
                </a:extLst>
              </p:cNvPr>
              <p:cNvSpPr/>
              <p:nvPr/>
            </p:nvSpPr>
            <p:spPr>
              <a:xfrm rot="10800000" flipH="1">
                <a:off x="2941321" y="4765040"/>
                <a:ext cx="640082" cy="731520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BECB056-7547-63F4-18DB-08DAAC1D8B05}"/>
                </a:ext>
              </a:extLst>
            </p:cNvPr>
            <p:cNvSpPr txBox="1"/>
            <p:nvPr/>
          </p:nvSpPr>
          <p:spPr>
            <a:xfrm>
              <a:off x="2926078" y="3553320"/>
              <a:ext cx="35158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/>
                <a:t>0</a:t>
              </a:r>
              <a:endParaRPr lang="ko-KR" altLang="en-US" sz="1200"/>
            </a:p>
          </p:txBody>
        </p:sp>
      </p:grpSp>
      <p:sp>
        <p:nvSpPr>
          <p:cNvPr id="29" name="화살표: 오른쪽 28">
            <a:extLst>
              <a:ext uri="{FF2B5EF4-FFF2-40B4-BE49-F238E27FC236}">
                <a16:creationId xmlns:a16="http://schemas.microsoft.com/office/drawing/2014/main" id="{1F45B609-1B1D-30C8-2EE2-855B67DEB55E}"/>
              </a:ext>
            </a:extLst>
          </p:cNvPr>
          <p:cNvSpPr/>
          <p:nvPr/>
        </p:nvSpPr>
        <p:spPr>
          <a:xfrm>
            <a:off x="3607035" y="3759201"/>
            <a:ext cx="1066796" cy="4216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B5B43445-C149-35D9-227D-1648EE2E09E9}"/>
              </a:ext>
            </a:extLst>
          </p:cNvPr>
          <p:cNvSpPr/>
          <p:nvPr/>
        </p:nvSpPr>
        <p:spPr>
          <a:xfrm>
            <a:off x="-1107440" y="7152640"/>
            <a:ext cx="2072640" cy="12326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거리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BCDC5C9-BC20-7447-6447-3754DF73215D}"/>
              </a:ext>
            </a:extLst>
          </p:cNvPr>
          <p:cNvSpPr/>
          <p:nvPr/>
        </p:nvSpPr>
        <p:spPr>
          <a:xfrm>
            <a:off x="-1107440" y="8537699"/>
            <a:ext cx="2072640" cy="12326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온습도</a:t>
            </a:r>
          </a:p>
        </p:txBody>
      </p: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4E99B637-7DAB-A711-0A36-B32E63A36D7B}"/>
              </a:ext>
            </a:extLst>
          </p:cNvPr>
          <p:cNvCxnSpPr>
            <a:cxnSpLocks/>
            <a:stCxn id="30" idx="3"/>
            <a:endCxn id="56" idx="1"/>
          </p:cNvCxnSpPr>
          <p:nvPr/>
        </p:nvCxnSpPr>
        <p:spPr>
          <a:xfrm flipV="1">
            <a:off x="965200" y="4385400"/>
            <a:ext cx="1950716" cy="3383570"/>
          </a:xfrm>
          <a:prstGeom prst="bentConnector3">
            <a:avLst>
              <a:gd name="adj1" fmla="val 6718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402DEF77-50BB-7A0C-857C-666D20F247F0}"/>
              </a:ext>
            </a:extLst>
          </p:cNvPr>
          <p:cNvSpPr txBox="1"/>
          <p:nvPr/>
        </p:nvSpPr>
        <p:spPr>
          <a:xfrm>
            <a:off x="2915916" y="4246900"/>
            <a:ext cx="3515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1</a:t>
            </a:r>
            <a:endParaRPr lang="ko-KR" altLang="en-US" sz="12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70DEED2-5D44-025F-A8EB-F2B3F6094484}"/>
              </a:ext>
            </a:extLst>
          </p:cNvPr>
          <p:cNvSpPr txBox="1"/>
          <p:nvPr/>
        </p:nvSpPr>
        <p:spPr>
          <a:xfrm>
            <a:off x="2915917" y="4914666"/>
            <a:ext cx="3515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2</a:t>
            </a:r>
            <a:endParaRPr lang="ko-KR" altLang="en-US" sz="1200"/>
          </a:p>
        </p:txBody>
      </p: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6C6FAF0E-EDED-954B-1CCE-04918A58B6BC}"/>
              </a:ext>
            </a:extLst>
          </p:cNvPr>
          <p:cNvCxnSpPr>
            <a:cxnSpLocks/>
            <a:stCxn id="32" idx="3"/>
            <a:endCxn id="61" idx="1"/>
          </p:cNvCxnSpPr>
          <p:nvPr/>
        </p:nvCxnSpPr>
        <p:spPr>
          <a:xfrm flipV="1">
            <a:off x="965200" y="5053166"/>
            <a:ext cx="1950717" cy="4100863"/>
          </a:xfrm>
          <a:prstGeom prst="bentConnector3">
            <a:avLst>
              <a:gd name="adj1" fmla="val 7864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EAB96B18-AC37-6956-03ED-ABB69BB314C0}"/>
              </a:ext>
            </a:extLst>
          </p:cNvPr>
          <p:cNvCxnSpPr/>
          <p:nvPr/>
        </p:nvCxnSpPr>
        <p:spPr>
          <a:xfrm flipH="1">
            <a:off x="1452880" y="7630160"/>
            <a:ext cx="213360" cy="254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CF32B187-0122-89EE-71C7-196642D9A7D3}"/>
              </a:ext>
            </a:extLst>
          </p:cNvPr>
          <p:cNvCxnSpPr/>
          <p:nvPr/>
        </p:nvCxnSpPr>
        <p:spPr>
          <a:xfrm flipH="1">
            <a:off x="1452880" y="9040553"/>
            <a:ext cx="213360" cy="254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7F4837A7-FD39-7606-E9EF-EFE6DF0F4457}"/>
              </a:ext>
            </a:extLst>
          </p:cNvPr>
          <p:cNvSpPr txBox="1"/>
          <p:nvPr/>
        </p:nvSpPr>
        <p:spPr>
          <a:xfrm>
            <a:off x="3977993" y="3399472"/>
            <a:ext cx="802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21</a:t>
            </a:r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FCC5992-DA68-5C9B-8311-71D6036FED79}"/>
              </a:ext>
            </a:extLst>
          </p:cNvPr>
          <p:cNvSpPr txBox="1"/>
          <p:nvPr/>
        </p:nvSpPr>
        <p:spPr>
          <a:xfrm>
            <a:off x="1351280" y="9251889"/>
            <a:ext cx="802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21</a:t>
            </a:r>
            <a:endParaRPr lang="ko-KR" altLang="en-US"/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5CC063F3-0C46-5FF4-FE1E-50C4CA0E0AD6}"/>
              </a:ext>
            </a:extLst>
          </p:cNvPr>
          <p:cNvCxnSpPr>
            <a:cxnSpLocks/>
          </p:cNvCxnSpPr>
          <p:nvPr/>
        </p:nvCxnSpPr>
        <p:spPr>
          <a:xfrm flipH="1">
            <a:off x="3927073" y="3708400"/>
            <a:ext cx="324529" cy="47011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1" name="잉크 90">
                <a:extLst>
                  <a:ext uri="{FF2B5EF4-FFF2-40B4-BE49-F238E27FC236}">
                    <a16:creationId xmlns:a16="http://schemas.microsoft.com/office/drawing/2014/main" id="{F8ABAD70-9966-F18D-F429-7D23E8251AD3}"/>
                  </a:ext>
                </a:extLst>
              </p14:cNvPr>
              <p14:cNvContentPartPr/>
              <p14:nvPr/>
            </p14:nvContentPartPr>
            <p14:xfrm>
              <a:off x="-427578" y="7535086"/>
              <a:ext cx="855360" cy="612720"/>
            </p14:xfrm>
          </p:contentPart>
        </mc:Choice>
        <mc:Fallback>
          <p:pic>
            <p:nvPicPr>
              <p:cNvPr id="91" name="잉크 90">
                <a:extLst>
                  <a:ext uri="{FF2B5EF4-FFF2-40B4-BE49-F238E27FC236}">
                    <a16:creationId xmlns:a16="http://schemas.microsoft.com/office/drawing/2014/main" id="{F8ABAD70-9966-F18D-F429-7D23E8251A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433698" y="7528966"/>
                <a:ext cx="867600" cy="62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92" name="잉크 91">
                <a:extLst>
                  <a:ext uri="{FF2B5EF4-FFF2-40B4-BE49-F238E27FC236}">
                    <a16:creationId xmlns:a16="http://schemas.microsoft.com/office/drawing/2014/main" id="{78CBC480-F031-A6FA-B8F3-90AF83FAF129}"/>
                  </a:ext>
                </a:extLst>
              </p14:cNvPr>
              <p14:cNvContentPartPr/>
              <p14:nvPr/>
            </p14:nvContentPartPr>
            <p14:xfrm>
              <a:off x="-416058" y="8801206"/>
              <a:ext cx="797760" cy="605520"/>
            </p14:xfrm>
          </p:contentPart>
        </mc:Choice>
        <mc:Fallback>
          <p:pic>
            <p:nvPicPr>
              <p:cNvPr id="92" name="잉크 91">
                <a:extLst>
                  <a:ext uri="{FF2B5EF4-FFF2-40B4-BE49-F238E27FC236}">
                    <a16:creationId xmlns:a16="http://schemas.microsoft.com/office/drawing/2014/main" id="{78CBC480-F031-A6FA-B8F3-90AF83FAF12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422178" y="8795086"/>
                <a:ext cx="810000" cy="61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4" name="잉크 93">
                <a:extLst>
                  <a:ext uri="{FF2B5EF4-FFF2-40B4-BE49-F238E27FC236}">
                    <a16:creationId xmlns:a16="http://schemas.microsoft.com/office/drawing/2014/main" id="{9121A80A-EB27-2FD1-B9A3-1D9117EF1E14}"/>
                  </a:ext>
                </a:extLst>
              </p14:cNvPr>
              <p14:cNvContentPartPr/>
              <p14:nvPr/>
            </p14:nvContentPartPr>
            <p14:xfrm>
              <a:off x="4501542" y="6166006"/>
              <a:ext cx="360" cy="360"/>
            </p14:xfrm>
          </p:contentPart>
        </mc:Choice>
        <mc:Fallback>
          <p:pic>
            <p:nvPicPr>
              <p:cNvPr id="94" name="잉크 93">
                <a:extLst>
                  <a:ext uri="{FF2B5EF4-FFF2-40B4-BE49-F238E27FC236}">
                    <a16:creationId xmlns:a16="http://schemas.microsoft.com/office/drawing/2014/main" id="{9121A80A-EB27-2FD1-B9A3-1D9117EF1E1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95422" y="6159886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그룹 96">
            <a:extLst>
              <a:ext uri="{FF2B5EF4-FFF2-40B4-BE49-F238E27FC236}">
                <a16:creationId xmlns:a16="http://schemas.microsoft.com/office/drawing/2014/main" id="{8633D816-D576-1FC8-5E84-9164C15485AF}"/>
              </a:ext>
            </a:extLst>
          </p:cNvPr>
          <p:cNvGrpSpPr/>
          <p:nvPr/>
        </p:nvGrpSpPr>
        <p:grpSpPr>
          <a:xfrm>
            <a:off x="2625942" y="6318646"/>
            <a:ext cx="1635840" cy="555120"/>
            <a:chOff x="2625942" y="6318646"/>
            <a:chExt cx="1635840" cy="555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93" name="잉크 92">
                  <a:extLst>
                    <a:ext uri="{FF2B5EF4-FFF2-40B4-BE49-F238E27FC236}">
                      <a16:creationId xmlns:a16="http://schemas.microsoft.com/office/drawing/2014/main" id="{8790296C-8AFD-DF4F-3E51-8465BFE62159}"/>
                    </a:ext>
                  </a:extLst>
                </p14:cNvPr>
                <p14:cNvContentPartPr/>
                <p14:nvPr/>
              </p14:nvContentPartPr>
              <p14:xfrm>
                <a:off x="2625942" y="6330166"/>
                <a:ext cx="1635840" cy="24120"/>
              </p14:xfrm>
            </p:contentPart>
          </mc:Choice>
          <mc:Fallback>
            <p:pic>
              <p:nvPicPr>
                <p:cNvPr id="93" name="잉크 92">
                  <a:extLst>
                    <a:ext uri="{FF2B5EF4-FFF2-40B4-BE49-F238E27FC236}">
                      <a16:creationId xmlns:a16="http://schemas.microsoft.com/office/drawing/2014/main" id="{8790296C-8AFD-DF4F-3E51-8465BFE6215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619822" y="6324046"/>
                  <a:ext cx="16480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5" name="잉크 94">
                  <a:extLst>
                    <a:ext uri="{FF2B5EF4-FFF2-40B4-BE49-F238E27FC236}">
                      <a16:creationId xmlns:a16="http://schemas.microsoft.com/office/drawing/2014/main" id="{B8DB44C5-113C-A23C-B170-2AA93926B17E}"/>
                    </a:ext>
                  </a:extLst>
                </p14:cNvPr>
                <p14:cNvContentPartPr/>
                <p14:nvPr/>
              </p14:nvContentPartPr>
              <p14:xfrm>
                <a:off x="3598662" y="6318646"/>
                <a:ext cx="48600" cy="539280"/>
              </p14:xfrm>
            </p:contentPart>
          </mc:Choice>
          <mc:Fallback>
            <p:pic>
              <p:nvPicPr>
                <p:cNvPr id="95" name="잉크 94">
                  <a:extLst>
                    <a:ext uri="{FF2B5EF4-FFF2-40B4-BE49-F238E27FC236}">
                      <a16:creationId xmlns:a16="http://schemas.microsoft.com/office/drawing/2014/main" id="{B8DB44C5-113C-A23C-B170-2AA93926B17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592542" y="6312526"/>
                  <a:ext cx="60840" cy="5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6" name="잉크 95">
                  <a:extLst>
                    <a:ext uri="{FF2B5EF4-FFF2-40B4-BE49-F238E27FC236}">
                      <a16:creationId xmlns:a16="http://schemas.microsoft.com/office/drawing/2014/main" id="{EFE65C28-F46A-2C3D-EEC5-0DB19219033F}"/>
                    </a:ext>
                  </a:extLst>
                </p14:cNvPr>
                <p14:cNvContentPartPr/>
                <p14:nvPr/>
              </p14:nvContentPartPr>
              <p14:xfrm>
                <a:off x="3540342" y="6735526"/>
                <a:ext cx="363240" cy="138240"/>
              </p14:xfrm>
            </p:contentPart>
          </mc:Choice>
          <mc:Fallback>
            <p:pic>
              <p:nvPicPr>
                <p:cNvPr id="96" name="잉크 95">
                  <a:extLst>
                    <a:ext uri="{FF2B5EF4-FFF2-40B4-BE49-F238E27FC236}">
                      <a16:creationId xmlns:a16="http://schemas.microsoft.com/office/drawing/2014/main" id="{EFE65C28-F46A-2C3D-EEC5-0DB19219033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534222" y="6729406"/>
                  <a:ext cx="375480" cy="15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1FC230D0-862C-61F9-CC10-DE18F18B9084}"/>
              </a:ext>
            </a:extLst>
          </p:cNvPr>
          <p:cNvGrpSpPr/>
          <p:nvPr/>
        </p:nvGrpSpPr>
        <p:grpSpPr>
          <a:xfrm>
            <a:off x="2379702" y="7221166"/>
            <a:ext cx="1789200" cy="575280"/>
            <a:chOff x="2379702" y="7221166"/>
            <a:chExt cx="1789200" cy="57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98" name="잉크 97">
                  <a:extLst>
                    <a:ext uri="{FF2B5EF4-FFF2-40B4-BE49-F238E27FC236}">
                      <a16:creationId xmlns:a16="http://schemas.microsoft.com/office/drawing/2014/main" id="{9A46F35C-498C-4C89-5ED2-EB51E9E57C3D}"/>
                    </a:ext>
                  </a:extLst>
                </p14:cNvPr>
                <p14:cNvContentPartPr/>
                <p14:nvPr/>
              </p14:nvContentPartPr>
              <p14:xfrm>
                <a:off x="3163782" y="7221166"/>
                <a:ext cx="130680" cy="441360"/>
              </p14:xfrm>
            </p:contentPart>
          </mc:Choice>
          <mc:Fallback>
            <p:pic>
              <p:nvPicPr>
                <p:cNvPr id="98" name="잉크 97">
                  <a:extLst>
                    <a:ext uri="{FF2B5EF4-FFF2-40B4-BE49-F238E27FC236}">
                      <a16:creationId xmlns:a16="http://schemas.microsoft.com/office/drawing/2014/main" id="{9A46F35C-498C-4C89-5ED2-EB51E9E57C3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157662" y="7215046"/>
                  <a:ext cx="14292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99" name="잉크 98">
                  <a:extLst>
                    <a:ext uri="{FF2B5EF4-FFF2-40B4-BE49-F238E27FC236}">
                      <a16:creationId xmlns:a16="http://schemas.microsoft.com/office/drawing/2014/main" id="{B0784016-0B95-D5A5-5B7A-B433A2EC9FE5}"/>
                    </a:ext>
                  </a:extLst>
                </p14:cNvPr>
                <p14:cNvContentPartPr/>
                <p14:nvPr/>
              </p14:nvContentPartPr>
              <p14:xfrm>
                <a:off x="3704142" y="7373806"/>
                <a:ext cx="239400" cy="285840"/>
              </p14:xfrm>
            </p:contentPart>
          </mc:Choice>
          <mc:Fallback>
            <p:pic>
              <p:nvPicPr>
                <p:cNvPr id="99" name="잉크 98">
                  <a:extLst>
                    <a:ext uri="{FF2B5EF4-FFF2-40B4-BE49-F238E27FC236}">
                      <a16:creationId xmlns:a16="http://schemas.microsoft.com/office/drawing/2014/main" id="{B0784016-0B95-D5A5-5B7A-B433A2EC9FE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698022" y="7367686"/>
                  <a:ext cx="25164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00" name="잉크 99">
                  <a:extLst>
                    <a:ext uri="{FF2B5EF4-FFF2-40B4-BE49-F238E27FC236}">
                      <a16:creationId xmlns:a16="http://schemas.microsoft.com/office/drawing/2014/main" id="{B7FD5C4A-C62B-2403-840A-E80B56FC3961}"/>
                    </a:ext>
                  </a:extLst>
                </p14:cNvPr>
                <p14:cNvContentPartPr/>
                <p14:nvPr/>
              </p14:nvContentPartPr>
              <p14:xfrm>
                <a:off x="3739422" y="7408726"/>
                <a:ext cx="213840" cy="360"/>
              </p14:xfrm>
            </p:contentPart>
          </mc:Choice>
          <mc:Fallback>
            <p:pic>
              <p:nvPicPr>
                <p:cNvPr id="100" name="잉크 99">
                  <a:extLst>
                    <a:ext uri="{FF2B5EF4-FFF2-40B4-BE49-F238E27FC236}">
                      <a16:creationId xmlns:a16="http://schemas.microsoft.com/office/drawing/2014/main" id="{B7FD5C4A-C62B-2403-840A-E80B56FC396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733302" y="7402606"/>
                  <a:ext cx="2260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C8B07144-B145-1625-13CF-9310FD1C7AAC}"/>
                    </a:ext>
                  </a:extLst>
                </p14:cNvPr>
                <p14:cNvContentPartPr/>
                <p14:nvPr/>
              </p14:nvContentPartPr>
              <p14:xfrm>
                <a:off x="2574822" y="7408726"/>
                <a:ext cx="227520" cy="242640"/>
              </p14:xfrm>
            </p:contentPart>
          </mc:Choice>
          <mc:Fallback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C8B07144-B145-1625-13CF-9310FD1C7AA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568702" y="7402606"/>
                  <a:ext cx="2397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0DE1CAE3-AFE0-86F5-9348-0A63C4984C22}"/>
                    </a:ext>
                  </a:extLst>
                </p14:cNvPr>
                <p14:cNvContentPartPr/>
                <p14:nvPr/>
              </p14:nvContentPartPr>
              <p14:xfrm>
                <a:off x="2778222" y="7467406"/>
                <a:ext cx="236520" cy="163080"/>
              </p14:xfrm>
            </p:contentPart>
          </mc:Choice>
          <mc:Fallback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0DE1CAE3-AFE0-86F5-9348-0A63C4984C2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772102" y="7461286"/>
                  <a:ext cx="2487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04" name="잉크 103">
                  <a:extLst>
                    <a:ext uri="{FF2B5EF4-FFF2-40B4-BE49-F238E27FC236}">
                      <a16:creationId xmlns:a16="http://schemas.microsoft.com/office/drawing/2014/main" id="{82EB4011-48AD-B7E0-B7F6-F3EA5692257C}"/>
                    </a:ext>
                  </a:extLst>
                </p14:cNvPr>
                <p14:cNvContentPartPr/>
                <p14:nvPr/>
              </p14:nvContentPartPr>
              <p14:xfrm>
                <a:off x="3418662" y="7467406"/>
                <a:ext cx="97560" cy="231840"/>
              </p14:xfrm>
            </p:contentPart>
          </mc:Choice>
          <mc:Fallback>
            <p:pic>
              <p:nvPicPr>
                <p:cNvPr id="104" name="잉크 103">
                  <a:extLst>
                    <a:ext uri="{FF2B5EF4-FFF2-40B4-BE49-F238E27FC236}">
                      <a16:creationId xmlns:a16="http://schemas.microsoft.com/office/drawing/2014/main" id="{82EB4011-48AD-B7E0-B7F6-F3EA5692257C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412542" y="7461286"/>
                  <a:ext cx="1098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05" name="잉크 104">
                  <a:extLst>
                    <a:ext uri="{FF2B5EF4-FFF2-40B4-BE49-F238E27FC236}">
                      <a16:creationId xmlns:a16="http://schemas.microsoft.com/office/drawing/2014/main" id="{38B16EEB-8E48-8D5F-3692-431EFB3A76CA}"/>
                    </a:ext>
                  </a:extLst>
                </p14:cNvPr>
                <p14:cNvContentPartPr/>
                <p14:nvPr/>
              </p14:nvContentPartPr>
              <p14:xfrm>
                <a:off x="3493182" y="7514206"/>
                <a:ext cx="291600" cy="173880"/>
              </p14:xfrm>
            </p:contentPart>
          </mc:Choice>
          <mc:Fallback>
            <p:pic>
              <p:nvPicPr>
                <p:cNvPr id="105" name="잉크 104">
                  <a:extLst>
                    <a:ext uri="{FF2B5EF4-FFF2-40B4-BE49-F238E27FC236}">
                      <a16:creationId xmlns:a16="http://schemas.microsoft.com/office/drawing/2014/main" id="{38B16EEB-8E48-8D5F-3692-431EFB3A76C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487062" y="7508086"/>
                  <a:ext cx="30384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07" name="잉크 106">
                  <a:extLst>
                    <a:ext uri="{FF2B5EF4-FFF2-40B4-BE49-F238E27FC236}">
                      <a16:creationId xmlns:a16="http://schemas.microsoft.com/office/drawing/2014/main" id="{DE742A1C-E677-B144-2A25-1C9B2C3824A8}"/>
                    </a:ext>
                  </a:extLst>
                </p14:cNvPr>
                <p14:cNvContentPartPr/>
                <p14:nvPr/>
              </p14:nvContentPartPr>
              <p14:xfrm>
                <a:off x="2379702" y="7783486"/>
                <a:ext cx="1789200" cy="12960"/>
              </p14:xfrm>
            </p:contentPart>
          </mc:Choice>
          <mc:Fallback>
            <p:pic>
              <p:nvPicPr>
                <p:cNvPr id="107" name="잉크 106">
                  <a:extLst>
                    <a:ext uri="{FF2B5EF4-FFF2-40B4-BE49-F238E27FC236}">
                      <a16:creationId xmlns:a16="http://schemas.microsoft.com/office/drawing/2014/main" id="{DE742A1C-E677-B144-2A25-1C9B2C3824A8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373582" y="7777366"/>
                  <a:ext cx="1801440" cy="2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4C7396D3-D8C1-7F4A-7800-03C3E2683912}"/>
              </a:ext>
            </a:extLst>
          </p:cNvPr>
          <p:cNvGrpSpPr/>
          <p:nvPr/>
        </p:nvGrpSpPr>
        <p:grpSpPr>
          <a:xfrm>
            <a:off x="3643662" y="3279526"/>
            <a:ext cx="2573280" cy="1480320"/>
            <a:chOff x="3643662" y="3279526"/>
            <a:chExt cx="2573280" cy="148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09" name="잉크 108">
                  <a:extLst>
                    <a:ext uri="{FF2B5EF4-FFF2-40B4-BE49-F238E27FC236}">
                      <a16:creationId xmlns:a16="http://schemas.microsoft.com/office/drawing/2014/main" id="{6ACADEA5-48DF-26FF-96B8-7C68FCDB4C41}"/>
                    </a:ext>
                  </a:extLst>
                </p14:cNvPr>
                <p14:cNvContentPartPr/>
                <p14:nvPr/>
              </p14:nvContentPartPr>
              <p14:xfrm>
                <a:off x="4112022" y="3279526"/>
                <a:ext cx="2104920" cy="1480320"/>
              </p14:xfrm>
            </p:contentPart>
          </mc:Choice>
          <mc:Fallback>
            <p:pic>
              <p:nvPicPr>
                <p:cNvPr id="109" name="잉크 108">
                  <a:extLst>
                    <a:ext uri="{FF2B5EF4-FFF2-40B4-BE49-F238E27FC236}">
                      <a16:creationId xmlns:a16="http://schemas.microsoft.com/office/drawing/2014/main" id="{6ACADEA5-48DF-26FF-96B8-7C68FCDB4C4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105902" y="3273406"/>
                  <a:ext cx="2117160" cy="149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110" name="잉크 109">
                  <a:extLst>
                    <a:ext uri="{FF2B5EF4-FFF2-40B4-BE49-F238E27FC236}">
                      <a16:creationId xmlns:a16="http://schemas.microsoft.com/office/drawing/2014/main" id="{74550B79-8CD2-9E20-5A50-F5813D428030}"/>
                    </a:ext>
                  </a:extLst>
                </p14:cNvPr>
                <p14:cNvContentPartPr/>
                <p14:nvPr/>
              </p14:nvContentPartPr>
              <p14:xfrm>
                <a:off x="3786222" y="3481486"/>
                <a:ext cx="572760" cy="71640"/>
              </p14:xfrm>
            </p:contentPart>
          </mc:Choice>
          <mc:Fallback>
            <p:pic>
              <p:nvPicPr>
                <p:cNvPr id="110" name="잉크 109">
                  <a:extLst>
                    <a:ext uri="{FF2B5EF4-FFF2-40B4-BE49-F238E27FC236}">
                      <a16:creationId xmlns:a16="http://schemas.microsoft.com/office/drawing/2014/main" id="{74550B79-8CD2-9E20-5A50-F5813D428030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780102" y="3475366"/>
                  <a:ext cx="5850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111" name="잉크 110">
                  <a:extLst>
                    <a:ext uri="{FF2B5EF4-FFF2-40B4-BE49-F238E27FC236}">
                      <a16:creationId xmlns:a16="http://schemas.microsoft.com/office/drawing/2014/main" id="{45D16BCB-57AF-884C-E9A8-B02D5F36B0EA}"/>
                    </a:ext>
                  </a:extLst>
                </p14:cNvPr>
                <p14:cNvContentPartPr/>
                <p14:nvPr/>
              </p14:nvContentPartPr>
              <p14:xfrm>
                <a:off x="3643662" y="3422806"/>
                <a:ext cx="649080" cy="392400"/>
              </p14:xfrm>
            </p:contentPart>
          </mc:Choice>
          <mc:Fallback>
            <p:pic>
              <p:nvPicPr>
                <p:cNvPr id="111" name="잉크 110">
                  <a:extLst>
                    <a:ext uri="{FF2B5EF4-FFF2-40B4-BE49-F238E27FC236}">
                      <a16:creationId xmlns:a16="http://schemas.microsoft.com/office/drawing/2014/main" id="{45D16BCB-57AF-884C-E9A8-B02D5F36B0E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637542" y="3416686"/>
                  <a:ext cx="661320" cy="404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38921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8AAC414-E826-A7CE-332C-2C60CA8F04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981"/>
          <a:stretch>
            <a:fillRect/>
          </a:stretch>
        </p:blipFill>
        <p:spPr>
          <a:xfrm>
            <a:off x="-1255951" y="1611865"/>
            <a:ext cx="1713152" cy="5663941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C2C7292-DF79-A658-B8C9-D7917422CF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824"/>
          <a:stretch>
            <a:fillRect/>
          </a:stretch>
        </p:blipFill>
        <p:spPr>
          <a:xfrm>
            <a:off x="2407920" y="1801938"/>
            <a:ext cx="2758908" cy="4899804"/>
          </a:xfrm>
          <a:prstGeom prst="rect">
            <a:avLst/>
          </a:prstGeom>
        </p:spPr>
      </p:pic>
      <p:sp>
        <p:nvSpPr>
          <p:cNvPr id="42" name="화살표: 오른쪽 41">
            <a:extLst>
              <a:ext uri="{FF2B5EF4-FFF2-40B4-BE49-F238E27FC236}">
                <a16:creationId xmlns:a16="http://schemas.microsoft.com/office/drawing/2014/main" id="{5008225A-F652-A540-D3FE-A2EAD051D586}"/>
              </a:ext>
            </a:extLst>
          </p:cNvPr>
          <p:cNvSpPr/>
          <p:nvPr/>
        </p:nvSpPr>
        <p:spPr>
          <a:xfrm>
            <a:off x="456728" y="2954421"/>
            <a:ext cx="731520" cy="101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6C271549-020E-1A53-A521-A690B51551C4}"/>
              </a:ext>
            </a:extLst>
          </p:cNvPr>
          <p:cNvCxnSpPr>
            <a:cxnSpLocks/>
          </p:cNvCxnSpPr>
          <p:nvPr/>
        </p:nvCxnSpPr>
        <p:spPr>
          <a:xfrm flipV="1">
            <a:off x="1553541" y="4041457"/>
            <a:ext cx="0" cy="7315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CC450805-37C4-8666-3FBA-BBAF676C9A90}"/>
              </a:ext>
            </a:extLst>
          </p:cNvPr>
          <p:cNvSpPr txBox="1"/>
          <p:nvPr/>
        </p:nvSpPr>
        <p:spPr>
          <a:xfrm>
            <a:off x="662804" y="4809183"/>
            <a:ext cx="35158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module_control_bit [7 : 6]</a:t>
            </a:r>
            <a:endParaRPr lang="ko-KR" altLang="en-US" sz="1200"/>
          </a:p>
        </p:txBody>
      </p:sp>
      <p:pic>
        <p:nvPicPr>
          <p:cNvPr id="67" name="그림 66">
            <a:extLst>
              <a:ext uri="{FF2B5EF4-FFF2-40B4-BE49-F238E27FC236}">
                <a16:creationId xmlns:a16="http://schemas.microsoft.com/office/drawing/2014/main" id="{94F21A5D-F36D-48F1-83BB-7F2C8F16A6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2136" b="27327"/>
          <a:stretch>
            <a:fillRect/>
          </a:stretch>
        </p:blipFill>
        <p:spPr>
          <a:xfrm>
            <a:off x="5207002" y="1559550"/>
            <a:ext cx="2062074" cy="3500130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34B6384B-CCE0-0186-6B09-1E7DE0F6F1E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834" t="70490" r="187" b="-43163"/>
          <a:stretch>
            <a:fillRect/>
          </a:stretch>
        </p:blipFill>
        <p:spPr>
          <a:xfrm>
            <a:off x="6678591" y="8691870"/>
            <a:ext cx="3974337" cy="3500130"/>
          </a:xfrm>
          <a:prstGeom prst="rect">
            <a:avLst/>
          </a:prstGeom>
        </p:spPr>
      </p:pic>
      <p:pic>
        <p:nvPicPr>
          <p:cNvPr id="71" name="그림 70">
            <a:extLst>
              <a:ext uri="{FF2B5EF4-FFF2-40B4-BE49-F238E27FC236}">
                <a16:creationId xmlns:a16="http://schemas.microsoft.com/office/drawing/2014/main" id="{B8D0F60D-DA67-3919-466F-232DEC85A9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5639" t="42399" b="27327"/>
          <a:stretch>
            <a:fillRect/>
          </a:stretch>
        </p:blipFill>
        <p:spPr>
          <a:xfrm>
            <a:off x="9769033" y="5030777"/>
            <a:ext cx="883895" cy="3661093"/>
          </a:xfrm>
          <a:prstGeom prst="rect">
            <a:avLst/>
          </a:prstGeom>
        </p:spPr>
      </p:pic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CCEF2440-B1EF-A74D-E1FE-DFCB876E08F5}"/>
              </a:ext>
            </a:extLst>
          </p:cNvPr>
          <p:cNvCxnSpPr>
            <a:cxnSpLocks/>
          </p:cNvCxnSpPr>
          <p:nvPr/>
        </p:nvCxnSpPr>
        <p:spPr>
          <a:xfrm>
            <a:off x="5155253" y="5401805"/>
            <a:ext cx="102562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FE75E7EC-F3BF-E9C6-719F-DD288EDCD836}"/>
              </a:ext>
            </a:extLst>
          </p:cNvPr>
          <p:cNvCxnSpPr>
            <a:cxnSpLocks/>
          </p:cNvCxnSpPr>
          <p:nvPr/>
        </p:nvCxnSpPr>
        <p:spPr>
          <a:xfrm flipV="1">
            <a:off x="5714367" y="5019202"/>
            <a:ext cx="0" cy="4085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CC329484-7A11-A745-0B38-F35F06A82B39}"/>
              </a:ext>
            </a:extLst>
          </p:cNvPr>
          <p:cNvCxnSpPr>
            <a:cxnSpLocks/>
          </p:cNvCxnSpPr>
          <p:nvPr/>
        </p:nvCxnSpPr>
        <p:spPr>
          <a:xfrm flipV="1">
            <a:off x="6167707" y="4993234"/>
            <a:ext cx="0" cy="4085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E70B77C8-A32B-B51B-CA2E-6E642AAB8181}"/>
              </a:ext>
            </a:extLst>
          </p:cNvPr>
          <p:cNvGrpSpPr/>
          <p:nvPr/>
        </p:nvGrpSpPr>
        <p:grpSpPr>
          <a:xfrm>
            <a:off x="7708236" y="2218383"/>
            <a:ext cx="3536155" cy="2590800"/>
            <a:chOff x="1270000" y="2468880"/>
            <a:chExt cx="3536155" cy="2590800"/>
          </a:xfrm>
        </p:grpSpPr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820BE359-DFC2-76B5-9011-362E651612C3}"/>
                </a:ext>
              </a:extLst>
            </p:cNvPr>
            <p:cNvGrpSpPr/>
            <p:nvPr/>
          </p:nvGrpSpPr>
          <p:grpSpPr>
            <a:xfrm>
              <a:off x="1270000" y="2468880"/>
              <a:ext cx="3515829" cy="2590800"/>
              <a:chOff x="2926078" y="2956560"/>
              <a:chExt cx="3515829" cy="2590800"/>
            </a:xfrm>
          </p:grpSpPr>
          <p:grpSp>
            <p:nvGrpSpPr>
              <p:cNvPr id="85" name="그룹 84">
                <a:extLst>
                  <a:ext uri="{FF2B5EF4-FFF2-40B4-BE49-F238E27FC236}">
                    <a16:creationId xmlns:a16="http://schemas.microsoft.com/office/drawing/2014/main" id="{439897C7-8394-648E-5A43-94C6BE6C6EB5}"/>
                  </a:ext>
                </a:extLst>
              </p:cNvPr>
              <p:cNvGrpSpPr/>
              <p:nvPr/>
            </p:nvGrpSpPr>
            <p:grpSpPr>
              <a:xfrm>
                <a:off x="2926080" y="2956560"/>
                <a:ext cx="650240" cy="2590800"/>
                <a:chOff x="2941320" y="2133600"/>
                <a:chExt cx="650240" cy="3362960"/>
              </a:xfrm>
              <a:solidFill>
                <a:srgbClr val="92D050"/>
              </a:solidFill>
            </p:grpSpPr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3141B350-A050-6EEF-983B-A542244A2135}"/>
                    </a:ext>
                  </a:extLst>
                </p:cNvPr>
                <p:cNvSpPr/>
                <p:nvPr/>
              </p:nvSpPr>
              <p:spPr>
                <a:xfrm>
                  <a:off x="2941320" y="2865120"/>
                  <a:ext cx="650240" cy="189992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8" name="직각 삼각형 87">
                  <a:extLst>
                    <a:ext uri="{FF2B5EF4-FFF2-40B4-BE49-F238E27FC236}">
                      <a16:creationId xmlns:a16="http://schemas.microsoft.com/office/drawing/2014/main" id="{FE5FAE75-711A-13C9-6010-A46A90B21E12}"/>
                    </a:ext>
                  </a:extLst>
                </p:cNvPr>
                <p:cNvSpPr/>
                <p:nvPr/>
              </p:nvSpPr>
              <p:spPr>
                <a:xfrm>
                  <a:off x="2951478" y="2133600"/>
                  <a:ext cx="640082" cy="731520"/>
                </a:xfrm>
                <a:prstGeom prst="rt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9" name="직각 삼각형 88">
                  <a:extLst>
                    <a:ext uri="{FF2B5EF4-FFF2-40B4-BE49-F238E27FC236}">
                      <a16:creationId xmlns:a16="http://schemas.microsoft.com/office/drawing/2014/main" id="{71927A47-6CDD-9DCF-E43F-9CA57EA650E9}"/>
                    </a:ext>
                  </a:extLst>
                </p:cNvPr>
                <p:cNvSpPr/>
                <p:nvPr/>
              </p:nvSpPr>
              <p:spPr>
                <a:xfrm rot="10800000" flipH="1">
                  <a:off x="2941321" y="4765040"/>
                  <a:ext cx="640082" cy="731520"/>
                </a:xfrm>
                <a:prstGeom prst="rtTriangl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A3D7EB2-2A1B-9687-443D-96E412B4200F}"/>
                  </a:ext>
                </a:extLst>
              </p:cNvPr>
              <p:cNvSpPr txBox="1"/>
              <p:nvPr/>
            </p:nvSpPr>
            <p:spPr>
              <a:xfrm>
                <a:off x="2926078" y="3553320"/>
                <a:ext cx="351582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/>
                  <a:t>0</a:t>
                </a:r>
                <a:endParaRPr lang="ko-KR" altLang="en-US" sz="1200"/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1199C1E-028F-D664-F761-84EBF1070015}"/>
                </a:ext>
              </a:extLst>
            </p:cNvPr>
            <p:cNvSpPr txBox="1"/>
            <p:nvPr/>
          </p:nvSpPr>
          <p:spPr>
            <a:xfrm>
              <a:off x="1280166" y="3614592"/>
              <a:ext cx="35158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/>
                <a:t>1</a:t>
              </a:r>
              <a:endParaRPr lang="ko-KR" altLang="en-US" sz="1200"/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E0FA23D2-FB24-67F1-C3B0-E24914545EE2}"/>
                </a:ext>
              </a:extLst>
            </p:cNvPr>
            <p:cNvSpPr txBox="1"/>
            <p:nvPr/>
          </p:nvSpPr>
          <p:spPr>
            <a:xfrm>
              <a:off x="1290326" y="4252326"/>
              <a:ext cx="35158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/>
                <a:t>2</a:t>
              </a:r>
              <a:endParaRPr lang="ko-KR" altLang="en-US" sz="1200"/>
            </a:p>
          </p:txBody>
        </p:sp>
      </p:grp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2B1238A3-3BCA-E942-713F-E4B929F1C93F}"/>
              </a:ext>
            </a:extLst>
          </p:cNvPr>
          <p:cNvCxnSpPr>
            <a:cxnSpLocks/>
            <a:endCxn id="84" idx="1"/>
          </p:cNvCxnSpPr>
          <p:nvPr/>
        </p:nvCxnSpPr>
        <p:spPr>
          <a:xfrm rot="5400000" flipH="1" flipV="1">
            <a:off x="3204174" y="5389173"/>
            <a:ext cx="5773232" cy="327554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723F45B2-93BE-085D-4AFA-0C97DF2F64E5}"/>
              </a:ext>
            </a:extLst>
          </p:cNvPr>
          <p:cNvSpPr/>
          <p:nvPr/>
        </p:nvSpPr>
        <p:spPr>
          <a:xfrm>
            <a:off x="2420719" y="7688445"/>
            <a:ext cx="2072640" cy="12326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DIST_top</a:t>
            </a:r>
            <a:endParaRPr lang="ko-KR" altLang="en-US"/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F2DCE5DD-1CEB-4867-ED6F-A6330AD34A53}"/>
              </a:ext>
            </a:extLst>
          </p:cNvPr>
          <p:cNvSpPr/>
          <p:nvPr/>
        </p:nvSpPr>
        <p:spPr>
          <a:xfrm>
            <a:off x="2392680" y="9209276"/>
            <a:ext cx="2072640" cy="123265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DHT</a:t>
            </a:r>
            <a:endParaRPr lang="ko-KR" altLang="en-US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5543E6DD-18B7-C602-F072-FE34DD5D030D}"/>
              </a:ext>
            </a:extLst>
          </p:cNvPr>
          <p:cNvSpPr/>
          <p:nvPr/>
        </p:nvSpPr>
        <p:spPr>
          <a:xfrm>
            <a:off x="1228421" y="2577772"/>
            <a:ext cx="650240" cy="146368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1060B8D2-020B-51EA-8A29-EDF6FF08EBC0}"/>
              </a:ext>
            </a:extLst>
          </p:cNvPr>
          <p:cNvCxnSpPr/>
          <p:nvPr/>
        </p:nvCxnSpPr>
        <p:spPr>
          <a:xfrm>
            <a:off x="1868695" y="2696902"/>
            <a:ext cx="6909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연결선: 꺾임 108">
            <a:extLst>
              <a:ext uri="{FF2B5EF4-FFF2-40B4-BE49-F238E27FC236}">
                <a16:creationId xmlns:a16="http://schemas.microsoft.com/office/drawing/2014/main" id="{9C8C7470-57F2-89ED-BCAB-FB09CA02A2B8}"/>
              </a:ext>
            </a:extLst>
          </p:cNvPr>
          <p:cNvCxnSpPr>
            <a:stCxn id="104" idx="3"/>
            <a:endCxn id="96" idx="1"/>
          </p:cNvCxnSpPr>
          <p:nvPr/>
        </p:nvCxnSpPr>
        <p:spPr>
          <a:xfrm>
            <a:off x="1878661" y="3309615"/>
            <a:ext cx="542058" cy="499516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연결선: 꺾임 109">
            <a:extLst>
              <a:ext uri="{FF2B5EF4-FFF2-40B4-BE49-F238E27FC236}">
                <a16:creationId xmlns:a16="http://schemas.microsoft.com/office/drawing/2014/main" id="{5F832C72-E59B-25C0-BA66-5F53E707F3C8}"/>
              </a:ext>
            </a:extLst>
          </p:cNvPr>
          <p:cNvCxnSpPr>
            <a:cxnSpLocks/>
            <a:endCxn id="98" idx="1"/>
          </p:cNvCxnSpPr>
          <p:nvPr/>
        </p:nvCxnSpPr>
        <p:spPr>
          <a:xfrm rot="16200000" flipH="1">
            <a:off x="-903226" y="6529700"/>
            <a:ext cx="6010902" cy="58091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연결선: 꺾임 111">
            <a:extLst>
              <a:ext uri="{FF2B5EF4-FFF2-40B4-BE49-F238E27FC236}">
                <a16:creationId xmlns:a16="http://schemas.microsoft.com/office/drawing/2014/main" id="{54042E37-59FA-4F0B-ACAC-3F09388355A2}"/>
              </a:ext>
            </a:extLst>
          </p:cNvPr>
          <p:cNvCxnSpPr>
            <a:cxnSpLocks/>
            <a:stCxn id="96" idx="3"/>
            <a:endCxn id="83" idx="1"/>
          </p:cNvCxnSpPr>
          <p:nvPr/>
        </p:nvCxnSpPr>
        <p:spPr>
          <a:xfrm flipV="1">
            <a:off x="4493359" y="3502595"/>
            <a:ext cx="3225043" cy="480218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7" name="그림 116">
            <a:extLst>
              <a:ext uri="{FF2B5EF4-FFF2-40B4-BE49-F238E27FC236}">
                <a16:creationId xmlns:a16="http://schemas.microsoft.com/office/drawing/2014/main" id="{68AEB747-6EC8-1A9F-781D-0B1E7D5B82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126" b="27327"/>
          <a:stretch>
            <a:fillRect/>
          </a:stretch>
        </p:blipFill>
        <p:spPr>
          <a:xfrm>
            <a:off x="8508625" y="1567799"/>
            <a:ext cx="3260695" cy="3500130"/>
          </a:xfrm>
          <a:prstGeom prst="rect">
            <a:avLst/>
          </a:prstGeom>
        </p:spPr>
      </p:pic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0711D90C-14C3-66F4-0D84-70D4F857CFFB}"/>
              </a:ext>
            </a:extLst>
          </p:cNvPr>
          <p:cNvCxnSpPr>
            <a:stCxn id="67" idx="3"/>
            <a:endCxn id="86" idx="1"/>
          </p:cNvCxnSpPr>
          <p:nvPr/>
        </p:nvCxnSpPr>
        <p:spPr>
          <a:xfrm flipV="1">
            <a:off x="7269076" y="2953643"/>
            <a:ext cx="439160" cy="3559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7CB2A44-BA36-E5CC-A6D0-08E8A5C023B8}"/>
              </a:ext>
            </a:extLst>
          </p:cNvPr>
          <p:cNvCxnSpPr>
            <a:cxnSpLocks/>
          </p:cNvCxnSpPr>
          <p:nvPr/>
        </p:nvCxnSpPr>
        <p:spPr>
          <a:xfrm flipV="1">
            <a:off x="8327280" y="3360909"/>
            <a:ext cx="649080" cy="292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27BC6397-3269-F69A-459F-FC982E286D1B}"/>
              </a:ext>
            </a:extLst>
          </p:cNvPr>
          <p:cNvGrpSpPr/>
          <p:nvPr/>
        </p:nvGrpSpPr>
        <p:grpSpPr>
          <a:xfrm>
            <a:off x="1287877" y="2649166"/>
            <a:ext cx="1034280" cy="365400"/>
            <a:chOff x="1287877" y="2649166"/>
            <a:chExt cx="1034280" cy="36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128" name="잉크 127">
                  <a:extLst>
                    <a:ext uri="{FF2B5EF4-FFF2-40B4-BE49-F238E27FC236}">
                      <a16:creationId xmlns:a16="http://schemas.microsoft.com/office/drawing/2014/main" id="{376CE204-19EC-6A5F-C0CE-0B722EA1AFF0}"/>
                    </a:ext>
                  </a:extLst>
                </p14:cNvPr>
                <p14:cNvContentPartPr/>
                <p14:nvPr/>
              </p14:nvContentPartPr>
              <p14:xfrm>
                <a:off x="1287877" y="2848606"/>
                <a:ext cx="107280" cy="109080"/>
              </p14:xfrm>
            </p:contentPart>
          </mc:Choice>
          <mc:Fallback>
            <p:pic>
              <p:nvPicPr>
                <p:cNvPr id="128" name="잉크 127">
                  <a:extLst>
                    <a:ext uri="{FF2B5EF4-FFF2-40B4-BE49-F238E27FC236}">
                      <a16:creationId xmlns:a16="http://schemas.microsoft.com/office/drawing/2014/main" id="{376CE204-19EC-6A5F-C0CE-0B722EA1AFF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81757" y="2842486"/>
                  <a:ext cx="1195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129" name="잉크 128">
                  <a:extLst>
                    <a:ext uri="{FF2B5EF4-FFF2-40B4-BE49-F238E27FC236}">
                      <a16:creationId xmlns:a16="http://schemas.microsoft.com/office/drawing/2014/main" id="{C6DB7BF5-884E-DE52-B37C-DC0472AC09D1}"/>
                    </a:ext>
                  </a:extLst>
                </p14:cNvPr>
                <p14:cNvContentPartPr/>
                <p14:nvPr/>
              </p14:nvContentPartPr>
              <p14:xfrm>
                <a:off x="1371397" y="2649166"/>
                <a:ext cx="360" cy="280440"/>
              </p14:xfrm>
            </p:contentPart>
          </mc:Choice>
          <mc:Fallback>
            <p:pic>
              <p:nvPicPr>
                <p:cNvPr id="129" name="잉크 128">
                  <a:extLst>
                    <a:ext uri="{FF2B5EF4-FFF2-40B4-BE49-F238E27FC236}">
                      <a16:creationId xmlns:a16="http://schemas.microsoft.com/office/drawing/2014/main" id="{C6DB7BF5-884E-DE52-B37C-DC0472AC09D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65277" y="2643046"/>
                  <a:ext cx="1260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130" name="잉크 129">
                  <a:extLst>
                    <a:ext uri="{FF2B5EF4-FFF2-40B4-BE49-F238E27FC236}">
                      <a16:creationId xmlns:a16="http://schemas.microsoft.com/office/drawing/2014/main" id="{4668B3A7-1189-7D0B-2CC2-0B6F6D7C8B30}"/>
                    </a:ext>
                  </a:extLst>
                </p14:cNvPr>
                <p14:cNvContentPartPr/>
                <p14:nvPr/>
              </p14:nvContentPartPr>
              <p14:xfrm>
                <a:off x="1389757" y="2798206"/>
                <a:ext cx="203400" cy="216360"/>
              </p14:xfrm>
            </p:contentPart>
          </mc:Choice>
          <mc:Fallback>
            <p:pic>
              <p:nvPicPr>
                <p:cNvPr id="130" name="잉크 129">
                  <a:extLst>
                    <a:ext uri="{FF2B5EF4-FFF2-40B4-BE49-F238E27FC236}">
                      <a16:creationId xmlns:a16="http://schemas.microsoft.com/office/drawing/2014/main" id="{4668B3A7-1189-7D0B-2CC2-0B6F6D7C8B3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83637" y="2792086"/>
                  <a:ext cx="21564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31" name="잉크 130">
                  <a:extLst>
                    <a:ext uri="{FF2B5EF4-FFF2-40B4-BE49-F238E27FC236}">
                      <a16:creationId xmlns:a16="http://schemas.microsoft.com/office/drawing/2014/main" id="{4D09801C-D2BD-9BCA-CD40-3A455C0C491F}"/>
                    </a:ext>
                  </a:extLst>
                </p14:cNvPr>
                <p14:cNvContentPartPr/>
                <p14:nvPr/>
              </p14:nvContentPartPr>
              <p14:xfrm>
                <a:off x="1604317" y="2860126"/>
                <a:ext cx="120600" cy="120960"/>
              </p14:xfrm>
            </p:contentPart>
          </mc:Choice>
          <mc:Fallback>
            <p:pic>
              <p:nvPicPr>
                <p:cNvPr id="131" name="잉크 130">
                  <a:extLst>
                    <a:ext uri="{FF2B5EF4-FFF2-40B4-BE49-F238E27FC236}">
                      <a16:creationId xmlns:a16="http://schemas.microsoft.com/office/drawing/2014/main" id="{4D09801C-D2BD-9BCA-CD40-3A455C0C491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98197" y="2854006"/>
                  <a:ext cx="1328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32" name="잉크 131">
                  <a:extLst>
                    <a:ext uri="{FF2B5EF4-FFF2-40B4-BE49-F238E27FC236}">
                      <a16:creationId xmlns:a16="http://schemas.microsoft.com/office/drawing/2014/main" id="{6C2A02B2-A1A8-0CA6-78F6-5831A8D58CC6}"/>
                    </a:ext>
                  </a:extLst>
                </p14:cNvPr>
                <p14:cNvContentPartPr/>
                <p14:nvPr/>
              </p14:nvContentPartPr>
              <p14:xfrm>
                <a:off x="1675957" y="2872006"/>
                <a:ext cx="12240" cy="128160"/>
              </p14:xfrm>
            </p:contentPart>
          </mc:Choice>
          <mc:Fallback>
            <p:pic>
              <p:nvPicPr>
                <p:cNvPr id="132" name="잉크 131">
                  <a:extLst>
                    <a:ext uri="{FF2B5EF4-FFF2-40B4-BE49-F238E27FC236}">
                      <a16:creationId xmlns:a16="http://schemas.microsoft.com/office/drawing/2014/main" id="{6C2A02B2-A1A8-0CA6-78F6-5831A8D58CC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669837" y="2865886"/>
                  <a:ext cx="2448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33" name="잉크 132">
                  <a:extLst>
                    <a:ext uri="{FF2B5EF4-FFF2-40B4-BE49-F238E27FC236}">
                      <a16:creationId xmlns:a16="http://schemas.microsoft.com/office/drawing/2014/main" id="{A6BE3896-D074-C2F9-DA34-D45A817F8C19}"/>
                    </a:ext>
                  </a:extLst>
                </p14:cNvPr>
                <p14:cNvContentPartPr/>
                <p14:nvPr/>
              </p14:nvContentPartPr>
              <p14:xfrm>
                <a:off x="1722037" y="2918806"/>
                <a:ext cx="48600" cy="66240"/>
              </p14:xfrm>
            </p:contentPart>
          </mc:Choice>
          <mc:Fallback>
            <p:pic>
              <p:nvPicPr>
                <p:cNvPr id="133" name="잉크 132">
                  <a:extLst>
                    <a:ext uri="{FF2B5EF4-FFF2-40B4-BE49-F238E27FC236}">
                      <a16:creationId xmlns:a16="http://schemas.microsoft.com/office/drawing/2014/main" id="{A6BE3896-D074-C2F9-DA34-D45A817F8C1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715917" y="2912686"/>
                  <a:ext cx="608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4" name="잉크 133">
                  <a:extLst>
                    <a:ext uri="{FF2B5EF4-FFF2-40B4-BE49-F238E27FC236}">
                      <a16:creationId xmlns:a16="http://schemas.microsoft.com/office/drawing/2014/main" id="{72293C43-47C9-8519-DBAF-835D750B8BC6}"/>
                    </a:ext>
                  </a:extLst>
                </p14:cNvPr>
                <p14:cNvContentPartPr/>
                <p14:nvPr/>
              </p14:nvContentPartPr>
              <p14:xfrm>
                <a:off x="1758397" y="2731246"/>
                <a:ext cx="22680" cy="180000"/>
              </p14:xfrm>
            </p:contentPart>
          </mc:Choice>
          <mc:Fallback>
            <p:pic>
              <p:nvPicPr>
                <p:cNvPr id="134" name="잉크 133">
                  <a:extLst>
                    <a:ext uri="{FF2B5EF4-FFF2-40B4-BE49-F238E27FC236}">
                      <a16:creationId xmlns:a16="http://schemas.microsoft.com/office/drawing/2014/main" id="{72293C43-47C9-8519-DBAF-835D750B8BC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752277" y="2725126"/>
                  <a:ext cx="349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5" name="잉크 134">
                  <a:extLst>
                    <a:ext uri="{FF2B5EF4-FFF2-40B4-BE49-F238E27FC236}">
                      <a16:creationId xmlns:a16="http://schemas.microsoft.com/office/drawing/2014/main" id="{1F16E648-2D73-CED3-EFAF-6FF72B0F4333}"/>
                    </a:ext>
                  </a:extLst>
                </p14:cNvPr>
                <p14:cNvContentPartPr/>
                <p14:nvPr/>
              </p14:nvContentPartPr>
              <p14:xfrm>
                <a:off x="1837237" y="2858686"/>
                <a:ext cx="241200" cy="133920"/>
              </p14:xfrm>
            </p:contentPart>
          </mc:Choice>
          <mc:Fallback>
            <p:pic>
              <p:nvPicPr>
                <p:cNvPr id="135" name="잉크 134">
                  <a:extLst>
                    <a:ext uri="{FF2B5EF4-FFF2-40B4-BE49-F238E27FC236}">
                      <a16:creationId xmlns:a16="http://schemas.microsoft.com/office/drawing/2014/main" id="{1F16E648-2D73-CED3-EFAF-6FF72B0F433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831117" y="2852566"/>
                  <a:ext cx="2534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6" name="잉크 135">
                  <a:extLst>
                    <a:ext uri="{FF2B5EF4-FFF2-40B4-BE49-F238E27FC236}">
                      <a16:creationId xmlns:a16="http://schemas.microsoft.com/office/drawing/2014/main" id="{0CB74529-F60F-43AA-5D4B-594DEBC930A1}"/>
                    </a:ext>
                  </a:extLst>
                </p14:cNvPr>
                <p14:cNvContentPartPr/>
                <p14:nvPr/>
              </p14:nvContentPartPr>
              <p14:xfrm>
                <a:off x="2121637" y="2813326"/>
                <a:ext cx="200520" cy="171720"/>
              </p14:xfrm>
            </p:contentPart>
          </mc:Choice>
          <mc:Fallback>
            <p:pic>
              <p:nvPicPr>
                <p:cNvPr id="136" name="잉크 135">
                  <a:extLst>
                    <a:ext uri="{FF2B5EF4-FFF2-40B4-BE49-F238E27FC236}">
                      <a16:creationId xmlns:a16="http://schemas.microsoft.com/office/drawing/2014/main" id="{0CB74529-F60F-43AA-5D4B-594DEBC930A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115517" y="2807206"/>
                  <a:ext cx="212760" cy="18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9" name="잉크 138">
                <a:extLst>
                  <a:ext uri="{FF2B5EF4-FFF2-40B4-BE49-F238E27FC236}">
                    <a16:creationId xmlns:a16="http://schemas.microsoft.com/office/drawing/2014/main" id="{3BA28593-85A6-06C0-AD97-41F40434F452}"/>
                  </a:ext>
                </a:extLst>
              </p14:cNvPr>
              <p14:cNvContentPartPr/>
              <p14:nvPr/>
            </p14:nvContentPartPr>
            <p14:xfrm>
              <a:off x="878917" y="5064046"/>
              <a:ext cx="1618200" cy="47160"/>
            </p14:xfrm>
          </p:contentPart>
        </mc:Choice>
        <mc:Fallback>
          <p:pic>
            <p:nvPicPr>
              <p:cNvPr id="139" name="잉크 138">
                <a:extLst>
                  <a:ext uri="{FF2B5EF4-FFF2-40B4-BE49-F238E27FC236}">
                    <a16:creationId xmlns:a16="http://schemas.microsoft.com/office/drawing/2014/main" id="{3BA28593-85A6-06C0-AD97-41F40434F45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72797" y="5057926"/>
                <a:ext cx="1630440" cy="5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83616479-2A48-6163-15F7-B7120E06CAE2}"/>
              </a:ext>
            </a:extLst>
          </p:cNvPr>
          <p:cNvGrpSpPr/>
          <p:nvPr/>
        </p:nvGrpSpPr>
        <p:grpSpPr>
          <a:xfrm>
            <a:off x="7502557" y="4489846"/>
            <a:ext cx="1326960" cy="1699200"/>
            <a:chOff x="7502557" y="4489846"/>
            <a:chExt cx="1326960" cy="169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2" name="잉크 141">
                  <a:extLst>
                    <a:ext uri="{FF2B5EF4-FFF2-40B4-BE49-F238E27FC236}">
                      <a16:creationId xmlns:a16="http://schemas.microsoft.com/office/drawing/2014/main" id="{7C19AC3A-E7F6-8E49-EB53-A2D40EE925B5}"/>
                    </a:ext>
                  </a:extLst>
                </p14:cNvPr>
                <p14:cNvContentPartPr/>
                <p14:nvPr/>
              </p14:nvContentPartPr>
              <p14:xfrm>
                <a:off x="8006557" y="4489846"/>
                <a:ext cx="60840" cy="1152360"/>
              </p14:xfrm>
            </p:contentPart>
          </mc:Choice>
          <mc:Fallback>
            <p:pic>
              <p:nvPicPr>
                <p:cNvPr id="142" name="잉크 141">
                  <a:extLst>
                    <a:ext uri="{FF2B5EF4-FFF2-40B4-BE49-F238E27FC236}">
                      <a16:creationId xmlns:a16="http://schemas.microsoft.com/office/drawing/2014/main" id="{7C19AC3A-E7F6-8E49-EB53-A2D40EE925B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000437" y="4483726"/>
                  <a:ext cx="73080" cy="11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3" name="잉크 142">
                  <a:extLst>
                    <a:ext uri="{FF2B5EF4-FFF2-40B4-BE49-F238E27FC236}">
                      <a16:creationId xmlns:a16="http://schemas.microsoft.com/office/drawing/2014/main" id="{3710C6DA-CE98-024B-3AED-2ECC68F8DE7D}"/>
                    </a:ext>
                  </a:extLst>
                </p14:cNvPr>
                <p14:cNvContentPartPr/>
                <p14:nvPr/>
              </p14:nvContentPartPr>
              <p14:xfrm>
                <a:off x="7502557" y="6013726"/>
                <a:ext cx="360" cy="41400"/>
              </p14:xfrm>
            </p:contentPart>
          </mc:Choice>
          <mc:Fallback>
            <p:pic>
              <p:nvPicPr>
                <p:cNvPr id="143" name="잉크 142">
                  <a:extLst>
                    <a:ext uri="{FF2B5EF4-FFF2-40B4-BE49-F238E27FC236}">
                      <a16:creationId xmlns:a16="http://schemas.microsoft.com/office/drawing/2014/main" id="{3710C6DA-CE98-024B-3AED-2ECC68F8DE7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496437" y="6007606"/>
                  <a:ext cx="126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44" name="잉크 143">
                  <a:extLst>
                    <a:ext uri="{FF2B5EF4-FFF2-40B4-BE49-F238E27FC236}">
                      <a16:creationId xmlns:a16="http://schemas.microsoft.com/office/drawing/2014/main" id="{00DDB530-DF9E-A141-EAA3-43FBC41E1ECB}"/>
                    </a:ext>
                  </a:extLst>
                </p14:cNvPr>
                <p14:cNvContentPartPr/>
                <p14:nvPr/>
              </p14:nvContentPartPr>
              <p14:xfrm>
                <a:off x="7901077" y="5826166"/>
                <a:ext cx="242640" cy="222480"/>
              </p14:xfrm>
            </p:contentPart>
          </mc:Choice>
          <mc:Fallback>
            <p:pic>
              <p:nvPicPr>
                <p:cNvPr id="144" name="잉크 143">
                  <a:extLst>
                    <a:ext uri="{FF2B5EF4-FFF2-40B4-BE49-F238E27FC236}">
                      <a16:creationId xmlns:a16="http://schemas.microsoft.com/office/drawing/2014/main" id="{00DDB530-DF9E-A141-EAA3-43FBC41E1EC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94957" y="5820046"/>
                  <a:ext cx="2548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45" name="잉크 144">
                  <a:extLst>
                    <a:ext uri="{FF2B5EF4-FFF2-40B4-BE49-F238E27FC236}">
                      <a16:creationId xmlns:a16="http://schemas.microsoft.com/office/drawing/2014/main" id="{7ED6D924-0329-629A-072C-65B1BAA41694}"/>
                    </a:ext>
                  </a:extLst>
                </p14:cNvPr>
                <p14:cNvContentPartPr/>
                <p14:nvPr/>
              </p14:nvContentPartPr>
              <p14:xfrm>
                <a:off x="8241277" y="5920126"/>
                <a:ext cx="21240" cy="360"/>
              </p14:xfrm>
            </p:contentPart>
          </mc:Choice>
          <mc:Fallback>
            <p:pic>
              <p:nvPicPr>
                <p:cNvPr id="145" name="잉크 144">
                  <a:extLst>
                    <a:ext uri="{FF2B5EF4-FFF2-40B4-BE49-F238E27FC236}">
                      <a16:creationId xmlns:a16="http://schemas.microsoft.com/office/drawing/2014/main" id="{7ED6D924-0329-629A-072C-65B1BAA4169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235157" y="5914006"/>
                  <a:ext cx="3348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46" name="잉크 145">
                  <a:extLst>
                    <a:ext uri="{FF2B5EF4-FFF2-40B4-BE49-F238E27FC236}">
                      <a16:creationId xmlns:a16="http://schemas.microsoft.com/office/drawing/2014/main" id="{9669BEF6-4CFC-1604-8A59-C6E2F89A1C2D}"/>
                    </a:ext>
                  </a:extLst>
                </p14:cNvPr>
                <p14:cNvContentPartPr/>
                <p14:nvPr/>
              </p14:nvContentPartPr>
              <p14:xfrm>
                <a:off x="8252797" y="6037126"/>
                <a:ext cx="12240" cy="38160"/>
              </p14:xfrm>
            </p:contentPart>
          </mc:Choice>
          <mc:Fallback>
            <p:pic>
              <p:nvPicPr>
                <p:cNvPr id="146" name="잉크 145">
                  <a:extLst>
                    <a:ext uri="{FF2B5EF4-FFF2-40B4-BE49-F238E27FC236}">
                      <a16:creationId xmlns:a16="http://schemas.microsoft.com/office/drawing/2014/main" id="{9669BEF6-4CFC-1604-8A59-C6E2F89A1C2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246677" y="6031006"/>
                  <a:ext cx="244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47" name="잉크 146">
                  <a:extLst>
                    <a:ext uri="{FF2B5EF4-FFF2-40B4-BE49-F238E27FC236}">
                      <a16:creationId xmlns:a16="http://schemas.microsoft.com/office/drawing/2014/main" id="{56AD94F6-03E6-DBD2-261F-308FC04C3980}"/>
                    </a:ext>
                  </a:extLst>
                </p14:cNvPr>
                <p14:cNvContentPartPr/>
                <p14:nvPr/>
              </p14:nvContentPartPr>
              <p14:xfrm>
                <a:off x="8389237" y="5814646"/>
                <a:ext cx="192240" cy="303840"/>
              </p14:xfrm>
            </p:contentPart>
          </mc:Choice>
          <mc:Fallback>
            <p:pic>
              <p:nvPicPr>
                <p:cNvPr id="147" name="잉크 146">
                  <a:extLst>
                    <a:ext uri="{FF2B5EF4-FFF2-40B4-BE49-F238E27FC236}">
                      <a16:creationId xmlns:a16="http://schemas.microsoft.com/office/drawing/2014/main" id="{56AD94F6-03E6-DBD2-261F-308FC04C398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383117" y="5808526"/>
                  <a:ext cx="20448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48" name="잉크 147">
                  <a:extLst>
                    <a:ext uri="{FF2B5EF4-FFF2-40B4-BE49-F238E27FC236}">
                      <a16:creationId xmlns:a16="http://schemas.microsoft.com/office/drawing/2014/main" id="{6BE6770E-28EF-D248-8BCB-2B648612699E}"/>
                    </a:ext>
                  </a:extLst>
                </p14:cNvPr>
                <p14:cNvContentPartPr/>
                <p14:nvPr/>
              </p14:nvContentPartPr>
              <p14:xfrm>
                <a:off x="7713517" y="5767126"/>
                <a:ext cx="127800" cy="12600"/>
              </p14:xfrm>
            </p:contentPart>
          </mc:Choice>
          <mc:Fallback>
            <p:pic>
              <p:nvPicPr>
                <p:cNvPr id="148" name="잉크 147">
                  <a:extLst>
                    <a:ext uri="{FF2B5EF4-FFF2-40B4-BE49-F238E27FC236}">
                      <a16:creationId xmlns:a16="http://schemas.microsoft.com/office/drawing/2014/main" id="{6BE6770E-28EF-D248-8BCB-2B648612699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707397" y="5761006"/>
                  <a:ext cx="1400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49" name="잉크 148">
                  <a:extLst>
                    <a:ext uri="{FF2B5EF4-FFF2-40B4-BE49-F238E27FC236}">
                      <a16:creationId xmlns:a16="http://schemas.microsoft.com/office/drawing/2014/main" id="{5BC48956-CB56-2D58-CB8B-4447656F7F36}"/>
                    </a:ext>
                  </a:extLst>
                </p14:cNvPr>
                <p14:cNvContentPartPr/>
                <p14:nvPr/>
              </p14:nvContentPartPr>
              <p14:xfrm>
                <a:off x="7748077" y="5767486"/>
                <a:ext cx="269280" cy="287640"/>
              </p14:xfrm>
            </p:contentPart>
          </mc:Choice>
          <mc:Fallback>
            <p:pic>
              <p:nvPicPr>
                <p:cNvPr id="149" name="잉크 148">
                  <a:extLst>
                    <a:ext uri="{FF2B5EF4-FFF2-40B4-BE49-F238E27FC236}">
                      <a16:creationId xmlns:a16="http://schemas.microsoft.com/office/drawing/2014/main" id="{5BC48956-CB56-2D58-CB8B-4447656F7F3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41957" y="5761366"/>
                  <a:ext cx="28152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150" name="잉크 149">
                  <a:extLst>
                    <a:ext uri="{FF2B5EF4-FFF2-40B4-BE49-F238E27FC236}">
                      <a16:creationId xmlns:a16="http://schemas.microsoft.com/office/drawing/2014/main" id="{1B912AD7-ACD6-3479-5A6A-ADB29BCF74DF}"/>
                    </a:ext>
                  </a:extLst>
                </p14:cNvPr>
                <p14:cNvContentPartPr/>
                <p14:nvPr/>
              </p14:nvContentPartPr>
              <p14:xfrm>
                <a:off x="8416237" y="5720686"/>
                <a:ext cx="413280" cy="468360"/>
              </p14:xfrm>
            </p:contentPart>
          </mc:Choice>
          <mc:Fallback>
            <p:pic>
              <p:nvPicPr>
                <p:cNvPr id="150" name="잉크 149">
                  <a:extLst>
                    <a:ext uri="{FF2B5EF4-FFF2-40B4-BE49-F238E27FC236}">
                      <a16:creationId xmlns:a16="http://schemas.microsoft.com/office/drawing/2014/main" id="{1B912AD7-ACD6-3479-5A6A-ADB29BCF74D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410117" y="5714566"/>
                  <a:ext cx="425520" cy="48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그룹 155">
            <a:extLst>
              <a:ext uri="{FF2B5EF4-FFF2-40B4-BE49-F238E27FC236}">
                <a16:creationId xmlns:a16="http://schemas.microsoft.com/office/drawing/2014/main" id="{D83A87C6-4707-0737-2823-C810D98E6440}"/>
              </a:ext>
            </a:extLst>
          </p:cNvPr>
          <p:cNvGrpSpPr/>
          <p:nvPr/>
        </p:nvGrpSpPr>
        <p:grpSpPr>
          <a:xfrm>
            <a:off x="8370157" y="3046966"/>
            <a:ext cx="2656800" cy="649440"/>
            <a:chOff x="8370157" y="3046966"/>
            <a:chExt cx="2656800" cy="64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151" name="잉크 150">
                  <a:extLst>
                    <a:ext uri="{FF2B5EF4-FFF2-40B4-BE49-F238E27FC236}">
                      <a16:creationId xmlns:a16="http://schemas.microsoft.com/office/drawing/2014/main" id="{E787EC7D-9706-8B39-D4DC-DA5E329A1913}"/>
                    </a:ext>
                  </a:extLst>
                </p14:cNvPr>
                <p14:cNvContentPartPr/>
                <p14:nvPr/>
              </p14:nvContentPartPr>
              <p14:xfrm>
                <a:off x="8370157" y="3359086"/>
                <a:ext cx="412920" cy="75960"/>
              </p14:xfrm>
            </p:contentPart>
          </mc:Choice>
          <mc:Fallback>
            <p:pic>
              <p:nvPicPr>
                <p:cNvPr id="151" name="잉크 150">
                  <a:extLst>
                    <a:ext uri="{FF2B5EF4-FFF2-40B4-BE49-F238E27FC236}">
                      <a16:creationId xmlns:a16="http://schemas.microsoft.com/office/drawing/2014/main" id="{E787EC7D-9706-8B39-D4DC-DA5E329A191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364037" y="3352966"/>
                  <a:ext cx="4251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152" name="잉크 151">
                  <a:extLst>
                    <a:ext uri="{FF2B5EF4-FFF2-40B4-BE49-F238E27FC236}">
                      <a16:creationId xmlns:a16="http://schemas.microsoft.com/office/drawing/2014/main" id="{B1B6705E-87D7-F886-4C73-00215A97516B}"/>
                    </a:ext>
                  </a:extLst>
                </p14:cNvPr>
                <p14:cNvContentPartPr/>
                <p14:nvPr/>
              </p14:nvContentPartPr>
              <p14:xfrm>
                <a:off x="8698477" y="3176926"/>
                <a:ext cx="266760" cy="350280"/>
              </p14:xfrm>
            </p:contentPart>
          </mc:Choice>
          <mc:Fallback>
            <p:pic>
              <p:nvPicPr>
                <p:cNvPr id="152" name="잉크 151">
                  <a:extLst>
                    <a:ext uri="{FF2B5EF4-FFF2-40B4-BE49-F238E27FC236}">
                      <a16:creationId xmlns:a16="http://schemas.microsoft.com/office/drawing/2014/main" id="{B1B6705E-87D7-F886-4C73-00215A97516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692357" y="3170806"/>
                  <a:ext cx="2790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153" name="잉크 152">
                  <a:extLst>
                    <a:ext uri="{FF2B5EF4-FFF2-40B4-BE49-F238E27FC236}">
                      <a16:creationId xmlns:a16="http://schemas.microsoft.com/office/drawing/2014/main" id="{42C79B33-A40B-CDBB-B0BE-669E862B52B6}"/>
                    </a:ext>
                  </a:extLst>
                </p14:cNvPr>
                <p14:cNvContentPartPr/>
                <p14:nvPr/>
              </p14:nvContentPartPr>
              <p14:xfrm>
                <a:off x="8931037" y="3046966"/>
                <a:ext cx="1435320" cy="543600"/>
              </p14:xfrm>
            </p:contentPart>
          </mc:Choice>
          <mc:Fallback>
            <p:pic>
              <p:nvPicPr>
                <p:cNvPr id="153" name="잉크 152">
                  <a:extLst>
                    <a:ext uri="{FF2B5EF4-FFF2-40B4-BE49-F238E27FC236}">
                      <a16:creationId xmlns:a16="http://schemas.microsoft.com/office/drawing/2014/main" id="{42C79B33-A40B-CDBB-B0BE-669E862B52B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924917" y="3040846"/>
                  <a:ext cx="1447560" cy="5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54" name="잉크 153">
                  <a:extLst>
                    <a:ext uri="{FF2B5EF4-FFF2-40B4-BE49-F238E27FC236}">
                      <a16:creationId xmlns:a16="http://schemas.microsoft.com/office/drawing/2014/main" id="{87D02E0C-9CFE-C8AB-8018-199C6A47F573}"/>
                    </a:ext>
                  </a:extLst>
                </p14:cNvPr>
                <p14:cNvContentPartPr/>
                <p14:nvPr/>
              </p14:nvContentPartPr>
              <p14:xfrm>
                <a:off x="10620877" y="3411286"/>
                <a:ext cx="358200" cy="360"/>
              </p14:xfrm>
            </p:contentPart>
          </mc:Choice>
          <mc:Fallback>
            <p:pic>
              <p:nvPicPr>
                <p:cNvPr id="154" name="잉크 153">
                  <a:extLst>
                    <a:ext uri="{FF2B5EF4-FFF2-40B4-BE49-F238E27FC236}">
                      <a16:creationId xmlns:a16="http://schemas.microsoft.com/office/drawing/2014/main" id="{87D02E0C-9CFE-C8AB-8018-199C6A47F57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614757" y="3405166"/>
                  <a:ext cx="3704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55" name="잉크 154">
                  <a:extLst>
                    <a:ext uri="{FF2B5EF4-FFF2-40B4-BE49-F238E27FC236}">
                      <a16:creationId xmlns:a16="http://schemas.microsoft.com/office/drawing/2014/main" id="{E9C7CCCD-E75D-05DA-0B7F-2998F7AAFDBC}"/>
                    </a:ext>
                  </a:extLst>
                </p14:cNvPr>
                <p14:cNvContentPartPr/>
                <p14:nvPr/>
              </p14:nvContentPartPr>
              <p14:xfrm>
                <a:off x="10435117" y="3305806"/>
                <a:ext cx="591840" cy="390600"/>
              </p14:xfrm>
            </p:contentPart>
          </mc:Choice>
          <mc:Fallback>
            <p:pic>
              <p:nvPicPr>
                <p:cNvPr id="155" name="잉크 154">
                  <a:extLst>
                    <a:ext uri="{FF2B5EF4-FFF2-40B4-BE49-F238E27FC236}">
                      <a16:creationId xmlns:a16="http://schemas.microsoft.com/office/drawing/2014/main" id="{E9C7CCCD-E75D-05DA-0B7F-2998F7AAFDB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428997" y="3299686"/>
                  <a:ext cx="604080" cy="402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59" name="잉크 158">
                <a:extLst>
                  <a:ext uri="{FF2B5EF4-FFF2-40B4-BE49-F238E27FC236}">
                    <a16:creationId xmlns:a16="http://schemas.microsoft.com/office/drawing/2014/main" id="{4E50B5F4-FA75-8664-40E3-427E5F5A82E3}"/>
                  </a:ext>
                </a:extLst>
              </p14:cNvPr>
              <p14:cNvContentPartPr/>
              <p14:nvPr/>
            </p14:nvContentPartPr>
            <p14:xfrm>
              <a:off x="293557" y="386566"/>
              <a:ext cx="10534680" cy="10534680"/>
            </p14:xfrm>
          </p:contentPart>
        </mc:Choice>
        <mc:Fallback>
          <p:pic>
            <p:nvPicPr>
              <p:cNvPr id="159" name="잉크 158">
                <a:extLst>
                  <a:ext uri="{FF2B5EF4-FFF2-40B4-BE49-F238E27FC236}">
                    <a16:creationId xmlns:a16="http://schemas.microsoft.com/office/drawing/2014/main" id="{4E50B5F4-FA75-8664-40E3-427E5F5A82E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87077" y="380446"/>
                <a:ext cx="10546920" cy="10546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F2BB4497-167D-23CF-70AC-605172D5ABA3}"/>
              </a:ext>
            </a:extLst>
          </p:cNvPr>
          <p:cNvGrpSpPr/>
          <p:nvPr/>
        </p:nvGrpSpPr>
        <p:grpSpPr>
          <a:xfrm>
            <a:off x="292837" y="6928126"/>
            <a:ext cx="3718080" cy="3143880"/>
            <a:chOff x="292837" y="6928126"/>
            <a:chExt cx="3718080" cy="314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40" name="잉크 139">
                  <a:extLst>
                    <a:ext uri="{FF2B5EF4-FFF2-40B4-BE49-F238E27FC236}">
                      <a16:creationId xmlns:a16="http://schemas.microsoft.com/office/drawing/2014/main" id="{D815CC12-5EA2-8EEE-2D0D-8E54F7408445}"/>
                    </a:ext>
                  </a:extLst>
                </p14:cNvPr>
                <p14:cNvContentPartPr/>
                <p14:nvPr/>
              </p14:nvContentPartPr>
              <p14:xfrm>
                <a:off x="2997517" y="9483766"/>
                <a:ext cx="829080" cy="588240"/>
              </p14:xfrm>
            </p:contentPart>
          </mc:Choice>
          <mc:Fallback>
            <p:pic>
              <p:nvPicPr>
                <p:cNvPr id="140" name="잉크 139">
                  <a:extLst>
                    <a:ext uri="{FF2B5EF4-FFF2-40B4-BE49-F238E27FC236}">
                      <a16:creationId xmlns:a16="http://schemas.microsoft.com/office/drawing/2014/main" id="{D815CC12-5EA2-8EEE-2D0D-8E54F740844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991397" y="9477646"/>
                  <a:ext cx="841320" cy="60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41" name="잉크 140">
                  <a:extLst>
                    <a:ext uri="{FF2B5EF4-FFF2-40B4-BE49-F238E27FC236}">
                      <a16:creationId xmlns:a16="http://schemas.microsoft.com/office/drawing/2014/main" id="{F849991C-9338-D309-6F98-EF671157EEE3}"/>
                    </a:ext>
                  </a:extLst>
                </p14:cNvPr>
                <p14:cNvContentPartPr/>
                <p14:nvPr/>
              </p14:nvContentPartPr>
              <p14:xfrm>
                <a:off x="2891677" y="8064286"/>
                <a:ext cx="1119240" cy="577080"/>
              </p14:xfrm>
            </p:contentPart>
          </mc:Choice>
          <mc:Fallback>
            <p:pic>
              <p:nvPicPr>
                <p:cNvPr id="141" name="잉크 140">
                  <a:extLst>
                    <a:ext uri="{FF2B5EF4-FFF2-40B4-BE49-F238E27FC236}">
                      <a16:creationId xmlns:a16="http://schemas.microsoft.com/office/drawing/2014/main" id="{F849991C-9338-D309-6F98-EF671157EEE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885557" y="8058166"/>
                  <a:ext cx="1131480" cy="58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60" name="잉크 159">
                  <a:extLst>
                    <a:ext uri="{FF2B5EF4-FFF2-40B4-BE49-F238E27FC236}">
                      <a16:creationId xmlns:a16="http://schemas.microsoft.com/office/drawing/2014/main" id="{373AB1C0-6F72-2834-48C7-6EAFB5CE2BD4}"/>
                    </a:ext>
                  </a:extLst>
                </p14:cNvPr>
                <p14:cNvContentPartPr/>
                <p14:nvPr/>
              </p14:nvContentPartPr>
              <p14:xfrm>
                <a:off x="3129637" y="6928126"/>
                <a:ext cx="153000" cy="632160"/>
              </p14:xfrm>
            </p:contentPart>
          </mc:Choice>
          <mc:Fallback>
            <p:pic>
              <p:nvPicPr>
                <p:cNvPr id="160" name="잉크 159">
                  <a:extLst>
                    <a:ext uri="{FF2B5EF4-FFF2-40B4-BE49-F238E27FC236}">
                      <a16:creationId xmlns:a16="http://schemas.microsoft.com/office/drawing/2014/main" id="{373AB1C0-6F72-2834-48C7-6EAFB5CE2BD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123517" y="6922006"/>
                  <a:ext cx="165240" cy="64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61" name="잉크 160">
                  <a:extLst>
                    <a:ext uri="{FF2B5EF4-FFF2-40B4-BE49-F238E27FC236}">
                      <a16:creationId xmlns:a16="http://schemas.microsoft.com/office/drawing/2014/main" id="{7C978944-1BC7-FADE-8E92-DE89C07BD555}"/>
                    </a:ext>
                  </a:extLst>
                </p14:cNvPr>
                <p14:cNvContentPartPr/>
                <p14:nvPr/>
              </p14:nvContentPartPr>
              <p14:xfrm>
                <a:off x="2907157" y="7373806"/>
                <a:ext cx="446040" cy="279720"/>
              </p14:xfrm>
            </p:contentPart>
          </mc:Choice>
          <mc:Fallback>
            <p:pic>
              <p:nvPicPr>
                <p:cNvPr id="161" name="잉크 160">
                  <a:extLst>
                    <a:ext uri="{FF2B5EF4-FFF2-40B4-BE49-F238E27FC236}">
                      <a16:creationId xmlns:a16="http://schemas.microsoft.com/office/drawing/2014/main" id="{7C978944-1BC7-FADE-8E92-DE89C07BD55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01037" y="7367686"/>
                  <a:ext cx="4582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63" name="잉크 162">
                  <a:extLst>
                    <a:ext uri="{FF2B5EF4-FFF2-40B4-BE49-F238E27FC236}">
                      <a16:creationId xmlns:a16="http://schemas.microsoft.com/office/drawing/2014/main" id="{2CBABA1D-974C-D09E-4EC8-1FEF15BBEA47}"/>
                    </a:ext>
                  </a:extLst>
                </p14:cNvPr>
                <p14:cNvContentPartPr/>
                <p14:nvPr/>
              </p14:nvContentPartPr>
              <p14:xfrm>
                <a:off x="292837" y="7115686"/>
                <a:ext cx="2072880" cy="1513080"/>
              </p14:xfrm>
            </p:contentPart>
          </mc:Choice>
          <mc:Fallback>
            <p:pic>
              <p:nvPicPr>
                <p:cNvPr id="163" name="잉크 162">
                  <a:extLst>
                    <a:ext uri="{FF2B5EF4-FFF2-40B4-BE49-F238E27FC236}">
                      <a16:creationId xmlns:a16="http://schemas.microsoft.com/office/drawing/2014/main" id="{2CBABA1D-974C-D09E-4EC8-1FEF15BBEA4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86717" y="7109566"/>
                  <a:ext cx="2085120" cy="152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64" name="잉크 163">
                  <a:extLst>
                    <a:ext uri="{FF2B5EF4-FFF2-40B4-BE49-F238E27FC236}">
                      <a16:creationId xmlns:a16="http://schemas.microsoft.com/office/drawing/2014/main" id="{08663DC4-BBD6-7718-DBEF-C71557AE7996}"/>
                    </a:ext>
                  </a:extLst>
                </p14:cNvPr>
                <p14:cNvContentPartPr/>
                <p14:nvPr/>
              </p14:nvContentPartPr>
              <p14:xfrm>
                <a:off x="2151517" y="8534086"/>
                <a:ext cx="180720" cy="262080"/>
              </p14:xfrm>
            </p:contentPart>
          </mc:Choice>
          <mc:Fallback>
            <p:pic>
              <p:nvPicPr>
                <p:cNvPr id="164" name="잉크 163">
                  <a:extLst>
                    <a:ext uri="{FF2B5EF4-FFF2-40B4-BE49-F238E27FC236}">
                      <a16:creationId xmlns:a16="http://schemas.microsoft.com/office/drawing/2014/main" id="{08663DC4-BBD6-7718-DBEF-C71557AE799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145397" y="8527966"/>
                  <a:ext cx="19296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66" name="잉크 165">
                  <a:extLst>
                    <a:ext uri="{FF2B5EF4-FFF2-40B4-BE49-F238E27FC236}">
                      <a16:creationId xmlns:a16="http://schemas.microsoft.com/office/drawing/2014/main" id="{539C8154-8EA6-59E6-1D59-468DC36FFDB1}"/>
                    </a:ext>
                  </a:extLst>
                </p14:cNvPr>
                <p14:cNvContentPartPr/>
                <p14:nvPr/>
              </p14:nvContentPartPr>
              <p14:xfrm>
                <a:off x="1242157" y="8369926"/>
                <a:ext cx="1076040" cy="1526760"/>
              </p14:xfrm>
            </p:contentPart>
          </mc:Choice>
          <mc:Fallback>
            <p:pic>
              <p:nvPicPr>
                <p:cNvPr id="166" name="잉크 165">
                  <a:extLst>
                    <a:ext uri="{FF2B5EF4-FFF2-40B4-BE49-F238E27FC236}">
                      <a16:creationId xmlns:a16="http://schemas.microsoft.com/office/drawing/2014/main" id="{539C8154-8EA6-59E6-1D59-468DC36FFDB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236037" y="8363806"/>
                  <a:ext cx="1088280" cy="153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67" name="잉크 166">
                  <a:extLst>
                    <a:ext uri="{FF2B5EF4-FFF2-40B4-BE49-F238E27FC236}">
                      <a16:creationId xmlns:a16="http://schemas.microsoft.com/office/drawing/2014/main" id="{3508DC10-EE84-BF85-5F9B-8A3DE893900E}"/>
                    </a:ext>
                  </a:extLst>
                </p14:cNvPr>
                <p14:cNvContentPartPr/>
                <p14:nvPr/>
              </p14:nvContentPartPr>
              <p14:xfrm>
                <a:off x="1324597" y="9823606"/>
                <a:ext cx="983520" cy="121680"/>
              </p14:xfrm>
            </p:contentPart>
          </mc:Choice>
          <mc:Fallback>
            <p:pic>
              <p:nvPicPr>
                <p:cNvPr id="167" name="잉크 166">
                  <a:extLst>
                    <a:ext uri="{FF2B5EF4-FFF2-40B4-BE49-F238E27FC236}">
                      <a16:creationId xmlns:a16="http://schemas.microsoft.com/office/drawing/2014/main" id="{3508DC10-EE84-BF85-5F9B-8A3DE893900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318477" y="9817486"/>
                  <a:ext cx="995760" cy="1339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39756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>
            <a:extLst>
              <a:ext uri="{FF2B5EF4-FFF2-40B4-BE49-F238E27FC236}">
                <a16:creationId xmlns:a16="http://schemas.microsoft.com/office/drawing/2014/main" id="{F5356509-F5C3-0359-158B-50EB24E7CF6C}"/>
              </a:ext>
            </a:extLst>
          </p:cNvPr>
          <p:cNvGrpSpPr/>
          <p:nvPr/>
        </p:nvGrpSpPr>
        <p:grpSpPr>
          <a:xfrm>
            <a:off x="445237" y="480526"/>
            <a:ext cx="3992760" cy="1084320"/>
            <a:chOff x="445237" y="480526"/>
            <a:chExt cx="3992760" cy="108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5" name="잉크 4">
                  <a:extLst>
                    <a:ext uri="{FF2B5EF4-FFF2-40B4-BE49-F238E27FC236}">
                      <a16:creationId xmlns:a16="http://schemas.microsoft.com/office/drawing/2014/main" id="{CA4CD2D5-D102-B70A-BFB0-436C983F5CD1}"/>
                    </a:ext>
                  </a:extLst>
                </p14:cNvPr>
                <p14:cNvContentPartPr/>
                <p14:nvPr/>
              </p14:nvContentPartPr>
              <p14:xfrm>
                <a:off x="880477" y="961126"/>
                <a:ext cx="126000" cy="603720"/>
              </p14:xfrm>
            </p:contentPart>
          </mc:Choice>
          <mc:Fallback>
            <p:pic>
              <p:nvPicPr>
                <p:cNvPr id="5" name="잉크 4">
                  <a:extLst>
                    <a:ext uri="{FF2B5EF4-FFF2-40B4-BE49-F238E27FC236}">
                      <a16:creationId xmlns:a16="http://schemas.microsoft.com/office/drawing/2014/main" id="{CA4CD2D5-D102-B70A-BFB0-436C983F5CD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71477" y="952126"/>
                  <a:ext cx="143640" cy="62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잉크 5">
                  <a:extLst>
                    <a:ext uri="{FF2B5EF4-FFF2-40B4-BE49-F238E27FC236}">
                      <a16:creationId xmlns:a16="http://schemas.microsoft.com/office/drawing/2014/main" id="{7E2841D7-9FF3-650E-27E0-67B74AA92DC4}"/>
                    </a:ext>
                  </a:extLst>
                </p14:cNvPr>
                <p14:cNvContentPartPr/>
                <p14:nvPr/>
              </p14:nvContentPartPr>
              <p14:xfrm>
                <a:off x="445237" y="1535686"/>
                <a:ext cx="408600" cy="360"/>
              </p14:xfrm>
            </p:contentPart>
          </mc:Choice>
          <mc:Fallback>
            <p:pic>
              <p:nvPicPr>
                <p:cNvPr id="6" name="잉크 5">
                  <a:extLst>
                    <a:ext uri="{FF2B5EF4-FFF2-40B4-BE49-F238E27FC236}">
                      <a16:creationId xmlns:a16="http://schemas.microsoft.com/office/drawing/2014/main" id="{7E2841D7-9FF3-650E-27E0-67B74AA92DC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36597" y="1526686"/>
                  <a:ext cx="4262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잉크 6">
                  <a:extLst>
                    <a:ext uri="{FF2B5EF4-FFF2-40B4-BE49-F238E27FC236}">
                      <a16:creationId xmlns:a16="http://schemas.microsoft.com/office/drawing/2014/main" id="{A92C1D81-F43A-0E90-C373-51F771E86B20}"/>
                    </a:ext>
                  </a:extLst>
                </p14:cNvPr>
                <p14:cNvContentPartPr/>
                <p14:nvPr/>
              </p14:nvContentPartPr>
              <p14:xfrm>
                <a:off x="972997" y="1042846"/>
                <a:ext cx="1882080" cy="504000"/>
              </p14:xfrm>
            </p:contentPart>
          </mc:Choice>
          <mc:Fallback>
            <p:pic>
              <p:nvPicPr>
                <p:cNvPr id="7" name="잉크 6">
                  <a:extLst>
                    <a:ext uri="{FF2B5EF4-FFF2-40B4-BE49-F238E27FC236}">
                      <a16:creationId xmlns:a16="http://schemas.microsoft.com/office/drawing/2014/main" id="{A92C1D81-F43A-0E90-C373-51F771E86B2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63997" y="1034206"/>
                  <a:ext cx="189972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258251BE-9437-5ED3-1409-23050F7CAEDD}"/>
                    </a:ext>
                  </a:extLst>
                </p14:cNvPr>
                <p14:cNvContentPartPr/>
                <p14:nvPr/>
              </p14:nvContentPartPr>
              <p14:xfrm>
                <a:off x="2801797" y="1475926"/>
                <a:ext cx="1636200" cy="6012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258251BE-9437-5ED3-1409-23050F7CAED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792797" y="1466926"/>
                  <a:ext cx="16538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B4F98D85-6F43-7560-CE33-46023482AABB}"/>
                    </a:ext>
                  </a:extLst>
                </p14:cNvPr>
                <p14:cNvContentPartPr/>
                <p14:nvPr/>
              </p14:nvContentPartPr>
              <p14:xfrm>
                <a:off x="3809797" y="480526"/>
                <a:ext cx="12240" cy="80208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B4F98D85-6F43-7560-CE33-46023482AAB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00797" y="471526"/>
                  <a:ext cx="29880" cy="81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2" name="잉크 11">
                  <a:extLst>
                    <a:ext uri="{FF2B5EF4-FFF2-40B4-BE49-F238E27FC236}">
                      <a16:creationId xmlns:a16="http://schemas.microsoft.com/office/drawing/2014/main" id="{10ED0A9E-481B-3942-EA65-DDF725BB5A19}"/>
                    </a:ext>
                  </a:extLst>
                </p14:cNvPr>
                <p14:cNvContentPartPr/>
                <p14:nvPr/>
              </p14:nvContentPartPr>
              <p14:xfrm>
                <a:off x="3657517" y="1090006"/>
                <a:ext cx="435240" cy="163440"/>
              </p14:xfrm>
            </p:contentPart>
          </mc:Choice>
          <mc:Fallback>
            <p:pic>
              <p:nvPicPr>
                <p:cNvPr id="12" name="잉크 11">
                  <a:extLst>
                    <a:ext uri="{FF2B5EF4-FFF2-40B4-BE49-F238E27FC236}">
                      <a16:creationId xmlns:a16="http://schemas.microsoft.com/office/drawing/2014/main" id="{10ED0A9E-481B-3942-EA65-DDF725BB5A1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648517" y="1081366"/>
                  <a:ext cx="452880" cy="18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04AC4EFF-FA9C-FCE7-E0E9-E5F44469D33A}"/>
              </a:ext>
            </a:extLst>
          </p:cNvPr>
          <p:cNvGrpSpPr/>
          <p:nvPr/>
        </p:nvGrpSpPr>
        <p:grpSpPr>
          <a:xfrm>
            <a:off x="1348117" y="2356126"/>
            <a:ext cx="2195640" cy="504360"/>
            <a:chOff x="1348117" y="2356126"/>
            <a:chExt cx="2195640" cy="504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EE01DD0C-6B38-503C-CB2A-9AE1E51345EE}"/>
                    </a:ext>
                  </a:extLst>
                </p14:cNvPr>
                <p14:cNvContentPartPr/>
                <p14:nvPr/>
              </p14:nvContentPartPr>
              <p14:xfrm>
                <a:off x="1580317" y="2356126"/>
                <a:ext cx="158040" cy="30888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EE01DD0C-6B38-503C-CB2A-9AE1E51345E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71677" y="2347486"/>
                  <a:ext cx="175680" cy="32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49324B0D-F402-FDE9-AFA9-1DBEE0E14843}"/>
                    </a:ext>
                  </a:extLst>
                </p14:cNvPr>
                <p14:cNvContentPartPr/>
                <p14:nvPr/>
              </p14:nvContentPartPr>
              <p14:xfrm>
                <a:off x="2086477" y="2649166"/>
                <a:ext cx="21240" cy="3816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49324B0D-F402-FDE9-AFA9-1DBEE0E1484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77837" y="2640526"/>
                  <a:ext cx="388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D417591C-A531-61E9-38F3-79AA197CF9BA}"/>
                    </a:ext>
                  </a:extLst>
                </p14:cNvPr>
                <p14:cNvContentPartPr/>
                <p14:nvPr/>
              </p14:nvContentPartPr>
              <p14:xfrm>
                <a:off x="2320837" y="2367286"/>
                <a:ext cx="288360" cy="25956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D417591C-A531-61E9-38F3-79AA197CF9B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12197" y="2358646"/>
                  <a:ext cx="30600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F2C1FAFD-158C-DFDC-75EF-4AD2F0838A26}"/>
                    </a:ext>
                  </a:extLst>
                </p14:cNvPr>
                <p14:cNvContentPartPr/>
                <p14:nvPr/>
              </p14:nvContentPartPr>
              <p14:xfrm>
                <a:off x="2574277" y="2520286"/>
                <a:ext cx="239040" cy="22680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F2C1FAFD-158C-DFDC-75EF-4AD2F0838A2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565637" y="2511286"/>
                  <a:ext cx="2566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9" name="잉크 18">
                  <a:extLst>
                    <a:ext uri="{FF2B5EF4-FFF2-40B4-BE49-F238E27FC236}">
                      <a16:creationId xmlns:a16="http://schemas.microsoft.com/office/drawing/2014/main" id="{BF8F06E1-0012-337B-50CA-2BC6603E1CD2}"/>
                    </a:ext>
                  </a:extLst>
                </p14:cNvPr>
                <p14:cNvContentPartPr/>
                <p14:nvPr/>
              </p14:nvContentPartPr>
              <p14:xfrm>
                <a:off x="2625757" y="2485006"/>
                <a:ext cx="315360" cy="360"/>
              </p14:xfrm>
            </p:contentPart>
          </mc:Choice>
          <mc:Fallback>
            <p:pic>
              <p:nvPicPr>
                <p:cNvPr id="19" name="잉크 18">
                  <a:extLst>
                    <a:ext uri="{FF2B5EF4-FFF2-40B4-BE49-F238E27FC236}">
                      <a16:creationId xmlns:a16="http://schemas.microsoft.com/office/drawing/2014/main" id="{BF8F06E1-0012-337B-50CA-2BC6603E1CD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617117" y="2476366"/>
                  <a:ext cx="333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501115B3-C9EB-DEC2-966E-4D35A2E95E81}"/>
                    </a:ext>
                  </a:extLst>
                </p14:cNvPr>
                <p14:cNvContentPartPr/>
                <p14:nvPr/>
              </p14:nvContentPartPr>
              <p14:xfrm>
                <a:off x="1348117" y="2847886"/>
                <a:ext cx="2195640" cy="1260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501115B3-C9EB-DEC2-966E-4D35A2E95E8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39117" y="2839246"/>
                  <a:ext cx="22132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잉크 21">
                  <a:extLst>
                    <a:ext uri="{FF2B5EF4-FFF2-40B4-BE49-F238E27FC236}">
                      <a16:creationId xmlns:a16="http://schemas.microsoft.com/office/drawing/2014/main" id="{C5095D96-DD1B-813A-F6B3-6351F4F64F1F}"/>
                    </a:ext>
                  </a:extLst>
                </p14:cNvPr>
                <p14:cNvContentPartPr/>
                <p14:nvPr/>
              </p14:nvContentPartPr>
              <p14:xfrm>
                <a:off x="3079717" y="2424526"/>
                <a:ext cx="235080" cy="255960"/>
              </p14:xfrm>
            </p:contentPart>
          </mc:Choice>
          <mc:Fallback>
            <p:pic>
              <p:nvPicPr>
                <p:cNvPr id="22" name="잉크 21">
                  <a:extLst>
                    <a:ext uri="{FF2B5EF4-FFF2-40B4-BE49-F238E27FC236}">
                      <a16:creationId xmlns:a16="http://schemas.microsoft.com/office/drawing/2014/main" id="{C5095D96-DD1B-813A-F6B3-6351F4F64F1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71077" y="2415886"/>
                  <a:ext cx="2527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잉크 22">
                  <a:extLst>
                    <a:ext uri="{FF2B5EF4-FFF2-40B4-BE49-F238E27FC236}">
                      <a16:creationId xmlns:a16="http://schemas.microsoft.com/office/drawing/2014/main" id="{35B491F7-6E98-FF11-6291-5729E2EE08E4}"/>
                    </a:ext>
                  </a:extLst>
                </p14:cNvPr>
                <p14:cNvContentPartPr/>
                <p14:nvPr/>
              </p14:nvContentPartPr>
              <p14:xfrm>
                <a:off x="3165037" y="2402926"/>
                <a:ext cx="160560" cy="68040"/>
              </p14:xfrm>
            </p:contentPart>
          </mc:Choice>
          <mc:Fallback>
            <p:pic>
              <p:nvPicPr>
                <p:cNvPr id="23" name="잉크 22">
                  <a:extLst>
                    <a:ext uri="{FF2B5EF4-FFF2-40B4-BE49-F238E27FC236}">
                      <a16:creationId xmlns:a16="http://schemas.microsoft.com/office/drawing/2014/main" id="{35B491F7-6E98-FF11-6291-5729E2EE08E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156397" y="2394286"/>
                  <a:ext cx="17820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9CFECBE-2E45-A279-F625-ED8FEC896099}"/>
              </a:ext>
            </a:extLst>
          </p:cNvPr>
          <p:cNvGrpSpPr/>
          <p:nvPr/>
        </p:nvGrpSpPr>
        <p:grpSpPr>
          <a:xfrm>
            <a:off x="4524757" y="2238766"/>
            <a:ext cx="1027440" cy="696240"/>
            <a:chOff x="4524757" y="2238766"/>
            <a:chExt cx="1027440" cy="69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4" name="잉크 23">
                  <a:extLst>
                    <a:ext uri="{FF2B5EF4-FFF2-40B4-BE49-F238E27FC236}">
                      <a16:creationId xmlns:a16="http://schemas.microsoft.com/office/drawing/2014/main" id="{828795AF-B6BA-FBF7-D5DF-327368432DC3}"/>
                    </a:ext>
                  </a:extLst>
                </p14:cNvPr>
                <p14:cNvContentPartPr/>
                <p14:nvPr/>
              </p14:nvContentPartPr>
              <p14:xfrm>
                <a:off x="4559317" y="2461606"/>
                <a:ext cx="24480" cy="43560"/>
              </p14:xfrm>
            </p:contentPart>
          </mc:Choice>
          <mc:Fallback>
            <p:pic>
              <p:nvPicPr>
                <p:cNvPr id="24" name="잉크 23">
                  <a:extLst>
                    <a:ext uri="{FF2B5EF4-FFF2-40B4-BE49-F238E27FC236}">
                      <a16:creationId xmlns:a16="http://schemas.microsoft.com/office/drawing/2014/main" id="{828795AF-B6BA-FBF7-D5DF-327368432DC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550317" y="2452966"/>
                  <a:ext cx="421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EDD926B7-93E3-2271-186B-32071B5F679D}"/>
                    </a:ext>
                  </a:extLst>
                </p14:cNvPr>
                <p14:cNvContentPartPr/>
                <p14:nvPr/>
              </p14:nvContentPartPr>
              <p14:xfrm>
                <a:off x="4524757" y="2625766"/>
                <a:ext cx="360" cy="7956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EDD926B7-93E3-2271-186B-32071B5F679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516117" y="2617126"/>
                  <a:ext cx="1800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47115849-D5CC-D038-D770-6A51766BD7F6}"/>
                    </a:ext>
                  </a:extLst>
                </p14:cNvPr>
                <p14:cNvContentPartPr/>
                <p14:nvPr/>
              </p14:nvContentPartPr>
              <p14:xfrm>
                <a:off x="4618717" y="2567086"/>
                <a:ext cx="174240" cy="14544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47115849-D5CC-D038-D770-6A51766BD7F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609717" y="2558446"/>
                  <a:ext cx="1918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5EB899B5-3872-EDCB-EB0D-A0012FAE059C}"/>
                    </a:ext>
                  </a:extLst>
                </p14:cNvPr>
                <p14:cNvContentPartPr/>
                <p14:nvPr/>
              </p14:nvContentPartPr>
              <p14:xfrm>
                <a:off x="4934077" y="2571406"/>
                <a:ext cx="174960" cy="13932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5EB899B5-3872-EDCB-EB0D-A0012FAE059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925437" y="2562406"/>
                  <a:ext cx="1926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47DF2672-3686-DF75-4524-218CCF9AC0D4}"/>
                    </a:ext>
                  </a:extLst>
                </p14:cNvPr>
                <p14:cNvContentPartPr/>
                <p14:nvPr/>
              </p14:nvContentPartPr>
              <p14:xfrm>
                <a:off x="5005717" y="2657806"/>
                <a:ext cx="108360" cy="12132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47DF2672-3686-DF75-4524-218CCF9AC0D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996717" y="2648806"/>
                  <a:ext cx="1260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589EAA48-2AAC-7A1D-94A5-CF6D544FBEBF}"/>
                    </a:ext>
                  </a:extLst>
                </p14:cNvPr>
                <p14:cNvContentPartPr/>
                <p14:nvPr/>
              </p14:nvContentPartPr>
              <p14:xfrm>
                <a:off x="5110837" y="2238766"/>
                <a:ext cx="14400" cy="44784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589EAA48-2AAC-7A1D-94A5-CF6D544FBEB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02197" y="2230126"/>
                  <a:ext cx="3204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AFCD295E-C1C6-693E-CAC3-CDEA4AB2556E}"/>
                    </a:ext>
                  </a:extLst>
                </p14:cNvPr>
                <p14:cNvContentPartPr/>
                <p14:nvPr/>
              </p14:nvContentPartPr>
              <p14:xfrm>
                <a:off x="5260957" y="2519566"/>
                <a:ext cx="176760" cy="16668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AFCD295E-C1C6-693E-CAC3-CDEA4AB2556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251957" y="2510926"/>
                  <a:ext cx="1944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잉크 30">
                  <a:extLst>
                    <a:ext uri="{FF2B5EF4-FFF2-40B4-BE49-F238E27FC236}">
                      <a16:creationId xmlns:a16="http://schemas.microsoft.com/office/drawing/2014/main" id="{DB92DA62-ED42-2D7B-5DE6-E9079A9D215A}"/>
                    </a:ext>
                  </a:extLst>
                </p14:cNvPr>
                <p14:cNvContentPartPr/>
                <p14:nvPr/>
              </p14:nvContentPartPr>
              <p14:xfrm>
                <a:off x="5474077" y="2707846"/>
                <a:ext cx="78120" cy="227160"/>
              </p14:xfrm>
            </p:contentPart>
          </mc:Choice>
          <mc:Fallback>
            <p:pic>
              <p:nvPicPr>
                <p:cNvPr id="31" name="잉크 30">
                  <a:extLst>
                    <a:ext uri="{FF2B5EF4-FFF2-40B4-BE49-F238E27FC236}">
                      <a16:creationId xmlns:a16="http://schemas.microsoft.com/office/drawing/2014/main" id="{DB92DA62-ED42-2D7B-5DE6-E9079A9D215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465437" y="2699206"/>
                  <a:ext cx="95760" cy="24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2A6FE571-12E5-3571-63F6-2F8CFFA28AE9}"/>
              </a:ext>
            </a:extLst>
          </p:cNvPr>
          <p:cNvGrpSpPr/>
          <p:nvPr/>
        </p:nvGrpSpPr>
        <p:grpSpPr>
          <a:xfrm>
            <a:off x="1179997" y="3101686"/>
            <a:ext cx="5572440" cy="1932840"/>
            <a:chOff x="1179997" y="3101686"/>
            <a:chExt cx="5572440" cy="193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4" name="잉크 33">
                  <a:extLst>
                    <a:ext uri="{FF2B5EF4-FFF2-40B4-BE49-F238E27FC236}">
                      <a16:creationId xmlns:a16="http://schemas.microsoft.com/office/drawing/2014/main" id="{B7A33865-7DC9-3E4B-D649-4663A8545D03}"/>
                    </a:ext>
                  </a:extLst>
                </p14:cNvPr>
                <p14:cNvContentPartPr/>
                <p14:nvPr/>
              </p14:nvContentPartPr>
              <p14:xfrm>
                <a:off x="1783717" y="3364486"/>
                <a:ext cx="201240" cy="263880"/>
              </p14:xfrm>
            </p:contentPart>
          </mc:Choice>
          <mc:Fallback>
            <p:pic>
              <p:nvPicPr>
                <p:cNvPr id="34" name="잉크 33">
                  <a:extLst>
                    <a:ext uri="{FF2B5EF4-FFF2-40B4-BE49-F238E27FC236}">
                      <a16:creationId xmlns:a16="http://schemas.microsoft.com/office/drawing/2014/main" id="{B7A33865-7DC9-3E4B-D649-4663A8545D0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774717" y="3355486"/>
                  <a:ext cx="2188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C7082AE5-3C14-E983-7E84-D4F16180DF81}"/>
                    </a:ext>
                  </a:extLst>
                </p14:cNvPr>
                <p14:cNvContentPartPr/>
                <p14:nvPr/>
              </p14:nvContentPartPr>
              <p14:xfrm>
                <a:off x="2086477" y="3528646"/>
                <a:ext cx="58320" cy="3456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C7082AE5-3C14-E983-7E84-D4F16180DF8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077837" y="3519646"/>
                  <a:ext cx="759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6" name="잉크 35">
                  <a:extLst>
                    <a:ext uri="{FF2B5EF4-FFF2-40B4-BE49-F238E27FC236}">
                      <a16:creationId xmlns:a16="http://schemas.microsoft.com/office/drawing/2014/main" id="{233EEA3C-E96B-B4D6-CFC0-47773284B9FA}"/>
                    </a:ext>
                  </a:extLst>
                </p14:cNvPr>
                <p14:cNvContentPartPr/>
                <p14:nvPr/>
              </p14:nvContentPartPr>
              <p14:xfrm>
                <a:off x="2379517" y="3317326"/>
                <a:ext cx="183960" cy="260640"/>
              </p14:xfrm>
            </p:contentPart>
          </mc:Choice>
          <mc:Fallback>
            <p:pic>
              <p:nvPicPr>
                <p:cNvPr id="36" name="잉크 35">
                  <a:extLst>
                    <a:ext uri="{FF2B5EF4-FFF2-40B4-BE49-F238E27FC236}">
                      <a16:creationId xmlns:a16="http://schemas.microsoft.com/office/drawing/2014/main" id="{233EEA3C-E96B-B4D6-CFC0-47773284B9F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370877" y="3308686"/>
                  <a:ext cx="20160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잉크 36">
                  <a:extLst>
                    <a:ext uri="{FF2B5EF4-FFF2-40B4-BE49-F238E27FC236}">
                      <a16:creationId xmlns:a16="http://schemas.microsoft.com/office/drawing/2014/main" id="{00B6B0AA-ABA1-B99E-B771-253259A03F15}"/>
                    </a:ext>
                  </a:extLst>
                </p14:cNvPr>
                <p14:cNvContentPartPr/>
                <p14:nvPr/>
              </p14:nvContentPartPr>
              <p14:xfrm>
                <a:off x="2625397" y="3434686"/>
                <a:ext cx="167760" cy="259200"/>
              </p14:xfrm>
            </p:contentPart>
          </mc:Choice>
          <mc:Fallback>
            <p:pic>
              <p:nvPicPr>
                <p:cNvPr id="37" name="잉크 36">
                  <a:extLst>
                    <a:ext uri="{FF2B5EF4-FFF2-40B4-BE49-F238E27FC236}">
                      <a16:creationId xmlns:a16="http://schemas.microsoft.com/office/drawing/2014/main" id="{00B6B0AA-ABA1-B99E-B771-253259A03F1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616397" y="3425686"/>
                  <a:ext cx="1854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077ADAA7-D2BE-89B1-01AA-BAE5DC09CCCF}"/>
                    </a:ext>
                  </a:extLst>
                </p14:cNvPr>
                <p14:cNvContentPartPr/>
                <p14:nvPr/>
              </p14:nvContentPartPr>
              <p14:xfrm>
                <a:off x="2707837" y="3446566"/>
                <a:ext cx="119520" cy="104040"/>
              </p14:xfrm>
            </p:contentPart>
          </mc:Choice>
          <mc:Fallback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077ADAA7-D2BE-89B1-01AA-BAE5DC09CCC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699197" y="3437566"/>
                  <a:ext cx="1371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잉크 38">
                  <a:extLst>
                    <a:ext uri="{FF2B5EF4-FFF2-40B4-BE49-F238E27FC236}">
                      <a16:creationId xmlns:a16="http://schemas.microsoft.com/office/drawing/2014/main" id="{59223A8B-B05F-C2E4-8799-A2BC589C2AC6}"/>
                    </a:ext>
                  </a:extLst>
                </p14:cNvPr>
                <p14:cNvContentPartPr/>
                <p14:nvPr/>
              </p14:nvContentPartPr>
              <p14:xfrm>
                <a:off x="1652677" y="3809806"/>
                <a:ext cx="1767960" cy="360"/>
              </p14:xfrm>
            </p:contentPart>
          </mc:Choice>
          <mc:Fallback>
            <p:pic>
              <p:nvPicPr>
                <p:cNvPr id="39" name="잉크 38">
                  <a:extLst>
                    <a:ext uri="{FF2B5EF4-FFF2-40B4-BE49-F238E27FC236}">
                      <a16:creationId xmlns:a16="http://schemas.microsoft.com/office/drawing/2014/main" id="{59223A8B-B05F-C2E4-8799-A2BC589C2AC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644037" y="3801166"/>
                  <a:ext cx="1785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E59A7938-ACDF-05CE-631D-D5241A2815B6}"/>
                    </a:ext>
                  </a:extLst>
                </p14:cNvPr>
                <p14:cNvContentPartPr/>
                <p14:nvPr/>
              </p14:nvContentPartPr>
              <p14:xfrm>
                <a:off x="3435757" y="3727726"/>
                <a:ext cx="34560" cy="24840"/>
              </p14:xfrm>
            </p:contentPart>
          </mc:Choice>
          <mc:Fallback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E59A7938-ACDF-05CE-631D-D5241A2815B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427117" y="3719086"/>
                  <a:ext cx="522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잉크 40">
                  <a:extLst>
                    <a:ext uri="{FF2B5EF4-FFF2-40B4-BE49-F238E27FC236}">
                      <a16:creationId xmlns:a16="http://schemas.microsoft.com/office/drawing/2014/main" id="{A2E54F2D-4B66-EACD-153B-E9FF13761639}"/>
                    </a:ext>
                  </a:extLst>
                </p14:cNvPr>
                <p14:cNvContentPartPr/>
                <p14:nvPr/>
              </p14:nvContentPartPr>
              <p14:xfrm>
                <a:off x="3475717" y="3669046"/>
                <a:ext cx="182160" cy="163800"/>
              </p14:xfrm>
            </p:contentPart>
          </mc:Choice>
          <mc:Fallback>
            <p:pic>
              <p:nvPicPr>
                <p:cNvPr id="41" name="잉크 40">
                  <a:extLst>
                    <a:ext uri="{FF2B5EF4-FFF2-40B4-BE49-F238E27FC236}">
                      <a16:creationId xmlns:a16="http://schemas.microsoft.com/office/drawing/2014/main" id="{A2E54F2D-4B66-EACD-153B-E9FF1376163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466717" y="3660406"/>
                  <a:ext cx="19980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AC8E4FCE-3ECF-7F7D-50CF-C0039D794C1C}"/>
                    </a:ext>
                  </a:extLst>
                </p14:cNvPr>
                <p14:cNvContentPartPr/>
                <p14:nvPr/>
              </p14:nvContentPartPr>
              <p14:xfrm>
                <a:off x="1179997" y="3101686"/>
                <a:ext cx="1990440" cy="1017000"/>
              </p14:xfrm>
            </p:contentPart>
          </mc:Choice>
          <mc:Fallback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AC8E4FCE-3ECF-7F7D-50CF-C0039D794C1C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71357" y="3092686"/>
                  <a:ext cx="2008080" cy="10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CDDC65FE-988F-DE4E-3757-8225D9B020A5}"/>
                    </a:ext>
                  </a:extLst>
                </p14:cNvPr>
                <p14:cNvContentPartPr/>
                <p14:nvPr/>
              </p14:nvContentPartPr>
              <p14:xfrm>
                <a:off x="3751117" y="3617566"/>
                <a:ext cx="828720" cy="16560"/>
              </p14:xfrm>
            </p:contentPart>
          </mc:Choice>
          <mc:Fallback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CDDC65FE-988F-DE4E-3757-8225D9B020A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742477" y="3608926"/>
                  <a:ext cx="8463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5" name="잉크 44">
                  <a:extLst>
                    <a:ext uri="{FF2B5EF4-FFF2-40B4-BE49-F238E27FC236}">
                      <a16:creationId xmlns:a16="http://schemas.microsoft.com/office/drawing/2014/main" id="{72C7E920-CBCD-7D41-CCD8-503DB66A53F8}"/>
                    </a:ext>
                  </a:extLst>
                </p14:cNvPr>
                <p14:cNvContentPartPr/>
                <p14:nvPr/>
              </p14:nvContentPartPr>
              <p14:xfrm>
                <a:off x="4419637" y="3493366"/>
                <a:ext cx="273240" cy="375840"/>
              </p14:xfrm>
            </p:contentPart>
          </mc:Choice>
          <mc:Fallback>
            <p:pic>
              <p:nvPicPr>
                <p:cNvPr id="45" name="잉크 44">
                  <a:extLst>
                    <a:ext uri="{FF2B5EF4-FFF2-40B4-BE49-F238E27FC236}">
                      <a16:creationId xmlns:a16="http://schemas.microsoft.com/office/drawing/2014/main" id="{72C7E920-CBCD-7D41-CCD8-503DB66A53F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410637" y="3484366"/>
                  <a:ext cx="29088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746F4A53-4C55-B6CE-86F0-AF4D6FF830C7}"/>
                    </a:ext>
                  </a:extLst>
                </p14:cNvPr>
                <p14:cNvContentPartPr/>
                <p14:nvPr/>
              </p14:nvContentPartPr>
              <p14:xfrm>
                <a:off x="5251597" y="3422806"/>
                <a:ext cx="529560" cy="1260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746F4A53-4C55-B6CE-86F0-AF4D6FF830C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242957" y="3414166"/>
                  <a:ext cx="5472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C9B6FB9B-4484-0485-57D6-21C014CB4D46}"/>
                    </a:ext>
                  </a:extLst>
                </p14:cNvPr>
                <p14:cNvContentPartPr/>
                <p14:nvPr/>
              </p14:nvContentPartPr>
              <p14:xfrm>
                <a:off x="5520517" y="3223726"/>
                <a:ext cx="179280" cy="569880"/>
              </p14:xfrm>
            </p:contentPart>
          </mc:Choice>
          <mc:Fallback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C9B6FB9B-4484-0485-57D6-21C014CB4D4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511517" y="3214726"/>
                  <a:ext cx="196920" cy="58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00CDC9B1-C79B-CEBD-054F-2C517EBE19F7}"/>
                    </a:ext>
                  </a:extLst>
                </p14:cNvPr>
                <p14:cNvContentPartPr/>
                <p14:nvPr/>
              </p14:nvContentPartPr>
              <p14:xfrm>
                <a:off x="5838037" y="3120766"/>
                <a:ext cx="144360" cy="29880"/>
              </p14:xfrm>
            </p:contentPart>
          </mc:Choice>
          <mc:Fallback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00CDC9B1-C79B-CEBD-054F-2C517EBE19F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829037" y="3111766"/>
                  <a:ext cx="1620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DD3ADDE5-3EF0-B0CA-D769-30A5D23A091F}"/>
                    </a:ext>
                  </a:extLst>
                </p14:cNvPr>
                <p14:cNvContentPartPr/>
                <p14:nvPr/>
              </p14:nvContentPartPr>
              <p14:xfrm>
                <a:off x="5966917" y="3493366"/>
                <a:ext cx="360" cy="150120"/>
              </p14:xfrm>
            </p:contentPart>
          </mc:Choice>
          <mc:Fallback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DD3ADDE5-3EF0-B0CA-D769-30A5D23A091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957917" y="3484366"/>
                  <a:ext cx="1800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6B0E12C1-E405-E2A7-AE4E-69E60222B64A}"/>
                    </a:ext>
                  </a:extLst>
                </p14:cNvPr>
                <p14:cNvContentPartPr/>
                <p14:nvPr/>
              </p14:nvContentPartPr>
              <p14:xfrm>
                <a:off x="6069877" y="3515686"/>
                <a:ext cx="128520" cy="167400"/>
              </p14:xfrm>
            </p:contentPart>
          </mc:Choice>
          <mc:Fallback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6B0E12C1-E405-E2A7-AE4E-69E60222B64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061237" y="3506686"/>
                  <a:ext cx="14616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85151508-07C8-9006-4D1E-68E9C18E2DD8}"/>
                    </a:ext>
                  </a:extLst>
                </p14:cNvPr>
                <p14:cNvContentPartPr/>
                <p14:nvPr/>
              </p14:nvContentPartPr>
              <p14:xfrm>
                <a:off x="6248077" y="3176926"/>
                <a:ext cx="263880" cy="707760"/>
              </p14:xfrm>
            </p:contentPart>
          </mc:Choice>
          <mc:Fallback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85151508-07C8-9006-4D1E-68E9C18E2DD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239437" y="3167926"/>
                  <a:ext cx="281520" cy="72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5EF55B4F-8001-FF9E-0214-3B438B2B5BAC}"/>
                    </a:ext>
                  </a:extLst>
                </p14:cNvPr>
                <p14:cNvContentPartPr/>
                <p14:nvPr/>
              </p14:nvContentPartPr>
              <p14:xfrm>
                <a:off x="6459397" y="3774526"/>
                <a:ext cx="133920" cy="176040"/>
              </p14:xfrm>
            </p:contentPart>
          </mc:Choice>
          <mc:Fallback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5EF55B4F-8001-FF9E-0214-3B438B2B5BA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450397" y="3765886"/>
                  <a:ext cx="1515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92AF898C-F67B-1E4F-A8BC-3706B001171F}"/>
                    </a:ext>
                  </a:extLst>
                </p14:cNvPr>
                <p14:cNvContentPartPr/>
                <p14:nvPr/>
              </p14:nvContentPartPr>
              <p14:xfrm>
                <a:off x="1230757" y="3761926"/>
                <a:ext cx="5313600" cy="90000"/>
              </p14:xfrm>
            </p:contentPart>
          </mc:Choice>
          <mc:Fallback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92AF898C-F67B-1E4F-A8BC-3706B001171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221757" y="3752926"/>
                  <a:ext cx="53312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AF69119D-DC84-C6CE-80EA-0F551897C1D7}"/>
                    </a:ext>
                  </a:extLst>
                </p14:cNvPr>
                <p14:cNvContentPartPr/>
                <p14:nvPr/>
              </p14:nvContentPartPr>
              <p14:xfrm>
                <a:off x="6591877" y="3821686"/>
                <a:ext cx="48600" cy="71280"/>
              </p14:xfrm>
            </p:contentPart>
          </mc:Choice>
          <mc:Fallback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AF69119D-DC84-C6CE-80EA-0F551897C1D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583237" y="3812686"/>
                  <a:ext cx="662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37A5264A-593C-B219-8A11-13C448598C2C}"/>
                    </a:ext>
                  </a:extLst>
                </p14:cNvPr>
                <p14:cNvContentPartPr/>
                <p14:nvPr/>
              </p14:nvContentPartPr>
              <p14:xfrm>
                <a:off x="6249157" y="3763006"/>
                <a:ext cx="503280" cy="350640"/>
              </p14:xfrm>
            </p:contentPart>
          </mc:Choice>
          <mc:Fallback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37A5264A-593C-B219-8A11-13C448598C2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240517" y="3754006"/>
                  <a:ext cx="52092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3281F111-8732-E158-6210-D0D56BB5C3AB}"/>
                    </a:ext>
                  </a:extLst>
                </p14:cNvPr>
                <p14:cNvContentPartPr/>
                <p14:nvPr/>
              </p14:nvContentPartPr>
              <p14:xfrm>
                <a:off x="5040997" y="4372486"/>
                <a:ext cx="260280" cy="366120"/>
              </p14:xfrm>
            </p:contentPart>
          </mc:Choice>
          <mc:Fallback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3281F111-8732-E158-6210-D0D56BB5C3A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31997" y="4363846"/>
                  <a:ext cx="277920" cy="38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DF556740-F021-4E33-CB77-5FF813D809CF}"/>
                    </a:ext>
                  </a:extLst>
                </p14:cNvPr>
                <p14:cNvContentPartPr/>
                <p14:nvPr/>
              </p14:nvContentPartPr>
              <p14:xfrm>
                <a:off x="5240077" y="4290406"/>
                <a:ext cx="191880" cy="160560"/>
              </p14:xfrm>
            </p:contentPart>
          </mc:Choice>
          <mc:Fallback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DF556740-F021-4E33-CB77-5FF813D809C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231077" y="4281766"/>
                  <a:ext cx="20952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13571BDC-9B3D-66E8-69A0-3A1D8A88FD71}"/>
                    </a:ext>
                  </a:extLst>
                </p14:cNvPr>
                <p14:cNvContentPartPr/>
                <p14:nvPr/>
              </p14:nvContentPartPr>
              <p14:xfrm>
                <a:off x="5424757" y="4592806"/>
                <a:ext cx="399600" cy="203760"/>
              </p14:xfrm>
            </p:contentPart>
          </mc:Choice>
          <mc:Fallback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13571BDC-9B3D-66E8-69A0-3A1D8A88FD7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416117" y="4584166"/>
                  <a:ext cx="4172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4E548F03-E515-F92C-1AAB-73C8DD99BDD6}"/>
                    </a:ext>
                  </a:extLst>
                </p14:cNvPr>
                <p14:cNvContentPartPr/>
                <p14:nvPr/>
              </p14:nvContentPartPr>
              <p14:xfrm>
                <a:off x="5824717" y="4208326"/>
                <a:ext cx="119160" cy="512640"/>
              </p14:xfrm>
            </p:contentPart>
          </mc:Choice>
          <mc:Fallback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4E548F03-E515-F92C-1AAB-73C8DD99BDD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815717" y="4199686"/>
                  <a:ext cx="13680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1" name="잉크 60">
                  <a:extLst>
                    <a:ext uri="{FF2B5EF4-FFF2-40B4-BE49-F238E27FC236}">
                      <a16:creationId xmlns:a16="http://schemas.microsoft.com/office/drawing/2014/main" id="{A6531469-0A5B-25FE-D0CB-94937CFC49DF}"/>
                    </a:ext>
                  </a:extLst>
                </p14:cNvPr>
                <p14:cNvContentPartPr/>
                <p14:nvPr/>
              </p14:nvContentPartPr>
              <p14:xfrm>
                <a:off x="4416037" y="3888646"/>
                <a:ext cx="2322000" cy="1093320"/>
              </p14:xfrm>
            </p:contentPart>
          </mc:Choice>
          <mc:Fallback>
            <p:pic>
              <p:nvPicPr>
                <p:cNvPr id="61" name="잉크 60">
                  <a:extLst>
                    <a:ext uri="{FF2B5EF4-FFF2-40B4-BE49-F238E27FC236}">
                      <a16:creationId xmlns:a16="http://schemas.microsoft.com/office/drawing/2014/main" id="{A6531469-0A5B-25FE-D0CB-94937CFC49D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407037" y="3879646"/>
                  <a:ext cx="2339640" cy="11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F8220A0E-2ACC-66D8-60B9-15073EBDA846}"/>
                    </a:ext>
                  </a:extLst>
                </p14:cNvPr>
                <p14:cNvContentPartPr/>
                <p14:nvPr/>
              </p14:nvContentPartPr>
              <p14:xfrm>
                <a:off x="2743837" y="4595326"/>
                <a:ext cx="1523520" cy="24840"/>
              </p14:xfrm>
            </p:contentPart>
          </mc:Choice>
          <mc:Fallback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F8220A0E-2ACC-66D8-60B9-15073EBDA84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734837" y="4586326"/>
                  <a:ext cx="15411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잉크 62">
                  <a:extLst>
                    <a:ext uri="{FF2B5EF4-FFF2-40B4-BE49-F238E27FC236}">
                      <a16:creationId xmlns:a16="http://schemas.microsoft.com/office/drawing/2014/main" id="{6D727A33-8436-32BB-8E5B-28C88536461B}"/>
                    </a:ext>
                  </a:extLst>
                </p14:cNvPr>
                <p14:cNvContentPartPr/>
                <p14:nvPr/>
              </p14:nvContentPartPr>
              <p14:xfrm>
                <a:off x="2672917" y="4454566"/>
                <a:ext cx="859680" cy="579960"/>
              </p14:xfrm>
            </p:contentPart>
          </mc:Choice>
          <mc:Fallback>
            <p:pic>
              <p:nvPicPr>
                <p:cNvPr id="63" name="잉크 62">
                  <a:extLst>
                    <a:ext uri="{FF2B5EF4-FFF2-40B4-BE49-F238E27FC236}">
                      <a16:creationId xmlns:a16="http://schemas.microsoft.com/office/drawing/2014/main" id="{6D727A33-8436-32BB-8E5B-28C88536461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663917" y="4445926"/>
                  <a:ext cx="877320" cy="597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B4B8ECDF-639C-078E-8BB0-EB0A9CD6CB0A}"/>
              </a:ext>
            </a:extLst>
          </p:cNvPr>
          <p:cNvGrpSpPr/>
          <p:nvPr/>
        </p:nvGrpSpPr>
        <p:grpSpPr>
          <a:xfrm>
            <a:off x="588877" y="6106606"/>
            <a:ext cx="5412960" cy="751680"/>
            <a:chOff x="588877" y="6106606"/>
            <a:chExt cx="5412960" cy="75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FB93CA8B-359F-1910-445A-5A55BA9A7841}"/>
                    </a:ext>
                  </a:extLst>
                </p14:cNvPr>
                <p14:cNvContentPartPr/>
                <p14:nvPr/>
              </p14:nvContentPartPr>
              <p14:xfrm>
                <a:off x="588877" y="6259966"/>
                <a:ext cx="140760" cy="284400"/>
              </p14:xfrm>
            </p:contentPart>
          </mc:Choice>
          <mc:Fallback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FB93CA8B-359F-1910-445A-5A55BA9A784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80237" y="6250966"/>
                  <a:ext cx="1584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1252CAAD-DE53-9AC7-5A3B-F7DCA1516DE2}"/>
                    </a:ext>
                  </a:extLst>
                </p14:cNvPr>
                <p14:cNvContentPartPr/>
                <p14:nvPr/>
              </p14:nvContentPartPr>
              <p14:xfrm>
                <a:off x="749797" y="6281206"/>
                <a:ext cx="182520" cy="241200"/>
              </p14:xfrm>
            </p:contentPart>
          </mc:Choice>
          <mc:Fallback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1252CAAD-DE53-9AC7-5A3B-F7DCA1516DE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41157" y="6272566"/>
                  <a:ext cx="2001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20016788-E165-2035-BEFA-69A2C7F99685}"/>
                    </a:ext>
                  </a:extLst>
                </p14:cNvPr>
                <p14:cNvContentPartPr/>
                <p14:nvPr/>
              </p14:nvContentPartPr>
              <p14:xfrm>
                <a:off x="1007917" y="6330166"/>
                <a:ext cx="72000" cy="35640"/>
              </p14:xfrm>
            </p:contentPart>
          </mc:Choice>
          <mc:Fallback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20016788-E165-2035-BEFA-69A2C7F9968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99277" y="6321526"/>
                  <a:ext cx="896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A61211E0-D8FF-6147-06D5-31D5D04355B4}"/>
                    </a:ext>
                  </a:extLst>
                </p14:cNvPr>
                <p14:cNvContentPartPr/>
                <p14:nvPr/>
              </p14:nvContentPartPr>
              <p14:xfrm>
                <a:off x="1067317" y="6224686"/>
                <a:ext cx="175320" cy="140040"/>
              </p14:xfrm>
            </p:contentPart>
          </mc:Choice>
          <mc:Fallback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A61211E0-D8FF-6147-06D5-31D5D04355B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58677" y="6216046"/>
                  <a:ext cx="1929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잉크 68">
                  <a:extLst>
                    <a:ext uri="{FF2B5EF4-FFF2-40B4-BE49-F238E27FC236}">
                      <a16:creationId xmlns:a16="http://schemas.microsoft.com/office/drawing/2014/main" id="{CF13EE72-73D8-F3C4-726A-78E7E7FDDB27}"/>
                    </a:ext>
                  </a:extLst>
                </p14:cNvPr>
                <p14:cNvContentPartPr/>
                <p14:nvPr/>
              </p14:nvContentPartPr>
              <p14:xfrm>
                <a:off x="949237" y="6263206"/>
                <a:ext cx="211680" cy="334440"/>
              </p14:xfrm>
            </p:contentPart>
          </mc:Choice>
          <mc:Fallback>
            <p:pic>
              <p:nvPicPr>
                <p:cNvPr id="69" name="잉크 68">
                  <a:extLst>
                    <a:ext uri="{FF2B5EF4-FFF2-40B4-BE49-F238E27FC236}">
                      <a16:creationId xmlns:a16="http://schemas.microsoft.com/office/drawing/2014/main" id="{CF13EE72-73D8-F3C4-726A-78E7E7FDDB2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40237" y="6254206"/>
                  <a:ext cx="22932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잉크 69">
                  <a:extLst>
                    <a:ext uri="{FF2B5EF4-FFF2-40B4-BE49-F238E27FC236}">
                      <a16:creationId xmlns:a16="http://schemas.microsoft.com/office/drawing/2014/main" id="{37EFA097-4FD6-B9A3-3E69-98A69630AAD9}"/>
                    </a:ext>
                  </a:extLst>
                </p14:cNvPr>
                <p14:cNvContentPartPr/>
                <p14:nvPr/>
              </p14:nvContentPartPr>
              <p14:xfrm>
                <a:off x="1078477" y="6259966"/>
                <a:ext cx="112680" cy="36360"/>
              </p14:xfrm>
            </p:contentPart>
          </mc:Choice>
          <mc:Fallback>
            <p:pic>
              <p:nvPicPr>
                <p:cNvPr id="70" name="잉크 69">
                  <a:extLst>
                    <a:ext uri="{FF2B5EF4-FFF2-40B4-BE49-F238E27FC236}">
                      <a16:creationId xmlns:a16="http://schemas.microsoft.com/office/drawing/2014/main" id="{37EFA097-4FD6-B9A3-3E69-98A69630AAD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69477" y="6250966"/>
                  <a:ext cx="1303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1" name="잉크 70">
                  <a:extLst>
                    <a:ext uri="{FF2B5EF4-FFF2-40B4-BE49-F238E27FC236}">
                      <a16:creationId xmlns:a16="http://schemas.microsoft.com/office/drawing/2014/main" id="{FA4F4049-020A-1A8C-8B32-934051F59A0A}"/>
                    </a:ext>
                  </a:extLst>
                </p14:cNvPr>
                <p14:cNvContentPartPr/>
                <p14:nvPr/>
              </p14:nvContentPartPr>
              <p14:xfrm>
                <a:off x="1266037" y="6330166"/>
                <a:ext cx="149040" cy="106560"/>
              </p14:xfrm>
            </p:contentPart>
          </mc:Choice>
          <mc:Fallback>
            <p:pic>
              <p:nvPicPr>
                <p:cNvPr id="71" name="잉크 70">
                  <a:extLst>
                    <a:ext uri="{FF2B5EF4-FFF2-40B4-BE49-F238E27FC236}">
                      <a16:creationId xmlns:a16="http://schemas.microsoft.com/office/drawing/2014/main" id="{FA4F4049-020A-1A8C-8B32-934051F59A0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257037" y="6321526"/>
                  <a:ext cx="1666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D80F8714-7173-CEE1-A86C-4B57BAD723A5}"/>
                    </a:ext>
                  </a:extLst>
                </p14:cNvPr>
                <p14:cNvContentPartPr/>
                <p14:nvPr/>
              </p14:nvContentPartPr>
              <p14:xfrm>
                <a:off x="975877" y="6236566"/>
                <a:ext cx="536400" cy="621720"/>
              </p14:xfrm>
            </p:contentPart>
          </mc:Choice>
          <mc:Fallback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D80F8714-7173-CEE1-A86C-4B57BAD723A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67237" y="6227566"/>
                  <a:ext cx="554040" cy="63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4" name="잉크 73">
                  <a:extLst>
                    <a:ext uri="{FF2B5EF4-FFF2-40B4-BE49-F238E27FC236}">
                      <a16:creationId xmlns:a16="http://schemas.microsoft.com/office/drawing/2014/main" id="{99DB38BB-FE52-B373-882B-D32416C6F1B5}"/>
                    </a:ext>
                  </a:extLst>
                </p14:cNvPr>
                <p14:cNvContentPartPr/>
                <p14:nvPr/>
              </p14:nvContentPartPr>
              <p14:xfrm>
                <a:off x="1969477" y="6106606"/>
                <a:ext cx="4032360" cy="480960"/>
              </p14:xfrm>
            </p:contentPart>
          </mc:Choice>
          <mc:Fallback>
            <p:pic>
              <p:nvPicPr>
                <p:cNvPr id="74" name="잉크 73">
                  <a:extLst>
                    <a:ext uri="{FF2B5EF4-FFF2-40B4-BE49-F238E27FC236}">
                      <a16:creationId xmlns:a16="http://schemas.microsoft.com/office/drawing/2014/main" id="{99DB38BB-FE52-B373-882B-D32416C6F1B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960477" y="6097606"/>
                  <a:ext cx="4050000" cy="49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76" name="잉크 75">
                <a:extLst>
                  <a:ext uri="{FF2B5EF4-FFF2-40B4-BE49-F238E27FC236}">
                    <a16:creationId xmlns:a16="http://schemas.microsoft.com/office/drawing/2014/main" id="{5B978055-F2BB-1A0C-3679-D33A97D3D1C4}"/>
                  </a:ext>
                </a:extLst>
              </p14:cNvPr>
              <p14:cNvContentPartPr/>
              <p14:nvPr/>
            </p14:nvContentPartPr>
            <p14:xfrm>
              <a:off x="2848597" y="7042246"/>
              <a:ext cx="133200" cy="542880"/>
            </p14:xfrm>
          </p:contentPart>
        </mc:Choice>
        <mc:Fallback>
          <p:pic>
            <p:nvPicPr>
              <p:cNvPr id="76" name="잉크 75">
                <a:extLst>
                  <a:ext uri="{FF2B5EF4-FFF2-40B4-BE49-F238E27FC236}">
                    <a16:creationId xmlns:a16="http://schemas.microsoft.com/office/drawing/2014/main" id="{5B978055-F2BB-1A0C-3679-D33A97D3D1C4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839597" y="7033606"/>
                <a:ext cx="150840" cy="56052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그룹 93">
            <a:extLst>
              <a:ext uri="{FF2B5EF4-FFF2-40B4-BE49-F238E27FC236}">
                <a16:creationId xmlns:a16="http://schemas.microsoft.com/office/drawing/2014/main" id="{A763E4CC-BBA2-44F5-C95B-7B2498640788}"/>
              </a:ext>
            </a:extLst>
          </p:cNvPr>
          <p:cNvGrpSpPr/>
          <p:nvPr/>
        </p:nvGrpSpPr>
        <p:grpSpPr>
          <a:xfrm>
            <a:off x="1043197" y="8073646"/>
            <a:ext cx="3278880" cy="2115720"/>
            <a:chOff x="1043197" y="8073646"/>
            <a:chExt cx="3278880" cy="211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1" name="잉크 90">
                  <a:extLst>
                    <a:ext uri="{FF2B5EF4-FFF2-40B4-BE49-F238E27FC236}">
                      <a16:creationId xmlns:a16="http://schemas.microsoft.com/office/drawing/2014/main" id="{E80965CF-5BC5-32C0-0605-6D17D78E8023}"/>
                    </a:ext>
                  </a:extLst>
                </p14:cNvPr>
                <p14:cNvContentPartPr/>
                <p14:nvPr/>
              </p14:nvContentPartPr>
              <p14:xfrm>
                <a:off x="1043197" y="8073646"/>
                <a:ext cx="1493280" cy="2115720"/>
              </p14:xfrm>
            </p:contentPart>
          </mc:Choice>
          <mc:Fallback>
            <p:pic>
              <p:nvPicPr>
                <p:cNvPr id="91" name="잉크 90">
                  <a:extLst>
                    <a:ext uri="{FF2B5EF4-FFF2-40B4-BE49-F238E27FC236}">
                      <a16:creationId xmlns:a16="http://schemas.microsoft.com/office/drawing/2014/main" id="{E80965CF-5BC5-32C0-0605-6D17D78E802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34197" y="8064646"/>
                  <a:ext cx="1510920" cy="21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2" name="잉크 91">
                  <a:extLst>
                    <a:ext uri="{FF2B5EF4-FFF2-40B4-BE49-F238E27FC236}">
                      <a16:creationId xmlns:a16="http://schemas.microsoft.com/office/drawing/2014/main" id="{67CC38FE-968F-D177-20D4-29400F86BCF8}"/>
                    </a:ext>
                  </a:extLst>
                </p14:cNvPr>
                <p14:cNvContentPartPr/>
                <p14:nvPr/>
              </p14:nvContentPartPr>
              <p14:xfrm>
                <a:off x="2403637" y="8135566"/>
                <a:ext cx="257760" cy="360360"/>
              </p14:xfrm>
            </p:contentPart>
          </mc:Choice>
          <mc:Fallback>
            <p:pic>
              <p:nvPicPr>
                <p:cNvPr id="92" name="잉크 91">
                  <a:extLst>
                    <a:ext uri="{FF2B5EF4-FFF2-40B4-BE49-F238E27FC236}">
                      <a16:creationId xmlns:a16="http://schemas.microsoft.com/office/drawing/2014/main" id="{67CC38FE-968F-D177-20D4-29400F86BCF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2394637" y="8126926"/>
                  <a:ext cx="275400" cy="37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3" name="잉크 92">
                  <a:extLst>
                    <a:ext uri="{FF2B5EF4-FFF2-40B4-BE49-F238E27FC236}">
                      <a16:creationId xmlns:a16="http://schemas.microsoft.com/office/drawing/2014/main" id="{1B577A28-8145-AED5-1C34-1862A993F561}"/>
                    </a:ext>
                  </a:extLst>
                </p14:cNvPr>
                <p14:cNvContentPartPr/>
                <p14:nvPr/>
              </p14:nvContentPartPr>
              <p14:xfrm>
                <a:off x="2461597" y="8345446"/>
                <a:ext cx="1860480" cy="36720"/>
              </p14:xfrm>
            </p:contentPart>
          </mc:Choice>
          <mc:Fallback>
            <p:pic>
              <p:nvPicPr>
                <p:cNvPr id="93" name="잉크 92">
                  <a:extLst>
                    <a:ext uri="{FF2B5EF4-FFF2-40B4-BE49-F238E27FC236}">
                      <a16:creationId xmlns:a16="http://schemas.microsoft.com/office/drawing/2014/main" id="{1B577A28-8145-AED5-1C34-1862A993F56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452957" y="8336806"/>
                  <a:ext cx="1878120" cy="5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96" name="잉크 95">
                <a:extLst>
                  <a:ext uri="{FF2B5EF4-FFF2-40B4-BE49-F238E27FC236}">
                    <a16:creationId xmlns:a16="http://schemas.microsoft.com/office/drawing/2014/main" id="{F54FEEA6-303D-AB9E-B06A-D08D8622C9BB}"/>
                  </a:ext>
                </a:extLst>
              </p14:cNvPr>
              <p14:cNvContentPartPr/>
              <p14:nvPr/>
            </p14:nvContentPartPr>
            <p14:xfrm>
              <a:off x="1795957" y="8161126"/>
              <a:ext cx="419400" cy="419400"/>
            </p14:xfrm>
          </p:contentPart>
        </mc:Choice>
        <mc:Fallback>
          <p:pic>
            <p:nvPicPr>
              <p:cNvPr id="96" name="잉크 95">
                <a:extLst>
                  <a:ext uri="{FF2B5EF4-FFF2-40B4-BE49-F238E27FC236}">
                    <a16:creationId xmlns:a16="http://schemas.microsoft.com/office/drawing/2014/main" id="{F54FEEA6-303D-AB9E-B06A-D08D8622C9BB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1786957" y="8152126"/>
                <a:ext cx="437040" cy="43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41D9DC76-A468-ED47-A1F2-84ACF18C460A}"/>
              </a:ext>
            </a:extLst>
          </p:cNvPr>
          <p:cNvGrpSpPr/>
          <p:nvPr/>
        </p:nvGrpSpPr>
        <p:grpSpPr>
          <a:xfrm>
            <a:off x="1898197" y="8710126"/>
            <a:ext cx="1730880" cy="304200"/>
            <a:chOff x="1898197" y="8710126"/>
            <a:chExt cx="1730880" cy="30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97" name="잉크 96">
                  <a:extLst>
                    <a:ext uri="{FF2B5EF4-FFF2-40B4-BE49-F238E27FC236}">
                      <a16:creationId xmlns:a16="http://schemas.microsoft.com/office/drawing/2014/main" id="{BC44B3C4-2563-DC81-5B42-BF070AB21D85}"/>
                    </a:ext>
                  </a:extLst>
                </p14:cNvPr>
                <p14:cNvContentPartPr/>
                <p14:nvPr/>
              </p14:nvContentPartPr>
              <p14:xfrm>
                <a:off x="2379517" y="8920366"/>
                <a:ext cx="1244520" cy="71280"/>
              </p14:xfrm>
            </p:contentPart>
          </mc:Choice>
          <mc:Fallback>
            <p:pic>
              <p:nvPicPr>
                <p:cNvPr id="97" name="잉크 96">
                  <a:extLst>
                    <a:ext uri="{FF2B5EF4-FFF2-40B4-BE49-F238E27FC236}">
                      <a16:creationId xmlns:a16="http://schemas.microsoft.com/office/drawing/2014/main" id="{BC44B3C4-2563-DC81-5B42-BF070AB21D8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370877" y="8911726"/>
                  <a:ext cx="12621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98" name="잉크 97">
                  <a:extLst>
                    <a:ext uri="{FF2B5EF4-FFF2-40B4-BE49-F238E27FC236}">
                      <a16:creationId xmlns:a16="http://schemas.microsoft.com/office/drawing/2014/main" id="{2E598041-ABC8-F69F-B503-EFE868E7734A}"/>
                    </a:ext>
                  </a:extLst>
                </p14:cNvPr>
                <p14:cNvContentPartPr/>
                <p14:nvPr/>
              </p14:nvContentPartPr>
              <p14:xfrm>
                <a:off x="3309397" y="8827126"/>
                <a:ext cx="319680" cy="174240"/>
              </p14:xfrm>
            </p:contentPart>
          </mc:Choice>
          <mc:Fallback>
            <p:pic>
              <p:nvPicPr>
                <p:cNvPr id="98" name="잉크 97">
                  <a:extLst>
                    <a:ext uri="{FF2B5EF4-FFF2-40B4-BE49-F238E27FC236}">
                      <a16:creationId xmlns:a16="http://schemas.microsoft.com/office/drawing/2014/main" id="{2E598041-ABC8-F69F-B503-EFE868E7734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300397" y="8818486"/>
                  <a:ext cx="3373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99" name="잉크 98">
                  <a:extLst>
                    <a:ext uri="{FF2B5EF4-FFF2-40B4-BE49-F238E27FC236}">
                      <a16:creationId xmlns:a16="http://schemas.microsoft.com/office/drawing/2014/main" id="{E6BA3576-853B-37B2-5909-A4805F26AE0F}"/>
                    </a:ext>
                  </a:extLst>
                </p14:cNvPr>
                <p14:cNvContentPartPr/>
                <p14:nvPr/>
              </p14:nvContentPartPr>
              <p14:xfrm>
                <a:off x="1898197" y="8756926"/>
                <a:ext cx="129600" cy="243720"/>
              </p14:xfrm>
            </p:contentPart>
          </mc:Choice>
          <mc:Fallback>
            <p:pic>
              <p:nvPicPr>
                <p:cNvPr id="99" name="잉크 98">
                  <a:extLst>
                    <a:ext uri="{FF2B5EF4-FFF2-40B4-BE49-F238E27FC236}">
                      <a16:creationId xmlns:a16="http://schemas.microsoft.com/office/drawing/2014/main" id="{E6BA3576-853B-37B2-5909-A4805F26AE0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889197" y="8748286"/>
                  <a:ext cx="1472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00" name="잉크 99">
                  <a:extLst>
                    <a:ext uri="{FF2B5EF4-FFF2-40B4-BE49-F238E27FC236}">
                      <a16:creationId xmlns:a16="http://schemas.microsoft.com/office/drawing/2014/main" id="{C7552783-44A0-A0EA-8146-B84501854DB6}"/>
                    </a:ext>
                  </a:extLst>
                </p14:cNvPr>
                <p14:cNvContentPartPr/>
                <p14:nvPr/>
              </p14:nvContentPartPr>
              <p14:xfrm>
                <a:off x="1992877" y="8751526"/>
                <a:ext cx="150840" cy="89640"/>
              </p14:xfrm>
            </p:contentPart>
          </mc:Choice>
          <mc:Fallback>
            <p:pic>
              <p:nvPicPr>
                <p:cNvPr id="100" name="잉크 99">
                  <a:extLst>
                    <a:ext uri="{FF2B5EF4-FFF2-40B4-BE49-F238E27FC236}">
                      <a16:creationId xmlns:a16="http://schemas.microsoft.com/office/drawing/2014/main" id="{C7552783-44A0-A0EA-8146-B84501854DB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983877" y="8742886"/>
                  <a:ext cx="1684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CD536028-2D9E-1EEE-FB24-4A91C171BD5F}"/>
                    </a:ext>
                  </a:extLst>
                </p14:cNvPr>
                <p14:cNvContentPartPr/>
                <p14:nvPr/>
              </p14:nvContentPartPr>
              <p14:xfrm>
                <a:off x="2175757" y="8733526"/>
                <a:ext cx="47160" cy="69120"/>
              </p14:xfrm>
            </p:contentPart>
          </mc:Choice>
          <mc:Fallback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CD536028-2D9E-1EEE-FB24-4A91C171BD5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166757" y="8724526"/>
                  <a:ext cx="648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02" name="잉크 101">
                  <a:extLst>
                    <a:ext uri="{FF2B5EF4-FFF2-40B4-BE49-F238E27FC236}">
                      <a16:creationId xmlns:a16="http://schemas.microsoft.com/office/drawing/2014/main" id="{B2CE1E11-19D7-F38B-833F-6237A3ABEDE1}"/>
                    </a:ext>
                  </a:extLst>
                </p14:cNvPr>
                <p14:cNvContentPartPr/>
                <p14:nvPr/>
              </p14:nvContentPartPr>
              <p14:xfrm>
                <a:off x="2157037" y="8721646"/>
                <a:ext cx="42840" cy="360"/>
              </p14:xfrm>
            </p:contentPart>
          </mc:Choice>
          <mc:Fallback>
            <p:pic>
              <p:nvPicPr>
                <p:cNvPr id="102" name="잉크 101">
                  <a:extLst>
                    <a:ext uri="{FF2B5EF4-FFF2-40B4-BE49-F238E27FC236}">
                      <a16:creationId xmlns:a16="http://schemas.microsoft.com/office/drawing/2014/main" id="{B2CE1E11-19D7-F38B-833F-6237A3ABEDE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148037" y="8713006"/>
                  <a:ext cx="604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F207A811-E110-CCBC-22C2-B6F7F606460B}"/>
                    </a:ext>
                  </a:extLst>
                </p14:cNvPr>
                <p14:cNvContentPartPr/>
                <p14:nvPr/>
              </p14:nvContentPartPr>
              <p14:xfrm>
                <a:off x="2250637" y="8756926"/>
                <a:ext cx="39960" cy="9720"/>
              </p14:xfrm>
            </p:contentPart>
          </mc:Choice>
          <mc:Fallback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F207A811-E110-CCBC-22C2-B6F7F606460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241997" y="8748286"/>
                  <a:ext cx="576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4" name="잉크 103">
                  <a:extLst>
                    <a:ext uri="{FF2B5EF4-FFF2-40B4-BE49-F238E27FC236}">
                      <a16:creationId xmlns:a16="http://schemas.microsoft.com/office/drawing/2014/main" id="{C9CEC224-BB00-6B69-1750-EA3DF2C3F7C5}"/>
                    </a:ext>
                  </a:extLst>
                </p14:cNvPr>
                <p14:cNvContentPartPr/>
                <p14:nvPr/>
              </p14:nvContentPartPr>
              <p14:xfrm>
                <a:off x="2002597" y="8710126"/>
                <a:ext cx="353880" cy="304200"/>
              </p14:xfrm>
            </p:contentPart>
          </mc:Choice>
          <mc:Fallback>
            <p:pic>
              <p:nvPicPr>
                <p:cNvPr id="104" name="잉크 103">
                  <a:extLst>
                    <a:ext uri="{FF2B5EF4-FFF2-40B4-BE49-F238E27FC236}">
                      <a16:creationId xmlns:a16="http://schemas.microsoft.com/office/drawing/2014/main" id="{C9CEC224-BB00-6B69-1750-EA3DF2C3F7C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993597" y="8701126"/>
                  <a:ext cx="371520" cy="32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06" name="잉크 105">
                <a:extLst>
                  <a:ext uri="{FF2B5EF4-FFF2-40B4-BE49-F238E27FC236}">
                    <a16:creationId xmlns:a16="http://schemas.microsoft.com/office/drawing/2014/main" id="{5FABD0A7-B71D-3D3D-0722-A04C31EFC9CD}"/>
                  </a:ext>
                </a:extLst>
              </p14:cNvPr>
              <p14:cNvContentPartPr/>
              <p14:nvPr/>
            </p14:nvContentPartPr>
            <p14:xfrm>
              <a:off x="4231717" y="7815526"/>
              <a:ext cx="925560" cy="2412000"/>
            </p14:xfrm>
          </p:contentPart>
        </mc:Choice>
        <mc:Fallback>
          <p:pic>
            <p:nvPicPr>
              <p:cNvPr id="106" name="잉크 105">
                <a:extLst>
                  <a:ext uri="{FF2B5EF4-FFF2-40B4-BE49-F238E27FC236}">
                    <a16:creationId xmlns:a16="http://schemas.microsoft.com/office/drawing/2014/main" id="{5FABD0A7-B71D-3D3D-0722-A04C31EFC9CD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223077" y="7806526"/>
                <a:ext cx="943200" cy="2429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38F5A9AD-2DB8-98FD-0452-477B45724AB7}"/>
              </a:ext>
            </a:extLst>
          </p:cNvPr>
          <p:cNvGrpSpPr/>
          <p:nvPr/>
        </p:nvGrpSpPr>
        <p:grpSpPr>
          <a:xfrm>
            <a:off x="3458077" y="7901206"/>
            <a:ext cx="271440" cy="253080"/>
            <a:chOff x="3458077" y="7901206"/>
            <a:chExt cx="271440" cy="25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7" name="잉크 106">
                  <a:extLst>
                    <a:ext uri="{FF2B5EF4-FFF2-40B4-BE49-F238E27FC236}">
                      <a16:creationId xmlns:a16="http://schemas.microsoft.com/office/drawing/2014/main" id="{6C7BE39D-9FBD-5760-3F87-5B60724B723B}"/>
                    </a:ext>
                  </a:extLst>
                </p14:cNvPr>
                <p14:cNvContentPartPr/>
                <p14:nvPr/>
              </p14:nvContentPartPr>
              <p14:xfrm>
                <a:off x="3519997" y="8041966"/>
                <a:ext cx="114480" cy="112320"/>
              </p14:xfrm>
            </p:contentPart>
          </mc:Choice>
          <mc:Fallback>
            <p:pic>
              <p:nvPicPr>
                <p:cNvPr id="107" name="잉크 106">
                  <a:extLst>
                    <a:ext uri="{FF2B5EF4-FFF2-40B4-BE49-F238E27FC236}">
                      <a16:creationId xmlns:a16="http://schemas.microsoft.com/office/drawing/2014/main" id="{6C7BE39D-9FBD-5760-3F87-5B60724B723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510997" y="8032966"/>
                  <a:ext cx="13212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8" name="잉크 107">
                  <a:extLst>
                    <a:ext uri="{FF2B5EF4-FFF2-40B4-BE49-F238E27FC236}">
                      <a16:creationId xmlns:a16="http://schemas.microsoft.com/office/drawing/2014/main" id="{E1A17D5F-E1C7-4386-03B8-E2BBFD683892}"/>
                    </a:ext>
                  </a:extLst>
                </p14:cNvPr>
                <p14:cNvContentPartPr/>
                <p14:nvPr/>
              </p14:nvContentPartPr>
              <p14:xfrm>
                <a:off x="3458077" y="7901206"/>
                <a:ext cx="246240" cy="194760"/>
              </p14:xfrm>
            </p:contentPart>
          </mc:Choice>
          <mc:Fallback>
            <p:pic>
              <p:nvPicPr>
                <p:cNvPr id="108" name="잉크 107">
                  <a:extLst>
                    <a:ext uri="{FF2B5EF4-FFF2-40B4-BE49-F238E27FC236}">
                      <a16:creationId xmlns:a16="http://schemas.microsoft.com/office/drawing/2014/main" id="{E1A17D5F-E1C7-4386-03B8-E2BBFD68389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449437" y="7892206"/>
                  <a:ext cx="26388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10" name="잉크 109">
                  <a:extLst>
                    <a:ext uri="{FF2B5EF4-FFF2-40B4-BE49-F238E27FC236}">
                      <a16:creationId xmlns:a16="http://schemas.microsoft.com/office/drawing/2014/main" id="{9E036413-E581-B80D-9685-99353CA3E0F5}"/>
                    </a:ext>
                  </a:extLst>
                </p14:cNvPr>
                <p14:cNvContentPartPr/>
                <p14:nvPr/>
              </p14:nvContentPartPr>
              <p14:xfrm>
                <a:off x="3610357" y="7923886"/>
                <a:ext cx="119160" cy="141840"/>
              </p14:xfrm>
            </p:contentPart>
          </mc:Choice>
          <mc:Fallback>
            <p:pic>
              <p:nvPicPr>
                <p:cNvPr id="110" name="잉크 109">
                  <a:extLst>
                    <a:ext uri="{FF2B5EF4-FFF2-40B4-BE49-F238E27FC236}">
                      <a16:creationId xmlns:a16="http://schemas.microsoft.com/office/drawing/2014/main" id="{9E036413-E581-B80D-9685-99353CA3E0F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601717" y="7914886"/>
                  <a:ext cx="1368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11" name="잉크 110">
                  <a:extLst>
                    <a:ext uri="{FF2B5EF4-FFF2-40B4-BE49-F238E27FC236}">
                      <a16:creationId xmlns:a16="http://schemas.microsoft.com/office/drawing/2014/main" id="{7285CAF3-2363-3D0C-7C6E-2EF262E08D57}"/>
                    </a:ext>
                  </a:extLst>
                </p14:cNvPr>
                <p14:cNvContentPartPr/>
                <p14:nvPr/>
              </p14:nvContentPartPr>
              <p14:xfrm>
                <a:off x="3598837" y="7971406"/>
                <a:ext cx="129600" cy="165960"/>
              </p14:xfrm>
            </p:contentPart>
          </mc:Choice>
          <mc:Fallback>
            <p:pic>
              <p:nvPicPr>
                <p:cNvPr id="111" name="잉크 110">
                  <a:extLst>
                    <a:ext uri="{FF2B5EF4-FFF2-40B4-BE49-F238E27FC236}">
                      <a16:creationId xmlns:a16="http://schemas.microsoft.com/office/drawing/2014/main" id="{7285CAF3-2363-3D0C-7C6E-2EF262E08D5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589837" y="7962766"/>
                  <a:ext cx="147240" cy="183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19" name="잉크 118">
                <a:extLst>
                  <a:ext uri="{FF2B5EF4-FFF2-40B4-BE49-F238E27FC236}">
                    <a16:creationId xmlns:a16="http://schemas.microsoft.com/office/drawing/2014/main" id="{CF2AEE83-564F-CD4E-5E70-212664629719}"/>
                  </a:ext>
                </a:extLst>
              </p14:cNvPr>
              <p14:cNvContentPartPr/>
              <p14:nvPr/>
            </p14:nvContentPartPr>
            <p14:xfrm>
              <a:off x="5474437" y="8155006"/>
              <a:ext cx="1446120" cy="450360"/>
            </p14:xfrm>
          </p:contentPart>
        </mc:Choice>
        <mc:Fallback>
          <p:pic>
            <p:nvPicPr>
              <p:cNvPr id="119" name="잉크 118">
                <a:extLst>
                  <a:ext uri="{FF2B5EF4-FFF2-40B4-BE49-F238E27FC236}">
                    <a16:creationId xmlns:a16="http://schemas.microsoft.com/office/drawing/2014/main" id="{CF2AEE83-564F-CD4E-5E70-212664629719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465797" y="8146366"/>
                <a:ext cx="1463760" cy="46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20" name="잉크 119">
                <a:extLst>
                  <a:ext uri="{FF2B5EF4-FFF2-40B4-BE49-F238E27FC236}">
                    <a16:creationId xmlns:a16="http://schemas.microsoft.com/office/drawing/2014/main" id="{FCF19B49-0E1F-58E7-B4BA-C1CD96524DFB}"/>
                  </a:ext>
                </a:extLst>
              </p14:cNvPr>
              <p14:cNvContentPartPr/>
              <p14:nvPr/>
            </p14:nvContentPartPr>
            <p14:xfrm>
              <a:off x="4008877" y="6997246"/>
              <a:ext cx="424800" cy="509760"/>
            </p14:xfrm>
          </p:contentPart>
        </mc:Choice>
        <mc:Fallback>
          <p:pic>
            <p:nvPicPr>
              <p:cNvPr id="120" name="잉크 119">
                <a:extLst>
                  <a:ext uri="{FF2B5EF4-FFF2-40B4-BE49-F238E27FC236}">
                    <a16:creationId xmlns:a16="http://schemas.microsoft.com/office/drawing/2014/main" id="{FCF19B49-0E1F-58E7-B4BA-C1CD96524DFB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3999877" y="6988246"/>
                <a:ext cx="442440" cy="52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25" name="그룹 124">
            <a:extLst>
              <a:ext uri="{FF2B5EF4-FFF2-40B4-BE49-F238E27FC236}">
                <a16:creationId xmlns:a16="http://schemas.microsoft.com/office/drawing/2014/main" id="{4A146464-BDB3-273E-3B07-7EF493D14E9D}"/>
              </a:ext>
            </a:extLst>
          </p:cNvPr>
          <p:cNvGrpSpPr/>
          <p:nvPr/>
        </p:nvGrpSpPr>
        <p:grpSpPr>
          <a:xfrm>
            <a:off x="3609277" y="6060526"/>
            <a:ext cx="153360" cy="343080"/>
            <a:chOff x="3609277" y="6060526"/>
            <a:chExt cx="153360" cy="34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21" name="잉크 120">
                  <a:extLst>
                    <a:ext uri="{FF2B5EF4-FFF2-40B4-BE49-F238E27FC236}">
                      <a16:creationId xmlns:a16="http://schemas.microsoft.com/office/drawing/2014/main" id="{5545F8A1-E08D-D4E4-F970-B7F633C713BE}"/>
                    </a:ext>
                  </a:extLst>
                </p14:cNvPr>
                <p14:cNvContentPartPr/>
                <p14:nvPr/>
              </p14:nvContentPartPr>
              <p14:xfrm>
                <a:off x="3609277" y="6060526"/>
                <a:ext cx="37080" cy="311400"/>
              </p14:xfrm>
            </p:contentPart>
          </mc:Choice>
          <mc:Fallback>
            <p:pic>
              <p:nvPicPr>
                <p:cNvPr id="121" name="잉크 120">
                  <a:extLst>
                    <a:ext uri="{FF2B5EF4-FFF2-40B4-BE49-F238E27FC236}">
                      <a16:creationId xmlns:a16="http://schemas.microsoft.com/office/drawing/2014/main" id="{5545F8A1-E08D-D4E4-F970-B7F633C713B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600277" y="6051886"/>
                  <a:ext cx="5472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22" name="잉크 121">
                  <a:extLst>
                    <a:ext uri="{FF2B5EF4-FFF2-40B4-BE49-F238E27FC236}">
                      <a16:creationId xmlns:a16="http://schemas.microsoft.com/office/drawing/2014/main" id="{E70EC819-B052-295E-FEF2-D5E399263B00}"/>
                    </a:ext>
                  </a:extLst>
                </p14:cNvPr>
                <p14:cNvContentPartPr/>
                <p14:nvPr/>
              </p14:nvContentPartPr>
              <p14:xfrm>
                <a:off x="3610357" y="6318646"/>
                <a:ext cx="152280" cy="84960"/>
              </p14:xfrm>
            </p:contentPart>
          </mc:Choice>
          <mc:Fallback>
            <p:pic>
              <p:nvPicPr>
                <p:cNvPr id="122" name="잉크 121">
                  <a:extLst>
                    <a:ext uri="{FF2B5EF4-FFF2-40B4-BE49-F238E27FC236}">
                      <a16:creationId xmlns:a16="http://schemas.microsoft.com/office/drawing/2014/main" id="{E70EC819-B052-295E-FEF2-D5E399263B0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601717" y="6309646"/>
                  <a:ext cx="16992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B6C4F788-CAC6-3932-6D93-EC1E2AC7120F}"/>
              </a:ext>
            </a:extLst>
          </p:cNvPr>
          <p:cNvGrpSpPr/>
          <p:nvPr/>
        </p:nvGrpSpPr>
        <p:grpSpPr>
          <a:xfrm>
            <a:off x="1011157" y="7092286"/>
            <a:ext cx="2529720" cy="591480"/>
            <a:chOff x="1011157" y="7092286"/>
            <a:chExt cx="2529720" cy="59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77" name="잉크 76">
                  <a:extLst>
                    <a:ext uri="{FF2B5EF4-FFF2-40B4-BE49-F238E27FC236}">
                      <a16:creationId xmlns:a16="http://schemas.microsoft.com/office/drawing/2014/main" id="{E9E9CBAE-080E-AD63-85FE-5C749F5FED64}"/>
                    </a:ext>
                  </a:extLst>
                </p14:cNvPr>
                <p14:cNvContentPartPr/>
                <p14:nvPr/>
              </p14:nvContentPartPr>
              <p14:xfrm>
                <a:off x="2930677" y="7521046"/>
                <a:ext cx="610200" cy="17640"/>
              </p14:xfrm>
            </p:contentPart>
          </mc:Choice>
          <mc:Fallback>
            <p:pic>
              <p:nvPicPr>
                <p:cNvPr id="77" name="잉크 76">
                  <a:extLst>
                    <a:ext uri="{FF2B5EF4-FFF2-40B4-BE49-F238E27FC236}">
                      <a16:creationId xmlns:a16="http://schemas.microsoft.com/office/drawing/2014/main" id="{E9E9CBAE-080E-AD63-85FE-5C749F5FED6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921677" y="7512046"/>
                  <a:ext cx="6278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78" name="잉크 77">
                  <a:extLst>
                    <a:ext uri="{FF2B5EF4-FFF2-40B4-BE49-F238E27FC236}">
                      <a16:creationId xmlns:a16="http://schemas.microsoft.com/office/drawing/2014/main" id="{6FD5D661-EC35-F39B-B8BC-BD252B683803}"/>
                    </a:ext>
                  </a:extLst>
                </p14:cNvPr>
                <p14:cNvContentPartPr/>
                <p14:nvPr/>
              </p14:nvContentPartPr>
              <p14:xfrm>
                <a:off x="2356117" y="7505206"/>
                <a:ext cx="501840" cy="9720"/>
              </p14:xfrm>
            </p:contentPart>
          </mc:Choice>
          <mc:Fallback>
            <p:pic>
              <p:nvPicPr>
                <p:cNvPr id="78" name="잉크 77">
                  <a:extLst>
                    <a:ext uri="{FF2B5EF4-FFF2-40B4-BE49-F238E27FC236}">
                      <a16:creationId xmlns:a16="http://schemas.microsoft.com/office/drawing/2014/main" id="{6FD5D661-EC35-F39B-B8BC-BD252B68380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347477" y="7496206"/>
                  <a:ext cx="5194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79" name="잉크 78">
                  <a:extLst>
                    <a:ext uri="{FF2B5EF4-FFF2-40B4-BE49-F238E27FC236}">
                      <a16:creationId xmlns:a16="http://schemas.microsoft.com/office/drawing/2014/main" id="{D9B5EB8A-E499-3BDB-9EA6-1B3482328402}"/>
                    </a:ext>
                  </a:extLst>
                </p14:cNvPr>
                <p14:cNvContentPartPr/>
                <p14:nvPr/>
              </p14:nvContentPartPr>
              <p14:xfrm>
                <a:off x="1011157" y="7244566"/>
                <a:ext cx="131760" cy="179280"/>
              </p14:xfrm>
            </p:contentPart>
          </mc:Choice>
          <mc:Fallback>
            <p:pic>
              <p:nvPicPr>
                <p:cNvPr id="79" name="잉크 78">
                  <a:extLst>
                    <a:ext uri="{FF2B5EF4-FFF2-40B4-BE49-F238E27FC236}">
                      <a16:creationId xmlns:a16="http://schemas.microsoft.com/office/drawing/2014/main" id="{D9B5EB8A-E499-3BDB-9EA6-1B348232840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02157" y="7235926"/>
                  <a:ext cx="14940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80" name="잉크 79">
                  <a:extLst>
                    <a:ext uri="{FF2B5EF4-FFF2-40B4-BE49-F238E27FC236}">
                      <a16:creationId xmlns:a16="http://schemas.microsoft.com/office/drawing/2014/main" id="{294DDE3B-6D26-CB0C-FF81-775178A461A5}"/>
                    </a:ext>
                  </a:extLst>
                </p14:cNvPr>
                <p14:cNvContentPartPr/>
                <p14:nvPr/>
              </p14:nvContentPartPr>
              <p14:xfrm>
                <a:off x="1043197" y="7279846"/>
                <a:ext cx="72360" cy="62640"/>
              </p14:xfrm>
            </p:contentPart>
          </mc:Choice>
          <mc:Fallback>
            <p:pic>
              <p:nvPicPr>
                <p:cNvPr id="80" name="잉크 79">
                  <a:extLst>
                    <a:ext uri="{FF2B5EF4-FFF2-40B4-BE49-F238E27FC236}">
                      <a16:creationId xmlns:a16="http://schemas.microsoft.com/office/drawing/2014/main" id="{294DDE3B-6D26-CB0C-FF81-775178A461A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34197" y="7271206"/>
                  <a:ext cx="900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81" name="잉크 80">
                  <a:extLst>
                    <a:ext uri="{FF2B5EF4-FFF2-40B4-BE49-F238E27FC236}">
                      <a16:creationId xmlns:a16="http://schemas.microsoft.com/office/drawing/2014/main" id="{C93E95A8-484B-0367-06D4-515ABD21945A}"/>
                    </a:ext>
                  </a:extLst>
                </p14:cNvPr>
                <p14:cNvContentPartPr/>
                <p14:nvPr/>
              </p14:nvContentPartPr>
              <p14:xfrm>
                <a:off x="1110517" y="7271566"/>
                <a:ext cx="107640" cy="117360"/>
              </p14:xfrm>
            </p:contentPart>
          </mc:Choice>
          <mc:Fallback>
            <p:pic>
              <p:nvPicPr>
                <p:cNvPr id="81" name="잉크 80">
                  <a:extLst>
                    <a:ext uri="{FF2B5EF4-FFF2-40B4-BE49-F238E27FC236}">
                      <a16:creationId xmlns:a16="http://schemas.microsoft.com/office/drawing/2014/main" id="{C93E95A8-484B-0367-06D4-515ABD21945A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01877" y="7262926"/>
                  <a:ext cx="1252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82" name="잉크 81">
                  <a:extLst>
                    <a:ext uri="{FF2B5EF4-FFF2-40B4-BE49-F238E27FC236}">
                      <a16:creationId xmlns:a16="http://schemas.microsoft.com/office/drawing/2014/main" id="{3F1D509F-AFF9-22BA-FEF2-BD67B5AF6A61}"/>
                    </a:ext>
                  </a:extLst>
                </p14:cNvPr>
                <p14:cNvContentPartPr/>
                <p14:nvPr/>
              </p14:nvContentPartPr>
              <p14:xfrm>
                <a:off x="1312837" y="7257886"/>
                <a:ext cx="172080" cy="71640"/>
              </p14:xfrm>
            </p:contentPart>
          </mc:Choice>
          <mc:Fallback>
            <p:pic>
              <p:nvPicPr>
                <p:cNvPr id="82" name="잉크 81">
                  <a:extLst>
                    <a:ext uri="{FF2B5EF4-FFF2-40B4-BE49-F238E27FC236}">
                      <a16:creationId xmlns:a16="http://schemas.microsoft.com/office/drawing/2014/main" id="{3F1D509F-AFF9-22BA-FEF2-BD67B5AF6A6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303837" y="7248886"/>
                  <a:ext cx="1897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83" name="잉크 82">
                  <a:extLst>
                    <a:ext uri="{FF2B5EF4-FFF2-40B4-BE49-F238E27FC236}">
                      <a16:creationId xmlns:a16="http://schemas.microsoft.com/office/drawing/2014/main" id="{C428E6B1-0392-22CE-9E31-7AF9E3BE0318}"/>
                    </a:ext>
                  </a:extLst>
                </p14:cNvPr>
                <p14:cNvContentPartPr/>
                <p14:nvPr/>
              </p14:nvContentPartPr>
              <p14:xfrm>
                <a:off x="1528477" y="7291726"/>
                <a:ext cx="38880" cy="33120"/>
              </p14:xfrm>
            </p:contentPart>
          </mc:Choice>
          <mc:Fallback>
            <p:pic>
              <p:nvPicPr>
                <p:cNvPr id="83" name="잉크 82">
                  <a:extLst>
                    <a:ext uri="{FF2B5EF4-FFF2-40B4-BE49-F238E27FC236}">
                      <a16:creationId xmlns:a16="http://schemas.microsoft.com/office/drawing/2014/main" id="{C428E6B1-0392-22CE-9E31-7AF9E3BE031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519477" y="7282726"/>
                  <a:ext cx="565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84" name="잉크 83">
                  <a:extLst>
                    <a:ext uri="{FF2B5EF4-FFF2-40B4-BE49-F238E27FC236}">
                      <a16:creationId xmlns:a16="http://schemas.microsoft.com/office/drawing/2014/main" id="{EACA17E7-CF32-E29F-760E-71AE900E5FC1}"/>
                    </a:ext>
                  </a:extLst>
                </p14:cNvPr>
                <p14:cNvContentPartPr/>
                <p14:nvPr/>
              </p14:nvContentPartPr>
              <p14:xfrm>
                <a:off x="1570597" y="7092286"/>
                <a:ext cx="31680" cy="187200"/>
              </p14:xfrm>
            </p:contentPart>
          </mc:Choice>
          <mc:Fallback>
            <p:pic>
              <p:nvPicPr>
                <p:cNvPr id="84" name="잉크 83">
                  <a:extLst>
                    <a:ext uri="{FF2B5EF4-FFF2-40B4-BE49-F238E27FC236}">
                      <a16:creationId xmlns:a16="http://schemas.microsoft.com/office/drawing/2014/main" id="{EACA17E7-CF32-E29F-760E-71AE900E5FC1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561957" y="7083286"/>
                  <a:ext cx="493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85" name="잉크 84">
                  <a:extLst>
                    <a:ext uri="{FF2B5EF4-FFF2-40B4-BE49-F238E27FC236}">
                      <a16:creationId xmlns:a16="http://schemas.microsoft.com/office/drawing/2014/main" id="{53B15E6A-56DD-F8B2-A10C-74D149210327}"/>
                    </a:ext>
                  </a:extLst>
                </p14:cNvPr>
                <p14:cNvContentPartPr/>
                <p14:nvPr/>
              </p14:nvContentPartPr>
              <p14:xfrm>
                <a:off x="1613077" y="7234126"/>
                <a:ext cx="116640" cy="155520"/>
              </p14:xfrm>
            </p:contentPart>
          </mc:Choice>
          <mc:Fallback>
            <p:pic>
              <p:nvPicPr>
                <p:cNvPr id="85" name="잉크 84">
                  <a:extLst>
                    <a:ext uri="{FF2B5EF4-FFF2-40B4-BE49-F238E27FC236}">
                      <a16:creationId xmlns:a16="http://schemas.microsoft.com/office/drawing/2014/main" id="{53B15E6A-56DD-F8B2-A10C-74D14921032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604077" y="7225126"/>
                  <a:ext cx="13428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86" name="잉크 85">
                  <a:extLst>
                    <a:ext uri="{FF2B5EF4-FFF2-40B4-BE49-F238E27FC236}">
                      <a16:creationId xmlns:a16="http://schemas.microsoft.com/office/drawing/2014/main" id="{AFACDDCA-D948-2C65-93E1-BE67FC1AFAEF}"/>
                    </a:ext>
                  </a:extLst>
                </p14:cNvPr>
                <p14:cNvContentPartPr/>
                <p14:nvPr/>
              </p14:nvContentPartPr>
              <p14:xfrm>
                <a:off x="1712077" y="7315126"/>
                <a:ext cx="114120" cy="180360"/>
              </p14:xfrm>
            </p:contentPart>
          </mc:Choice>
          <mc:Fallback>
            <p:pic>
              <p:nvPicPr>
                <p:cNvPr id="86" name="잉크 85">
                  <a:extLst>
                    <a:ext uri="{FF2B5EF4-FFF2-40B4-BE49-F238E27FC236}">
                      <a16:creationId xmlns:a16="http://schemas.microsoft.com/office/drawing/2014/main" id="{AFACDDCA-D948-2C65-93E1-BE67FC1AFAE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703077" y="7306126"/>
                  <a:ext cx="1317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87" name="잉크 86">
                  <a:extLst>
                    <a:ext uri="{FF2B5EF4-FFF2-40B4-BE49-F238E27FC236}">
                      <a16:creationId xmlns:a16="http://schemas.microsoft.com/office/drawing/2014/main" id="{FF3B3AD2-F946-5398-B18E-3686C0C24B86}"/>
                    </a:ext>
                  </a:extLst>
                </p14:cNvPr>
                <p14:cNvContentPartPr/>
                <p14:nvPr/>
              </p14:nvContentPartPr>
              <p14:xfrm>
                <a:off x="1908997" y="7279846"/>
                <a:ext cx="202680" cy="296640"/>
              </p14:xfrm>
            </p:contentPart>
          </mc:Choice>
          <mc:Fallback>
            <p:pic>
              <p:nvPicPr>
                <p:cNvPr id="87" name="잉크 86">
                  <a:extLst>
                    <a:ext uri="{FF2B5EF4-FFF2-40B4-BE49-F238E27FC236}">
                      <a16:creationId xmlns:a16="http://schemas.microsoft.com/office/drawing/2014/main" id="{FF3B3AD2-F946-5398-B18E-3686C0C24B8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900357" y="7271206"/>
                  <a:ext cx="22032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88" name="잉크 87">
                  <a:extLst>
                    <a:ext uri="{FF2B5EF4-FFF2-40B4-BE49-F238E27FC236}">
                      <a16:creationId xmlns:a16="http://schemas.microsoft.com/office/drawing/2014/main" id="{175C4CC9-EFCB-644B-68D0-5F948CDF912A}"/>
                    </a:ext>
                  </a:extLst>
                </p14:cNvPr>
                <p14:cNvContentPartPr/>
                <p14:nvPr/>
              </p14:nvContentPartPr>
              <p14:xfrm>
                <a:off x="2098357" y="7337806"/>
                <a:ext cx="132840" cy="115920"/>
              </p14:xfrm>
            </p:contentPart>
          </mc:Choice>
          <mc:Fallback>
            <p:pic>
              <p:nvPicPr>
                <p:cNvPr id="88" name="잉크 87">
                  <a:extLst>
                    <a:ext uri="{FF2B5EF4-FFF2-40B4-BE49-F238E27FC236}">
                      <a16:creationId xmlns:a16="http://schemas.microsoft.com/office/drawing/2014/main" id="{175C4CC9-EFCB-644B-68D0-5F948CDF912A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089357" y="7329166"/>
                  <a:ext cx="1504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89" name="잉크 88">
                  <a:extLst>
                    <a:ext uri="{FF2B5EF4-FFF2-40B4-BE49-F238E27FC236}">
                      <a16:creationId xmlns:a16="http://schemas.microsoft.com/office/drawing/2014/main" id="{9543FDCC-5D5D-FDEF-34A1-F930A16836E1}"/>
                    </a:ext>
                  </a:extLst>
                </p14:cNvPr>
                <p14:cNvContentPartPr/>
                <p14:nvPr/>
              </p14:nvContentPartPr>
              <p14:xfrm>
                <a:off x="1969477" y="7279486"/>
                <a:ext cx="179280" cy="71280"/>
              </p14:xfrm>
            </p:contentPart>
          </mc:Choice>
          <mc:Fallback>
            <p:pic>
              <p:nvPicPr>
                <p:cNvPr id="89" name="잉크 88">
                  <a:extLst>
                    <a:ext uri="{FF2B5EF4-FFF2-40B4-BE49-F238E27FC236}">
                      <a16:creationId xmlns:a16="http://schemas.microsoft.com/office/drawing/2014/main" id="{9543FDCC-5D5D-FDEF-34A1-F930A16836E1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960477" y="7270486"/>
                  <a:ext cx="1969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3" name="잉크 122">
                  <a:extLst>
                    <a:ext uri="{FF2B5EF4-FFF2-40B4-BE49-F238E27FC236}">
                      <a16:creationId xmlns:a16="http://schemas.microsoft.com/office/drawing/2014/main" id="{10198DFA-F0C3-7D9C-365D-7AEE51E08C9E}"/>
                    </a:ext>
                  </a:extLst>
                </p14:cNvPr>
                <p14:cNvContentPartPr/>
                <p14:nvPr/>
              </p14:nvContentPartPr>
              <p14:xfrm>
                <a:off x="1055077" y="7502686"/>
                <a:ext cx="1544040" cy="181080"/>
              </p14:xfrm>
            </p:contentPart>
          </mc:Choice>
          <mc:Fallback>
            <p:pic>
              <p:nvPicPr>
                <p:cNvPr id="123" name="잉크 122">
                  <a:extLst>
                    <a:ext uri="{FF2B5EF4-FFF2-40B4-BE49-F238E27FC236}">
                      <a16:creationId xmlns:a16="http://schemas.microsoft.com/office/drawing/2014/main" id="{10198DFA-F0C3-7D9C-365D-7AEE51E08C9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46077" y="7494046"/>
                  <a:ext cx="1561680" cy="19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0B282076-20B0-6D9D-AD73-C8F158AA4529}"/>
              </a:ext>
            </a:extLst>
          </p:cNvPr>
          <p:cNvGrpSpPr/>
          <p:nvPr/>
        </p:nvGrpSpPr>
        <p:grpSpPr>
          <a:xfrm>
            <a:off x="4443037" y="7104166"/>
            <a:ext cx="484200" cy="172800"/>
            <a:chOff x="4443037" y="7104166"/>
            <a:chExt cx="484200" cy="17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6" name="잉크 125">
                  <a:extLst>
                    <a:ext uri="{FF2B5EF4-FFF2-40B4-BE49-F238E27FC236}">
                      <a16:creationId xmlns:a16="http://schemas.microsoft.com/office/drawing/2014/main" id="{69D3BE0D-6208-4081-B569-7B905818C7E9}"/>
                    </a:ext>
                  </a:extLst>
                </p14:cNvPr>
                <p14:cNvContentPartPr/>
                <p14:nvPr/>
              </p14:nvContentPartPr>
              <p14:xfrm>
                <a:off x="4443037" y="7186246"/>
                <a:ext cx="429120" cy="360"/>
              </p14:xfrm>
            </p:contentPart>
          </mc:Choice>
          <mc:Fallback>
            <p:pic>
              <p:nvPicPr>
                <p:cNvPr id="126" name="잉크 125">
                  <a:extLst>
                    <a:ext uri="{FF2B5EF4-FFF2-40B4-BE49-F238E27FC236}">
                      <a16:creationId xmlns:a16="http://schemas.microsoft.com/office/drawing/2014/main" id="{69D3BE0D-6208-4081-B569-7B905818C7E9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434037" y="7177246"/>
                  <a:ext cx="446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7" name="잉크 126">
                  <a:extLst>
                    <a:ext uri="{FF2B5EF4-FFF2-40B4-BE49-F238E27FC236}">
                      <a16:creationId xmlns:a16="http://schemas.microsoft.com/office/drawing/2014/main" id="{5C30338F-1971-8E3D-8241-960850F9EB32}"/>
                    </a:ext>
                  </a:extLst>
                </p14:cNvPr>
                <p14:cNvContentPartPr/>
                <p14:nvPr/>
              </p14:nvContentPartPr>
              <p14:xfrm>
                <a:off x="4577317" y="7104166"/>
                <a:ext cx="349920" cy="172800"/>
              </p14:xfrm>
            </p:contentPart>
          </mc:Choice>
          <mc:Fallback>
            <p:pic>
              <p:nvPicPr>
                <p:cNvPr id="127" name="잉크 126">
                  <a:extLst>
                    <a:ext uri="{FF2B5EF4-FFF2-40B4-BE49-F238E27FC236}">
                      <a16:creationId xmlns:a16="http://schemas.microsoft.com/office/drawing/2014/main" id="{5C30338F-1971-8E3D-8241-960850F9EB3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568677" y="7095166"/>
                  <a:ext cx="367560" cy="190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13" name="잉크 112">
                <a:extLst>
                  <a:ext uri="{FF2B5EF4-FFF2-40B4-BE49-F238E27FC236}">
                    <a16:creationId xmlns:a16="http://schemas.microsoft.com/office/drawing/2014/main" id="{97B7B99A-2BAB-9674-A9CE-84C4EEEAF641}"/>
                  </a:ext>
                </a:extLst>
              </p14:cNvPr>
              <p14:cNvContentPartPr/>
              <p14:nvPr/>
            </p14:nvContentPartPr>
            <p14:xfrm>
              <a:off x="4535557" y="8424646"/>
              <a:ext cx="147240" cy="163440"/>
            </p14:xfrm>
          </p:contentPart>
        </mc:Choice>
        <mc:Fallback>
          <p:pic>
            <p:nvPicPr>
              <p:cNvPr id="113" name="잉크 112">
                <a:extLst>
                  <a:ext uri="{FF2B5EF4-FFF2-40B4-BE49-F238E27FC236}">
                    <a16:creationId xmlns:a16="http://schemas.microsoft.com/office/drawing/2014/main" id="{97B7B99A-2BAB-9674-A9CE-84C4EEEAF641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4526917" y="8416006"/>
                <a:ext cx="16488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14" name="잉크 113">
                <a:extLst>
                  <a:ext uri="{FF2B5EF4-FFF2-40B4-BE49-F238E27FC236}">
                    <a16:creationId xmlns:a16="http://schemas.microsoft.com/office/drawing/2014/main" id="{9C85F8E2-54E2-DB29-A50B-B3406C983434}"/>
                  </a:ext>
                </a:extLst>
              </p14:cNvPr>
              <p14:cNvContentPartPr/>
              <p14:nvPr/>
            </p14:nvContentPartPr>
            <p14:xfrm>
              <a:off x="4700797" y="8353726"/>
              <a:ext cx="153000" cy="134280"/>
            </p14:xfrm>
          </p:contentPart>
        </mc:Choice>
        <mc:Fallback>
          <p:pic>
            <p:nvPicPr>
              <p:cNvPr id="114" name="잉크 113">
                <a:extLst>
                  <a:ext uri="{FF2B5EF4-FFF2-40B4-BE49-F238E27FC236}">
                    <a16:creationId xmlns:a16="http://schemas.microsoft.com/office/drawing/2014/main" id="{9C85F8E2-54E2-DB29-A50B-B3406C983434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691797" y="8345086"/>
                <a:ext cx="17064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15" name="잉크 114">
                <a:extLst>
                  <a:ext uri="{FF2B5EF4-FFF2-40B4-BE49-F238E27FC236}">
                    <a16:creationId xmlns:a16="http://schemas.microsoft.com/office/drawing/2014/main" id="{134F9362-03CC-2092-4BC6-EC4C87B16BDB}"/>
                  </a:ext>
                </a:extLst>
              </p14:cNvPr>
              <p14:cNvContentPartPr/>
              <p14:nvPr/>
            </p14:nvContentPartPr>
            <p14:xfrm>
              <a:off x="4864957" y="8323126"/>
              <a:ext cx="79920" cy="12600"/>
            </p14:xfrm>
          </p:contentPart>
        </mc:Choice>
        <mc:Fallback>
          <p:pic>
            <p:nvPicPr>
              <p:cNvPr id="115" name="잉크 114">
                <a:extLst>
                  <a:ext uri="{FF2B5EF4-FFF2-40B4-BE49-F238E27FC236}">
                    <a16:creationId xmlns:a16="http://schemas.microsoft.com/office/drawing/2014/main" id="{134F9362-03CC-2092-4BC6-EC4C87B16BDB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4855957" y="8314486"/>
                <a:ext cx="9756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16" name="잉크 115">
                <a:extLst>
                  <a:ext uri="{FF2B5EF4-FFF2-40B4-BE49-F238E27FC236}">
                    <a16:creationId xmlns:a16="http://schemas.microsoft.com/office/drawing/2014/main" id="{47599FC5-8856-A0A4-A81A-8410441604F9}"/>
                  </a:ext>
                </a:extLst>
              </p14:cNvPr>
              <p14:cNvContentPartPr/>
              <p14:nvPr/>
            </p14:nvContentPartPr>
            <p14:xfrm>
              <a:off x="4899157" y="8124046"/>
              <a:ext cx="128880" cy="389160"/>
            </p14:xfrm>
          </p:contentPart>
        </mc:Choice>
        <mc:Fallback>
          <p:pic>
            <p:nvPicPr>
              <p:cNvPr id="116" name="잉크 115">
                <a:extLst>
                  <a:ext uri="{FF2B5EF4-FFF2-40B4-BE49-F238E27FC236}">
                    <a16:creationId xmlns:a16="http://schemas.microsoft.com/office/drawing/2014/main" id="{47599FC5-8856-A0A4-A81A-8410441604F9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4890517" y="8115046"/>
                <a:ext cx="146520" cy="4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17" name="잉크 116">
                <a:extLst>
                  <a:ext uri="{FF2B5EF4-FFF2-40B4-BE49-F238E27FC236}">
                    <a16:creationId xmlns:a16="http://schemas.microsoft.com/office/drawing/2014/main" id="{33BB8028-567F-04BF-AC90-27455CB61439}"/>
                  </a:ext>
                </a:extLst>
              </p14:cNvPr>
              <p14:cNvContentPartPr/>
              <p14:nvPr/>
            </p14:nvContentPartPr>
            <p14:xfrm>
              <a:off x="5005717" y="8449126"/>
              <a:ext cx="121680" cy="73800"/>
            </p14:xfrm>
          </p:contentPart>
        </mc:Choice>
        <mc:Fallback>
          <p:pic>
            <p:nvPicPr>
              <p:cNvPr id="117" name="잉크 116">
                <a:extLst>
                  <a:ext uri="{FF2B5EF4-FFF2-40B4-BE49-F238E27FC236}">
                    <a16:creationId xmlns:a16="http://schemas.microsoft.com/office/drawing/2014/main" id="{33BB8028-567F-04BF-AC90-27455CB61439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4997077" y="8440486"/>
                <a:ext cx="13932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33" name="잉크 132">
                <a:extLst>
                  <a:ext uri="{FF2B5EF4-FFF2-40B4-BE49-F238E27FC236}">
                    <a16:creationId xmlns:a16="http://schemas.microsoft.com/office/drawing/2014/main" id="{BB90A6AF-F5CF-4C7C-D058-A8D8FBE2F2B1}"/>
                  </a:ext>
                </a:extLst>
              </p14:cNvPr>
              <p14:cNvContentPartPr/>
              <p14:nvPr/>
            </p14:nvContentPartPr>
            <p14:xfrm>
              <a:off x="5943157" y="8112166"/>
              <a:ext cx="187920" cy="360"/>
            </p14:xfrm>
          </p:contentPart>
        </mc:Choice>
        <mc:Fallback>
          <p:pic>
            <p:nvPicPr>
              <p:cNvPr id="133" name="잉크 132">
                <a:extLst>
                  <a:ext uri="{FF2B5EF4-FFF2-40B4-BE49-F238E27FC236}">
                    <a16:creationId xmlns:a16="http://schemas.microsoft.com/office/drawing/2014/main" id="{BB90A6AF-F5CF-4C7C-D058-A8D8FBE2F2B1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5934517" y="8103166"/>
                <a:ext cx="2055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29" name="잉크 128">
                <a:extLst>
                  <a:ext uri="{FF2B5EF4-FFF2-40B4-BE49-F238E27FC236}">
                    <a16:creationId xmlns:a16="http://schemas.microsoft.com/office/drawing/2014/main" id="{A279541E-CDAC-7E6C-79CD-FF6A911A588B}"/>
                  </a:ext>
                </a:extLst>
              </p14:cNvPr>
              <p14:cNvContentPartPr/>
              <p14:nvPr/>
            </p14:nvContentPartPr>
            <p14:xfrm>
              <a:off x="5448157" y="8171206"/>
              <a:ext cx="380880" cy="506520"/>
            </p14:xfrm>
          </p:contentPart>
        </mc:Choice>
        <mc:Fallback>
          <p:pic>
            <p:nvPicPr>
              <p:cNvPr id="129" name="잉크 128">
                <a:extLst>
                  <a:ext uri="{FF2B5EF4-FFF2-40B4-BE49-F238E27FC236}">
                    <a16:creationId xmlns:a16="http://schemas.microsoft.com/office/drawing/2014/main" id="{A279541E-CDAC-7E6C-79CD-FF6A911A588B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5439517" y="8162206"/>
                <a:ext cx="398520" cy="52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30" name="잉크 129">
                <a:extLst>
                  <a:ext uri="{FF2B5EF4-FFF2-40B4-BE49-F238E27FC236}">
                    <a16:creationId xmlns:a16="http://schemas.microsoft.com/office/drawing/2014/main" id="{7983D83F-D61B-60F9-3DE2-9A3BB63373F9}"/>
                  </a:ext>
                </a:extLst>
              </p14:cNvPr>
              <p14:cNvContentPartPr/>
              <p14:nvPr/>
            </p14:nvContentPartPr>
            <p14:xfrm>
              <a:off x="5615197" y="7986886"/>
              <a:ext cx="347400" cy="208080"/>
            </p14:xfrm>
          </p:contentPart>
        </mc:Choice>
        <mc:Fallback>
          <p:pic>
            <p:nvPicPr>
              <p:cNvPr id="130" name="잉크 129">
                <a:extLst>
                  <a:ext uri="{FF2B5EF4-FFF2-40B4-BE49-F238E27FC236}">
                    <a16:creationId xmlns:a16="http://schemas.microsoft.com/office/drawing/2014/main" id="{7983D83F-D61B-60F9-3DE2-9A3BB63373F9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5606197" y="7978246"/>
                <a:ext cx="36504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34" name="잉크 133">
                <a:extLst>
                  <a:ext uri="{FF2B5EF4-FFF2-40B4-BE49-F238E27FC236}">
                    <a16:creationId xmlns:a16="http://schemas.microsoft.com/office/drawing/2014/main" id="{BE530A45-785F-3FEB-0F4F-C7BB4203C365}"/>
                  </a:ext>
                </a:extLst>
              </p14:cNvPr>
              <p14:cNvContentPartPr/>
              <p14:nvPr/>
            </p14:nvContentPartPr>
            <p14:xfrm>
              <a:off x="6107677" y="7956286"/>
              <a:ext cx="786600" cy="181800"/>
            </p14:xfrm>
          </p:contentPart>
        </mc:Choice>
        <mc:Fallback>
          <p:pic>
            <p:nvPicPr>
              <p:cNvPr id="134" name="잉크 133">
                <a:extLst>
                  <a:ext uri="{FF2B5EF4-FFF2-40B4-BE49-F238E27FC236}">
                    <a16:creationId xmlns:a16="http://schemas.microsoft.com/office/drawing/2014/main" id="{BE530A45-785F-3FEB-0F4F-C7BB4203C365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6098677" y="7947286"/>
                <a:ext cx="804240" cy="19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그룹 149">
            <a:extLst>
              <a:ext uri="{FF2B5EF4-FFF2-40B4-BE49-F238E27FC236}">
                <a16:creationId xmlns:a16="http://schemas.microsoft.com/office/drawing/2014/main" id="{2F5F1E66-582F-77FD-6D99-C5FFD4EDC0D9}"/>
              </a:ext>
            </a:extLst>
          </p:cNvPr>
          <p:cNvGrpSpPr/>
          <p:nvPr/>
        </p:nvGrpSpPr>
        <p:grpSpPr>
          <a:xfrm>
            <a:off x="5697277" y="8569366"/>
            <a:ext cx="750600" cy="665640"/>
            <a:chOff x="5697277" y="8569366"/>
            <a:chExt cx="750600" cy="66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5" name="잉크 134">
                  <a:extLst>
                    <a:ext uri="{FF2B5EF4-FFF2-40B4-BE49-F238E27FC236}">
                      <a16:creationId xmlns:a16="http://schemas.microsoft.com/office/drawing/2014/main" id="{B0EE5258-5253-502B-4111-B0B96D064F3F}"/>
                    </a:ext>
                  </a:extLst>
                </p14:cNvPr>
                <p14:cNvContentPartPr/>
                <p14:nvPr/>
              </p14:nvContentPartPr>
              <p14:xfrm>
                <a:off x="5697277" y="8628046"/>
                <a:ext cx="360" cy="204480"/>
              </p14:xfrm>
            </p:contentPart>
          </mc:Choice>
          <mc:Fallback>
            <p:pic>
              <p:nvPicPr>
                <p:cNvPr id="135" name="잉크 134">
                  <a:extLst>
                    <a:ext uri="{FF2B5EF4-FFF2-40B4-BE49-F238E27FC236}">
                      <a16:creationId xmlns:a16="http://schemas.microsoft.com/office/drawing/2014/main" id="{B0EE5258-5253-502B-4111-B0B96D064F3F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688277" y="8619046"/>
                  <a:ext cx="180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6" name="잉크 135">
                  <a:extLst>
                    <a:ext uri="{FF2B5EF4-FFF2-40B4-BE49-F238E27FC236}">
                      <a16:creationId xmlns:a16="http://schemas.microsoft.com/office/drawing/2014/main" id="{D603B515-0D6F-07EC-091F-9A8C987C8579}"/>
                    </a:ext>
                  </a:extLst>
                </p14:cNvPr>
                <p14:cNvContentPartPr/>
                <p14:nvPr/>
              </p14:nvContentPartPr>
              <p14:xfrm>
                <a:off x="5744077" y="8685286"/>
                <a:ext cx="444240" cy="95400"/>
              </p14:xfrm>
            </p:contentPart>
          </mc:Choice>
          <mc:Fallback>
            <p:pic>
              <p:nvPicPr>
                <p:cNvPr id="136" name="잉크 135">
                  <a:extLst>
                    <a:ext uri="{FF2B5EF4-FFF2-40B4-BE49-F238E27FC236}">
                      <a16:creationId xmlns:a16="http://schemas.microsoft.com/office/drawing/2014/main" id="{D603B515-0D6F-07EC-091F-9A8C987C8579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5735437" y="8676646"/>
                  <a:ext cx="4618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7" name="잉크 136">
                  <a:extLst>
                    <a:ext uri="{FF2B5EF4-FFF2-40B4-BE49-F238E27FC236}">
                      <a16:creationId xmlns:a16="http://schemas.microsoft.com/office/drawing/2014/main" id="{3FE8151C-62D0-16A8-75D2-D30451921C5F}"/>
                    </a:ext>
                  </a:extLst>
                </p14:cNvPr>
                <p14:cNvContentPartPr/>
                <p14:nvPr/>
              </p14:nvContentPartPr>
              <p14:xfrm>
                <a:off x="6119197" y="8569366"/>
                <a:ext cx="360" cy="187560"/>
              </p14:xfrm>
            </p:contentPart>
          </mc:Choice>
          <mc:Fallback>
            <p:pic>
              <p:nvPicPr>
                <p:cNvPr id="137" name="잉크 136">
                  <a:extLst>
                    <a:ext uri="{FF2B5EF4-FFF2-40B4-BE49-F238E27FC236}">
                      <a16:creationId xmlns:a16="http://schemas.microsoft.com/office/drawing/2014/main" id="{3FE8151C-62D0-16A8-75D2-D30451921C5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110557" y="8560726"/>
                  <a:ext cx="180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8" name="잉크 137">
                  <a:extLst>
                    <a:ext uri="{FF2B5EF4-FFF2-40B4-BE49-F238E27FC236}">
                      <a16:creationId xmlns:a16="http://schemas.microsoft.com/office/drawing/2014/main" id="{50F34480-4C14-8B0D-50E2-BAE6A4962656}"/>
                    </a:ext>
                  </a:extLst>
                </p14:cNvPr>
                <p14:cNvContentPartPr/>
                <p14:nvPr/>
              </p14:nvContentPartPr>
              <p14:xfrm>
                <a:off x="5908237" y="8905246"/>
                <a:ext cx="54360" cy="97200"/>
              </p14:xfrm>
            </p:contentPart>
          </mc:Choice>
          <mc:Fallback>
            <p:pic>
              <p:nvPicPr>
                <p:cNvPr id="138" name="잉크 137">
                  <a:extLst>
                    <a:ext uri="{FF2B5EF4-FFF2-40B4-BE49-F238E27FC236}">
                      <a16:creationId xmlns:a16="http://schemas.microsoft.com/office/drawing/2014/main" id="{50F34480-4C14-8B0D-50E2-BAE6A4962656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899597" y="8896246"/>
                  <a:ext cx="720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9" name="잉크 138">
                  <a:extLst>
                    <a:ext uri="{FF2B5EF4-FFF2-40B4-BE49-F238E27FC236}">
                      <a16:creationId xmlns:a16="http://schemas.microsoft.com/office/drawing/2014/main" id="{35208D75-D902-48B7-94B2-DE26999FC7F2}"/>
                    </a:ext>
                  </a:extLst>
                </p14:cNvPr>
                <p14:cNvContentPartPr/>
                <p14:nvPr/>
              </p14:nvContentPartPr>
              <p14:xfrm>
                <a:off x="6013717" y="9029086"/>
                <a:ext cx="32040" cy="9720"/>
              </p14:xfrm>
            </p:contentPart>
          </mc:Choice>
          <mc:Fallback>
            <p:pic>
              <p:nvPicPr>
                <p:cNvPr id="139" name="잉크 138">
                  <a:extLst>
                    <a:ext uri="{FF2B5EF4-FFF2-40B4-BE49-F238E27FC236}">
                      <a16:creationId xmlns:a16="http://schemas.microsoft.com/office/drawing/2014/main" id="{35208D75-D902-48B7-94B2-DE26999FC7F2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005077" y="9020086"/>
                  <a:ext cx="496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0" name="잉크 139">
                  <a:extLst>
                    <a:ext uri="{FF2B5EF4-FFF2-40B4-BE49-F238E27FC236}">
                      <a16:creationId xmlns:a16="http://schemas.microsoft.com/office/drawing/2014/main" id="{08871913-0A3A-185C-F581-40E42037ED1F}"/>
                    </a:ext>
                  </a:extLst>
                </p14:cNvPr>
                <p14:cNvContentPartPr/>
                <p14:nvPr/>
              </p14:nvContentPartPr>
              <p14:xfrm>
                <a:off x="6130357" y="8850526"/>
                <a:ext cx="78480" cy="120960"/>
              </p14:xfrm>
            </p:contentPart>
          </mc:Choice>
          <mc:Fallback>
            <p:pic>
              <p:nvPicPr>
                <p:cNvPr id="140" name="잉크 139">
                  <a:extLst>
                    <a:ext uri="{FF2B5EF4-FFF2-40B4-BE49-F238E27FC236}">
                      <a16:creationId xmlns:a16="http://schemas.microsoft.com/office/drawing/2014/main" id="{08871913-0A3A-185C-F581-40E42037ED1F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121717" y="8841886"/>
                  <a:ext cx="961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1" name="잉크 140">
                  <a:extLst>
                    <a:ext uri="{FF2B5EF4-FFF2-40B4-BE49-F238E27FC236}">
                      <a16:creationId xmlns:a16="http://schemas.microsoft.com/office/drawing/2014/main" id="{832F8261-D419-3735-1021-7105F2C725E2}"/>
                    </a:ext>
                  </a:extLst>
                </p14:cNvPr>
                <p14:cNvContentPartPr/>
                <p14:nvPr/>
              </p14:nvContentPartPr>
              <p14:xfrm>
                <a:off x="6251317" y="8827126"/>
                <a:ext cx="91800" cy="116640"/>
              </p14:xfrm>
            </p:contentPart>
          </mc:Choice>
          <mc:Fallback>
            <p:pic>
              <p:nvPicPr>
                <p:cNvPr id="141" name="잉크 140">
                  <a:extLst>
                    <a:ext uri="{FF2B5EF4-FFF2-40B4-BE49-F238E27FC236}">
                      <a16:creationId xmlns:a16="http://schemas.microsoft.com/office/drawing/2014/main" id="{832F8261-D419-3735-1021-7105F2C725E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242677" y="8818486"/>
                  <a:ext cx="1094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2" name="잉크 141">
                  <a:extLst>
                    <a:ext uri="{FF2B5EF4-FFF2-40B4-BE49-F238E27FC236}">
                      <a16:creationId xmlns:a16="http://schemas.microsoft.com/office/drawing/2014/main" id="{0D9735F5-6C2C-65B0-A6C3-D3A5A4E43B59}"/>
                    </a:ext>
                  </a:extLst>
                </p14:cNvPr>
                <p14:cNvContentPartPr/>
                <p14:nvPr/>
              </p14:nvContentPartPr>
              <p14:xfrm>
                <a:off x="6318637" y="8827126"/>
                <a:ext cx="101160" cy="78480"/>
              </p14:xfrm>
            </p:contentPart>
          </mc:Choice>
          <mc:Fallback>
            <p:pic>
              <p:nvPicPr>
                <p:cNvPr id="142" name="잉크 141">
                  <a:extLst>
                    <a:ext uri="{FF2B5EF4-FFF2-40B4-BE49-F238E27FC236}">
                      <a16:creationId xmlns:a16="http://schemas.microsoft.com/office/drawing/2014/main" id="{0D9735F5-6C2C-65B0-A6C3-D3A5A4E43B5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309637" y="8818486"/>
                  <a:ext cx="11880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5" name="잉크 144">
                  <a:extLst>
                    <a:ext uri="{FF2B5EF4-FFF2-40B4-BE49-F238E27FC236}">
                      <a16:creationId xmlns:a16="http://schemas.microsoft.com/office/drawing/2014/main" id="{EFCEBECE-15DF-8A75-F1AA-102C3A67EC4A}"/>
                    </a:ext>
                  </a:extLst>
                </p14:cNvPr>
                <p14:cNvContentPartPr/>
                <p14:nvPr/>
              </p14:nvContentPartPr>
              <p14:xfrm>
                <a:off x="6225397" y="8967886"/>
                <a:ext cx="199080" cy="49320"/>
              </p14:xfrm>
            </p:contentPart>
          </mc:Choice>
          <mc:Fallback>
            <p:pic>
              <p:nvPicPr>
                <p:cNvPr id="145" name="잉크 144">
                  <a:extLst>
                    <a:ext uri="{FF2B5EF4-FFF2-40B4-BE49-F238E27FC236}">
                      <a16:creationId xmlns:a16="http://schemas.microsoft.com/office/drawing/2014/main" id="{EFCEBECE-15DF-8A75-F1AA-102C3A67EC4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216397" y="8959246"/>
                  <a:ext cx="2167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7" name="잉크 146">
                  <a:extLst>
                    <a:ext uri="{FF2B5EF4-FFF2-40B4-BE49-F238E27FC236}">
                      <a16:creationId xmlns:a16="http://schemas.microsoft.com/office/drawing/2014/main" id="{0262DE52-B76F-C396-68B7-A39FBB7F0348}"/>
                    </a:ext>
                  </a:extLst>
                </p14:cNvPr>
                <p14:cNvContentPartPr/>
                <p14:nvPr/>
              </p14:nvContentPartPr>
              <p14:xfrm>
                <a:off x="5720677" y="8976886"/>
                <a:ext cx="655920" cy="120600"/>
              </p14:xfrm>
            </p:contentPart>
          </mc:Choice>
          <mc:Fallback>
            <p:pic>
              <p:nvPicPr>
                <p:cNvPr id="147" name="잉크 146">
                  <a:extLst>
                    <a:ext uri="{FF2B5EF4-FFF2-40B4-BE49-F238E27FC236}">
                      <a16:creationId xmlns:a16="http://schemas.microsoft.com/office/drawing/2014/main" id="{0262DE52-B76F-C396-68B7-A39FBB7F034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5712037" y="8967886"/>
                  <a:ext cx="67356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8" name="잉크 147">
                  <a:extLst>
                    <a:ext uri="{FF2B5EF4-FFF2-40B4-BE49-F238E27FC236}">
                      <a16:creationId xmlns:a16="http://schemas.microsoft.com/office/drawing/2014/main" id="{82CB38A0-B6D8-F698-7D6E-94DE598CDEFB}"/>
                    </a:ext>
                  </a:extLst>
                </p14:cNvPr>
                <p14:cNvContentPartPr/>
                <p14:nvPr/>
              </p14:nvContentPartPr>
              <p14:xfrm>
                <a:off x="6447517" y="8967886"/>
                <a:ext cx="360" cy="48240"/>
              </p14:xfrm>
            </p:contentPart>
          </mc:Choice>
          <mc:Fallback>
            <p:pic>
              <p:nvPicPr>
                <p:cNvPr id="148" name="잉크 147">
                  <a:extLst>
                    <a:ext uri="{FF2B5EF4-FFF2-40B4-BE49-F238E27FC236}">
                      <a16:creationId xmlns:a16="http://schemas.microsoft.com/office/drawing/2014/main" id="{82CB38A0-B6D8-F698-7D6E-94DE598CDEF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438517" y="8959246"/>
                  <a:ext cx="18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9" name="잉크 148">
                  <a:extLst>
                    <a:ext uri="{FF2B5EF4-FFF2-40B4-BE49-F238E27FC236}">
                      <a16:creationId xmlns:a16="http://schemas.microsoft.com/office/drawing/2014/main" id="{AB6F2DDC-35CD-D16A-59C0-78165CBCADAA}"/>
                    </a:ext>
                  </a:extLst>
                </p14:cNvPr>
                <p14:cNvContentPartPr/>
                <p14:nvPr/>
              </p14:nvContentPartPr>
              <p14:xfrm>
                <a:off x="6255637" y="9085246"/>
                <a:ext cx="156960" cy="149760"/>
              </p14:xfrm>
            </p:contentPart>
          </mc:Choice>
          <mc:Fallback>
            <p:pic>
              <p:nvPicPr>
                <p:cNvPr id="149" name="잉크 148">
                  <a:extLst>
                    <a:ext uri="{FF2B5EF4-FFF2-40B4-BE49-F238E27FC236}">
                      <a16:creationId xmlns:a16="http://schemas.microsoft.com/office/drawing/2014/main" id="{AB6F2DDC-35CD-D16A-59C0-78165CBCADAA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246637" y="9076246"/>
                  <a:ext cx="174600" cy="167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38202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970A819E-41B9-3CEB-7144-8D6372F7AD42}"/>
              </a:ext>
            </a:extLst>
          </p:cNvPr>
          <p:cNvSpPr txBox="1"/>
          <p:nvPr/>
        </p:nvSpPr>
        <p:spPr>
          <a:xfrm>
            <a:off x="1981247" y="2441677"/>
            <a:ext cx="6599916" cy="10064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&lt;</a:t>
            </a:r>
            <a:r>
              <a:rPr lang="ko-KR" altLang="en-US" sz="1200"/>
              <a:t>표지</a:t>
            </a:r>
            <a:r>
              <a:rPr lang="en-US" altLang="ko-KR" sz="1200"/>
              <a:t>&gt;</a:t>
            </a:r>
          </a:p>
          <a:p>
            <a:endParaRPr lang="en-US" altLang="ko-KR" sz="1200"/>
          </a:p>
          <a:p>
            <a:r>
              <a:rPr lang="en-US" altLang="ko-KR" sz="1200"/>
              <a:t>&lt;</a:t>
            </a:r>
            <a:r>
              <a:rPr lang="ko-KR" altLang="en-US" sz="1200"/>
              <a:t>목차</a:t>
            </a:r>
            <a:r>
              <a:rPr lang="en-US" altLang="ko-KR" sz="1200"/>
              <a:t>&gt;</a:t>
            </a:r>
          </a:p>
          <a:p>
            <a:r>
              <a:rPr lang="en-US" altLang="ko-KR" sz="1200"/>
              <a:t>“</a:t>
            </a:r>
            <a:r>
              <a:rPr lang="ko-KR" altLang="en-US" sz="1200"/>
              <a:t>목차는 다음과 같습니다</a:t>
            </a:r>
            <a:r>
              <a:rPr lang="en-US" altLang="ko-KR" sz="1200"/>
              <a:t>” (</a:t>
            </a:r>
            <a:r>
              <a:rPr lang="ko-KR" altLang="en-US" sz="1200"/>
              <a:t> 초</a:t>
            </a:r>
            <a:r>
              <a:rPr lang="en-US" altLang="ko-KR" sz="1200"/>
              <a:t>)</a:t>
            </a:r>
          </a:p>
          <a:p>
            <a:br>
              <a:rPr lang="en-US" altLang="ko-KR" sz="1200"/>
            </a:br>
            <a:r>
              <a:rPr lang="en-US" altLang="ko-KR" sz="1200"/>
              <a:t>&lt;</a:t>
            </a:r>
            <a:r>
              <a:rPr lang="ko-KR" altLang="en-US" sz="1200"/>
              <a:t>요약</a:t>
            </a:r>
            <a:r>
              <a:rPr lang="en-US" altLang="ko-KR" sz="1200"/>
              <a:t> + </a:t>
            </a:r>
            <a:r>
              <a:rPr lang="ko-KR" altLang="en-US" sz="1200"/>
              <a:t>목적</a:t>
            </a:r>
            <a:r>
              <a:rPr lang="en-US" altLang="ko-KR" sz="1200"/>
              <a:t>&gt; ( )</a:t>
            </a:r>
          </a:p>
          <a:p>
            <a:endParaRPr lang="en-US" altLang="ko-KR" sz="1200"/>
          </a:p>
          <a:p>
            <a:r>
              <a:rPr lang="en-US" altLang="ko-KR" sz="1200"/>
              <a:t>&lt;</a:t>
            </a:r>
            <a:r>
              <a:rPr lang="ko-KR" altLang="en-US" sz="1200"/>
              <a:t>스펙</a:t>
            </a:r>
            <a:r>
              <a:rPr lang="en-US" altLang="ko-KR" sz="1200"/>
              <a:t>&gt; -&gt;</a:t>
            </a:r>
            <a:r>
              <a:rPr lang="ko-KR" altLang="en-US" sz="1200"/>
              <a:t> 중요한 부분 하이라이트 </a:t>
            </a:r>
            <a:r>
              <a:rPr lang="en-US" altLang="ko-KR" sz="1200"/>
              <a:t>(1</a:t>
            </a:r>
            <a:r>
              <a:rPr lang="ko-KR" altLang="en-US" sz="1200"/>
              <a:t>분</a:t>
            </a:r>
            <a:r>
              <a:rPr lang="en-US" altLang="ko-KR" sz="1200"/>
              <a:t>)</a:t>
            </a:r>
          </a:p>
          <a:p>
            <a:endParaRPr lang="en-US" altLang="ko-KR" sz="1200"/>
          </a:p>
          <a:p>
            <a:r>
              <a:rPr lang="en-US" altLang="ko-KR" sz="1200"/>
              <a:t>&lt;</a:t>
            </a:r>
            <a:r>
              <a:rPr lang="ko-KR" altLang="en-US" sz="1200"/>
              <a:t>보드 </a:t>
            </a:r>
            <a:r>
              <a:rPr lang="en-US" altLang="ko-KR" sz="1200"/>
              <a:t>IO&gt; -&gt; //</a:t>
            </a:r>
            <a:r>
              <a:rPr lang="ko-KR" altLang="en-US" sz="1200"/>
              <a:t>가시성 있게 표시  보드 </a:t>
            </a:r>
            <a:r>
              <a:rPr lang="en-US" altLang="ko-KR" sz="1200"/>
              <a:t>+</a:t>
            </a:r>
            <a:r>
              <a:rPr lang="ko-KR" altLang="en-US" sz="1200"/>
              <a:t>장표 </a:t>
            </a:r>
            <a:r>
              <a:rPr lang="en-US" altLang="ko-KR" sz="1200"/>
              <a:t>(30</a:t>
            </a:r>
            <a:r>
              <a:rPr lang="ko-KR" altLang="en-US" sz="1200"/>
              <a:t>초</a:t>
            </a:r>
            <a:r>
              <a:rPr lang="en-US" altLang="ko-KR" sz="1200"/>
              <a:t>)</a:t>
            </a:r>
            <a:r>
              <a:rPr lang="ko-KR" altLang="en-US" sz="1200"/>
              <a:t> </a:t>
            </a:r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&lt;Uart </a:t>
            </a:r>
            <a:r>
              <a:rPr lang="ko-KR" altLang="en-US" sz="1200"/>
              <a:t>명령표</a:t>
            </a:r>
            <a:r>
              <a:rPr lang="en-US" altLang="ko-KR" sz="1200"/>
              <a:t>&gt; </a:t>
            </a:r>
          </a:p>
          <a:p>
            <a:endParaRPr lang="en-US" altLang="ko-KR" sz="1200"/>
          </a:p>
          <a:p>
            <a:r>
              <a:rPr lang="en-US" altLang="ko-KR" sz="1200"/>
              <a:t>&lt;</a:t>
            </a:r>
            <a:r>
              <a:rPr lang="ko-KR" altLang="en-US" sz="1200"/>
              <a:t>블록 다이어그램</a:t>
            </a:r>
            <a:r>
              <a:rPr lang="en-US" altLang="ko-KR" sz="1200"/>
              <a:t>&gt;</a:t>
            </a:r>
          </a:p>
          <a:p>
            <a:endParaRPr lang="en-US" altLang="ko-KR" sz="1200"/>
          </a:p>
          <a:p>
            <a:r>
              <a:rPr lang="en-US" altLang="ko-KR" sz="1200"/>
              <a:t>top (</a:t>
            </a:r>
            <a:r>
              <a:rPr lang="ko-KR" altLang="en-US" sz="1200"/>
              <a:t>안성</a:t>
            </a:r>
            <a:r>
              <a:rPr lang="en-US" altLang="ko-KR" sz="1200"/>
              <a:t>)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sz="1200"/>
              <a:t>기존의 </a:t>
            </a:r>
            <a:r>
              <a:rPr lang="en-US" altLang="ko-KR" sz="1200"/>
              <a:t>sw </a:t>
            </a:r>
            <a:r>
              <a:rPr lang="ko-KR" altLang="en-US" sz="1200"/>
              <a:t>대신 입력 </a:t>
            </a:r>
            <a:r>
              <a:rPr lang="en-US" altLang="ko-KR" sz="1200"/>
              <a:t>, </a:t>
            </a:r>
            <a:r>
              <a:rPr lang="ko-KR" altLang="en-US" sz="1200"/>
              <a:t>버튼 우선순위 </a:t>
            </a:r>
            <a:r>
              <a:rPr lang="en-US" altLang="ko-KR" sz="1200"/>
              <a:t>,  ...</a:t>
            </a:r>
          </a:p>
          <a:p>
            <a:endParaRPr lang="en-US" altLang="ko-KR" sz="1200"/>
          </a:p>
          <a:p>
            <a:r>
              <a:rPr lang="ko-KR" altLang="en-US" sz="1200"/>
              <a:t>슬라이드 </a:t>
            </a:r>
            <a:r>
              <a:rPr lang="en-US" altLang="ko-KR" sz="1200"/>
              <a:t>1 </a:t>
            </a:r>
            <a:r>
              <a:rPr lang="ko-KR" altLang="en-US" sz="1200"/>
              <a:t> </a:t>
            </a:r>
            <a:r>
              <a:rPr lang="en-US" altLang="ko-KR" sz="1200"/>
              <a:t>-</a:t>
            </a:r>
            <a:r>
              <a:rPr lang="ko-KR" altLang="en-US" sz="1200"/>
              <a:t> 다이어그램  흐름</a:t>
            </a:r>
            <a:endParaRPr lang="en-US" altLang="ko-KR" sz="1200"/>
          </a:p>
          <a:p>
            <a:r>
              <a:rPr lang="ko-KR" altLang="en-US" sz="1200"/>
              <a:t>슬라이드 </a:t>
            </a:r>
            <a:r>
              <a:rPr lang="en-US" altLang="ko-KR" sz="1200"/>
              <a:t>2 - </a:t>
            </a:r>
            <a:r>
              <a:rPr lang="ko-KR" altLang="en-US" sz="1200"/>
              <a:t>전체동작 파형</a:t>
            </a:r>
            <a:r>
              <a:rPr lang="en-US" altLang="ko-KR" sz="1200"/>
              <a:t>(</a:t>
            </a:r>
            <a:r>
              <a:rPr lang="ko-KR" altLang="en-US" sz="1200"/>
              <a:t>필수</a:t>
            </a:r>
            <a:r>
              <a:rPr lang="en-US" altLang="ko-KR" sz="1200"/>
              <a:t>)</a:t>
            </a:r>
            <a:r>
              <a:rPr lang="ko-KR" altLang="en-US" sz="1200"/>
              <a:t> </a:t>
            </a:r>
            <a:endParaRPr lang="en-US" altLang="ko-KR" sz="1200"/>
          </a:p>
          <a:p>
            <a:r>
              <a:rPr lang="ko-KR" altLang="en-US" sz="1200"/>
              <a:t>슬라이드 </a:t>
            </a:r>
            <a:r>
              <a:rPr lang="en-US" altLang="ko-KR" sz="1200"/>
              <a:t>3 – edge case(</a:t>
            </a:r>
            <a:r>
              <a:rPr lang="ko-KR" altLang="en-US" sz="1200"/>
              <a:t>대표 </a:t>
            </a:r>
            <a:r>
              <a:rPr lang="en-US" altLang="ko-KR" sz="1200"/>
              <a:t>edge case)- </a:t>
            </a:r>
            <a:r>
              <a:rPr lang="ko-KR" altLang="en-US" sz="1200"/>
              <a:t>파형 </a:t>
            </a:r>
            <a:endParaRPr lang="en-US" altLang="ko-KR" sz="1200"/>
          </a:p>
          <a:p>
            <a:r>
              <a:rPr lang="ko-KR" altLang="en-US" sz="1200"/>
              <a:t>슬라이드 </a:t>
            </a:r>
            <a:r>
              <a:rPr lang="en-US" altLang="ko-KR" sz="1200"/>
              <a:t>4  - tb test</a:t>
            </a:r>
            <a:r>
              <a:rPr lang="ko-KR" altLang="en-US" sz="1200"/>
              <a:t> </a:t>
            </a:r>
            <a:r>
              <a:rPr lang="en-US" altLang="ko-KR" sz="1200"/>
              <a:t>case</a:t>
            </a:r>
            <a:r>
              <a:rPr lang="ko-KR" altLang="en-US" sz="1200"/>
              <a:t> </a:t>
            </a:r>
            <a:r>
              <a:rPr lang="en-US" altLang="ko-KR" sz="1200"/>
              <a:t>(</a:t>
            </a:r>
            <a:r>
              <a:rPr lang="ko-KR" altLang="en-US" sz="1200"/>
              <a:t> 그 이외 </a:t>
            </a:r>
            <a:r>
              <a:rPr lang="en-US" altLang="ko-KR" sz="1200"/>
              <a:t>edge case) –</a:t>
            </a:r>
            <a:r>
              <a:rPr lang="ko-KR" altLang="en-US" sz="1200"/>
              <a:t> 장표</a:t>
            </a:r>
            <a:endParaRPr lang="en-US" altLang="ko-KR" sz="1200"/>
          </a:p>
          <a:p>
            <a:r>
              <a:rPr lang="en-US" altLang="ko-KR" sz="1200"/>
              <a:t>		     -  tb </a:t>
            </a:r>
            <a:r>
              <a:rPr lang="ko-KR" altLang="en-US" sz="1200"/>
              <a:t>신뢰성 장표  </a:t>
            </a:r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down   (</a:t>
            </a:r>
            <a:r>
              <a:rPr lang="ko-KR" altLang="en-US" sz="1200"/>
              <a:t>종혁</a:t>
            </a:r>
            <a:r>
              <a:rPr lang="en-US" altLang="ko-KR" sz="1200"/>
              <a:t>, </a:t>
            </a:r>
            <a:r>
              <a:rPr lang="ko-KR" altLang="en-US" sz="1200"/>
              <a:t>보윤 </a:t>
            </a:r>
            <a:r>
              <a:rPr lang="en-US" altLang="ko-KR" sz="1200"/>
              <a:t>) </a:t>
            </a:r>
          </a:p>
          <a:p>
            <a:r>
              <a:rPr lang="ko-KR" altLang="en-US" sz="1200"/>
              <a:t>슬라이드 </a:t>
            </a:r>
            <a:r>
              <a:rPr lang="en-US" altLang="ko-KR" sz="1200"/>
              <a:t>1 -</a:t>
            </a:r>
            <a:r>
              <a:rPr lang="ko-KR" altLang="en-US" sz="1200"/>
              <a:t> 다이어그램 </a:t>
            </a:r>
            <a:endParaRPr lang="en-US" altLang="ko-KR" sz="1200"/>
          </a:p>
          <a:p>
            <a:r>
              <a:rPr lang="ko-KR" altLang="en-US" sz="1200"/>
              <a:t>슬라이드 </a:t>
            </a:r>
            <a:r>
              <a:rPr lang="en-US" altLang="ko-KR" sz="1200"/>
              <a:t>2 - edge</a:t>
            </a:r>
            <a:r>
              <a:rPr lang="ko-KR" altLang="en-US" sz="1200"/>
              <a:t> </a:t>
            </a:r>
            <a:r>
              <a:rPr lang="en-US" altLang="ko-KR" sz="1200"/>
              <a:t>case</a:t>
            </a:r>
          </a:p>
          <a:p>
            <a:r>
              <a:rPr lang="ko-KR" altLang="en-US" sz="1200"/>
              <a:t>슬라이드 </a:t>
            </a:r>
            <a:r>
              <a:rPr lang="en-US" altLang="ko-KR" sz="1200"/>
              <a:t>3 - tb test</a:t>
            </a:r>
            <a:r>
              <a:rPr lang="ko-KR" altLang="en-US" sz="1200"/>
              <a:t> </a:t>
            </a:r>
            <a:r>
              <a:rPr lang="en-US" altLang="ko-KR" sz="1200"/>
              <a:t>edge case</a:t>
            </a:r>
            <a:r>
              <a:rPr lang="ko-KR" altLang="en-US" sz="1200"/>
              <a:t> 장표 </a:t>
            </a:r>
            <a:r>
              <a:rPr lang="en-US" altLang="ko-KR" sz="1200"/>
              <a:t>+ </a:t>
            </a:r>
            <a:r>
              <a:rPr lang="ko-KR" altLang="en-US" sz="1200"/>
              <a:t>결과</a:t>
            </a:r>
            <a:endParaRPr lang="en-US" altLang="ko-KR" sz="1200"/>
          </a:p>
          <a:p>
            <a:r>
              <a:rPr lang="en-US" altLang="ko-KR" sz="1200"/>
              <a:t>ex) /</a:t>
            </a:r>
            <a:r>
              <a:rPr lang="ko-KR" altLang="en-US" sz="1200"/>
              <a:t>시나리오</a:t>
            </a:r>
            <a:r>
              <a:rPr lang="en-US" altLang="ko-KR" sz="1200"/>
              <a:t>/ </a:t>
            </a:r>
            <a:r>
              <a:rPr lang="ko-KR" altLang="en-US" sz="1200"/>
              <a:t>입력 </a:t>
            </a:r>
            <a:r>
              <a:rPr lang="en-US" altLang="ko-KR" sz="1200"/>
              <a:t>/ </a:t>
            </a:r>
            <a:r>
              <a:rPr lang="ko-KR" altLang="en-US" sz="1200"/>
              <a:t>예상결과</a:t>
            </a:r>
            <a:r>
              <a:rPr lang="en-US" altLang="ko-KR" sz="1200"/>
              <a:t>/ </a:t>
            </a:r>
            <a:r>
              <a:rPr lang="ko-KR" altLang="en-US" sz="1200"/>
              <a:t>결과</a:t>
            </a:r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&lt;</a:t>
            </a:r>
            <a:r>
              <a:rPr lang="ko-KR" altLang="en-US" sz="1200"/>
              <a:t>트러블 슈팅</a:t>
            </a:r>
            <a:r>
              <a:rPr lang="en-US" altLang="ko-KR" sz="1200"/>
              <a:t>&gt;</a:t>
            </a:r>
          </a:p>
          <a:p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&lt;</a:t>
            </a:r>
            <a:r>
              <a:rPr lang="ko-KR" altLang="en-US" sz="1200"/>
              <a:t>시연 영상</a:t>
            </a:r>
            <a:r>
              <a:rPr lang="en-US" altLang="ko-KR" sz="1200"/>
              <a:t>&gt;</a:t>
            </a:r>
          </a:p>
          <a:p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&lt;</a:t>
            </a:r>
            <a:r>
              <a:rPr lang="ko-KR" altLang="en-US" sz="1200"/>
              <a:t>결론 고찰</a:t>
            </a:r>
            <a:r>
              <a:rPr lang="en-US" altLang="ko-KR" sz="1200"/>
              <a:t>&gt;</a:t>
            </a:r>
          </a:p>
          <a:p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&lt;</a:t>
            </a:r>
            <a:r>
              <a:rPr lang="ko-KR" altLang="en-US" sz="1200"/>
              <a:t>부록</a:t>
            </a:r>
            <a:r>
              <a:rPr lang="en-US" altLang="ko-KR" sz="1200"/>
              <a:t>&gt;</a:t>
            </a:r>
          </a:p>
          <a:p>
            <a:endParaRPr lang="en-US" altLang="ko-KR" sz="1200"/>
          </a:p>
          <a:p>
            <a:r>
              <a:rPr lang="ko-KR" altLang="en-US" sz="1200"/>
              <a:t>레퍼런스</a:t>
            </a:r>
            <a:endParaRPr lang="en-US" altLang="ko-KR" sz="1200"/>
          </a:p>
          <a:p>
            <a:r>
              <a:rPr lang="ko-KR" altLang="en-US" sz="1200"/>
              <a:t>스펙 기준 근거</a:t>
            </a:r>
            <a:endParaRPr lang="en-US" altLang="ko-KR" sz="1200"/>
          </a:p>
          <a:p>
            <a:pPr marL="285750" indent="-285750">
              <a:buFontTx/>
              <a:buChar char="-"/>
            </a:pPr>
            <a:r>
              <a:rPr lang="en-US" altLang="ko-KR" sz="1200"/>
              <a:t>dgt </a:t>
            </a:r>
          </a:p>
          <a:p>
            <a:pPr marL="285750" indent="-285750">
              <a:buFontTx/>
              <a:buChar char="-"/>
            </a:pPr>
            <a:r>
              <a:rPr lang="en-US" altLang="ko-KR" sz="1200"/>
              <a:t>sr04</a:t>
            </a:r>
          </a:p>
          <a:p>
            <a:pPr marL="285750" indent="-285750">
              <a:buFontTx/>
              <a:buChar char="-"/>
            </a:pPr>
            <a:r>
              <a:rPr lang="en-US" altLang="ko-KR" sz="1200"/>
              <a:t>TX FIFO/RX DEPTH (64Byte / 8byte </a:t>
            </a:r>
          </a:p>
          <a:p>
            <a:pPr marL="285750" indent="-285750">
              <a:buFontTx/>
              <a:buChar char="-"/>
            </a:pPr>
            <a:r>
              <a:rPr lang="ko-KR" altLang="en-US" sz="1200"/>
              <a:t>각 모듈별 </a:t>
            </a:r>
            <a:r>
              <a:rPr lang="en-US" altLang="ko-KR" sz="1200"/>
              <a:t>ASM </a:t>
            </a:r>
            <a:r>
              <a:rPr lang="ko-KR" altLang="en-US" sz="1200"/>
              <a:t>차트</a:t>
            </a:r>
            <a:endParaRPr lang="en-US" altLang="ko-KR" sz="1200"/>
          </a:p>
          <a:p>
            <a:pPr marL="285750" indent="-285750">
              <a:buFontTx/>
              <a:buChar char="-"/>
            </a:pPr>
            <a:r>
              <a:rPr lang="ko-KR" altLang="en-US" sz="1200"/>
              <a:t>그 </a:t>
            </a:r>
            <a:r>
              <a:rPr lang="en-US" altLang="ko-KR" sz="1200"/>
              <a:t>tb </a:t>
            </a:r>
            <a:r>
              <a:rPr lang="ko-KR" altLang="en-US" sz="1200"/>
              <a:t>신뢰성있는 </a:t>
            </a:r>
            <a:r>
              <a:rPr lang="en-US" altLang="ko-KR" sz="1200"/>
              <a:t>tb </a:t>
            </a:r>
            <a:r>
              <a:rPr lang="ko-KR" altLang="en-US" sz="1200"/>
              <a:t>인지 </a:t>
            </a:r>
            <a:r>
              <a:rPr lang="en-US" altLang="ko-KR" sz="1200"/>
              <a:t>? </a:t>
            </a:r>
            <a:r>
              <a:rPr lang="ko-KR" altLang="en-US" sz="1200"/>
              <a:t>결함 버그 검출율 </a:t>
            </a:r>
            <a:r>
              <a:rPr lang="en-US" altLang="ko-KR" sz="1200"/>
              <a:t>fail </a:t>
            </a:r>
          </a:p>
          <a:p>
            <a:pPr marL="285750" indent="-285750">
              <a:buFontTx/>
              <a:buChar char="-"/>
            </a:pPr>
            <a:endParaRPr lang="en-US" altLang="ko-KR" sz="1200"/>
          </a:p>
          <a:p>
            <a:endParaRPr lang="en-US" altLang="ko-KR" sz="12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0" name="잉크 29">
                <a:extLst>
                  <a:ext uri="{FF2B5EF4-FFF2-40B4-BE49-F238E27FC236}">
                    <a16:creationId xmlns:a16="http://schemas.microsoft.com/office/drawing/2014/main" id="{7ED4459B-4FFE-A5C6-5BD9-DB8CF35D9A76}"/>
                  </a:ext>
                </a:extLst>
              </p14:cNvPr>
              <p14:cNvContentPartPr/>
              <p14:nvPr/>
            </p14:nvContentPartPr>
            <p14:xfrm>
              <a:off x="328163" y="7467277"/>
              <a:ext cx="596880" cy="12960"/>
            </p14:xfrm>
          </p:contentPart>
        </mc:Choice>
        <mc:Fallback>
          <p:pic>
            <p:nvPicPr>
              <p:cNvPr id="30" name="잉크 29">
                <a:extLst>
                  <a:ext uri="{FF2B5EF4-FFF2-40B4-BE49-F238E27FC236}">
                    <a16:creationId xmlns:a16="http://schemas.microsoft.com/office/drawing/2014/main" id="{7ED4459B-4FFE-A5C6-5BD9-DB8CF35D9A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9163" y="7458637"/>
                <a:ext cx="61452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8" name="잉크 47">
                <a:extLst>
                  <a:ext uri="{FF2B5EF4-FFF2-40B4-BE49-F238E27FC236}">
                    <a16:creationId xmlns:a16="http://schemas.microsoft.com/office/drawing/2014/main" id="{DA453B02-351F-77A6-CB80-F19D2935E6A6}"/>
                  </a:ext>
                </a:extLst>
              </p14:cNvPr>
              <p14:cNvContentPartPr/>
              <p14:nvPr/>
            </p14:nvContentPartPr>
            <p14:xfrm>
              <a:off x="3493283" y="7104037"/>
              <a:ext cx="27360" cy="48240"/>
            </p14:xfrm>
          </p:contentPart>
        </mc:Choice>
        <mc:Fallback>
          <p:pic>
            <p:nvPicPr>
              <p:cNvPr id="48" name="잉크 47">
                <a:extLst>
                  <a:ext uri="{FF2B5EF4-FFF2-40B4-BE49-F238E27FC236}">
                    <a16:creationId xmlns:a16="http://schemas.microsoft.com/office/drawing/2014/main" id="{DA453B02-351F-77A6-CB80-F19D2935E6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84643" y="7095037"/>
                <a:ext cx="45000" cy="6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그룹 60">
            <a:extLst>
              <a:ext uri="{FF2B5EF4-FFF2-40B4-BE49-F238E27FC236}">
                <a16:creationId xmlns:a16="http://schemas.microsoft.com/office/drawing/2014/main" id="{05063C86-3A1F-150D-FCF5-9D0E678E08B5}"/>
              </a:ext>
            </a:extLst>
          </p:cNvPr>
          <p:cNvGrpSpPr/>
          <p:nvPr/>
        </p:nvGrpSpPr>
        <p:grpSpPr>
          <a:xfrm>
            <a:off x="5173763" y="1054957"/>
            <a:ext cx="1285920" cy="2853360"/>
            <a:chOff x="5173763" y="1054957"/>
            <a:chExt cx="1285920" cy="2853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0" name="잉크 49">
                  <a:extLst>
                    <a:ext uri="{FF2B5EF4-FFF2-40B4-BE49-F238E27FC236}">
                      <a16:creationId xmlns:a16="http://schemas.microsoft.com/office/drawing/2014/main" id="{9EA959EA-12FB-3EF9-A4C0-5781074A10D9}"/>
                    </a:ext>
                  </a:extLst>
                </p14:cNvPr>
                <p14:cNvContentPartPr/>
                <p14:nvPr/>
              </p14:nvContentPartPr>
              <p14:xfrm>
                <a:off x="5173763" y="1054957"/>
                <a:ext cx="267480" cy="2853360"/>
              </p14:xfrm>
            </p:contentPart>
          </mc:Choice>
          <mc:Fallback>
            <p:pic>
              <p:nvPicPr>
                <p:cNvPr id="50" name="잉크 49">
                  <a:extLst>
                    <a:ext uri="{FF2B5EF4-FFF2-40B4-BE49-F238E27FC236}">
                      <a16:creationId xmlns:a16="http://schemas.microsoft.com/office/drawing/2014/main" id="{9EA959EA-12FB-3EF9-A4C0-5781074A10D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164763" y="1045957"/>
                  <a:ext cx="285120" cy="28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1" name="잉크 50">
                  <a:extLst>
                    <a:ext uri="{FF2B5EF4-FFF2-40B4-BE49-F238E27FC236}">
                      <a16:creationId xmlns:a16="http://schemas.microsoft.com/office/drawing/2014/main" id="{30C93B8E-4332-1E5D-DA4F-DA867EA91778}"/>
                    </a:ext>
                  </a:extLst>
                </p14:cNvPr>
                <p14:cNvContentPartPr/>
                <p14:nvPr/>
              </p14:nvContentPartPr>
              <p14:xfrm>
                <a:off x="5695763" y="2274277"/>
                <a:ext cx="137160" cy="109080"/>
              </p14:xfrm>
            </p:contentPart>
          </mc:Choice>
          <mc:Fallback>
            <p:pic>
              <p:nvPicPr>
                <p:cNvPr id="51" name="잉크 50">
                  <a:extLst>
                    <a:ext uri="{FF2B5EF4-FFF2-40B4-BE49-F238E27FC236}">
                      <a16:creationId xmlns:a16="http://schemas.microsoft.com/office/drawing/2014/main" id="{30C93B8E-4332-1E5D-DA4F-DA867EA9177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87123" y="2265277"/>
                  <a:ext cx="1548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0F369975-162A-952C-7402-38BF4BA32557}"/>
                    </a:ext>
                  </a:extLst>
                </p14:cNvPr>
                <p14:cNvContentPartPr/>
                <p14:nvPr/>
              </p14:nvContentPartPr>
              <p14:xfrm>
                <a:off x="5591723" y="2229637"/>
                <a:ext cx="182520" cy="9720"/>
              </p14:xfrm>
            </p:contentPart>
          </mc:Choice>
          <mc:Fallback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0F369975-162A-952C-7402-38BF4BA3255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583083" y="2220997"/>
                  <a:ext cx="2001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282BA8F9-6A03-9C70-2735-AF18D13C10CF}"/>
                    </a:ext>
                  </a:extLst>
                </p14:cNvPr>
                <p14:cNvContentPartPr/>
                <p14:nvPr/>
              </p14:nvContentPartPr>
              <p14:xfrm>
                <a:off x="5837963" y="2062957"/>
                <a:ext cx="360" cy="400320"/>
              </p14:xfrm>
            </p:contentPart>
          </mc:Choice>
          <mc:Fallback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282BA8F9-6A03-9C70-2735-AF18D13C10C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828963" y="2054317"/>
                  <a:ext cx="1800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AAD5E77F-6CC9-872A-5FA0-64EB8FA3A632}"/>
                    </a:ext>
                  </a:extLst>
                </p14:cNvPr>
                <p14:cNvContentPartPr/>
                <p14:nvPr/>
              </p14:nvContentPartPr>
              <p14:xfrm>
                <a:off x="5837963" y="2316397"/>
                <a:ext cx="106920" cy="5040"/>
              </p14:xfrm>
            </p:contentPart>
          </mc:Choice>
          <mc:Fallback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AAD5E77F-6CC9-872A-5FA0-64EB8FA3A63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828963" y="2307397"/>
                  <a:ext cx="1245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5" name="잉크 54">
                  <a:extLst>
                    <a:ext uri="{FF2B5EF4-FFF2-40B4-BE49-F238E27FC236}">
                      <a16:creationId xmlns:a16="http://schemas.microsoft.com/office/drawing/2014/main" id="{0AFF0833-9034-03C0-C223-D55E74D173F3}"/>
                    </a:ext>
                  </a:extLst>
                </p14:cNvPr>
                <p14:cNvContentPartPr/>
                <p14:nvPr/>
              </p14:nvContentPartPr>
              <p14:xfrm>
                <a:off x="6013643" y="2156917"/>
                <a:ext cx="95400" cy="360"/>
              </p14:xfrm>
            </p:contentPart>
          </mc:Choice>
          <mc:Fallback>
            <p:pic>
              <p:nvPicPr>
                <p:cNvPr id="55" name="잉크 54">
                  <a:extLst>
                    <a:ext uri="{FF2B5EF4-FFF2-40B4-BE49-F238E27FC236}">
                      <a16:creationId xmlns:a16="http://schemas.microsoft.com/office/drawing/2014/main" id="{0AFF0833-9034-03C0-C223-D55E74D173F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005003" y="2147917"/>
                  <a:ext cx="113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F9F43E13-47F0-FF46-3B69-28802AA39FDE}"/>
                    </a:ext>
                  </a:extLst>
                </p14:cNvPr>
                <p14:cNvContentPartPr/>
                <p14:nvPr/>
              </p14:nvContentPartPr>
              <p14:xfrm>
                <a:off x="6025523" y="2180317"/>
                <a:ext cx="96120" cy="100440"/>
              </p14:xfrm>
            </p:contentPart>
          </mc:Choice>
          <mc:Fallback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F9F43E13-47F0-FF46-3B69-28802AA39FD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16523" y="2171317"/>
                  <a:ext cx="11376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C630FE9F-86D7-CB42-74F0-FF1320D44ACF}"/>
                    </a:ext>
                  </a:extLst>
                </p14:cNvPr>
                <p14:cNvContentPartPr/>
                <p14:nvPr/>
              </p14:nvContentPartPr>
              <p14:xfrm>
                <a:off x="6119123" y="2215597"/>
                <a:ext cx="60120" cy="360"/>
              </p14:xfrm>
            </p:contentPart>
          </mc:Choice>
          <mc:Fallback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C630FE9F-86D7-CB42-74F0-FF1320D44AC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110483" y="2206597"/>
                  <a:ext cx="77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7667F393-1A8F-C882-4170-13190B0E4A1A}"/>
                    </a:ext>
                  </a:extLst>
                </p14:cNvPr>
                <p14:cNvContentPartPr/>
                <p14:nvPr/>
              </p14:nvContentPartPr>
              <p14:xfrm>
                <a:off x="6177803" y="2274277"/>
                <a:ext cx="19440" cy="9720"/>
              </p14:xfrm>
            </p:contentPart>
          </mc:Choice>
          <mc:Fallback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7667F393-1A8F-C882-4170-13190B0E4A1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69163" y="2265277"/>
                  <a:ext cx="370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9" name="잉크 58">
                  <a:extLst>
                    <a:ext uri="{FF2B5EF4-FFF2-40B4-BE49-F238E27FC236}">
                      <a16:creationId xmlns:a16="http://schemas.microsoft.com/office/drawing/2014/main" id="{84770858-D068-2DE6-03B9-A4F902CB9CE2}"/>
                    </a:ext>
                  </a:extLst>
                </p14:cNvPr>
                <p14:cNvContentPartPr/>
                <p14:nvPr/>
              </p14:nvContentPartPr>
              <p14:xfrm>
                <a:off x="6282923" y="2028037"/>
                <a:ext cx="24480" cy="356400"/>
              </p14:xfrm>
            </p:contentPart>
          </mc:Choice>
          <mc:Fallback>
            <p:pic>
              <p:nvPicPr>
                <p:cNvPr id="59" name="잉크 58">
                  <a:extLst>
                    <a:ext uri="{FF2B5EF4-FFF2-40B4-BE49-F238E27FC236}">
                      <a16:creationId xmlns:a16="http://schemas.microsoft.com/office/drawing/2014/main" id="{84770858-D068-2DE6-03B9-A4F902CB9CE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273923" y="2019037"/>
                  <a:ext cx="4212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60" name="잉크 59">
                  <a:extLst>
                    <a:ext uri="{FF2B5EF4-FFF2-40B4-BE49-F238E27FC236}">
                      <a16:creationId xmlns:a16="http://schemas.microsoft.com/office/drawing/2014/main" id="{2E68E65F-DB0E-8F4A-9972-CE3E35D279A6}"/>
                    </a:ext>
                  </a:extLst>
                </p14:cNvPr>
                <p14:cNvContentPartPr/>
                <p14:nvPr/>
              </p14:nvContentPartPr>
              <p14:xfrm>
                <a:off x="6459323" y="1910677"/>
                <a:ext cx="360" cy="635400"/>
              </p14:xfrm>
            </p:contentPart>
          </mc:Choice>
          <mc:Fallback>
            <p:pic>
              <p:nvPicPr>
                <p:cNvPr id="60" name="잉크 59">
                  <a:extLst>
                    <a:ext uri="{FF2B5EF4-FFF2-40B4-BE49-F238E27FC236}">
                      <a16:creationId xmlns:a16="http://schemas.microsoft.com/office/drawing/2014/main" id="{2E68E65F-DB0E-8F4A-9972-CE3E35D279A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450323" y="1902037"/>
                  <a:ext cx="18000" cy="653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62" name="잉크 61">
                <a:extLst>
                  <a:ext uri="{FF2B5EF4-FFF2-40B4-BE49-F238E27FC236}">
                    <a16:creationId xmlns:a16="http://schemas.microsoft.com/office/drawing/2014/main" id="{E3EC283E-83B2-73EA-D77A-5F725FCA79C8}"/>
                  </a:ext>
                </a:extLst>
              </p14:cNvPr>
              <p14:cNvContentPartPr/>
              <p14:nvPr/>
            </p14:nvContentPartPr>
            <p14:xfrm>
              <a:off x="8581163" y="4208557"/>
              <a:ext cx="360" cy="360"/>
            </p14:xfrm>
          </p:contentPart>
        </mc:Choice>
        <mc:Fallback>
          <p:pic>
            <p:nvPicPr>
              <p:cNvPr id="62" name="잉크 61">
                <a:extLst>
                  <a:ext uri="{FF2B5EF4-FFF2-40B4-BE49-F238E27FC236}">
                    <a16:creationId xmlns:a16="http://schemas.microsoft.com/office/drawing/2014/main" id="{E3EC283E-83B2-73EA-D77A-5F725FCA79C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572163" y="4199557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63" name="잉크 62">
                <a:extLst>
                  <a:ext uri="{FF2B5EF4-FFF2-40B4-BE49-F238E27FC236}">
                    <a16:creationId xmlns:a16="http://schemas.microsoft.com/office/drawing/2014/main" id="{3B8F9A04-D068-90F2-4F21-122F17AD4893}"/>
                  </a:ext>
                </a:extLst>
              </p14:cNvPr>
              <p14:cNvContentPartPr/>
              <p14:nvPr/>
            </p14:nvContentPartPr>
            <p14:xfrm>
              <a:off x="316283" y="10046677"/>
              <a:ext cx="1227960" cy="141120"/>
            </p14:xfrm>
          </p:contentPart>
        </mc:Choice>
        <mc:Fallback>
          <p:pic>
            <p:nvPicPr>
              <p:cNvPr id="63" name="잉크 62">
                <a:extLst>
                  <a:ext uri="{FF2B5EF4-FFF2-40B4-BE49-F238E27FC236}">
                    <a16:creationId xmlns:a16="http://schemas.microsoft.com/office/drawing/2014/main" id="{3B8F9A04-D068-90F2-4F21-122F17AD489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62643" y="9938677"/>
                <a:ext cx="133560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64" name="잉크 63">
                <a:extLst>
                  <a:ext uri="{FF2B5EF4-FFF2-40B4-BE49-F238E27FC236}">
                    <a16:creationId xmlns:a16="http://schemas.microsoft.com/office/drawing/2014/main" id="{9CA9A26B-A383-F7A5-7EAD-8E31BBD32F29}"/>
                  </a:ext>
                </a:extLst>
              </p14:cNvPr>
              <p14:cNvContentPartPr/>
              <p14:nvPr/>
            </p14:nvContentPartPr>
            <p14:xfrm>
              <a:off x="363083" y="4629757"/>
              <a:ext cx="866880" cy="12600"/>
            </p14:xfrm>
          </p:contentPart>
        </mc:Choice>
        <mc:Fallback>
          <p:pic>
            <p:nvPicPr>
              <p:cNvPr id="64" name="잉크 63">
                <a:extLst>
                  <a:ext uri="{FF2B5EF4-FFF2-40B4-BE49-F238E27FC236}">
                    <a16:creationId xmlns:a16="http://schemas.microsoft.com/office/drawing/2014/main" id="{9CA9A26B-A383-F7A5-7EAD-8E31BBD32F2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09443" y="4522117"/>
                <a:ext cx="97452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65" name="잉크 64">
                <a:extLst>
                  <a:ext uri="{FF2B5EF4-FFF2-40B4-BE49-F238E27FC236}">
                    <a16:creationId xmlns:a16="http://schemas.microsoft.com/office/drawing/2014/main" id="{B9C0879B-5133-8371-A08E-4FACEDB0AA9F}"/>
                  </a:ext>
                </a:extLst>
              </p14:cNvPr>
              <p14:cNvContentPartPr/>
              <p14:nvPr/>
            </p14:nvContentPartPr>
            <p14:xfrm>
              <a:off x="339683" y="2296597"/>
              <a:ext cx="785520" cy="48240"/>
            </p14:xfrm>
          </p:contentPart>
        </mc:Choice>
        <mc:Fallback>
          <p:pic>
            <p:nvPicPr>
              <p:cNvPr id="65" name="잉크 64">
                <a:extLst>
                  <a:ext uri="{FF2B5EF4-FFF2-40B4-BE49-F238E27FC236}">
                    <a16:creationId xmlns:a16="http://schemas.microsoft.com/office/drawing/2014/main" id="{B9C0879B-5133-8371-A08E-4FACEDB0AA9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86043" y="2188957"/>
                <a:ext cx="89316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66" name="잉크 65">
                <a:extLst>
                  <a:ext uri="{FF2B5EF4-FFF2-40B4-BE49-F238E27FC236}">
                    <a16:creationId xmlns:a16="http://schemas.microsoft.com/office/drawing/2014/main" id="{F133FBCF-433E-A2BD-39B5-46FC5E155AB5}"/>
                  </a:ext>
                </a:extLst>
              </p14:cNvPr>
              <p14:cNvContentPartPr/>
              <p14:nvPr/>
            </p14:nvContentPartPr>
            <p14:xfrm>
              <a:off x="374963" y="3423037"/>
              <a:ext cx="1270080" cy="360"/>
            </p14:xfrm>
          </p:contentPart>
        </mc:Choice>
        <mc:Fallback>
          <p:pic>
            <p:nvPicPr>
              <p:cNvPr id="66" name="잉크 65">
                <a:extLst>
                  <a:ext uri="{FF2B5EF4-FFF2-40B4-BE49-F238E27FC236}">
                    <a16:creationId xmlns:a16="http://schemas.microsoft.com/office/drawing/2014/main" id="{F133FBCF-433E-A2BD-39B5-46FC5E155AB5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20963" y="3315037"/>
                <a:ext cx="13777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67" name="잉크 66">
                <a:extLst>
                  <a:ext uri="{FF2B5EF4-FFF2-40B4-BE49-F238E27FC236}">
                    <a16:creationId xmlns:a16="http://schemas.microsoft.com/office/drawing/2014/main" id="{4ED89DB1-6AAB-0D2C-DB40-4594BB0FF0DC}"/>
                  </a:ext>
                </a:extLst>
              </p14:cNvPr>
              <p14:cNvContentPartPr/>
              <p14:nvPr/>
            </p14:nvContentPartPr>
            <p14:xfrm>
              <a:off x="339683" y="9283837"/>
              <a:ext cx="1268280" cy="36000"/>
            </p14:xfrm>
          </p:contentPart>
        </mc:Choice>
        <mc:Fallback>
          <p:pic>
            <p:nvPicPr>
              <p:cNvPr id="67" name="잉크 66">
                <a:extLst>
                  <a:ext uri="{FF2B5EF4-FFF2-40B4-BE49-F238E27FC236}">
                    <a16:creationId xmlns:a16="http://schemas.microsoft.com/office/drawing/2014/main" id="{4ED89DB1-6AAB-0D2C-DB40-4594BB0FF0DC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86043" y="9176197"/>
                <a:ext cx="137592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68" name="잉크 67">
                <a:extLst>
                  <a:ext uri="{FF2B5EF4-FFF2-40B4-BE49-F238E27FC236}">
                    <a16:creationId xmlns:a16="http://schemas.microsoft.com/office/drawing/2014/main" id="{3CAE5F31-BA9B-A6A4-1344-F0DB4B1C8C3B}"/>
                  </a:ext>
                </a:extLst>
              </p14:cNvPr>
              <p14:cNvContentPartPr/>
              <p14:nvPr/>
            </p14:nvContentPartPr>
            <p14:xfrm>
              <a:off x="398363" y="10855237"/>
              <a:ext cx="982080" cy="47160"/>
            </p14:xfrm>
          </p:contentPart>
        </mc:Choice>
        <mc:Fallback>
          <p:pic>
            <p:nvPicPr>
              <p:cNvPr id="68" name="잉크 67">
                <a:extLst>
                  <a:ext uri="{FF2B5EF4-FFF2-40B4-BE49-F238E27FC236}">
                    <a16:creationId xmlns:a16="http://schemas.microsoft.com/office/drawing/2014/main" id="{3CAE5F31-BA9B-A6A4-1344-F0DB4B1C8C3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44723" y="10747597"/>
                <a:ext cx="108972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69" name="잉크 68">
                <a:extLst>
                  <a:ext uri="{FF2B5EF4-FFF2-40B4-BE49-F238E27FC236}">
                    <a16:creationId xmlns:a16="http://schemas.microsoft.com/office/drawing/2014/main" id="{5AAE942B-43E3-67F7-AA24-6B1ECB668504}"/>
                  </a:ext>
                </a:extLst>
              </p14:cNvPr>
              <p14:cNvContentPartPr/>
              <p14:nvPr/>
            </p14:nvContentPartPr>
            <p14:xfrm>
              <a:off x="304763" y="926077"/>
              <a:ext cx="733320" cy="48240"/>
            </p14:xfrm>
          </p:contentPart>
        </mc:Choice>
        <mc:Fallback>
          <p:pic>
            <p:nvPicPr>
              <p:cNvPr id="69" name="잉크 68">
                <a:extLst>
                  <a:ext uri="{FF2B5EF4-FFF2-40B4-BE49-F238E27FC236}">
                    <a16:creationId xmlns:a16="http://schemas.microsoft.com/office/drawing/2014/main" id="{5AAE942B-43E3-67F7-AA24-6B1ECB66850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50763" y="818077"/>
                <a:ext cx="84096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70" name="잉크 69">
                <a:extLst>
                  <a:ext uri="{FF2B5EF4-FFF2-40B4-BE49-F238E27FC236}">
                    <a16:creationId xmlns:a16="http://schemas.microsoft.com/office/drawing/2014/main" id="{E57F80EB-E4AC-670B-8B84-3C5348B89E5F}"/>
                  </a:ext>
                </a:extLst>
              </p14:cNvPr>
              <p14:cNvContentPartPr/>
              <p14:nvPr/>
            </p14:nvContentPartPr>
            <p14:xfrm>
              <a:off x="292883" y="386797"/>
              <a:ext cx="624960" cy="360"/>
            </p14:xfrm>
          </p:contentPart>
        </mc:Choice>
        <mc:Fallback>
          <p:pic>
            <p:nvPicPr>
              <p:cNvPr id="70" name="잉크 69">
                <a:extLst>
                  <a:ext uri="{FF2B5EF4-FFF2-40B4-BE49-F238E27FC236}">
                    <a16:creationId xmlns:a16="http://schemas.microsoft.com/office/drawing/2014/main" id="{E57F80EB-E4AC-670B-8B84-3C5348B89E5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39243" y="278797"/>
                <a:ext cx="7326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71" name="잉크 70">
                <a:extLst>
                  <a:ext uri="{FF2B5EF4-FFF2-40B4-BE49-F238E27FC236}">
                    <a16:creationId xmlns:a16="http://schemas.microsoft.com/office/drawing/2014/main" id="{660A86E8-7C8E-C4DB-10B4-1B5745DF39EE}"/>
                  </a:ext>
                </a:extLst>
              </p14:cNvPr>
              <p14:cNvContentPartPr/>
              <p14:nvPr/>
            </p14:nvContentPartPr>
            <p14:xfrm>
              <a:off x="410243" y="1870717"/>
              <a:ext cx="1121400" cy="5040"/>
            </p14:xfrm>
          </p:contentPart>
        </mc:Choice>
        <mc:Fallback>
          <p:pic>
            <p:nvPicPr>
              <p:cNvPr id="71" name="잉크 70">
                <a:extLst>
                  <a:ext uri="{FF2B5EF4-FFF2-40B4-BE49-F238E27FC236}">
                    <a16:creationId xmlns:a16="http://schemas.microsoft.com/office/drawing/2014/main" id="{660A86E8-7C8E-C4DB-10B4-1B5745DF39E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56243" y="1763077"/>
                <a:ext cx="1229040" cy="22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65817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696</TotalTime>
  <Words>336</Words>
  <Application>Microsoft Office PowerPoint</Application>
  <PresentationFormat>와이드스크린</PresentationFormat>
  <Paragraphs>94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안성 정</dc:creator>
  <cp:lastModifiedBy>안성 정</cp:lastModifiedBy>
  <cp:revision>1</cp:revision>
  <dcterms:created xsi:type="dcterms:W3CDTF">2026-10-29T23:03:41Z</dcterms:created>
  <dcterms:modified xsi:type="dcterms:W3CDTF">2026-10-30T10:39:43Z</dcterms:modified>
</cp:coreProperties>
</file>