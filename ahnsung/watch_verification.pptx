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5"/>
  </p:notesMasterIdLst>
  <p:sldIdLst>
    <p:sldId id="279" r:id="rId2"/>
    <p:sldId id="280" r:id="rId3"/>
    <p:sldId id="270" r:id="rId4"/>
    <p:sldId id="261" r:id="rId5"/>
    <p:sldId id="266" r:id="rId6"/>
    <p:sldId id="271" r:id="rId7"/>
    <p:sldId id="272" r:id="rId8"/>
    <p:sldId id="273" r:id="rId9"/>
    <p:sldId id="274" r:id="rId10"/>
    <p:sldId id="262" r:id="rId11"/>
    <p:sldId id="263" r:id="rId12"/>
    <p:sldId id="275" r:id="rId13"/>
    <p:sldId id="276" r:id="rId14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>
        <p:scale>
          <a:sx n="100" d="100"/>
          <a:sy n="100" d="100"/>
        </p:scale>
        <p:origin x="1320" y="39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8T12:29:36.54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1 1 24575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8T11:23:56.38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243 776 24575,'-1'-3'0,"0"-1"0,-1 1 0,1 0 0,-1-1 0,0 1 0,0 0 0,0 0 0,0 1 0,-1-1 0,1 0 0,-1 1 0,0-1 0,0 1 0,-3-2 0,-5-6 0,-12-13 0,-6-4 0,-43-53 0,64 70 0,0-2 0,1 1 0,0-1 0,1 0 0,1-1 0,-1 1 0,2-1 0,-6-24 0,6 14 0,0 0 0,0-29 0,4 46 0,0-1 0,1 1 0,-1 0 0,1 0 0,0 0 0,1 0 0,0 0 0,0 0 0,0 0 0,0 1 0,1-1 0,0 1 0,6-9 0,-6 10 0,84-95 0,-75 85 0,2 2 0,0 0 0,0 1 0,1 0 0,19-11 0,-20 17 0,-1-1 0,25-5 0,14-6 0,-30 9 0,0 0 0,0 0 0,0 2 0,1 1 0,-1 1 0,1 1 0,1 1 0,30 1 0,-14 1 0,-23 0 0,1-1 0,0 2 0,0 1 0,-1 0 0,1 1 0,-1 1 0,21 7 0,12 8 0,0-2 0,53 10 0,105 12 0,-152-30 0,-42-7 0,-5-1 0,-1 1 0,1 0 0,0 0 0,9 4 0,-16-5 0,0 0 0,0 0 0,0 0 0,0 0 0,0 1 0,0-1 0,0 1 0,-1-1 0,1 1 0,0 0 0,-1-1 0,0 1 0,1 0 0,-1 0 0,0 0 0,0 0 0,0 0 0,0 0 0,0 0 0,-1 1 0,1 1 0,3 25 0,-1 0 0,-1 0 0,-2 0 0,-1-1 0,-1 1 0,-2 0 0,-10 40 0,12-59-195,-2-1 0,1 0 0,-1-1 0,0 1 0,-1-1 0,-11 16 0,2-5-6631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8T11:23:57.54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43 24575,'0'154'0,"0"-153"0,0 0 0,0 1 0,0-1 0,0 0 0,0 0 0,0 0 0,0 1 0,0-1 0,1 0 0,-1 0 0,0 0 0,1 0 0,-1 1 0,1-1 0,-1 0 0,1 0 0,0 0 0,-1 0 0,1 0 0,0 0 0,0 0 0,0-1 0,-1 1 0,1 0 0,0 0 0,0-1 0,0 1 0,0 0 0,1-1 0,-1 1 0,0-1 0,0 1 0,0-1 0,0 0 0,0 0 0,1 1 0,-1-1 0,0 0 0,0 0 0,1 0 0,-1 0 0,0 0 0,0 0 0,0-1 0,2 1 0,0-1 0,1-1 0,-1 1 0,1-1 0,-1 0 0,0 1 0,0-1 0,0-1 0,0 1 0,0 0 0,0-1 0,-1 0 0,1 1 0,-1-1 0,3-4 0,3-5 0,-1 0 0,2 1 0,0 0 0,0 0 0,1 1 0,0 0 0,1 1 0,0 0 0,0 0 0,1 2 0,0-1 0,15-6 0,-3 3-682,31-21-1,-31 15-6143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8T11:24:02.51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0 24575,'0'0'-8191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8T11:24:02.96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24575,'0'0'-8191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8T12:16:37.32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0 24575,'1'7'0,"0"-1"0,0 0 0,0 1 0,1-1 0,0 0 0,1 0 0,4 9 0,5 13 0,3 11 0,3-1 0,35 58 0,7 15 0,-47-84 0,1-1 0,1 0 0,26 33 0,80 89 0,-78-94 0,-30-37 0,1 0 0,0-1 0,0-1 0,19 15 0,-2-4 0,-1 1 0,-2 1 0,-1 2 0,-1 1 0,-1 1 0,39 69 0,-47-77 0,0-1 0,2 0 0,22 21 0,34 43 0,-44-45 0,31 44 0,4-3 0,91 89 0,-99-115 0,-1 2 0,61 85 0,-94-113 0,2-1 0,1-2 0,41 35 0,-38-42 0,0 0 0,2-3 0,66 30 0,10 6 0,50 36 0,-98-64-1365,-43-20-5461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8T12:16:38.37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0 289 24575,'53'-1'0,"-27"0"0,0 0 0,0 2 0,0 1 0,0 1 0,0 1 0,34 10 0,-32-3 0,-20-7 0,1 0 0,1-1 0,-1 0 0,0 0 0,1-1 0,0 0 0,-1-1 0,15 1 0,-22-3 0,0 1 0,-1-1 0,1 1 0,0-1 0,0 0 0,-1 0 0,1 1 0,-1-1 0,1 0 0,-1 0 0,1-1 0,-1 1 0,0 0 0,1 0 0,-1-1 0,0 1 0,0-1 0,0 1 0,0-1 0,0 1 0,0-1 0,0 0 0,-1 1 0,1-1 0,-1 0 0,1 0 0,-1 1 0,0-1 0,1 0 0,-1 0 0,0 0 0,0 0 0,-1-3 0,1-8 0,-1 1 0,-1-1 0,-5-19 0,6 28 0,-3-21 40,1 1-1,0-30 1,2 30-535,-1 0 1,-6-31-1,4 40-6331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8T12:16:44.11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678 2 24575,'-8'0'0,"-1"1"0,1 0 0,0 1 0,0 0 0,0 0 0,0 1 0,0 0 0,1 1 0,-1-1 0,-6 6 0,-14 9 0,-30 26 0,27-21 0,-138 112 0,119-99 0,-85 82 0,129-112 0,1 0 0,0 1 0,1 0 0,-1 1 0,2-1 0,-1 0 0,1 1 0,-4 11 0,-14 70 0,14-57 0,-9 40 0,4 2 0,4 0 0,2 0 0,6 102 0,2-152 0,1 0 0,2-1 0,0 1 0,2-1 0,0 0 0,2-1 0,0 0 0,25 41 0,-6-19 0,3-2 0,1 0 0,38 36 0,-42-48 0,87 88 0,-64-65 0,-40-39 0,1 0 0,1-1 0,25 19 0,7 0 0,72 39 0,-101-63 0,1-1 0,-1 0 0,1-1 0,0-1 0,1-1 0,-1 0 0,1-1 0,30 1 0,249-6 0,-282 1 0,-1 0 0,1-1 0,-1-1 0,0 0 0,27-11 0,70-35 0,-77 33 0,-12 6 0,103-53 0,-108 53 0,-1-1 0,-1 0 0,0 0 0,0-2 0,16-18 0,6-8 0,45-36 0,18-19 0,-85 79 0,-2-2 0,0 1 0,0-2 0,14-28 0,-7 10 0,-14 26 0,1-1 0,-2 0 0,1 0 0,-2 0 0,1-1 0,-2 0 0,1 0 0,-2 0 0,3-24 0,-4 16 0,0-30 0,8-53 0,-5 74 0,-2 0 0,0-1 0,-2 0 0,-1 1 0,-1-1 0,-8-34 0,7 46 0,0-2 0,-1-1 0,-1 1 0,-1 0 0,-1 0 0,0 1 0,-1 0 0,-13-20 0,16 28 0,-1 1 0,2-1 0,-1-1 0,2 1 0,-1-1 0,2 1 0,-1-1 0,2 0 0,-1-20 0,1 19 0,0 0 0,-1 0 0,0 0 0,-1 0 0,0 0 0,-1 0 0,0 1 0,-8-15 0,-4 2 0,-1 1 0,-1 0 0,-1 1 0,-1 1 0,-1 1 0,-1 1 0,0 0 0,-31-18 0,33 27 0,0 1 0,-1 1 0,0 0 0,-33-7 0,-3-2 0,25 8 0,-1 1 0,-1 2 0,0 1 0,-43-2 0,-140 6 0,117 4 0,-59 11 0,87-4 0,67-9-151,-1 1-1,1 0 0,-1 0 0,1 0 1,-1 1-1,1 0 0,0 0 1,-8 4-1,2 2-6674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8T12:19:44.88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39 0 24575,'-4'4'0,"-4"1"0,-5 3 0,0 0-8191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F0A4B3-CA1E-4FF1-8F8B-7B92F1823D8C}" type="datetimeFigureOut">
              <a:rPr lang="ko-KR" altLang="en-US" smtClean="0"/>
              <a:t>2026-10-18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97C412D-2024-4FE9-9C42-3C14E8CA90C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9858045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2E708B6-A0CB-AD3D-8EA3-9AE0593279A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0468D456-833F-4031-E90B-1D12EC6E9DF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6B1BFCD0-BBD5-B254-3B40-649F80BCE2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5ADE31-F0DA-4525-8F7E-DAF618595163}" type="datetimeFigureOut">
              <a:rPr lang="ko-KR" altLang="en-US" smtClean="0"/>
              <a:t>2026-10-18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65FFC66-88E5-DBCD-3AD7-820B186677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3FED7FE-30D7-5D8D-BF91-3CD30BCB75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DDF04A-CC8C-44C5-BD51-C25453536A7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3927957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AB89A7-817A-5512-ED6E-44A93121DB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77E030A-E9E9-9BD9-2400-06371EF07F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196C378-E847-EEC9-FE84-31DC603473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5ADE31-F0DA-4525-8F7E-DAF618595163}" type="datetimeFigureOut">
              <a:rPr lang="ko-KR" altLang="en-US" smtClean="0"/>
              <a:t>2026-10-18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84D4E31-7966-8295-EBDD-5BE8077086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DA4242F-ADC0-6B4B-3F62-ED9D6969AA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DDF04A-CC8C-44C5-BD51-C25453536A7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1767118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1F3C99B-2116-0A8D-9D04-DABBA14234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DBB037D5-AE35-4245-C3BD-886D6FE869C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94A779B4-44A1-964A-12A8-5AC6113F6A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5ADE31-F0DA-4525-8F7E-DAF618595163}" type="datetimeFigureOut">
              <a:rPr lang="ko-KR" altLang="en-US" smtClean="0"/>
              <a:t>2026-10-18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F186F202-D9F0-8DBA-8093-0DBB8110FD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CA7D761-E7AD-7769-A636-312C6972DA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DDF04A-CC8C-44C5-BD51-C25453536A7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1521564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607A72E-34FB-EE98-84B6-D62748886F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9E7D24D-2469-636A-7793-500965EED82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5E296658-363B-7D6F-E951-9AD1AA6C4CE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38131787-0870-397D-8655-7FBECFF9CB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5ADE31-F0DA-4525-8F7E-DAF618595163}" type="datetimeFigureOut">
              <a:rPr lang="ko-KR" altLang="en-US" smtClean="0"/>
              <a:t>2026-10-18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E9D6E61C-F45C-A224-8BB8-84189E07D3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AF118D7A-E00D-B29D-FA11-D6DBD936C6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DDF04A-CC8C-44C5-BD51-C25453536A7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164576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0F800FE-CC49-BD6E-C9F8-E3B81577B2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8696C0BD-F068-C84F-3083-3E632B80BE1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3FF9438C-E486-715E-F64D-9A9015E80FF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22B8F176-128C-E7B1-E0C2-351F5658AEF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381DEC65-A928-138D-ABD7-E2ED4FDAD75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ACA11F7E-F64D-DDC9-C184-9CC931AC4D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5ADE31-F0DA-4525-8F7E-DAF618595163}" type="datetimeFigureOut">
              <a:rPr lang="ko-KR" altLang="en-US" smtClean="0"/>
              <a:t>2026-10-18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7EDCE54C-24A2-77A1-85C4-9F84E2D0C7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FEF5B560-9B6E-4F12-2A8C-5F8219CE28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DDF04A-CC8C-44C5-BD51-C25453536A7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5759980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5A197E7-5CAC-26A1-11BE-80000A1D8B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ED245C2C-83C4-745F-A762-7B94B01A3D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5ADE31-F0DA-4525-8F7E-DAF618595163}" type="datetimeFigureOut">
              <a:rPr lang="ko-KR" altLang="en-US" smtClean="0"/>
              <a:t>2026-10-18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56D8CD62-6622-ED92-EA0C-51FD9BF9DE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9168A10-F03C-FE48-3F66-09279E8AE0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DDF04A-CC8C-44C5-BD51-C25453536A7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0387769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87BE7696-11BD-9DC0-6B3A-8FF9FEC848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5ADE31-F0DA-4525-8F7E-DAF618595163}" type="datetimeFigureOut">
              <a:rPr lang="ko-KR" altLang="en-US" smtClean="0"/>
              <a:t>2026-10-18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75C9A881-B2F7-2B09-EC21-2F8210AA68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3DBB4BD-DE58-2A33-9276-4494C2C9AC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DDF04A-CC8C-44C5-BD51-C25453536A7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7019699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7ED7CE4-4815-CC1F-A4E1-1578C234FB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1249F44-46FB-45D4-24E3-69D7CEFA8B6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D282EA21-EB3B-53F3-7D7A-3400D636EF1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1B2EF2AC-3A3B-62CB-140D-B691F547EA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5ADE31-F0DA-4525-8F7E-DAF618595163}" type="datetimeFigureOut">
              <a:rPr lang="ko-KR" altLang="en-US" smtClean="0"/>
              <a:t>2026-10-18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3C9262F4-0B0F-8BD8-CB92-2D1C8908C8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DF3DC644-AAE7-5E93-1F53-69EBE99420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DDF04A-CC8C-44C5-BD51-C25453536A7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399126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171741C-9C18-72ED-6128-7EEB8BF73E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880C6F50-9FF7-DC03-72E5-B719F946D0A9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D7B66949-F666-093A-9B79-0A719E00D14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D79BF81-3DE0-F9D2-9617-576E955C2F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5ADE31-F0DA-4525-8F7E-DAF618595163}" type="datetimeFigureOut">
              <a:rPr lang="ko-KR" altLang="en-US" smtClean="0"/>
              <a:t>2026-10-18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FDBC979B-9BA3-6262-8922-EB2F14FBAC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2FC2F84B-F68D-8045-199A-B97598E0F5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DDF04A-CC8C-44C5-BD51-C25453536A7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856672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30AB0D6-0C33-616D-D85B-4618E1A2CC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AE4F09A0-0DD2-CF30-25E6-92FDB4128D4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A70F908-4D66-6586-D721-F43A4E77C1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5ADE31-F0DA-4525-8F7E-DAF618595163}" type="datetimeFigureOut">
              <a:rPr lang="ko-KR" altLang="en-US" smtClean="0"/>
              <a:t>2026-10-18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9F8211E-2965-1DB7-A7C5-B1D01AED75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2265F6F-B536-79BE-33C7-EAC3773F7F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DDF04A-CC8C-44C5-BD51-C25453536A7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4282375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A1A03FD1-8C27-0622-C383-5DB06F66A63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F83BFA3E-B8A9-A35A-55BB-C9864EADED3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9BA2E36B-EA5A-9338-BD2D-EF03B2DCF7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5ADE31-F0DA-4525-8F7E-DAF618595163}" type="datetimeFigureOut">
              <a:rPr lang="ko-KR" altLang="en-US" smtClean="0"/>
              <a:t>2026-10-18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96D2A96F-83C5-573E-F888-22AEB5582B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299DFFC-00B4-F917-289D-856B9A43FC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DDF04A-CC8C-44C5-BD51-C25453536A7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3910578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1FF6C98B-EA0F-DE3A-F05D-DC7E9FB229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36F6218-3D80-9EA4-8A14-17F4A7A0BAA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868E980-F312-D1FA-3550-064E7A29508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C5ADE31-F0DA-4525-8F7E-DAF618595163}" type="datetimeFigureOut">
              <a:rPr lang="ko-KR" altLang="en-US" smtClean="0"/>
              <a:t>2026-10-18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7511A87-46DC-0393-D647-D31905B2682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FB63FF7-5A01-590B-0305-36930D724CD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8DDF04A-CC8C-44C5-BD51-C25453536A7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4640230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customXml" Target="../ink/ink1.xm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7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6" Type="http://schemas.openxmlformats.org/officeDocument/2006/relationships/customXml" Target="../ink/ink3.xml"/><Relationship Id="rId5" Type="http://schemas.openxmlformats.org/officeDocument/2006/relationships/image" Target="../media/image6.png"/><Relationship Id="rId4" Type="http://schemas.openxmlformats.org/officeDocument/2006/relationships/customXml" Target="../ink/ink2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13" Type="http://schemas.openxmlformats.org/officeDocument/2006/relationships/customXml" Target="../ink/ink9.xml"/><Relationship Id="rId3" Type="http://schemas.openxmlformats.org/officeDocument/2006/relationships/image" Target="../media/image1.png"/><Relationship Id="rId7" Type="http://schemas.openxmlformats.org/officeDocument/2006/relationships/customXml" Target="../ink/ink6.xml"/><Relationship Id="rId12" Type="http://schemas.openxmlformats.org/officeDocument/2006/relationships/image" Target="../media/image11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Relationship Id="rId6" Type="http://schemas.openxmlformats.org/officeDocument/2006/relationships/customXml" Target="../ink/ink5.xml"/><Relationship Id="rId11" Type="http://schemas.openxmlformats.org/officeDocument/2006/relationships/customXml" Target="../ink/ink8.xml"/><Relationship Id="rId5" Type="http://schemas.openxmlformats.org/officeDocument/2006/relationships/image" Target="../media/image2.png"/><Relationship Id="rId10" Type="http://schemas.openxmlformats.org/officeDocument/2006/relationships/image" Target="../media/image10.png"/><Relationship Id="rId4" Type="http://schemas.openxmlformats.org/officeDocument/2006/relationships/customXml" Target="../ink/ink4.xml"/><Relationship Id="rId9" Type="http://schemas.openxmlformats.org/officeDocument/2006/relationships/customXml" Target="../ink/ink7.xml"/><Relationship Id="rId14" Type="http://schemas.openxmlformats.org/officeDocument/2006/relationships/image" Target="../media/image12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2F64FB-776F-552E-3F52-F371E0C22C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>
            <a:extLst>
              <a:ext uri="{FF2B5EF4-FFF2-40B4-BE49-F238E27FC236}">
                <a16:creationId xmlns:a16="http://schemas.microsoft.com/office/drawing/2014/main" id="{3F35E8B9-C8AC-EE79-77C8-831643496FC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5985" t="2697"/>
          <a:stretch>
            <a:fillRect/>
          </a:stretch>
        </p:blipFill>
        <p:spPr>
          <a:xfrm>
            <a:off x="1363741" y="1860937"/>
            <a:ext cx="4735081" cy="3797765"/>
          </a:xfrm>
          <a:prstGeom prst="rect">
            <a:avLst/>
          </a:prstGeom>
        </p:spPr>
      </p:pic>
      <p:grpSp>
        <p:nvGrpSpPr>
          <p:cNvPr id="5" name="그룹 4">
            <a:extLst>
              <a:ext uri="{FF2B5EF4-FFF2-40B4-BE49-F238E27FC236}">
                <a16:creationId xmlns:a16="http://schemas.microsoft.com/office/drawing/2014/main" id="{92381B57-0AC2-20F1-8BA5-1B73694DC97B}"/>
              </a:ext>
            </a:extLst>
          </p:cNvPr>
          <p:cNvGrpSpPr/>
          <p:nvPr/>
        </p:nvGrpSpPr>
        <p:grpSpPr>
          <a:xfrm>
            <a:off x="8317472" y="2900885"/>
            <a:ext cx="2263396" cy="1120545"/>
            <a:chOff x="9165688" y="330849"/>
            <a:chExt cx="4277095" cy="2484421"/>
          </a:xfrm>
        </p:grpSpPr>
        <p:grpSp>
          <p:nvGrpSpPr>
            <p:cNvPr id="7" name="그룹 6">
              <a:extLst>
                <a:ext uri="{FF2B5EF4-FFF2-40B4-BE49-F238E27FC236}">
                  <a16:creationId xmlns:a16="http://schemas.microsoft.com/office/drawing/2014/main" id="{D5327748-AD24-6015-E239-90C69533B7D5}"/>
                </a:ext>
              </a:extLst>
            </p:cNvPr>
            <p:cNvGrpSpPr/>
            <p:nvPr/>
          </p:nvGrpSpPr>
          <p:grpSpPr>
            <a:xfrm>
              <a:off x="9165688" y="330849"/>
              <a:ext cx="2860497" cy="994910"/>
              <a:chOff x="8147507" y="4736955"/>
              <a:chExt cx="2860497" cy="994910"/>
            </a:xfrm>
          </p:grpSpPr>
          <p:sp>
            <p:nvSpPr>
              <p:cNvPr id="12" name="직사각형 11">
                <a:extLst>
                  <a:ext uri="{FF2B5EF4-FFF2-40B4-BE49-F238E27FC236}">
                    <a16:creationId xmlns:a16="http://schemas.microsoft.com/office/drawing/2014/main" id="{76C85C3C-98CA-58D8-1F72-928134DB0483}"/>
                  </a:ext>
                </a:extLst>
              </p:cNvPr>
              <p:cNvSpPr/>
              <p:nvPr/>
            </p:nvSpPr>
            <p:spPr>
              <a:xfrm>
                <a:off x="8147507" y="4736955"/>
                <a:ext cx="2860497" cy="994910"/>
              </a:xfrm>
              <a:prstGeom prst="rect">
                <a:avLst/>
              </a:prstGeom>
              <a:solidFill>
                <a:schemeClr val="tx1">
                  <a:lumMod val="65000"/>
                  <a:lumOff val="3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50"/>
              </a:p>
            </p:txBody>
          </p:sp>
          <p:grpSp>
            <p:nvGrpSpPr>
              <p:cNvPr id="15" name="그룹 14">
                <a:extLst>
                  <a:ext uri="{FF2B5EF4-FFF2-40B4-BE49-F238E27FC236}">
                    <a16:creationId xmlns:a16="http://schemas.microsoft.com/office/drawing/2014/main" id="{73358468-83A4-0F26-8D35-B1AE304B962A}"/>
                  </a:ext>
                </a:extLst>
              </p:cNvPr>
              <p:cNvGrpSpPr/>
              <p:nvPr/>
            </p:nvGrpSpPr>
            <p:grpSpPr>
              <a:xfrm>
                <a:off x="8408334" y="4819650"/>
                <a:ext cx="2500334" cy="808179"/>
                <a:chOff x="8112248" y="4451227"/>
                <a:chExt cx="3529919" cy="1221760"/>
              </a:xfrm>
            </p:grpSpPr>
            <p:grpSp>
              <p:nvGrpSpPr>
                <p:cNvPr id="18" name="그룹 17">
                  <a:extLst>
                    <a:ext uri="{FF2B5EF4-FFF2-40B4-BE49-F238E27FC236}">
                      <a16:creationId xmlns:a16="http://schemas.microsoft.com/office/drawing/2014/main" id="{B27F5FD2-4BA9-7F10-0AB2-238AA7F8B995}"/>
                    </a:ext>
                  </a:extLst>
                </p:cNvPr>
                <p:cNvGrpSpPr/>
                <p:nvPr/>
              </p:nvGrpSpPr>
              <p:grpSpPr>
                <a:xfrm>
                  <a:off x="8112248" y="4451227"/>
                  <a:ext cx="796802" cy="1221760"/>
                  <a:chOff x="8112248" y="4451227"/>
                  <a:chExt cx="796802" cy="1221760"/>
                </a:xfrm>
              </p:grpSpPr>
              <p:grpSp>
                <p:nvGrpSpPr>
                  <p:cNvPr id="74" name="그룹 73">
                    <a:extLst>
                      <a:ext uri="{FF2B5EF4-FFF2-40B4-BE49-F238E27FC236}">
                        <a16:creationId xmlns:a16="http://schemas.microsoft.com/office/drawing/2014/main" id="{7687B386-2696-EE8D-FDE1-47E010A05D68}"/>
                      </a:ext>
                    </a:extLst>
                  </p:cNvPr>
                  <p:cNvGrpSpPr/>
                  <p:nvPr/>
                </p:nvGrpSpPr>
                <p:grpSpPr>
                  <a:xfrm>
                    <a:off x="8112248" y="4451227"/>
                    <a:ext cx="667506" cy="1221760"/>
                    <a:chOff x="8377382" y="4544293"/>
                    <a:chExt cx="667506" cy="1221760"/>
                  </a:xfrm>
                </p:grpSpPr>
                <p:grpSp>
                  <p:nvGrpSpPr>
                    <p:cNvPr id="76" name="그룹 75">
                      <a:extLst>
                        <a:ext uri="{FF2B5EF4-FFF2-40B4-BE49-F238E27FC236}">
                          <a16:creationId xmlns:a16="http://schemas.microsoft.com/office/drawing/2014/main" id="{E03C6CED-1E26-6814-66BE-72D5C7C47BE7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8377382" y="4544293"/>
                      <a:ext cx="667504" cy="666298"/>
                      <a:chOff x="8377382" y="4544293"/>
                      <a:chExt cx="667504" cy="666298"/>
                    </a:xfrm>
                  </p:grpSpPr>
                  <p:sp>
                    <p:nvSpPr>
                      <p:cNvPr id="82" name="직사각형 81">
                        <a:extLst>
                          <a:ext uri="{FF2B5EF4-FFF2-40B4-BE49-F238E27FC236}">
                            <a16:creationId xmlns:a16="http://schemas.microsoft.com/office/drawing/2014/main" id="{B4337614-DF18-690C-5427-5D442DF487CF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377382" y="4673601"/>
                        <a:ext cx="110836" cy="413936"/>
                      </a:xfrm>
                      <a:prstGeom prst="rect">
                        <a:avLst/>
                      </a:prstGeom>
                      <a:solidFill>
                        <a:schemeClr val="tx1"/>
                      </a:solidFill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ko-KR" altLang="en-US" sz="1000"/>
                      </a:p>
                    </p:txBody>
                  </p:sp>
                  <p:sp>
                    <p:nvSpPr>
                      <p:cNvPr id="83" name="직사각형 82">
                        <a:extLst>
                          <a:ext uri="{FF2B5EF4-FFF2-40B4-BE49-F238E27FC236}">
                            <a16:creationId xmlns:a16="http://schemas.microsoft.com/office/drawing/2014/main" id="{1DFF30FE-7B13-2233-697B-EC6179E88892}"/>
                          </a:ext>
                        </a:extLst>
                      </p:cNvPr>
                      <p:cNvSpPr/>
                      <p:nvPr/>
                    </p:nvSpPr>
                    <p:spPr>
                      <a:xfrm rot="5400000">
                        <a:off x="8662428" y="4392743"/>
                        <a:ext cx="110836" cy="413936"/>
                      </a:xfrm>
                      <a:prstGeom prst="rect">
                        <a:avLst/>
                      </a:prstGeom>
                      <a:solidFill>
                        <a:schemeClr val="tx1"/>
                      </a:solidFill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ko-KR" altLang="en-US" sz="1000"/>
                      </a:p>
                    </p:txBody>
                  </p:sp>
                  <p:sp>
                    <p:nvSpPr>
                      <p:cNvPr id="84" name="직사각형 83">
                        <a:extLst>
                          <a:ext uri="{FF2B5EF4-FFF2-40B4-BE49-F238E27FC236}">
                            <a16:creationId xmlns:a16="http://schemas.microsoft.com/office/drawing/2014/main" id="{91A76EB2-74A7-AA3A-0754-4201139C2713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934050" y="4673601"/>
                        <a:ext cx="110836" cy="413936"/>
                      </a:xfrm>
                      <a:prstGeom prst="rect">
                        <a:avLst/>
                      </a:prstGeom>
                      <a:solidFill>
                        <a:srgbClr val="FF0000"/>
                      </a:solidFill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ko-KR" altLang="en-US" sz="1000"/>
                      </a:p>
                    </p:txBody>
                  </p:sp>
                  <p:sp>
                    <p:nvSpPr>
                      <p:cNvPr id="85" name="직사각형 84">
                        <a:extLst>
                          <a:ext uri="{FF2B5EF4-FFF2-40B4-BE49-F238E27FC236}">
                            <a16:creationId xmlns:a16="http://schemas.microsoft.com/office/drawing/2014/main" id="{4FE77878-D16F-3533-0873-B2954AEFAD8E}"/>
                          </a:ext>
                        </a:extLst>
                      </p:cNvPr>
                      <p:cNvSpPr/>
                      <p:nvPr/>
                    </p:nvSpPr>
                    <p:spPr>
                      <a:xfrm rot="5400000">
                        <a:off x="8662428" y="4948205"/>
                        <a:ext cx="110836" cy="413936"/>
                      </a:xfrm>
                      <a:prstGeom prst="rect">
                        <a:avLst/>
                      </a:prstGeom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ko-KR" altLang="en-US" sz="1000"/>
                      </a:p>
                    </p:txBody>
                  </p:sp>
                </p:grpSp>
                <p:grpSp>
                  <p:nvGrpSpPr>
                    <p:cNvPr id="77" name="그룹 76">
                      <a:extLst>
                        <a:ext uri="{FF2B5EF4-FFF2-40B4-BE49-F238E27FC236}">
                          <a16:creationId xmlns:a16="http://schemas.microsoft.com/office/drawing/2014/main" id="{8936D56D-849B-A10A-2FD2-94327015FC57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8377384" y="5099755"/>
                      <a:ext cx="667504" cy="666298"/>
                      <a:chOff x="8377382" y="4544293"/>
                      <a:chExt cx="667504" cy="666298"/>
                    </a:xfrm>
                  </p:grpSpPr>
                  <p:sp>
                    <p:nvSpPr>
                      <p:cNvPr id="78" name="직사각형 77">
                        <a:extLst>
                          <a:ext uri="{FF2B5EF4-FFF2-40B4-BE49-F238E27FC236}">
                            <a16:creationId xmlns:a16="http://schemas.microsoft.com/office/drawing/2014/main" id="{DD6DB0D7-5E2D-3A0B-D80E-87DD41846A38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377382" y="4673601"/>
                        <a:ext cx="110836" cy="413936"/>
                      </a:xfrm>
                      <a:prstGeom prst="rect">
                        <a:avLst/>
                      </a:prstGeom>
                      <a:solidFill>
                        <a:schemeClr val="tx1"/>
                      </a:solidFill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ko-KR" altLang="en-US" sz="1000"/>
                      </a:p>
                    </p:txBody>
                  </p:sp>
                  <p:sp>
                    <p:nvSpPr>
                      <p:cNvPr id="79" name="직사각형 78">
                        <a:extLst>
                          <a:ext uri="{FF2B5EF4-FFF2-40B4-BE49-F238E27FC236}">
                            <a16:creationId xmlns:a16="http://schemas.microsoft.com/office/drawing/2014/main" id="{2C4E22E4-6810-7528-D064-E6624F4ED09F}"/>
                          </a:ext>
                        </a:extLst>
                      </p:cNvPr>
                      <p:cNvSpPr/>
                      <p:nvPr/>
                    </p:nvSpPr>
                    <p:spPr>
                      <a:xfrm rot="5400000">
                        <a:off x="8662428" y="4392743"/>
                        <a:ext cx="110836" cy="413936"/>
                      </a:xfrm>
                      <a:prstGeom prst="rect">
                        <a:avLst/>
                      </a:prstGeom>
                      <a:solidFill>
                        <a:schemeClr val="tx1"/>
                      </a:solidFill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ko-KR" altLang="en-US" sz="1000"/>
                      </a:p>
                    </p:txBody>
                  </p:sp>
                  <p:sp>
                    <p:nvSpPr>
                      <p:cNvPr id="80" name="직사각형 79">
                        <a:extLst>
                          <a:ext uri="{FF2B5EF4-FFF2-40B4-BE49-F238E27FC236}">
                            <a16:creationId xmlns:a16="http://schemas.microsoft.com/office/drawing/2014/main" id="{DA6A37DE-D325-AD8D-EF21-56179F8B4794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934050" y="4673601"/>
                        <a:ext cx="110836" cy="413936"/>
                      </a:xfrm>
                      <a:prstGeom prst="rect">
                        <a:avLst/>
                      </a:prstGeom>
                      <a:solidFill>
                        <a:srgbClr val="FF0000"/>
                      </a:solidFill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ko-KR" altLang="en-US" sz="1000"/>
                      </a:p>
                    </p:txBody>
                  </p:sp>
                  <p:sp>
                    <p:nvSpPr>
                      <p:cNvPr id="81" name="직사각형 80">
                        <a:extLst>
                          <a:ext uri="{FF2B5EF4-FFF2-40B4-BE49-F238E27FC236}">
                            <a16:creationId xmlns:a16="http://schemas.microsoft.com/office/drawing/2014/main" id="{65D8C99B-D352-4FB6-6E3C-361277AFC595}"/>
                          </a:ext>
                        </a:extLst>
                      </p:cNvPr>
                      <p:cNvSpPr/>
                      <p:nvPr/>
                    </p:nvSpPr>
                    <p:spPr>
                      <a:xfrm rot="5400000">
                        <a:off x="8662428" y="4948205"/>
                        <a:ext cx="110836" cy="413936"/>
                      </a:xfrm>
                      <a:prstGeom prst="rect">
                        <a:avLst/>
                      </a:prstGeom>
                      <a:solidFill>
                        <a:schemeClr val="tx1"/>
                      </a:solidFill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ko-KR" altLang="en-US" sz="1000"/>
                      </a:p>
                    </p:txBody>
                  </p:sp>
                </p:grpSp>
              </p:grpSp>
              <p:sp>
                <p:nvSpPr>
                  <p:cNvPr id="75" name="직사각형 74">
                    <a:extLst>
                      <a:ext uri="{FF2B5EF4-FFF2-40B4-BE49-F238E27FC236}">
                        <a16:creationId xmlns:a16="http://schemas.microsoft.com/office/drawing/2014/main" id="{4D1EEAD1-7E4B-B9E9-119E-C1B7CEEE97B5}"/>
                      </a:ext>
                    </a:extLst>
                  </p:cNvPr>
                  <p:cNvSpPr/>
                  <p:nvPr/>
                </p:nvSpPr>
                <p:spPr>
                  <a:xfrm>
                    <a:off x="8808029" y="5562151"/>
                    <a:ext cx="101021" cy="110836"/>
                  </a:xfrm>
                  <a:prstGeom prst="rect">
                    <a:avLst/>
                  </a:prstGeom>
                  <a:solidFill>
                    <a:schemeClr val="tx1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ko-KR" altLang="en-US" sz="1000"/>
                  </a:p>
                </p:txBody>
              </p:sp>
            </p:grpSp>
            <p:grpSp>
              <p:nvGrpSpPr>
                <p:cNvPr id="19" name="그룹 18">
                  <a:extLst>
                    <a:ext uri="{FF2B5EF4-FFF2-40B4-BE49-F238E27FC236}">
                      <a16:creationId xmlns:a16="http://schemas.microsoft.com/office/drawing/2014/main" id="{9CC8A0C6-EEF8-3B82-50F2-99E70806D494}"/>
                    </a:ext>
                  </a:extLst>
                </p:cNvPr>
                <p:cNvGrpSpPr/>
                <p:nvPr/>
              </p:nvGrpSpPr>
              <p:grpSpPr>
                <a:xfrm>
                  <a:off x="9003883" y="4451227"/>
                  <a:ext cx="796802" cy="1221760"/>
                  <a:chOff x="8112248" y="4451227"/>
                  <a:chExt cx="796802" cy="1221760"/>
                </a:xfrm>
              </p:grpSpPr>
              <p:grpSp>
                <p:nvGrpSpPr>
                  <p:cNvPr id="62" name="그룹 61">
                    <a:extLst>
                      <a:ext uri="{FF2B5EF4-FFF2-40B4-BE49-F238E27FC236}">
                        <a16:creationId xmlns:a16="http://schemas.microsoft.com/office/drawing/2014/main" id="{18E12A04-BBF6-CD71-ABD7-9698C7C66AB4}"/>
                      </a:ext>
                    </a:extLst>
                  </p:cNvPr>
                  <p:cNvGrpSpPr/>
                  <p:nvPr/>
                </p:nvGrpSpPr>
                <p:grpSpPr>
                  <a:xfrm>
                    <a:off x="8112248" y="4451227"/>
                    <a:ext cx="667506" cy="1221760"/>
                    <a:chOff x="8377382" y="4544293"/>
                    <a:chExt cx="667506" cy="1221760"/>
                  </a:xfrm>
                </p:grpSpPr>
                <p:grpSp>
                  <p:nvGrpSpPr>
                    <p:cNvPr id="64" name="그룹 63">
                      <a:extLst>
                        <a:ext uri="{FF2B5EF4-FFF2-40B4-BE49-F238E27FC236}">
                          <a16:creationId xmlns:a16="http://schemas.microsoft.com/office/drawing/2014/main" id="{0DCC7F98-7FDC-0094-22A9-5112B9631DC4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8377382" y="4544293"/>
                      <a:ext cx="667504" cy="666298"/>
                      <a:chOff x="8377382" y="4544293"/>
                      <a:chExt cx="667504" cy="666298"/>
                    </a:xfrm>
                  </p:grpSpPr>
                  <p:sp>
                    <p:nvSpPr>
                      <p:cNvPr id="70" name="직사각형 69">
                        <a:extLst>
                          <a:ext uri="{FF2B5EF4-FFF2-40B4-BE49-F238E27FC236}">
                            <a16:creationId xmlns:a16="http://schemas.microsoft.com/office/drawing/2014/main" id="{8CA3A958-288B-5F24-C4DB-31D0B39364F3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377382" y="4673601"/>
                        <a:ext cx="110836" cy="413936"/>
                      </a:xfrm>
                      <a:prstGeom prst="rect">
                        <a:avLst/>
                      </a:prstGeom>
                      <a:solidFill>
                        <a:schemeClr val="tx1"/>
                      </a:solidFill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ko-KR" altLang="en-US" sz="1000"/>
                      </a:p>
                    </p:txBody>
                  </p:sp>
                  <p:sp>
                    <p:nvSpPr>
                      <p:cNvPr id="71" name="직사각형 70">
                        <a:extLst>
                          <a:ext uri="{FF2B5EF4-FFF2-40B4-BE49-F238E27FC236}">
                            <a16:creationId xmlns:a16="http://schemas.microsoft.com/office/drawing/2014/main" id="{BCA3A5C0-C7BF-2E7A-D87D-A39136069592}"/>
                          </a:ext>
                        </a:extLst>
                      </p:cNvPr>
                      <p:cNvSpPr/>
                      <p:nvPr/>
                    </p:nvSpPr>
                    <p:spPr>
                      <a:xfrm rot="5400000">
                        <a:off x="8662428" y="4392743"/>
                        <a:ext cx="110836" cy="413936"/>
                      </a:xfrm>
                      <a:prstGeom prst="rect">
                        <a:avLst/>
                      </a:prstGeom>
                      <a:solidFill>
                        <a:srgbClr val="FF0000"/>
                      </a:solidFill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ko-KR" altLang="en-US" sz="1000"/>
                      </a:p>
                    </p:txBody>
                  </p:sp>
                  <p:sp>
                    <p:nvSpPr>
                      <p:cNvPr id="72" name="직사각형 71">
                        <a:extLst>
                          <a:ext uri="{FF2B5EF4-FFF2-40B4-BE49-F238E27FC236}">
                            <a16:creationId xmlns:a16="http://schemas.microsoft.com/office/drawing/2014/main" id="{F6BB4C5F-934E-3899-B3E9-54D8FE5BE7DD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934050" y="4673601"/>
                        <a:ext cx="110836" cy="413936"/>
                      </a:xfrm>
                      <a:prstGeom prst="rect">
                        <a:avLst/>
                      </a:prstGeom>
                      <a:solidFill>
                        <a:srgbClr val="FF0000"/>
                      </a:solidFill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ko-KR" altLang="en-US" sz="1000"/>
                      </a:p>
                    </p:txBody>
                  </p:sp>
                  <p:sp>
                    <p:nvSpPr>
                      <p:cNvPr id="73" name="직사각형 72">
                        <a:extLst>
                          <a:ext uri="{FF2B5EF4-FFF2-40B4-BE49-F238E27FC236}">
                            <a16:creationId xmlns:a16="http://schemas.microsoft.com/office/drawing/2014/main" id="{90FCEE55-9C82-7247-36FF-2112B69FA525}"/>
                          </a:ext>
                        </a:extLst>
                      </p:cNvPr>
                      <p:cNvSpPr/>
                      <p:nvPr/>
                    </p:nvSpPr>
                    <p:spPr>
                      <a:xfrm rot="5400000">
                        <a:off x="8662428" y="4948205"/>
                        <a:ext cx="110836" cy="413936"/>
                      </a:xfrm>
                      <a:prstGeom prst="rect">
                        <a:avLst/>
                      </a:prstGeom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ko-KR" altLang="en-US" sz="1000"/>
                      </a:p>
                    </p:txBody>
                  </p:sp>
                </p:grpSp>
                <p:grpSp>
                  <p:nvGrpSpPr>
                    <p:cNvPr id="65" name="그룹 64">
                      <a:extLst>
                        <a:ext uri="{FF2B5EF4-FFF2-40B4-BE49-F238E27FC236}">
                          <a16:creationId xmlns:a16="http://schemas.microsoft.com/office/drawing/2014/main" id="{7E93513E-9585-6914-9108-92C9AB7F2109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8377384" y="5099755"/>
                      <a:ext cx="667504" cy="666298"/>
                      <a:chOff x="8377382" y="4544293"/>
                      <a:chExt cx="667504" cy="666298"/>
                    </a:xfrm>
                  </p:grpSpPr>
                  <p:sp>
                    <p:nvSpPr>
                      <p:cNvPr id="66" name="직사각형 65">
                        <a:extLst>
                          <a:ext uri="{FF2B5EF4-FFF2-40B4-BE49-F238E27FC236}">
                            <a16:creationId xmlns:a16="http://schemas.microsoft.com/office/drawing/2014/main" id="{1A81924A-B44E-F67E-D33D-C616284A01CF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377382" y="4673601"/>
                        <a:ext cx="110836" cy="413936"/>
                      </a:xfrm>
                      <a:prstGeom prst="rect">
                        <a:avLst/>
                      </a:prstGeom>
                      <a:solidFill>
                        <a:srgbClr val="FF0000"/>
                      </a:solidFill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ko-KR" altLang="en-US" sz="1000"/>
                      </a:p>
                    </p:txBody>
                  </p:sp>
                  <p:sp>
                    <p:nvSpPr>
                      <p:cNvPr id="67" name="직사각형 66">
                        <a:extLst>
                          <a:ext uri="{FF2B5EF4-FFF2-40B4-BE49-F238E27FC236}">
                            <a16:creationId xmlns:a16="http://schemas.microsoft.com/office/drawing/2014/main" id="{18AB9D03-44D1-6FDF-D6B3-EF6FDD2DA89D}"/>
                          </a:ext>
                        </a:extLst>
                      </p:cNvPr>
                      <p:cNvSpPr/>
                      <p:nvPr/>
                    </p:nvSpPr>
                    <p:spPr>
                      <a:xfrm rot="5400000">
                        <a:off x="8662428" y="4392743"/>
                        <a:ext cx="110836" cy="413936"/>
                      </a:xfrm>
                      <a:prstGeom prst="rect">
                        <a:avLst/>
                      </a:prstGeom>
                      <a:solidFill>
                        <a:srgbClr val="FF0000"/>
                      </a:solidFill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ko-KR" altLang="en-US" sz="1000"/>
                      </a:p>
                    </p:txBody>
                  </p:sp>
                  <p:sp>
                    <p:nvSpPr>
                      <p:cNvPr id="68" name="직사각형 67">
                        <a:extLst>
                          <a:ext uri="{FF2B5EF4-FFF2-40B4-BE49-F238E27FC236}">
                            <a16:creationId xmlns:a16="http://schemas.microsoft.com/office/drawing/2014/main" id="{553DD385-65AD-80CA-96B3-2CC807D8B033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934050" y="4673601"/>
                        <a:ext cx="110836" cy="413936"/>
                      </a:xfrm>
                      <a:prstGeom prst="rect">
                        <a:avLst/>
                      </a:prstGeom>
                      <a:solidFill>
                        <a:schemeClr val="tx1"/>
                      </a:solidFill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ko-KR" altLang="en-US" sz="1000"/>
                      </a:p>
                    </p:txBody>
                  </p:sp>
                  <p:sp>
                    <p:nvSpPr>
                      <p:cNvPr id="69" name="직사각형 68">
                        <a:extLst>
                          <a:ext uri="{FF2B5EF4-FFF2-40B4-BE49-F238E27FC236}">
                            <a16:creationId xmlns:a16="http://schemas.microsoft.com/office/drawing/2014/main" id="{12D167E4-1211-0A2A-C0F0-845CC03ED679}"/>
                          </a:ext>
                        </a:extLst>
                      </p:cNvPr>
                      <p:cNvSpPr/>
                      <p:nvPr/>
                    </p:nvSpPr>
                    <p:spPr>
                      <a:xfrm rot="5400000">
                        <a:off x="8662428" y="4948205"/>
                        <a:ext cx="110836" cy="413936"/>
                      </a:xfrm>
                      <a:prstGeom prst="rect">
                        <a:avLst/>
                      </a:prstGeom>
                      <a:solidFill>
                        <a:srgbClr val="FF0000"/>
                      </a:solidFill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ko-KR" altLang="en-US" sz="1000"/>
                      </a:p>
                    </p:txBody>
                  </p:sp>
                </p:grpSp>
              </p:grpSp>
              <p:sp>
                <p:nvSpPr>
                  <p:cNvPr id="63" name="직사각형 62">
                    <a:extLst>
                      <a:ext uri="{FF2B5EF4-FFF2-40B4-BE49-F238E27FC236}">
                        <a16:creationId xmlns:a16="http://schemas.microsoft.com/office/drawing/2014/main" id="{A9186EE1-FEDD-59B2-B5E8-6C0527D1B98F}"/>
                      </a:ext>
                    </a:extLst>
                  </p:cNvPr>
                  <p:cNvSpPr/>
                  <p:nvPr/>
                </p:nvSpPr>
                <p:spPr>
                  <a:xfrm>
                    <a:off x="8808029" y="5562151"/>
                    <a:ext cx="101021" cy="110836"/>
                  </a:xfrm>
                  <a:prstGeom prst="rect">
                    <a:avLst/>
                  </a:prstGeom>
                  <a:solidFill>
                    <a:srgbClr val="FF0000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ko-KR" altLang="en-US" sz="1000"/>
                  </a:p>
                </p:txBody>
              </p:sp>
            </p:grpSp>
            <p:grpSp>
              <p:nvGrpSpPr>
                <p:cNvPr id="20" name="그룹 19">
                  <a:extLst>
                    <a:ext uri="{FF2B5EF4-FFF2-40B4-BE49-F238E27FC236}">
                      <a16:creationId xmlns:a16="http://schemas.microsoft.com/office/drawing/2014/main" id="{9279227F-82DD-A38C-759A-FC373C01FAD0}"/>
                    </a:ext>
                  </a:extLst>
                </p:cNvPr>
                <p:cNvGrpSpPr/>
                <p:nvPr/>
              </p:nvGrpSpPr>
              <p:grpSpPr>
                <a:xfrm>
                  <a:off x="9935853" y="4451227"/>
                  <a:ext cx="796802" cy="1221760"/>
                  <a:chOff x="8112248" y="4451227"/>
                  <a:chExt cx="796802" cy="1221760"/>
                </a:xfrm>
              </p:grpSpPr>
              <p:grpSp>
                <p:nvGrpSpPr>
                  <p:cNvPr id="45" name="그룹 44">
                    <a:extLst>
                      <a:ext uri="{FF2B5EF4-FFF2-40B4-BE49-F238E27FC236}">
                        <a16:creationId xmlns:a16="http://schemas.microsoft.com/office/drawing/2014/main" id="{A4F78DF7-6FB4-A122-1214-39B0ACB580FB}"/>
                      </a:ext>
                    </a:extLst>
                  </p:cNvPr>
                  <p:cNvGrpSpPr/>
                  <p:nvPr/>
                </p:nvGrpSpPr>
                <p:grpSpPr>
                  <a:xfrm>
                    <a:off x="8112248" y="4451227"/>
                    <a:ext cx="667506" cy="1221760"/>
                    <a:chOff x="8377382" y="4544293"/>
                    <a:chExt cx="667506" cy="1221760"/>
                  </a:xfrm>
                </p:grpSpPr>
                <p:grpSp>
                  <p:nvGrpSpPr>
                    <p:cNvPr id="49" name="그룹 48">
                      <a:extLst>
                        <a:ext uri="{FF2B5EF4-FFF2-40B4-BE49-F238E27FC236}">
                          <a16:creationId xmlns:a16="http://schemas.microsoft.com/office/drawing/2014/main" id="{2B3D46C6-17C7-2E3A-1103-9603B0F31FBD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8377382" y="4544293"/>
                      <a:ext cx="667504" cy="666298"/>
                      <a:chOff x="8377382" y="4544293"/>
                      <a:chExt cx="667504" cy="666298"/>
                    </a:xfrm>
                  </p:grpSpPr>
                  <p:sp>
                    <p:nvSpPr>
                      <p:cNvPr id="58" name="직사각형 57">
                        <a:extLst>
                          <a:ext uri="{FF2B5EF4-FFF2-40B4-BE49-F238E27FC236}">
                            <a16:creationId xmlns:a16="http://schemas.microsoft.com/office/drawing/2014/main" id="{D99963F4-54AC-78D2-E233-09CCFC5028A3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377382" y="4673601"/>
                        <a:ext cx="110836" cy="413936"/>
                      </a:xfrm>
                      <a:prstGeom prst="rect">
                        <a:avLst/>
                      </a:prstGeom>
                      <a:solidFill>
                        <a:srgbClr val="FF0000"/>
                      </a:solidFill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ko-KR" altLang="en-US" sz="1000"/>
                      </a:p>
                    </p:txBody>
                  </p:sp>
                  <p:sp>
                    <p:nvSpPr>
                      <p:cNvPr id="59" name="직사각형 58">
                        <a:extLst>
                          <a:ext uri="{FF2B5EF4-FFF2-40B4-BE49-F238E27FC236}">
                            <a16:creationId xmlns:a16="http://schemas.microsoft.com/office/drawing/2014/main" id="{7E956468-F71D-3568-715E-DB7896458EE3}"/>
                          </a:ext>
                        </a:extLst>
                      </p:cNvPr>
                      <p:cNvSpPr/>
                      <p:nvPr/>
                    </p:nvSpPr>
                    <p:spPr>
                      <a:xfrm rot="5400000">
                        <a:off x="8662428" y="4392743"/>
                        <a:ext cx="110836" cy="413936"/>
                      </a:xfrm>
                      <a:prstGeom prst="rect">
                        <a:avLst/>
                      </a:prstGeom>
                      <a:solidFill>
                        <a:srgbClr val="FF0000"/>
                      </a:solidFill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ko-KR" altLang="en-US" sz="1000"/>
                      </a:p>
                    </p:txBody>
                  </p:sp>
                  <p:sp>
                    <p:nvSpPr>
                      <p:cNvPr id="60" name="직사각형 59">
                        <a:extLst>
                          <a:ext uri="{FF2B5EF4-FFF2-40B4-BE49-F238E27FC236}">
                            <a16:creationId xmlns:a16="http://schemas.microsoft.com/office/drawing/2014/main" id="{D7EDEABC-7152-2D7E-D60C-6F56325B0D17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934050" y="4673601"/>
                        <a:ext cx="110836" cy="413936"/>
                      </a:xfrm>
                      <a:prstGeom prst="rect">
                        <a:avLst/>
                      </a:prstGeom>
                      <a:solidFill>
                        <a:srgbClr val="FF0000"/>
                      </a:solidFill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ko-KR" altLang="en-US" sz="1000"/>
                      </a:p>
                    </p:txBody>
                  </p:sp>
                  <p:sp>
                    <p:nvSpPr>
                      <p:cNvPr id="61" name="직사각형 60">
                        <a:extLst>
                          <a:ext uri="{FF2B5EF4-FFF2-40B4-BE49-F238E27FC236}">
                            <a16:creationId xmlns:a16="http://schemas.microsoft.com/office/drawing/2014/main" id="{6129D091-593C-988F-D1FE-C5491F2054C9}"/>
                          </a:ext>
                        </a:extLst>
                      </p:cNvPr>
                      <p:cNvSpPr/>
                      <p:nvPr/>
                    </p:nvSpPr>
                    <p:spPr>
                      <a:xfrm rot="5400000">
                        <a:off x="8662428" y="4948205"/>
                        <a:ext cx="110836" cy="413936"/>
                      </a:xfrm>
                      <a:prstGeom prst="rect">
                        <a:avLst/>
                      </a:prstGeom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ko-KR" altLang="en-US" sz="1000"/>
                      </a:p>
                    </p:txBody>
                  </p:sp>
                </p:grpSp>
                <p:grpSp>
                  <p:nvGrpSpPr>
                    <p:cNvPr id="51" name="그룹 50">
                      <a:extLst>
                        <a:ext uri="{FF2B5EF4-FFF2-40B4-BE49-F238E27FC236}">
                          <a16:creationId xmlns:a16="http://schemas.microsoft.com/office/drawing/2014/main" id="{1854221C-22F3-C296-FFF0-640E718D62CC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8377384" y="5099755"/>
                      <a:ext cx="667504" cy="666298"/>
                      <a:chOff x="8377382" y="4544293"/>
                      <a:chExt cx="667504" cy="666298"/>
                    </a:xfrm>
                  </p:grpSpPr>
                  <p:sp>
                    <p:nvSpPr>
                      <p:cNvPr id="53" name="직사각형 52">
                        <a:extLst>
                          <a:ext uri="{FF2B5EF4-FFF2-40B4-BE49-F238E27FC236}">
                            <a16:creationId xmlns:a16="http://schemas.microsoft.com/office/drawing/2014/main" id="{32DE110F-E864-9186-2701-92B9B56E2A32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377382" y="4673601"/>
                        <a:ext cx="110836" cy="413936"/>
                      </a:xfrm>
                      <a:prstGeom prst="rect">
                        <a:avLst/>
                      </a:prstGeom>
                      <a:solidFill>
                        <a:srgbClr val="FF0000"/>
                      </a:solidFill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ko-KR" altLang="en-US" sz="1000"/>
                      </a:p>
                    </p:txBody>
                  </p:sp>
                  <p:sp>
                    <p:nvSpPr>
                      <p:cNvPr id="55" name="직사각형 54">
                        <a:extLst>
                          <a:ext uri="{FF2B5EF4-FFF2-40B4-BE49-F238E27FC236}">
                            <a16:creationId xmlns:a16="http://schemas.microsoft.com/office/drawing/2014/main" id="{E895FBF5-0897-4624-7991-FF275D486CAE}"/>
                          </a:ext>
                        </a:extLst>
                      </p:cNvPr>
                      <p:cNvSpPr/>
                      <p:nvPr/>
                    </p:nvSpPr>
                    <p:spPr>
                      <a:xfrm rot="5400000">
                        <a:off x="8662428" y="4392743"/>
                        <a:ext cx="110836" cy="413936"/>
                      </a:xfrm>
                      <a:prstGeom prst="rect">
                        <a:avLst/>
                      </a:prstGeom>
                      <a:solidFill>
                        <a:schemeClr val="tx1"/>
                      </a:solidFill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ko-KR" altLang="en-US" sz="1000"/>
                      </a:p>
                    </p:txBody>
                  </p:sp>
                  <p:sp>
                    <p:nvSpPr>
                      <p:cNvPr id="56" name="직사각형 55">
                        <a:extLst>
                          <a:ext uri="{FF2B5EF4-FFF2-40B4-BE49-F238E27FC236}">
                            <a16:creationId xmlns:a16="http://schemas.microsoft.com/office/drawing/2014/main" id="{0F64A1CC-5258-56BD-9514-3247ADABD2FA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934050" y="4673601"/>
                        <a:ext cx="110836" cy="413936"/>
                      </a:xfrm>
                      <a:prstGeom prst="rect">
                        <a:avLst/>
                      </a:prstGeom>
                      <a:solidFill>
                        <a:srgbClr val="FF0000"/>
                      </a:solidFill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ko-KR" altLang="en-US" sz="1000"/>
                      </a:p>
                    </p:txBody>
                  </p:sp>
                  <p:sp>
                    <p:nvSpPr>
                      <p:cNvPr id="57" name="직사각형 56">
                        <a:extLst>
                          <a:ext uri="{FF2B5EF4-FFF2-40B4-BE49-F238E27FC236}">
                            <a16:creationId xmlns:a16="http://schemas.microsoft.com/office/drawing/2014/main" id="{BCE35D4A-05B3-1CA4-9633-9E7D087942FE}"/>
                          </a:ext>
                        </a:extLst>
                      </p:cNvPr>
                      <p:cNvSpPr/>
                      <p:nvPr/>
                    </p:nvSpPr>
                    <p:spPr>
                      <a:xfrm rot="5400000">
                        <a:off x="8662428" y="4948205"/>
                        <a:ext cx="110836" cy="413936"/>
                      </a:xfrm>
                      <a:prstGeom prst="rect">
                        <a:avLst/>
                      </a:prstGeom>
                      <a:solidFill>
                        <a:srgbClr val="FF0000"/>
                      </a:solidFill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ko-KR" altLang="en-US" sz="1000"/>
                      </a:p>
                    </p:txBody>
                  </p:sp>
                </p:grpSp>
              </p:grpSp>
              <p:sp>
                <p:nvSpPr>
                  <p:cNvPr id="47" name="직사각형 46">
                    <a:extLst>
                      <a:ext uri="{FF2B5EF4-FFF2-40B4-BE49-F238E27FC236}">
                        <a16:creationId xmlns:a16="http://schemas.microsoft.com/office/drawing/2014/main" id="{3A0BBAEC-49F4-2140-FFA6-D521D843B46D}"/>
                      </a:ext>
                    </a:extLst>
                  </p:cNvPr>
                  <p:cNvSpPr/>
                  <p:nvPr/>
                </p:nvSpPr>
                <p:spPr>
                  <a:xfrm>
                    <a:off x="8808029" y="5562151"/>
                    <a:ext cx="101021" cy="110836"/>
                  </a:xfrm>
                  <a:prstGeom prst="rect">
                    <a:avLst/>
                  </a:prstGeom>
                  <a:solidFill>
                    <a:schemeClr val="tx1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ko-KR" altLang="en-US" sz="1000"/>
                  </a:p>
                </p:txBody>
              </p:sp>
            </p:grpSp>
            <p:grpSp>
              <p:nvGrpSpPr>
                <p:cNvPr id="22" name="그룹 21">
                  <a:extLst>
                    <a:ext uri="{FF2B5EF4-FFF2-40B4-BE49-F238E27FC236}">
                      <a16:creationId xmlns:a16="http://schemas.microsoft.com/office/drawing/2014/main" id="{DAD6B637-D698-8092-6C85-8080DD6D910B}"/>
                    </a:ext>
                  </a:extLst>
                </p:cNvPr>
                <p:cNvGrpSpPr/>
                <p:nvPr/>
              </p:nvGrpSpPr>
              <p:grpSpPr>
                <a:xfrm>
                  <a:off x="10845365" y="4451227"/>
                  <a:ext cx="796802" cy="1221760"/>
                  <a:chOff x="8112248" y="4451227"/>
                  <a:chExt cx="796802" cy="1221760"/>
                </a:xfrm>
              </p:grpSpPr>
              <p:grpSp>
                <p:nvGrpSpPr>
                  <p:cNvPr id="24" name="그룹 23">
                    <a:extLst>
                      <a:ext uri="{FF2B5EF4-FFF2-40B4-BE49-F238E27FC236}">
                        <a16:creationId xmlns:a16="http://schemas.microsoft.com/office/drawing/2014/main" id="{7EE0702B-867D-B3D8-92AA-80EBCBBCD537}"/>
                      </a:ext>
                    </a:extLst>
                  </p:cNvPr>
                  <p:cNvGrpSpPr/>
                  <p:nvPr/>
                </p:nvGrpSpPr>
                <p:grpSpPr>
                  <a:xfrm>
                    <a:off x="8112248" y="4451227"/>
                    <a:ext cx="667506" cy="1221760"/>
                    <a:chOff x="8377382" y="4544293"/>
                    <a:chExt cx="667506" cy="1221760"/>
                  </a:xfrm>
                </p:grpSpPr>
                <p:grpSp>
                  <p:nvGrpSpPr>
                    <p:cNvPr id="27" name="그룹 26">
                      <a:extLst>
                        <a:ext uri="{FF2B5EF4-FFF2-40B4-BE49-F238E27FC236}">
                          <a16:creationId xmlns:a16="http://schemas.microsoft.com/office/drawing/2014/main" id="{E26FDE7D-BCE8-B71E-4DD0-04264AC821CB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8377382" y="4544293"/>
                      <a:ext cx="667504" cy="666298"/>
                      <a:chOff x="8377382" y="4544293"/>
                      <a:chExt cx="667504" cy="666298"/>
                    </a:xfrm>
                  </p:grpSpPr>
                  <p:sp>
                    <p:nvSpPr>
                      <p:cNvPr id="41" name="직사각형 40">
                        <a:extLst>
                          <a:ext uri="{FF2B5EF4-FFF2-40B4-BE49-F238E27FC236}">
                            <a16:creationId xmlns:a16="http://schemas.microsoft.com/office/drawing/2014/main" id="{451BBE00-F50D-6328-FBF9-3237ECC2814D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377382" y="4673601"/>
                        <a:ext cx="110836" cy="413936"/>
                      </a:xfrm>
                      <a:prstGeom prst="rect">
                        <a:avLst/>
                      </a:prstGeom>
                      <a:solidFill>
                        <a:srgbClr val="FF0000"/>
                      </a:solidFill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ko-KR" altLang="en-US" sz="1000"/>
                      </a:p>
                    </p:txBody>
                  </p:sp>
                  <p:sp>
                    <p:nvSpPr>
                      <p:cNvPr id="42" name="직사각형 41">
                        <a:extLst>
                          <a:ext uri="{FF2B5EF4-FFF2-40B4-BE49-F238E27FC236}">
                            <a16:creationId xmlns:a16="http://schemas.microsoft.com/office/drawing/2014/main" id="{3D3D48F5-27AB-BCA3-EF93-62CBD051516F}"/>
                          </a:ext>
                        </a:extLst>
                      </p:cNvPr>
                      <p:cNvSpPr/>
                      <p:nvPr/>
                    </p:nvSpPr>
                    <p:spPr>
                      <a:xfrm rot="5400000">
                        <a:off x="8662428" y="4392743"/>
                        <a:ext cx="110836" cy="413936"/>
                      </a:xfrm>
                      <a:prstGeom prst="rect">
                        <a:avLst/>
                      </a:prstGeom>
                      <a:solidFill>
                        <a:srgbClr val="FF0000"/>
                      </a:solidFill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ko-KR" altLang="en-US" sz="1000"/>
                      </a:p>
                    </p:txBody>
                  </p:sp>
                  <p:sp>
                    <p:nvSpPr>
                      <p:cNvPr id="43" name="직사각형 42">
                        <a:extLst>
                          <a:ext uri="{FF2B5EF4-FFF2-40B4-BE49-F238E27FC236}">
                            <a16:creationId xmlns:a16="http://schemas.microsoft.com/office/drawing/2014/main" id="{A9293933-E37C-4A3A-0260-2DB19D2D59DB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934050" y="4673601"/>
                        <a:ext cx="110836" cy="413936"/>
                      </a:xfrm>
                      <a:prstGeom prst="rect">
                        <a:avLst/>
                      </a:prstGeom>
                      <a:solidFill>
                        <a:srgbClr val="FF0000"/>
                      </a:solidFill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ko-KR" altLang="en-US" sz="1000"/>
                      </a:p>
                    </p:txBody>
                  </p:sp>
                  <p:sp>
                    <p:nvSpPr>
                      <p:cNvPr id="44" name="직사각형 43">
                        <a:extLst>
                          <a:ext uri="{FF2B5EF4-FFF2-40B4-BE49-F238E27FC236}">
                            <a16:creationId xmlns:a16="http://schemas.microsoft.com/office/drawing/2014/main" id="{A0419367-6C30-92B8-4D19-D3D563ECD34F}"/>
                          </a:ext>
                        </a:extLst>
                      </p:cNvPr>
                      <p:cNvSpPr/>
                      <p:nvPr/>
                    </p:nvSpPr>
                    <p:spPr>
                      <a:xfrm rot="5400000">
                        <a:off x="8662428" y="4948205"/>
                        <a:ext cx="110836" cy="413936"/>
                      </a:xfrm>
                      <a:prstGeom prst="rect">
                        <a:avLst/>
                      </a:prstGeom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ko-KR" altLang="en-US" sz="1000"/>
                      </a:p>
                    </p:txBody>
                  </p:sp>
                </p:grpSp>
                <p:grpSp>
                  <p:nvGrpSpPr>
                    <p:cNvPr id="30" name="그룹 29">
                      <a:extLst>
                        <a:ext uri="{FF2B5EF4-FFF2-40B4-BE49-F238E27FC236}">
                          <a16:creationId xmlns:a16="http://schemas.microsoft.com/office/drawing/2014/main" id="{F5E7556A-1280-8CC7-9BF4-6F68DD5FF9E4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8377384" y="5099755"/>
                      <a:ext cx="667504" cy="666298"/>
                      <a:chOff x="8377382" y="4544293"/>
                      <a:chExt cx="667504" cy="666298"/>
                    </a:xfrm>
                  </p:grpSpPr>
                  <p:sp>
                    <p:nvSpPr>
                      <p:cNvPr id="34" name="직사각형 33">
                        <a:extLst>
                          <a:ext uri="{FF2B5EF4-FFF2-40B4-BE49-F238E27FC236}">
                            <a16:creationId xmlns:a16="http://schemas.microsoft.com/office/drawing/2014/main" id="{EF65CAA9-04DD-1B63-11BA-AA6986289EA8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377382" y="4673601"/>
                        <a:ext cx="110836" cy="413936"/>
                      </a:xfrm>
                      <a:prstGeom prst="rect">
                        <a:avLst/>
                      </a:prstGeom>
                      <a:solidFill>
                        <a:srgbClr val="FF0000"/>
                      </a:solidFill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ko-KR" altLang="en-US" sz="1000"/>
                      </a:p>
                    </p:txBody>
                  </p:sp>
                  <p:sp>
                    <p:nvSpPr>
                      <p:cNvPr id="36" name="직사각형 35">
                        <a:extLst>
                          <a:ext uri="{FF2B5EF4-FFF2-40B4-BE49-F238E27FC236}">
                            <a16:creationId xmlns:a16="http://schemas.microsoft.com/office/drawing/2014/main" id="{738BA6B0-9018-9A24-9CCB-1057DD1A29E7}"/>
                          </a:ext>
                        </a:extLst>
                      </p:cNvPr>
                      <p:cNvSpPr/>
                      <p:nvPr/>
                    </p:nvSpPr>
                    <p:spPr>
                      <a:xfrm rot="5400000">
                        <a:off x="8662428" y="4392743"/>
                        <a:ext cx="110836" cy="413936"/>
                      </a:xfrm>
                      <a:prstGeom prst="rect">
                        <a:avLst/>
                      </a:prstGeom>
                      <a:solidFill>
                        <a:schemeClr val="tx1"/>
                      </a:solidFill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ko-KR" altLang="en-US" sz="1000"/>
                      </a:p>
                    </p:txBody>
                  </p:sp>
                  <p:sp>
                    <p:nvSpPr>
                      <p:cNvPr id="38" name="직사각형 37">
                        <a:extLst>
                          <a:ext uri="{FF2B5EF4-FFF2-40B4-BE49-F238E27FC236}">
                            <a16:creationId xmlns:a16="http://schemas.microsoft.com/office/drawing/2014/main" id="{556F75DD-4AE6-C755-C22C-2F925BE2A142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934050" y="4673601"/>
                        <a:ext cx="110836" cy="413936"/>
                      </a:xfrm>
                      <a:prstGeom prst="rect">
                        <a:avLst/>
                      </a:prstGeom>
                      <a:solidFill>
                        <a:srgbClr val="FF0000"/>
                      </a:solidFill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ko-KR" altLang="en-US" sz="1000"/>
                      </a:p>
                    </p:txBody>
                  </p:sp>
                  <p:sp>
                    <p:nvSpPr>
                      <p:cNvPr id="40" name="직사각형 39">
                        <a:extLst>
                          <a:ext uri="{FF2B5EF4-FFF2-40B4-BE49-F238E27FC236}">
                            <a16:creationId xmlns:a16="http://schemas.microsoft.com/office/drawing/2014/main" id="{D4B4A222-C911-2254-7319-E19436BA158A}"/>
                          </a:ext>
                        </a:extLst>
                      </p:cNvPr>
                      <p:cNvSpPr/>
                      <p:nvPr/>
                    </p:nvSpPr>
                    <p:spPr>
                      <a:xfrm rot="5400000">
                        <a:off x="8662428" y="4948205"/>
                        <a:ext cx="110836" cy="413936"/>
                      </a:xfrm>
                      <a:prstGeom prst="rect">
                        <a:avLst/>
                      </a:prstGeom>
                      <a:solidFill>
                        <a:srgbClr val="FF0000"/>
                      </a:solidFill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ko-KR" altLang="en-US" sz="1000"/>
                      </a:p>
                    </p:txBody>
                  </p:sp>
                </p:grpSp>
              </p:grpSp>
              <p:sp>
                <p:nvSpPr>
                  <p:cNvPr id="26" name="직사각형 25">
                    <a:extLst>
                      <a:ext uri="{FF2B5EF4-FFF2-40B4-BE49-F238E27FC236}">
                        <a16:creationId xmlns:a16="http://schemas.microsoft.com/office/drawing/2014/main" id="{44FD30B5-F1C8-1180-EF46-945DE943848C}"/>
                      </a:ext>
                    </a:extLst>
                  </p:cNvPr>
                  <p:cNvSpPr/>
                  <p:nvPr/>
                </p:nvSpPr>
                <p:spPr>
                  <a:xfrm>
                    <a:off x="8808029" y="5562151"/>
                    <a:ext cx="101021" cy="110836"/>
                  </a:xfrm>
                  <a:prstGeom prst="rect">
                    <a:avLst/>
                  </a:prstGeom>
                  <a:solidFill>
                    <a:schemeClr val="tx1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ko-KR" altLang="en-US" sz="1000"/>
                  </a:p>
                </p:txBody>
              </p:sp>
            </p:grpSp>
          </p:grpSp>
        </p:grpSp>
        <p:cxnSp>
          <p:nvCxnSpPr>
            <p:cNvPr id="9" name="직선 화살표 연결선 8">
              <a:extLst>
                <a:ext uri="{FF2B5EF4-FFF2-40B4-BE49-F238E27FC236}">
                  <a16:creationId xmlns:a16="http://schemas.microsoft.com/office/drawing/2014/main" id="{2E10067C-A66A-AF1C-5482-F599777BAB1D}"/>
                </a:ext>
              </a:extLst>
            </p:cNvPr>
            <p:cNvCxnSpPr/>
            <p:nvPr/>
          </p:nvCxnSpPr>
          <p:spPr>
            <a:xfrm flipV="1">
              <a:off x="11603612" y="1465226"/>
              <a:ext cx="0" cy="770014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50178041-E5FA-5450-3134-C00C44700023}"/>
                </a:ext>
              </a:extLst>
            </p:cNvPr>
            <p:cNvSpPr txBox="1"/>
            <p:nvPr/>
          </p:nvSpPr>
          <p:spPr>
            <a:xfrm>
              <a:off x="11105983" y="2235241"/>
              <a:ext cx="2336800" cy="58002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050"/>
                <a:t>cursor 0</a:t>
              </a:r>
              <a:endParaRPr lang="ko-KR" altLang="en-US" sz="1050"/>
            </a:p>
          </p:txBody>
        </p:sp>
      </p:grpSp>
      <p:grpSp>
        <p:nvGrpSpPr>
          <p:cNvPr id="144" name="그룹 143">
            <a:extLst>
              <a:ext uri="{FF2B5EF4-FFF2-40B4-BE49-F238E27FC236}">
                <a16:creationId xmlns:a16="http://schemas.microsoft.com/office/drawing/2014/main" id="{FCFDB55C-083B-CD7B-D071-140E3F158B01}"/>
              </a:ext>
            </a:extLst>
          </p:cNvPr>
          <p:cNvGrpSpPr/>
          <p:nvPr/>
        </p:nvGrpSpPr>
        <p:grpSpPr>
          <a:xfrm>
            <a:off x="8317473" y="4059384"/>
            <a:ext cx="1940068" cy="1109975"/>
            <a:chOff x="9165688" y="310942"/>
            <a:chExt cx="3666110" cy="2460983"/>
          </a:xfrm>
        </p:grpSpPr>
        <p:grpSp>
          <p:nvGrpSpPr>
            <p:cNvPr id="145" name="그룹 144">
              <a:extLst>
                <a:ext uri="{FF2B5EF4-FFF2-40B4-BE49-F238E27FC236}">
                  <a16:creationId xmlns:a16="http://schemas.microsoft.com/office/drawing/2014/main" id="{4E01EDBD-051C-32DB-EAA2-92E854816026}"/>
                </a:ext>
              </a:extLst>
            </p:cNvPr>
            <p:cNvGrpSpPr/>
            <p:nvPr/>
          </p:nvGrpSpPr>
          <p:grpSpPr>
            <a:xfrm>
              <a:off x="9165688" y="310942"/>
              <a:ext cx="2860497" cy="994910"/>
              <a:chOff x="8147507" y="4717048"/>
              <a:chExt cx="2860497" cy="994910"/>
            </a:xfrm>
          </p:grpSpPr>
          <p:sp>
            <p:nvSpPr>
              <p:cNvPr id="148" name="직사각형 147">
                <a:extLst>
                  <a:ext uri="{FF2B5EF4-FFF2-40B4-BE49-F238E27FC236}">
                    <a16:creationId xmlns:a16="http://schemas.microsoft.com/office/drawing/2014/main" id="{0B52BAC9-49EC-EDC1-133C-4A85CAFC0A72}"/>
                  </a:ext>
                </a:extLst>
              </p:cNvPr>
              <p:cNvSpPr/>
              <p:nvPr/>
            </p:nvSpPr>
            <p:spPr>
              <a:xfrm>
                <a:off x="8147507" y="4717048"/>
                <a:ext cx="2860497" cy="994910"/>
              </a:xfrm>
              <a:prstGeom prst="rect">
                <a:avLst/>
              </a:prstGeom>
              <a:solidFill>
                <a:schemeClr val="tx1">
                  <a:lumMod val="65000"/>
                  <a:lumOff val="3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50"/>
              </a:p>
            </p:txBody>
          </p:sp>
          <p:grpSp>
            <p:nvGrpSpPr>
              <p:cNvPr id="149" name="그룹 148">
                <a:extLst>
                  <a:ext uri="{FF2B5EF4-FFF2-40B4-BE49-F238E27FC236}">
                    <a16:creationId xmlns:a16="http://schemas.microsoft.com/office/drawing/2014/main" id="{B6DB0FF7-100A-FFEE-C99D-7B94D7B2AE38}"/>
                  </a:ext>
                </a:extLst>
              </p:cNvPr>
              <p:cNvGrpSpPr/>
              <p:nvPr/>
            </p:nvGrpSpPr>
            <p:grpSpPr>
              <a:xfrm>
                <a:off x="8408334" y="4819650"/>
                <a:ext cx="2500334" cy="808179"/>
                <a:chOff x="8112248" y="4451227"/>
                <a:chExt cx="3529919" cy="1221760"/>
              </a:xfrm>
            </p:grpSpPr>
            <p:grpSp>
              <p:nvGrpSpPr>
                <p:cNvPr id="150" name="그룹 149">
                  <a:extLst>
                    <a:ext uri="{FF2B5EF4-FFF2-40B4-BE49-F238E27FC236}">
                      <a16:creationId xmlns:a16="http://schemas.microsoft.com/office/drawing/2014/main" id="{7D88547E-9F7A-C49D-E8ED-C9A89BE9BEDD}"/>
                    </a:ext>
                  </a:extLst>
                </p:cNvPr>
                <p:cNvGrpSpPr/>
                <p:nvPr/>
              </p:nvGrpSpPr>
              <p:grpSpPr>
                <a:xfrm>
                  <a:off x="8112248" y="4451227"/>
                  <a:ext cx="796802" cy="1221760"/>
                  <a:chOff x="8112248" y="4451227"/>
                  <a:chExt cx="796802" cy="1221760"/>
                </a:xfrm>
              </p:grpSpPr>
              <p:grpSp>
                <p:nvGrpSpPr>
                  <p:cNvPr id="190" name="그룹 189">
                    <a:extLst>
                      <a:ext uri="{FF2B5EF4-FFF2-40B4-BE49-F238E27FC236}">
                        <a16:creationId xmlns:a16="http://schemas.microsoft.com/office/drawing/2014/main" id="{DDE4AFD9-7264-23F9-BAE3-FF2EE54F5733}"/>
                      </a:ext>
                    </a:extLst>
                  </p:cNvPr>
                  <p:cNvGrpSpPr/>
                  <p:nvPr/>
                </p:nvGrpSpPr>
                <p:grpSpPr>
                  <a:xfrm>
                    <a:off x="8112248" y="4451227"/>
                    <a:ext cx="667506" cy="1221760"/>
                    <a:chOff x="8377382" y="4544293"/>
                    <a:chExt cx="667506" cy="1221760"/>
                  </a:xfrm>
                </p:grpSpPr>
                <p:grpSp>
                  <p:nvGrpSpPr>
                    <p:cNvPr id="192" name="그룹 191">
                      <a:extLst>
                        <a:ext uri="{FF2B5EF4-FFF2-40B4-BE49-F238E27FC236}">
                          <a16:creationId xmlns:a16="http://schemas.microsoft.com/office/drawing/2014/main" id="{E9CE58FA-DD78-2B24-7B61-8A279EB4DD0D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8377382" y="4544293"/>
                      <a:ext cx="667504" cy="666298"/>
                      <a:chOff x="8377382" y="4544293"/>
                      <a:chExt cx="667504" cy="666298"/>
                    </a:xfrm>
                  </p:grpSpPr>
                  <p:sp>
                    <p:nvSpPr>
                      <p:cNvPr id="198" name="직사각형 197">
                        <a:extLst>
                          <a:ext uri="{FF2B5EF4-FFF2-40B4-BE49-F238E27FC236}">
                            <a16:creationId xmlns:a16="http://schemas.microsoft.com/office/drawing/2014/main" id="{6BAFA7E0-FD2F-939F-8E08-5C042B1A97D1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377382" y="4673601"/>
                        <a:ext cx="110836" cy="413936"/>
                      </a:xfrm>
                      <a:prstGeom prst="rect">
                        <a:avLst/>
                      </a:prstGeom>
                      <a:solidFill>
                        <a:schemeClr val="tx1"/>
                      </a:solidFill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ko-KR" altLang="en-US" sz="1000"/>
                      </a:p>
                    </p:txBody>
                  </p:sp>
                  <p:sp>
                    <p:nvSpPr>
                      <p:cNvPr id="199" name="직사각형 198">
                        <a:extLst>
                          <a:ext uri="{FF2B5EF4-FFF2-40B4-BE49-F238E27FC236}">
                            <a16:creationId xmlns:a16="http://schemas.microsoft.com/office/drawing/2014/main" id="{0CB2EA1A-CB4E-5793-605A-798CA3AE2E5E}"/>
                          </a:ext>
                        </a:extLst>
                      </p:cNvPr>
                      <p:cNvSpPr/>
                      <p:nvPr/>
                    </p:nvSpPr>
                    <p:spPr>
                      <a:xfrm rot="5400000">
                        <a:off x="8662428" y="4392743"/>
                        <a:ext cx="110836" cy="413936"/>
                      </a:xfrm>
                      <a:prstGeom prst="rect">
                        <a:avLst/>
                      </a:prstGeom>
                      <a:solidFill>
                        <a:schemeClr val="tx1"/>
                      </a:solidFill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ko-KR" altLang="en-US" sz="1000"/>
                      </a:p>
                    </p:txBody>
                  </p:sp>
                  <p:sp>
                    <p:nvSpPr>
                      <p:cNvPr id="200" name="직사각형 199">
                        <a:extLst>
                          <a:ext uri="{FF2B5EF4-FFF2-40B4-BE49-F238E27FC236}">
                            <a16:creationId xmlns:a16="http://schemas.microsoft.com/office/drawing/2014/main" id="{8C99EA81-3EEA-8CFB-5F96-18F4D80220C3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934050" y="4673601"/>
                        <a:ext cx="110836" cy="413936"/>
                      </a:xfrm>
                      <a:prstGeom prst="rect">
                        <a:avLst/>
                      </a:prstGeom>
                      <a:solidFill>
                        <a:srgbClr val="FF0000"/>
                      </a:solidFill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ko-KR" altLang="en-US" sz="1000"/>
                      </a:p>
                    </p:txBody>
                  </p:sp>
                  <p:sp>
                    <p:nvSpPr>
                      <p:cNvPr id="201" name="직사각형 200">
                        <a:extLst>
                          <a:ext uri="{FF2B5EF4-FFF2-40B4-BE49-F238E27FC236}">
                            <a16:creationId xmlns:a16="http://schemas.microsoft.com/office/drawing/2014/main" id="{8D57852C-1E7D-6AAC-08FC-E5D3EA7693E2}"/>
                          </a:ext>
                        </a:extLst>
                      </p:cNvPr>
                      <p:cNvSpPr/>
                      <p:nvPr/>
                    </p:nvSpPr>
                    <p:spPr>
                      <a:xfrm rot="5400000">
                        <a:off x="8662428" y="4948205"/>
                        <a:ext cx="110836" cy="413936"/>
                      </a:xfrm>
                      <a:prstGeom prst="rect">
                        <a:avLst/>
                      </a:prstGeom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ko-KR" altLang="en-US" sz="1000"/>
                      </a:p>
                    </p:txBody>
                  </p:sp>
                </p:grpSp>
                <p:grpSp>
                  <p:nvGrpSpPr>
                    <p:cNvPr id="193" name="그룹 192">
                      <a:extLst>
                        <a:ext uri="{FF2B5EF4-FFF2-40B4-BE49-F238E27FC236}">
                          <a16:creationId xmlns:a16="http://schemas.microsoft.com/office/drawing/2014/main" id="{259291FF-B436-B03C-2EA8-153F6D3E8B62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8377384" y="5099755"/>
                      <a:ext cx="667504" cy="666298"/>
                      <a:chOff x="8377382" y="4544293"/>
                      <a:chExt cx="667504" cy="666298"/>
                    </a:xfrm>
                  </p:grpSpPr>
                  <p:sp>
                    <p:nvSpPr>
                      <p:cNvPr id="194" name="직사각형 193">
                        <a:extLst>
                          <a:ext uri="{FF2B5EF4-FFF2-40B4-BE49-F238E27FC236}">
                            <a16:creationId xmlns:a16="http://schemas.microsoft.com/office/drawing/2014/main" id="{3D9B214E-1FB0-69CD-1525-CB7ED14F023E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377382" y="4673601"/>
                        <a:ext cx="110836" cy="413936"/>
                      </a:xfrm>
                      <a:prstGeom prst="rect">
                        <a:avLst/>
                      </a:prstGeom>
                      <a:solidFill>
                        <a:schemeClr val="tx1"/>
                      </a:solidFill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ko-KR" altLang="en-US" sz="1000"/>
                      </a:p>
                    </p:txBody>
                  </p:sp>
                  <p:sp>
                    <p:nvSpPr>
                      <p:cNvPr id="195" name="직사각형 194">
                        <a:extLst>
                          <a:ext uri="{FF2B5EF4-FFF2-40B4-BE49-F238E27FC236}">
                            <a16:creationId xmlns:a16="http://schemas.microsoft.com/office/drawing/2014/main" id="{0018CCFF-752C-EEEA-1848-803D23E5A99A}"/>
                          </a:ext>
                        </a:extLst>
                      </p:cNvPr>
                      <p:cNvSpPr/>
                      <p:nvPr/>
                    </p:nvSpPr>
                    <p:spPr>
                      <a:xfrm rot="5400000">
                        <a:off x="8662428" y="4392743"/>
                        <a:ext cx="110836" cy="413936"/>
                      </a:xfrm>
                      <a:prstGeom prst="rect">
                        <a:avLst/>
                      </a:prstGeom>
                      <a:solidFill>
                        <a:schemeClr val="tx1"/>
                      </a:solidFill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ko-KR" altLang="en-US" sz="1000"/>
                      </a:p>
                    </p:txBody>
                  </p:sp>
                  <p:sp>
                    <p:nvSpPr>
                      <p:cNvPr id="196" name="직사각형 195">
                        <a:extLst>
                          <a:ext uri="{FF2B5EF4-FFF2-40B4-BE49-F238E27FC236}">
                            <a16:creationId xmlns:a16="http://schemas.microsoft.com/office/drawing/2014/main" id="{CBD1B3A2-11F7-8DDC-1BA6-A9EAE8376BC1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934050" y="4673601"/>
                        <a:ext cx="110836" cy="413936"/>
                      </a:xfrm>
                      <a:prstGeom prst="rect">
                        <a:avLst/>
                      </a:prstGeom>
                      <a:solidFill>
                        <a:srgbClr val="FF0000"/>
                      </a:solidFill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ko-KR" altLang="en-US" sz="1000"/>
                      </a:p>
                    </p:txBody>
                  </p:sp>
                  <p:sp>
                    <p:nvSpPr>
                      <p:cNvPr id="197" name="직사각형 196">
                        <a:extLst>
                          <a:ext uri="{FF2B5EF4-FFF2-40B4-BE49-F238E27FC236}">
                            <a16:creationId xmlns:a16="http://schemas.microsoft.com/office/drawing/2014/main" id="{F34E5243-655E-3D0B-D21A-C045928C7FDA}"/>
                          </a:ext>
                        </a:extLst>
                      </p:cNvPr>
                      <p:cNvSpPr/>
                      <p:nvPr/>
                    </p:nvSpPr>
                    <p:spPr>
                      <a:xfrm rot="5400000">
                        <a:off x="8662428" y="4948205"/>
                        <a:ext cx="110836" cy="413936"/>
                      </a:xfrm>
                      <a:prstGeom prst="rect">
                        <a:avLst/>
                      </a:prstGeom>
                      <a:solidFill>
                        <a:schemeClr val="tx1"/>
                      </a:solidFill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ko-KR" altLang="en-US" sz="1000"/>
                      </a:p>
                    </p:txBody>
                  </p:sp>
                </p:grpSp>
              </p:grpSp>
              <p:sp>
                <p:nvSpPr>
                  <p:cNvPr id="191" name="직사각형 190">
                    <a:extLst>
                      <a:ext uri="{FF2B5EF4-FFF2-40B4-BE49-F238E27FC236}">
                        <a16:creationId xmlns:a16="http://schemas.microsoft.com/office/drawing/2014/main" id="{06D157AE-23BA-76B4-583F-F6E74C5CE6EA}"/>
                      </a:ext>
                    </a:extLst>
                  </p:cNvPr>
                  <p:cNvSpPr/>
                  <p:nvPr/>
                </p:nvSpPr>
                <p:spPr>
                  <a:xfrm>
                    <a:off x="8808029" y="5562151"/>
                    <a:ext cx="101021" cy="110836"/>
                  </a:xfrm>
                  <a:prstGeom prst="rect">
                    <a:avLst/>
                  </a:prstGeom>
                  <a:solidFill>
                    <a:schemeClr val="tx1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ko-KR" altLang="en-US" sz="1000"/>
                  </a:p>
                </p:txBody>
              </p:sp>
            </p:grpSp>
            <p:grpSp>
              <p:nvGrpSpPr>
                <p:cNvPr id="151" name="그룹 150">
                  <a:extLst>
                    <a:ext uri="{FF2B5EF4-FFF2-40B4-BE49-F238E27FC236}">
                      <a16:creationId xmlns:a16="http://schemas.microsoft.com/office/drawing/2014/main" id="{58C1F096-04A0-1B77-84E1-6CB5067B1374}"/>
                    </a:ext>
                  </a:extLst>
                </p:cNvPr>
                <p:cNvGrpSpPr/>
                <p:nvPr/>
              </p:nvGrpSpPr>
              <p:grpSpPr>
                <a:xfrm>
                  <a:off x="9003883" y="4451227"/>
                  <a:ext cx="796802" cy="1221760"/>
                  <a:chOff x="8112248" y="4451227"/>
                  <a:chExt cx="796802" cy="1221760"/>
                </a:xfrm>
              </p:grpSpPr>
              <p:grpSp>
                <p:nvGrpSpPr>
                  <p:cNvPr id="178" name="그룹 177">
                    <a:extLst>
                      <a:ext uri="{FF2B5EF4-FFF2-40B4-BE49-F238E27FC236}">
                        <a16:creationId xmlns:a16="http://schemas.microsoft.com/office/drawing/2014/main" id="{4E40A95C-568B-0631-761C-93A5B6E0E1CF}"/>
                      </a:ext>
                    </a:extLst>
                  </p:cNvPr>
                  <p:cNvGrpSpPr/>
                  <p:nvPr/>
                </p:nvGrpSpPr>
                <p:grpSpPr>
                  <a:xfrm>
                    <a:off x="8112248" y="4451227"/>
                    <a:ext cx="667506" cy="1221760"/>
                    <a:chOff x="8377382" y="4544293"/>
                    <a:chExt cx="667506" cy="1221760"/>
                  </a:xfrm>
                </p:grpSpPr>
                <p:grpSp>
                  <p:nvGrpSpPr>
                    <p:cNvPr id="180" name="그룹 179">
                      <a:extLst>
                        <a:ext uri="{FF2B5EF4-FFF2-40B4-BE49-F238E27FC236}">
                          <a16:creationId xmlns:a16="http://schemas.microsoft.com/office/drawing/2014/main" id="{F9AD5500-7B6D-0277-69E1-4717070CFE4E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8377382" y="4544293"/>
                      <a:ext cx="667504" cy="666298"/>
                      <a:chOff x="8377382" y="4544293"/>
                      <a:chExt cx="667504" cy="666298"/>
                    </a:xfrm>
                  </p:grpSpPr>
                  <p:sp>
                    <p:nvSpPr>
                      <p:cNvPr id="186" name="직사각형 185">
                        <a:extLst>
                          <a:ext uri="{FF2B5EF4-FFF2-40B4-BE49-F238E27FC236}">
                            <a16:creationId xmlns:a16="http://schemas.microsoft.com/office/drawing/2014/main" id="{C6D60CD7-03ED-5F32-67D2-A22CAA0A87BC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377382" y="4673601"/>
                        <a:ext cx="110836" cy="413936"/>
                      </a:xfrm>
                      <a:prstGeom prst="rect">
                        <a:avLst/>
                      </a:prstGeom>
                      <a:solidFill>
                        <a:schemeClr val="tx1"/>
                      </a:solidFill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ko-KR" altLang="en-US" sz="1000"/>
                      </a:p>
                    </p:txBody>
                  </p:sp>
                  <p:sp>
                    <p:nvSpPr>
                      <p:cNvPr id="187" name="직사각형 186">
                        <a:extLst>
                          <a:ext uri="{FF2B5EF4-FFF2-40B4-BE49-F238E27FC236}">
                            <a16:creationId xmlns:a16="http://schemas.microsoft.com/office/drawing/2014/main" id="{F9C74869-6E77-46C6-42D3-057603642C00}"/>
                          </a:ext>
                        </a:extLst>
                      </p:cNvPr>
                      <p:cNvSpPr/>
                      <p:nvPr/>
                    </p:nvSpPr>
                    <p:spPr>
                      <a:xfrm rot="5400000">
                        <a:off x="8662428" y="4392743"/>
                        <a:ext cx="110836" cy="413936"/>
                      </a:xfrm>
                      <a:prstGeom prst="rect">
                        <a:avLst/>
                      </a:prstGeom>
                      <a:solidFill>
                        <a:srgbClr val="FF0000"/>
                      </a:solidFill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ko-KR" altLang="en-US" sz="1000"/>
                      </a:p>
                    </p:txBody>
                  </p:sp>
                  <p:sp>
                    <p:nvSpPr>
                      <p:cNvPr id="188" name="직사각형 187">
                        <a:extLst>
                          <a:ext uri="{FF2B5EF4-FFF2-40B4-BE49-F238E27FC236}">
                            <a16:creationId xmlns:a16="http://schemas.microsoft.com/office/drawing/2014/main" id="{3CF53912-5AC0-5B1C-2DCB-A5B797115D10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934050" y="4673601"/>
                        <a:ext cx="110836" cy="413936"/>
                      </a:xfrm>
                      <a:prstGeom prst="rect">
                        <a:avLst/>
                      </a:prstGeom>
                      <a:solidFill>
                        <a:srgbClr val="FF0000"/>
                      </a:solidFill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ko-KR" altLang="en-US" sz="1000"/>
                      </a:p>
                    </p:txBody>
                  </p:sp>
                  <p:sp>
                    <p:nvSpPr>
                      <p:cNvPr id="189" name="직사각형 188">
                        <a:extLst>
                          <a:ext uri="{FF2B5EF4-FFF2-40B4-BE49-F238E27FC236}">
                            <a16:creationId xmlns:a16="http://schemas.microsoft.com/office/drawing/2014/main" id="{D1C2FD02-FC40-169D-D49D-B8223B57C3B3}"/>
                          </a:ext>
                        </a:extLst>
                      </p:cNvPr>
                      <p:cNvSpPr/>
                      <p:nvPr/>
                    </p:nvSpPr>
                    <p:spPr>
                      <a:xfrm rot="5400000">
                        <a:off x="8662428" y="4948205"/>
                        <a:ext cx="110836" cy="413936"/>
                      </a:xfrm>
                      <a:prstGeom prst="rect">
                        <a:avLst/>
                      </a:prstGeom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ko-KR" altLang="en-US" sz="1000"/>
                      </a:p>
                    </p:txBody>
                  </p:sp>
                </p:grpSp>
                <p:grpSp>
                  <p:nvGrpSpPr>
                    <p:cNvPr id="181" name="그룹 180">
                      <a:extLst>
                        <a:ext uri="{FF2B5EF4-FFF2-40B4-BE49-F238E27FC236}">
                          <a16:creationId xmlns:a16="http://schemas.microsoft.com/office/drawing/2014/main" id="{56AE03AA-FFED-1080-997F-CD2BB4DC0AA5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8377384" y="5099755"/>
                      <a:ext cx="667504" cy="666298"/>
                      <a:chOff x="8377382" y="4544293"/>
                      <a:chExt cx="667504" cy="666298"/>
                    </a:xfrm>
                  </p:grpSpPr>
                  <p:sp>
                    <p:nvSpPr>
                      <p:cNvPr id="182" name="직사각형 181">
                        <a:extLst>
                          <a:ext uri="{FF2B5EF4-FFF2-40B4-BE49-F238E27FC236}">
                            <a16:creationId xmlns:a16="http://schemas.microsoft.com/office/drawing/2014/main" id="{264A9130-C22B-9626-9313-812316150171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377382" y="4673601"/>
                        <a:ext cx="110836" cy="413936"/>
                      </a:xfrm>
                      <a:prstGeom prst="rect">
                        <a:avLst/>
                      </a:prstGeom>
                      <a:solidFill>
                        <a:srgbClr val="FF0000"/>
                      </a:solidFill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ko-KR" altLang="en-US" sz="1000"/>
                      </a:p>
                    </p:txBody>
                  </p:sp>
                  <p:sp>
                    <p:nvSpPr>
                      <p:cNvPr id="183" name="직사각형 182">
                        <a:extLst>
                          <a:ext uri="{FF2B5EF4-FFF2-40B4-BE49-F238E27FC236}">
                            <a16:creationId xmlns:a16="http://schemas.microsoft.com/office/drawing/2014/main" id="{77A5AB15-B009-5AB6-754D-90A5587E952F}"/>
                          </a:ext>
                        </a:extLst>
                      </p:cNvPr>
                      <p:cNvSpPr/>
                      <p:nvPr/>
                    </p:nvSpPr>
                    <p:spPr>
                      <a:xfrm rot="5400000">
                        <a:off x="8662428" y="4392743"/>
                        <a:ext cx="110836" cy="413936"/>
                      </a:xfrm>
                      <a:prstGeom prst="rect">
                        <a:avLst/>
                      </a:prstGeom>
                      <a:solidFill>
                        <a:srgbClr val="FF0000"/>
                      </a:solidFill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ko-KR" altLang="en-US" sz="1000"/>
                      </a:p>
                    </p:txBody>
                  </p:sp>
                  <p:sp>
                    <p:nvSpPr>
                      <p:cNvPr id="184" name="직사각형 183">
                        <a:extLst>
                          <a:ext uri="{FF2B5EF4-FFF2-40B4-BE49-F238E27FC236}">
                            <a16:creationId xmlns:a16="http://schemas.microsoft.com/office/drawing/2014/main" id="{1B47669A-B8DA-B2F5-46BB-934F73DA132C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934050" y="4673601"/>
                        <a:ext cx="110836" cy="413936"/>
                      </a:xfrm>
                      <a:prstGeom prst="rect">
                        <a:avLst/>
                      </a:prstGeom>
                      <a:solidFill>
                        <a:schemeClr val="tx1"/>
                      </a:solidFill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ko-KR" altLang="en-US" sz="1000"/>
                      </a:p>
                    </p:txBody>
                  </p:sp>
                  <p:sp>
                    <p:nvSpPr>
                      <p:cNvPr id="185" name="직사각형 184">
                        <a:extLst>
                          <a:ext uri="{FF2B5EF4-FFF2-40B4-BE49-F238E27FC236}">
                            <a16:creationId xmlns:a16="http://schemas.microsoft.com/office/drawing/2014/main" id="{5F80C315-38E1-3100-646A-9892E21F2183}"/>
                          </a:ext>
                        </a:extLst>
                      </p:cNvPr>
                      <p:cNvSpPr/>
                      <p:nvPr/>
                    </p:nvSpPr>
                    <p:spPr>
                      <a:xfrm rot="5400000">
                        <a:off x="8662428" y="4948205"/>
                        <a:ext cx="110836" cy="413936"/>
                      </a:xfrm>
                      <a:prstGeom prst="rect">
                        <a:avLst/>
                      </a:prstGeom>
                      <a:solidFill>
                        <a:srgbClr val="FF0000"/>
                      </a:solidFill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ko-KR" altLang="en-US" sz="1000"/>
                      </a:p>
                    </p:txBody>
                  </p:sp>
                </p:grpSp>
              </p:grpSp>
              <p:sp>
                <p:nvSpPr>
                  <p:cNvPr id="179" name="직사각형 178">
                    <a:extLst>
                      <a:ext uri="{FF2B5EF4-FFF2-40B4-BE49-F238E27FC236}">
                        <a16:creationId xmlns:a16="http://schemas.microsoft.com/office/drawing/2014/main" id="{F3553F3F-F4F0-229F-845A-559B58B7C21C}"/>
                      </a:ext>
                    </a:extLst>
                  </p:cNvPr>
                  <p:cNvSpPr/>
                  <p:nvPr/>
                </p:nvSpPr>
                <p:spPr>
                  <a:xfrm>
                    <a:off x="8808029" y="5562151"/>
                    <a:ext cx="101021" cy="110836"/>
                  </a:xfrm>
                  <a:prstGeom prst="rect">
                    <a:avLst/>
                  </a:prstGeom>
                  <a:solidFill>
                    <a:srgbClr val="FF0000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ko-KR" altLang="en-US" sz="1000"/>
                  </a:p>
                </p:txBody>
              </p:sp>
            </p:grpSp>
            <p:grpSp>
              <p:nvGrpSpPr>
                <p:cNvPr id="152" name="그룹 151">
                  <a:extLst>
                    <a:ext uri="{FF2B5EF4-FFF2-40B4-BE49-F238E27FC236}">
                      <a16:creationId xmlns:a16="http://schemas.microsoft.com/office/drawing/2014/main" id="{2E074B6F-C8DE-44EF-3CC7-1D66BADD7ED2}"/>
                    </a:ext>
                  </a:extLst>
                </p:cNvPr>
                <p:cNvGrpSpPr/>
                <p:nvPr/>
              </p:nvGrpSpPr>
              <p:grpSpPr>
                <a:xfrm>
                  <a:off x="9935853" y="4451227"/>
                  <a:ext cx="796802" cy="1221760"/>
                  <a:chOff x="8112248" y="4451227"/>
                  <a:chExt cx="796802" cy="1221760"/>
                </a:xfrm>
              </p:grpSpPr>
              <p:grpSp>
                <p:nvGrpSpPr>
                  <p:cNvPr id="166" name="그룹 165">
                    <a:extLst>
                      <a:ext uri="{FF2B5EF4-FFF2-40B4-BE49-F238E27FC236}">
                        <a16:creationId xmlns:a16="http://schemas.microsoft.com/office/drawing/2014/main" id="{4697A8E6-623B-F14C-01D8-6CE74A7088B9}"/>
                      </a:ext>
                    </a:extLst>
                  </p:cNvPr>
                  <p:cNvGrpSpPr/>
                  <p:nvPr/>
                </p:nvGrpSpPr>
                <p:grpSpPr>
                  <a:xfrm>
                    <a:off x="8112248" y="4451227"/>
                    <a:ext cx="667506" cy="1221760"/>
                    <a:chOff x="8377382" y="4544293"/>
                    <a:chExt cx="667506" cy="1221760"/>
                  </a:xfrm>
                </p:grpSpPr>
                <p:grpSp>
                  <p:nvGrpSpPr>
                    <p:cNvPr id="168" name="그룹 167">
                      <a:extLst>
                        <a:ext uri="{FF2B5EF4-FFF2-40B4-BE49-F238E27FC236}">
                          <a16:creationId xmlns:a16="http://schemas.microsoft.com/office/drawing/2014/main" id="{54EBBFBC-1555-7C08-A8FA-1FC14F288230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8377382" y="4544293"/>
                      <a:ext cx="667504" cy="666298"/>
                      <a:chOff x="8377382" y="4544293"/>
                      <a:chExt cx="667504" cy="666298"/>
                    </a:xfrm>
                  </p:grpSpPr>
                  <p:sp>
                    <p:nvSpPr>
                      <p:cNvPr id="174" name="직사각형 173">
                        <a:extLst>
                          <a:ext uri="{FF2B5EF4-FFF2-40B4-BE49-F238E27FC236}">
                            <a16:creationId xmlns:a16="http://schemas.microsoft.com/office/drawing/2014/main" id="{58C471DA-7C69-8890-157D-7FD99DC5D719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377382" y="4673601"/>
                        <a:ext cx="110836" cy="413936"/>
                      </a:xfrm>
                      <a:prstGeom prst="rect">
                        <a:avLst/>
                      </a:prstGeom>
                      <a:solidFill>
                        <a:srgbClr val="FF0000"/>
                      </a:solidFill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ko-KR" altLang="en-US" sz="1000"/>
                      </a:p>
                    </p:txBody>
                  </p:sp>
                  <p:sp>
                    <p:nvSpPr>
                      <p:cNvPr id="175" name="직사각형 174">
                        <a:extLst>
                          <a:ext uri="{FF2B5EF4-FFF2-40B4-BE49-F238E27FC236}">
                            <a16:creationId xmlns:a16="http://schemas.microsoft.com/office/drawing/2014/main" id="{704DE007-342B-893B-C385-DA30D46E8783}"/>
                          </a:ext>
                        </a:extLst>
                      </p:cNvPr>
                      <p:cNvSpPr/>
                      <p:nvPr/>
                    </p:nvSpPr>
                    <p:spPr>
                      <a:xfrm rot="5400000">
                        <a:off x="8662428" y="4392743"/>
                        <a:ext cx="110836" cy="413936"/>
                      </a:xfrm>
                      <a:prstGeom prst="rect">
                        <a:avLst/>
                      </a:prstGeom>
                      <a:solidFill>
                        <a:srgbClr val="FF0000"/>
                      </a:solidFill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ko-KR" altLang="en-US" sz="1000"/>
                      </a:p>
                    </p:txBody>
                  </p:sp>
                  <p:sp>
                    <p:nvSpPr>
                      <p:cNvPr id="176" name="직사각형 175">
                        <a:extLst>
                          <a:ext uri="{FF2B5EF4-FFF2-40B4-BE49-F238E27FC236}">
                            <a16:creationId xmlns:a16="http://schemas.microsoft.com/office/drawing/2014/main" id="{F8F982F3-2DDE-52E6-DD75-75EF36A6DF91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934050" y="4673601"/>
                        <a:ext cx="110836" cy="413936"/>
                      </a:xfrm>
                      <a:prstGeom prst="rect">
                        <a:avLst/>
                      </a:prstGeom>
                      <a:solidFill>
                        <a:srgbClr val="FF0000"/>
                      </a:solidFill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ko-KR" altLang="en-US" sz="1000"/>
                      </a:p>
                    </p:txBody>
                  </p:sp>
                  <p:sp>
                    <p:nvSpPr>
                      <p:cNvPr id="177" name="직사각형 176">
                        <a:extLst>
                          <a:ext uri="{FF2B5EF4-FFF2-40B4-BE49-F238E27FC236}">
                            <a16:creationId xmlns:a16="http://schemas.microsoft.com/office/drawing/2014/main" id="{5E3678D1-5D4F-F0F6-EE09-4B277BC66AC9}"/>
                          </a:ext>
                        </a:extLst>
                      </p:cNvPr>
                      <p:cNvSpPr/>
                      <p:nvPr/>
                    </p:nvSpPr>
                    <p:spPr>
                      <a:xfrm rot="5400000">
                        <a:off x="8662428" y="4948205"/>
                        <a:ext cx="110836" cy="413936"/>
                      </a:xfrm>
                      <a:prstGeom prst="rect">
                        <a:avLst/>
                      </a:prstGeom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ko-KR" altLang="en-US" sz="1000"/>
                      </a:p>
                    </p:txBody>
                  </p:sp>
                </p:grpSp>
                <p:grpSp>
                  <p:nvGrpSpPr>
                    <p:cNvPr id="169" name="그룹 168">
                      <a:extLst>
                        <a:ext uri="{FF2B5EF4-FFF2-40B4-BE49-F238E27FC236}">
                          <a16:creationId xmlns:a16="http://schemas.microsoft.com/office/drawing/2014/main" id="{4F84FE82-524D-A05F-BD84-04D3E1D1732B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8377384" y="5099755"/>
                      <a:ext cx="667504" cy="666298"/>
                      <a:chOff x="8377382" y="4544293"/>
                      <a:chExt cx="667504" cy="666298"/>
                    </a:xfrm>
                  </p:grpSpPr>
                  <p:sp>
                    <p:nvSpPr>
                      <p:cNvPr id="170" name="직사각형 169">
                        <a:extLst>
                          <a:ext uri="{FF2B5EF4-FFF2-40B4-BE49-F238E27FC236}">
                            <a16:creationId xmlns:a16="http://schemas.microsoft.com/office/drawing/2014/main" id="{A2990F08-7206-7857-BE47-335ADDD03492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377382" y="4673601"/>
                        <a:ext cx="110836" cy="413936"/>
                      </a:xfrm>
                      <a:prstGeom prst="rect">
                        <a:avLst/>
                      </a:prstGeom>
                      <a:solidFill>
                        <a:srgbClr val="FF0000"/>
                      </a:solidFill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ko-KR" altLang="en-US" sz="1000"/>
                      </a:p>
                    </p:txBody>
                  </p:sp>
                  <p:sp>
                    <p:nvSpPr>
                      <p:cNvPr id="171" name="직사각형 170">
                        <a:extLst>
                          <a:ext uri="{FF2B5EF4-FFF2-40B4-BE49-F238E27FC236}">
                            <a16:creationId xmlns:a16="http://schemas.microsoft.com/office/drawing/2014/main" id="{88D568FD-F9F4-8560-7304-63925B434248}"/>
                          </a:ext>
                        </a:extLst>
                      </p:cNvPr>
                      <p:cNvSpPr/>
                      <p:nvPr/>
                    </p:nvSpPr>
                    <p:spPr>
                      <a:xfrm rot="5400000">
                        <a:off x="8662428" y="4392743"/>
                        <a:ext cx="110836" cy="413936"/>
                      </a:xfrm>
                      <a:prstGeom prst="rect">
                        <a:avLst/>
                      </a:prstGeom>
                      <a:solidFill>
                        <a:schemeClr val="tx1"/>
                      </a:solidFill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ko-KR" altLang="en-US" sz="1000"/>
                      </a:p>
                    </p:txBody>
                  </p:sp>
                  <p:sp>
                    <p:nvSpPr>
                      <p:cNvPr id="172" name="직사각형 171">
                        <a:extLst>
                          <a:ext uri="{FF2B5EF4-FFF2-40B4-BE49-F238E27FC236}">
                            <a16:creationId xmlns:a16="http://schemas.microsoft.com/office/drawing/2014/main" id="{1727F26F-F9B4-D8CF-FEFF-37FD7B850626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934050" y="4673601"/>
                        <a:ext cx="110836" cy="413936"/>
                      </a:xfrm>
                      <a:prstGeom prst="rect">
                        <a:avLst/>
                      </a:prstGeom>
                      <a:solidFill>
                        <a:srgbClr val="FF0000"/>
                      </a:solidFill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ko-KR" altLang="en-US" sz="1000"/>
                      </a:p>
                    </p:txBody>
                  </p:sp>
                  <p:sp>
                    <p:nvSpPr>
                      <p:cNvPr id="173" name="직사각형 172">
                        <a:extLst>
                          <a:ext uri="{FF2B5EF4-FFF2-40B4-BE49-F238E27FC236}">
                            <a16:creationId xmlns:a16="http://schemas.microsoft.com/office/drawing/2014/main" id="{63EB69F4-9131-6391-090E-19F5FFFC86FE}"/>
                          </a:ext>
                        </a:extLst>
                      </p:cNvPr>
                      <p:cNvSpPr/>
                      <p:nvPr/>
                    </p:nvSpPr>
                    <p:spPr>
                      <a:xfrm rot="5400000">
                        <a:off x="8662428" y="4948205"/>
                        <a:ext cx="110836" cy="413936"/>
                      </a:xfrm>
                      <a:prstGeom prst="rect">
                        <a:avLst/>
                      </a:prstGeom>
                      <a:solidFill>
                        <a:srgbClr val="FF0000"/>
                      </a:solidFill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ko-KR" altLang="en-US" sz="1000"/>
                      </a:p>
                    </p:txBody>
                  </p:sp>
                </p:grpSp>
              </p:grpSp>
              <p:sp>
                <p:nvSpPr>
                  <p:cNvPr id="167" name="직사각형 166">
                    <a:extLst>
                      <a:ext uri="{FF2B5EF4-FFF2-40B4-BE49-F238E27FC236}">
                        <a16:creationId xmlns:a16="http://schemas.microsoft.com/office/drawing/2014/main" id="{19E12E65-8F48-04AE-F494-89E9AE745F43}"/>
                      </a:ext>
                    </a:extLst>
                  </p:cNvPr>
                  <p:cNvSpPr/>
                  <p:nvPr/>
                </p:nvSpPr>
                <p:spPr>
                  <a:xfrm>
                    <a:off x="8808029" y="5562151"/>
                    <a:ext cx="101021" cy="110836"/>
                  </a:xfrm>
                  <a:prstGeom prst="rect">
                    <a:avLst/>
                  </a:prstGeom>
                  <a:solidFill>
                    <a:schemeClr val="tx1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ko-KR" altLang="en-US" sz="1000"/>
                  </a:p>
                </p:txBody>
              </p:sp>
            </p:grpSp>
            <p:grpSp>
              <p:nvGrpSpPr>
                <p:cNvPr id="153" name="그룹 152">
                  <a:extLst>
                    <a:ext uri="{FF2B5EF4-FFF2-40B4-BE49-F238E27FC236}">
                      <a16:creationId xmlns:a16="http://schemas.microsoft.com/office/drawing/2014/main" id="{9F52F12A-4A0F-917D-556C-3F73485BE2CF}"/>
                    </a:ext>
                  </a:extLst>
                </p:cNvPr>
                <p:cNvGrpSpPr/>
                <p:nvPr/>
              </p:nvGrpSpPr>
              <p:grpSpPr>
                <a:xfrm>
                  <a:off x="10845365" y="4451227"/>
                  <a:ext cx="796802" cy="1221760"/>
                  <a:chOff x="8112248" y="4451227"/>
                  <a:chExt cx="796802" cy="1221760"/>
                </a:xfrm>
              </p:grpSpPr>
              <p:grpSp>
                <p:nvGrpSpPr>
                  <p:cNvPr id="154" name="그룹 153">
                    <a:extLst>
                      <a:ext uri="{FF2B5EF4-FFF2-40B4-BE49-F238E27FC236}">
                        <a16:creationId xmlns:a16="http://schemas.microsoft.com/office/drawing/2014/main" id="{67468F83-6493-4EF4-046E-20CD51A10740}"/>
                      </a:ext>
                    </a:extLst>
                  </p:cNvPr>
                  <p:cNvGrpSpPr/>
                  <p:nvPr/>
                </p:nvGrpSpPr>
                <p:grpSpPr>
                  <a:xfrm>
                    <a:off x="8112248" y="4451227"/>
                    <a:ext cx="667506" cy="1221760"/>
                    <a:chOff x="8377382" y="4544293"/>
                    <a:chExt cx="667506" cy="1221760"/>
                  </a:xfrm>
                </p:grpSpPr>
                <p:grpSp>
                  <p:nvGrpSpPr>
                    <p:cNvPr id="156" name="그룹 155">
                      <a:extLst>
                        <a:ext uri="{FF2B5EF4-FFF2-40B4-BE49-F238E27FC236}">
                          <a16:creationId xmlns:a16="http://schemas.microsoft.com/office/drawing/2014/main" id="{B1CA9256-7785-9B30-67B1-AA9BBB2A7D71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8377382" y="4544293"/>
                      <a:ext cx="667504" cy="666298"/>
                      <a:chOff x="8377382" y="4544293"/>
                      <a:chExt cx="667504" cy="666298"/>
                    </a:xfrm>
                  </p:grpSpPr>
                  <p:sp>
                    <p:nvSpPr>
                      <p:cNvPr id="162" name="직사각형 161">
                        <a:extLst>
                          <a:ext uri="{FF2B5EF4-FFF2-40B4-BE49-F238E27FC236}">
                            <a16:creationId xmlns:a16="http://schemas.microsoft.com/office/drawing/2014/main" id="{B526E990-AA15-9368-0DC1-86CF106FB8F3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377382" y="4673601"/>
                        <a:ext cx="110836" cy="413936"/>
                      </a:xfrm>
                      <a:prstGeom prst="rect">
                        <a:avLst/>
                      </a:prstGeom>
                      <a:solidFill>
                        <a:srgbClr val="FF0000"/>
                      </a:solidFill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ko-KR" altLang="en-US" sz="1000"/>
                      </a:p>
                    </p:txBody>
                  </p:sp>
                  <p:sp>
                    <p:nvSpPr>
                      <p:cNvPr id="163" name="직사각형 162">
                        <a:extLst>
                          <a:ext uri="{FF2B5EF4-FFF2-40B4-BE49-F238E27FC236}">
                            <a16:creationId xmlns:a16="http://schemas.microsoft.com/office/drawing/2014/main" id="{7C6670E9-366D-9942-BF88-503899A230E5}"/>
                          </a:ext>
                        </a:extLst>
                      </p:cNvPr>
                      <p:cNvSpPr/>
                      <p:nvPr/>
                    </p:nvSpPr>
                    <p:spPr>
                      <a:xfrm rot="5400000">
                        <a:off x="8662428" y="4392743"/>
                        <a:ext cx="110836" cy="413936"/>
                      </a:xfrm>
                      <a:prstGeom prst="rect">
                        <a:avLst/>
                      </a:prstGeom>
                      <a:solidFill>
                        <a:srgbClr val="FF0000"/>
                      </a:solidFill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ko-KR" altLang="en-US" sz="1000"/>
                      </a:p>
                    </p:txBody>
                  </p:sp>
                  <p:sp>
                    <p:nvSpPr>
                      <p:cNvPr id="164" name="직사각형 163">
                        <a:extLst>
                          <a:ext uri="{FF2B5EF4-FFF2-40B4-BE49-F238E27FC236}">
                            <a16:creationId xmlns:a16="http://schemas.microsoft.com/office/drawing/2014/main" id="{A0FBB094-00C2-5FC1-E017-1AFFC03003C4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934050" y="4673601"/>
                        <a:ext cx="110836" cy="413936"/>
                      </a:xfrm>
                      <a:prstGeom prst="rect">
                        <a:avLst/>
                      </a:prstGeom>
                      <a:solidFill>
                        <a:srgbClr val="FF0000"/>
                      </a:solidFill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ko-KR" altLang="en-US" sz="1000"/>
                      </a:p>
                    </p:txBody>
                  </p:sp>
                  <p:sp>
                    <p:nvSpPr>
                      <p:cNvPr id="165" name="직사각형 164">
                        <a:extLst>
                          <a:ext uri="{FF2B5EF4-FFF2-40B4-BE49-F238E27FC236}">
                            <a16:creationId xmlns:a16="http://schemas.microsoft.com/office/drawing/2014/main" id="{244948D9-4F0D-00B0-8222-2C24101FB20D}"/>
                          </a:ext>
                        </a:extLst>
                      </p:cNvPr>
                      <p:cNvSpPr/>
                      <p:nvPr/>
                    </p:nvSpPr>
                    <p:spPr>
                      <a:xfrm rot="5400000">
                        <a:off x="8662428" y="4948205"/>
                        <a:ext cx="110836" cy="413936"/>
                      </a:xfrm>
                      <a:prstGeom prst="rect">
                        <a:avLst/>
                      </a:prstGeom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ko-KR" altLang="en-US" sz="1000"/>
                      </a:p>
                    </p:txBody>
                  </p:sp>
                </p:grpSp>
                <p:grpSp>
                  <p:nvGrpSpPr>
                    <p:cNvPr id="157" name="그룹 156">
                      <a:extLst>
                        <a:ext uri="{FF2B5EF4-FFF2-40B4-BE49-F238E27FC236}">
                          <a16:creationId xmlns:a16="http://schemas.microsoft.com/office/drawing/2014/main" id="{0E47122A-15BC-473D-BC72-2EBB50867565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8377384" y="5099755"/>
                      <a:ext cx="667504" cy="666298"/>
                      <a:chOff x="8377382" y="4544293"/>
                      <a:chExt cx="667504" cy="666298"/>
                    </a:xfrm>
                  </p:grpSpPr>
                  <p:sp>
                    <p:nvSpPr>
                      <p:cNvPr id="158" name="직사각형 157">
                        <a:extLst>
                          <a:ext uri="{FF2B5EF4-FFF2-40B4-BE49-F238E27FC236}">
                            <a16:creationId xmlns:a16="http://schemas.microsoft.com/office/drawing/2014/main" id="{4CEC4805-0DEC-789F-4130-734344517ED7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377382" y="4673601"/>
                        <a:ext cx="110836" cy="413936"/>
                      </a:xfrm>
                      <a:prstGeom prst="rect">
                        <a:avLst/>
                      </a:prstGeom>
                      <a:solidFill>
                        <a:srgbClr val="FF0000"/>
                      </a:solidFill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ko-KR" altLang="en-US" sz="1000"/>
                      </a:p>
                    </p:txBody>
                  </p:sp>
                  <p:sp>
                    <p:nvSpPr>
                      <p:cNvPr id="159" name="직사각형 158">
                        <a:extLst>
                          <a:ext uri="{FF2B5EF4-FFF2-40B4-BE49-F238E27FC236}">
                            <a16:creationId xmlns:a16="http://schemas.microsoft.com/office/drawing/2014/main" id="{82A42498-EBFD-9A81-9150-DDEE9AF955A6}"/>
                          </a:ext>
                        </a:extLst>
                      </p:cNvPr>
                      <p:cNvSpPr/>
                      <p:nvPr/>
                    </p:nvSpPr>
                    <p:spPr>
                      <a:xfrm rot="5400000">
                        <a:off x="8662428" y="4392743"/>
                        <a:ext cx="110836" cy="413936"/>
                      </a:xfrm>
                      <a:prstGeom prst="rect">
                        <a:avLst/>
                      </a:prstGeom>
                      <a:solidFill>
                        <a:schemeClr val="tx1"/>
                      </a:solidFill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ko-KR" altLang="en-US" sz="1000"/>
                      </a:p>
                    </p:txBody>
                  </p:sp>
                  <p:sp>
                    <p:nvSpPr>
                      <p:cNvPr id="160" name="직사각형 159">
                        <a:extLst>
                          <a:ext uri="{FF2B5EF4-FFF2-40B4-BE49-F238E27FC236}">
                            <a16:creationId xmlns:a16="http://schemas.microsoft.com/office/drawing/2014/main" id="{D279AD37-6714-C755-31B8-8A3E3FC52DC3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934050" y="4673601"/>
                        <a:ext cx="110836" cy="413936"/>
                      </a:xfrm>
                      <a:prstGeom prst="rect">
                        <a:avLst/>
                      </a:prstGeom>
                      <a:solidFill>
                        <a:srgbClr val="FF0000"/>
                      </a:solidFill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ko-KR" altLang="en-US" sz="1000"/>
                      </a:p>
                    </p:txBody>
                  </p:sp>
                  <p:sp>
                    <p:nvSpPr>
                      <p:cNvPr id="161" name="직사각형 160">
                        <a:extLst>
                          <a:ext uri="{FF2B5EF4-FFF2-40B4-BE49-F238E27FC236}">
                            <a16:creationId xmlns:a16="http://schemas.microsoft.com/office/drawing/2014/main" id="{1DF11511-2BB9-AB7D-A5C1-7C0E8872FD01}"/>
                          </a:ext>
                        </a:extLst>
                      </p:cNvPr>
                      <p:cNvSpPr/>
                      <p:nvPr/>
                    </p:nvSpPr>
                    <p:spPr>
                      <a:xfrm rot="5400000">
                        <a:off x="8662428" y="4948205"/>
                        <a:ext cx="110836" cy="413936"/>
                      </a:xfrm>
                      <a:prstGeom prst="rect">
                        <a:avLst/>
                      </a:prstGeom>
                      <a:solidFill>
                        <a:srgbClr val="FF0000"/>
                      </a:solidFill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ko-KR" altLang="en-US" sz="1000"/>
                      </a:p>
                    </p:txBody>
                  </p:sp>
                </p:grpSp>
              </p:grpSp>
              <p:sp>
                <p:nvSpPr>
                  <p:cNvPr id="155" name="직사각형 154">
                    <a:extLst>
                      <a:ext uri="{FF2B5EF4-FFF2-40B4-BE49-F238E27FC236}">
                        <a16:creationId xmlns:a16="http://schemas.microsoft.com/office/drawing/2014/main" id="{6A913D08-049A-EC2F-4E5D-9F6F481E6146}"/>
                      </a:ext>
                    </a:extLst>
                  </p:cNvPr>
                  <p:cNvSpPr/>
                  <p:nvPr/>
                </p:nvSpPr>
                <p:spPr>
                  <a:xfrm>
                    <a:off x="8808029" y="5562151"/>
                    <a:ext cx="101021" cy="110836"/>
                  </a:xfrm>
                  <a:prstGeom prst="rect">
                    <a:avLst/>
                  </a:prstGeom>
                  <a:solidFill>
                    <a:schemeClr val="tx1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ko-KR" altLang="en-US" sz="1000"/>
                  </a:p>
                </p:txBody>
              </p:sp>
            </p:grpSp>
          </p:grpSp>
        </p:grpSp>
        <p:cxnSp>
          <p:nvCxnSpPr>
            <p:cNvPr id="146" name="직선 화살표 연결선 145">
              <a:extLst>
                <a:ext uri="{FF2B5EF4-FFF2-40B4-BE49-F238E27FC236}">
                  <a16:creationId xmlns:a16="http://schemas.microsoft.com/office/drawing/2014/main" id="{42D66831-F6F5-A462-6D7C-14C826D2DDA5}"/>
                </a:ext>
              </a:extLst>
            </p:cNvPr>
            <p:cNvCxnSpPr/>
            <p:nvPr/>
          </p:nvCxnSpPr>
          <p:spPr>
            <a:xfrm flipV="1">
              <a:off x="10992628" y="1447547"/>
              <a:ext cx="0" cy="770015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47" name="TextBox 146">
              <a:extLst>
                <a:ext uri="{FF2B5EF4-FFF2-40B4-BE49-F238E27FC236}">
                  <a16:creationId xmlns:a16="http://schemas.microsoft.com/office/drawing/2014/main" id="{D7581E3B-E2D8-C614-3CEA-765E264E21E0}"/>
                </a:ext>
              </a:extLst>
            </p:cNvPr>
            <p:cNvSpPr txBox="1"/>
            <p:nvPr/>
          </p:nvSpPr>
          <p:spPr>
            <a:xfrm>
              <a:off x="10494997" y="2191896"/>
              <a:ext cx="2336801" cy="58002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050"/>
                <a:t>cursor 1</a:t>
              </a:r>
              <a:endParaRPr lang="ko-KR" altLang="en-US" sz="1050"/>
            </a:p>
          </p:txBody>
        </p:sp>
      </p:grpSp>
      <p:grpSp>
        <p:nvGrpSpPr>
          <p:cNvPr id="202" name="그룹 201">
            <a:extLst>
              <a:ext uri="{FF2B5EF4-FFF2-40B4-BE49-F238E27FC236}">
                <a16:creationId xmlns:a16="http://schemas.microsoft.com/office/drawing/2014/main" id="{B51F79CD-B02B-5001-951E-303FA358326B}"/>
              </a:ext>
            </a:extLst>
          </p:cNvPr>
          <p:cNvGrpSpPr/>
          <p:nvPr/>
        </p:nvGrpSpPr>
        <p:grpSpPr>
          <a:xfrm>
            <a:off x="8317472" y="5158725"/>
            <a:ext cx="1585103" cy="1147432"/>
            <a:chOff x="9165688" y="310942"/>
            <a:chExt cx="2995340" cy="2544032"/>
          </a:xfrm>
        </p:grpSpPr>
        <p:grpSp>
          <p:nvGrpSpPr>
            <p:cNvPr id="203" name="그룹 202">
              <a:extLst>
                <a:ext uri="{FF2B5EF4-FFF2-40B4-BE49-F238E27FC236}">
                  <a16:creationId xmlns:a16="http://schemas.microsoft.com/office/drawing/2014/main" id="{524CA2BC-976E-DFD8-83BF-BBB84DF2248E}"/>
                </a:ext>
              </a:extLst>
            </p:cNvPr>
            <p:cNvGrpSpPr/>
            <p:nvPr/>
          </p:nvGrpSpPr>
          <p:grpSpPr>
            <a:xfrm>
              <a:off x="9165688" y="310942"/>
              <a:ext cx="2860497" cy="994910"/>
              <a:chOff x="8147507" y="4717048"/>
              <a:chExt cx="2860497" cy="994910"/>
            </a:xfrm>
          </p:grpSpPr>
          <p:sp>
            <p:nvSpPr>
              <p:cNvPr id="206" name="직사각형 205">
                <a:extLst>
                  <a:ext uri="{FF2B5EF4-FFF2-40B4-BE49-F238E27FC236}">
                    <a16:creationId xmlns:a16="http://schemas.microsoft.com/office/drawing/2014/main" id="{AAB9B12D-B48B-21C1-8094-D5FE4AE10069}"/>
                  </a:ext>
                </a:extLst>
              </p:cNvPr>
              <p:cNvSpPr/>
              <p:nvPr/>
            </p:nvSpPr>
            <p:spPr>
              <a:xfrm>
                <a:off x="8147507" y="4717048"/>
                <a:ext cx="2860497" cy="994910"/>
              </a:xfrm>
              <a:prstGeom prst="rect">
                <a:avLst/>
              </a:prstGeom>
              <a:solidFill>
                <a:schemeClr val="tx1">
                  <a:lumMod val="65000"/>
                  <a:lumOff val="3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50"/>
              </a:p>
            </p:txBody>
          </p:sp>
          <p:grpSp>
            <p:nvGrpSpPr>
              <p:cNvPr id="207" name="그룹 206">
                <a:extLst>
                  <a:ext uri="{FF2B5EF4-FFF2-40B4-BE49-F238E27FC236}">
                    <a16:creationId xmlns:a16="http://schemas.microsoft.com/office/drawing/2014/main" id="{1296C03C-160A-C31A-FE3E-7EF4468B8133}"/>
                  </a:ext>
                </a:extLst>
              </p:cNvPr>
              <p:cNvGrpSpPr/>
              <p:nvPr/>
            </p:nvGrpSpPr>
            <p:grpSpPr>
              <a:xfrm>
                <a:off x="8408334" y="4819650"/>
                <a:ext cx="2500334" cy="808179"/>
                <a:chOff x="8112248" y="4451227"/>
                <a:chExt cx="3529919" cy="1221760"/>
              </a:xfrm>
            </p:grpSpPr>
            <p:grpSp>
              <p:nvGrpSpPr>
                <p:cNvPr id="208" name="그룹 207">
                  <a:extLst>
                    <a:ext uri="{FF2B5EF4-FFF2-40B4-BE49-F238E27FC236}">
                      <a16:creationId xmlns:a16="http://schemas.microsoft.com/office/drawing/2014/main" id="{3A0A6B79-DF4B-B657-5DBC-35E54C0D2C61}"/>
                    </a:ext>
                  </a:extLst>
                </p:cNvPr>
                <p:cNvGrpSpPr/>
                <p:nvPr/>
              </p:nvGrpSpPr>
              <p:grpSpPr>
                <a:xfrm>
                  <a:off x="8112248" y="4451227"/>
                  <a:ext cx="796802" cy="1221760"/>
                  <a:chOff x="8112248" y="4451227"/>
                  <a:chExt cx="796802" cy="1221760"/>
                </a:xfrm>
              </p:grpSpPr>
              <p:grpSp>
                <p:nvGrpSpPr>
                  <p:cNvPr id="248" name="그룹 247">
                    <a:extLst>
                      <a:ext uri="{FF2B5EF4-FFF2-40B4-BE49-F238E27FC236}">
                        <a16:creationId xmlns:a16="http://schemas.microsoft.com/office/drawing/2014/main" id="{E260930E-0272-B829-4ABA-3E0074FD3405}"/>
                      </a:ext>
                    </a:extLst>
                  </p:cNvPr>
                  <p:cNvGrpSpPr/>
                  <p:nvPr/>
                </p:nvGrpSpPr>
                <p:grpSpPr>
                  <a:xfrm>
                    <a:off x="8112248" y="4451227"/>
                    <a:ext cx="667506" cy="1221760"/>
                    <a:chOff x="8377382" y="4544293"/>
                    <a:chExt cx="667506" cy="1221760"/>
                  </a:xfrm>
                </p:grpSpPr>
                <p:grpSp>
                  <p:nvGrpSpPr>
                    <p:cNvPr id="250" name="그룹 249">
                      <a:extLst>
                        <a:ext uri="{FF2B5EF4-FFF2-40B4-BE49-F238E27FC236}">
                          <a16:creationId xmlns:a16="http://schemas.microsoft.com/office/drawing/2014/main" id="{2E6035B0-E050-C9F3-D0DF-11B0F0BC7C90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8377382" y="4544293"/>
                      <a:ext cx="667504" cy="666298"/>
                      <a:chOff x="8377382" y="4544293"/>
                      <a:chExt cx="667504" cy="666298"/>
                    </a:xfrm>
                  </p:grpSpPr>
                  <p:sp>
                    <p:nvSpPr>
                      <p:cNvPr id="256" name="직사각형 255">
                        <a:extLst>
                          <a:ext uri="{FF2B5EF4-FFF2-40B4-BE49-F238E27FC236}">
                            <a16:creationId xmlns:a16="http://schemas.microsoft.com/office/drawing/2014/main" id="{34BECD58-E7F0-CC1E-31A1-4FFA5F4F4005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377382" y="4673601"/>
                        <a:ext cx="110836" cy="413936"/>
                      </a:xfrm>
                      <a:prstGeom prst="rect">
                        <a:avLst/>
                      </a:prstGeom>
                      <a:solidFill>
                        <a:schemeClr val="tx1"/>
                      </a:solidFill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ko-KR" altLang="en-US" sz="1000"/>
                      </a:p>
                    </p:txBody>
                  </p:sp>
                  <p:sp>
                    <p:nvSpPr>
                      <p:cNvPr id="257" name="직사각형 256">
                        <a:extLst>
                          <a:ext uri="{FF2B5EF4-FFF2-40B4-BE49-F238E27FC236}">
                            <a16:creationId xmlns:a16="http://schemas.microsoft.com/office/drawing/2014/main" id="{BB4628B7-E2EC-269D-8BC2-24C9093CFC98}"/>
                          </a:ext>
                        </a:extLst>
                      </p:cNvPr>
                      <p:cNvSpPr/>
                      <p:nvPr/>
                    </p:nvSpPr>
                    <p:spPr>
                      <a:xfrm rot="5400000">
                        <a:off x="8662428" y="4392743"/>
                        <a:ext cx="110836" cy="413936"/>
                      </a:xfrm>
                      <a:prstGeom prst="rect">
                        <a:avLst/>
                      </a:prstGeom>
                      <a:solidFill>
                        <a:schemeClr val="tx1"/>
                      </a:solidFill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ko-KR" altLang="en-US" sz="1000"/>
                      </a:p>
                    </p:txBody>
                  </p:sp>
                  <p:sp>
                    <p:nvSpPr>
                      <p:cNvPr id="258" name="직사각형 257">
                        <a:extLst>
                          <a:ext uri="{FF2B5EF4-FFF2-40B4-BE49-F238E27FC236}">
                            <a16:creationId xmlns:a16="http://schemas.microsoft.com/office/drawing/2014/main" id="{9020E365-A17C-2B59-3562-E32077A7A634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934050" y="4673601"/>
                        <a:ext cx="110836" cy="413936"/>
                      </a:xfrm>
                      <a:prstGeom prst="rect">
                        <a:avLst/>
                      </a:prstGeom>
                      <a:solidFill>
                        <a:srgbClr val="FF0000"/>
                      </a:solidFill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ko-KR" altLang="en-US" sz="1000"/>
                      </a:p>
                    </p:txBody>
                  </p:sp>
                  <p:sp>
                    <p:nvSpPr>
                      <p:cNvPr id="259" name="직사각형 258">
                        <a:extLst>
                          <a:ext uri="{FF2B5EF4-FFF2-40B4-BE49-F238E27FC236}">
                            <a16:creationId xmlns:a16="http://schemas.microsoft.com/office/drawing/2014/main" id="{702469ED-C022-746A-083C-BC04D05DCC78}"/>
                          </a:ext>
                        </a:extLst>
                      </p:cNvPr>
                      <p:cNvSpPr/>
                      <p:nvPr/>
                    </p:nvSpPr>
                    <p:spPr>
                      <a:xfrm rot="5400000">
                        <a:off x="8662428" y="4948205"/>
                        <a:ext cx="110836" cy="413936"/>
                      </a:xfrm>
                      <a:prstGeom prst="rect">
                        <a:avLst/>
                      </a:prstGeom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ko-KR" altLang="en-US" sz="1000"/>
                      </a:p>
                    </p:txBody>
                  </p:sp>
                </p:grpSp>
                <p:grpSp>
                  <p:nvGrpSpPr>
                    <p:cNvPr id="251" name="그룹 250">
                      <a:extLst>
                        <a:ext uri="{FF2B5EF4-FFF2-40B4-BE49-F238E27FC236}">
                          <a16:creationId xmlns:a16="http://schemas.microsoft.com/office/drawing/2014/main" id="{6F46AB49-3D01-6BAC-80D4-660413EF033A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8377384" y="5099755"/>
                      <a:ext cx="667504" cy="666298"/>
                      <a:chOff x="8377382" y="4544293"/>
                      <a:chExt cx="667504" cy="666298"/>
                    </a:xfrm>
                  </p:grpSpPr>
                  <p:sp>
                    <p:nvSpPr>
                      <p:cNvPr id="252" name="직사각형 251">
                        <a:extLst>
                          <a:ext uri="{FF2B5EF4-FFF2-40B4-BE49-F238E27FC236}">
                            <a16:creationId xmlns:a16="http://schemas.microsoft.com/office/drawing/2014/main" id="{FB73126D-B228-B002-0081-1BF2193776FB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377382" y="4673601"/>
                        <a:ext cx="110836" cy="413936"/>
                      </a:xfrm>
                      <a:prstGeom prst="rect">
                        <a:avLst/>
                      </a:prstGeom>
                      <a:solidFill>
                        <a:schemeClr val="tx1"/>
                      </a:solidFill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ko-KR" altLang="en-US" sz="1000"/>
                      </a:p>
                    </p:txBody>
                  </p:sp>
                  <p:sp>
                    <p:nvSpPr>
                      <p:cNvPr id="253" name="직사각형 252">
                        <a:extLst>
                          <a:ext uri="{FF2B5EF4-FFF2-40B4-BE49-F238E27FC236}">
                            <a16:creationId xmlns:a16="http://schemas.microsoft.com/office/drawing/2014/main" id="{F98624A6-6CA6-6814-28C1-991F327D3ED5}"/>
                          </a:ext>
                        </a:extLst>
                      </p:cNvPr>
                      <p:cNvSpPr/>
                      <p:nvPr/>
                    </p:nvSpPr>
                    <p:spPr>
                      <a:xfrm rot="5400000">
                        <a:off x="8662428" y="4392743"/>
                        <a:ext cx="110836" cy="413936"/>
                      </a:xfrm>
                      <a:prstGeom prst="rect">
                        <a:avLst/>
                      </a:prstGeom>
                      <a:solidFill>
                        <a:schemeClr val="tx1"/>
                      </a:solidFill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ko-KR" altLang="en-US" sz="1000"/>
                      </a:p>
                    </p:txBody>
                  </p:sp>
                  <p:sp>
                    <p:nvSpPr>
                      <p:cNvPr id="254" name="직사각형 253">
                        <a:extLst>
                          <a:ext uri="{FF2B5EF4-FFF2-40B4-BE49-F238E27FC236}">
                            <a16:creationId xmlns:a16="http://schemas.microsoft.com/office/drawing/2014/main" id="{686D93BD-2878-030C-ACE4-E1A4ADFB9847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934050" y="4673601"/>
                        <a:ext cx="110836" cy="413936"/>
                      </a:xfrm>
                      <a:prstGeom prst="rect">
                        <a:avLst/>
                      </a:prstGeom>
                      <a:solidFill>
                        <a:srgbClr val="FF0000"/>
                      </a:solidFill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ko-KR" altLang="en-US" sz="1000"/>
                      </a:p>
                    </p:txBody>
                  </p:sp>
                  <p:sp>
                    <p:nvSpPr>
                      <p:cNvPr id="255" name="직사각형 254">
                        <a:extLst>
                          <a:ext uri="{FF2B5EF4-FFF2-40B4-BE49-F238E27FC236}">
                            <a16:creationId xmlns:a16="http://schemas.microsoft.com/office/drawing/2014/main" id="{45C417CB-B6B9-454B-5236-601B8CBFE59D}"/>
                          </a:ext>
                        </a:extLst>
                      </p:cNvPr>
                      <p:cNvSpPr/>
                      <p:nvPr/>
                    </p:nvSpPr>
                    <p:spPr>
                      <a:xfrm rot="5400000">
                        <a:off x="8662428" y="4948205"/>
                        <a:ext cx="110836" cy="413936"/>
                      </a:xfrm>
                      <a:prstGeom prst="rect">
                        <a:avLst/>
                      </a:prstGeom>
                      <a:solidFill>
                        <a:schemeClr val="tx1"/>
                      </a:solidFill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ko-KR" altLang="en-US" sz="1000"/>
                      </a:p>
                    </p:txBody>
                  </p:sp>
                </p:grpSp>
              </p:grpSp>
              <p:sp>
                <p:nvSpPr>
                  <p:cNvPr id="249" name="직사각형 248">
                    <a:extLst>
                      <a:ext uri="{FF2B5EF4-FFF2-40B4-BE49-F238E27FC236}">
                        <a16:creationId xmlns:a16="http://schemas.microsoft.com/office/drawing/2014/main" id="{436EAE59-ADDB-FCD3-92C0-59C488C48962}"/>
                      </a:ext>
                    </a:extLst>
                  </p:cNvPr>
                  <p:cNvSpPr/>
                  <p:nvPr/>
                </p:nvSpPr>
                <p:spPr>
                  <a:xfrm>
                    <a:off x="8808029" y="5562151"/>
                    <a:ext cx="101021" cy="110836"/>
                  </a:xfrm>
                  <a:prstGeom prst="rect">
                    <a:avLst/>
                  </a:prstGeom>
                  <a:solidFill>
                    <a:schemeClr val="tx1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ko-KR" altLang="en-US" sz="1000"/>
                  </a:p>
                </p:txBody>
              </p:sp>
            </p:grpSp>
            <p:grpSp>
              <p:nvGrpSpPr>
                <p:cNvPr id="209" name="그룹 208">
                  <a:extLst>
                    <a:ext uri="{FF2B5EF4-FFF2-40B4-BE49-F238E27FC236}">
                      <a16:creationId xmlns:a16="http://schemas.microsoft.com/office/drawing/2014/main" id="{A72F45E3-6291-E25C-4126-403AFEFDFB46}"/>
                    </a:ext>
                  </a:extLst>
                </p:cNvPr>
                <p:cNvGrpSpPr/>
                <p:nvPr/>
              </p:nvGrpSpPr>
              <p:grpSpPr>
                <a:xfrm>
                  <a:off x="9003883" y="4451227"/>
                  <a:ext cx="796802" cy="1221760"/>
                  <a:chOff x="8112248" y="4451227"/>
                  <a:chExt cx="796802" cy="1221760"/>
                </a:xfrm>
              </p:grpSpPr>
              <p:grpSp>
                <p:nvGrpSpPr>
                  <p:cNvPr id="236" name="그룹 235">
                    <a:extLst>
                      <a:ext uri="{FF2B5EF4-FFF2-40B4-BE49-F238E27FC236}">
                        <a16:creationId xmlns:a16="http://schemas.microsoft.com/office/drawing/2014/main" id="{092AED39-1CF5-FDAB-F1C4-60FB19DF5A0E}"/>
                      </a:ext>
                    </a:extLst>
                  </p:cNvPr>
                  <p:cNvGrpSpPr/>
                  <p:nvPr/>
                </p:nvGrpSpPr>
                <p:grpSpPr>
                  <a:xfrm>
                    <a:off x="8112248" y="4451227"/>
                    <a:ext cx="667506" cy="1221760"/>
                    <a:chOff x="8377382" y="4544293"/>
                    <a:chExt cx="667506" cy="1221760"/>
                  </a:xfrm>
                </p:grpSpPr>
                <p:grpSp>
                  <p:nvGrpSpPr>
                    <p:cNvPr id="238" name="그룹 237">
                      <a:extLst>
                        <a:ext uri="{FF2B5EF4-FFF2-40B4-BE49-F238E27FC236}">
                          <a16:creationId xmlns:a16="http://schemas.microsoft.com/office/drawing/2014/main" id="{064AA2A3-8EF0-E005-EBE1-B023D3837585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8377382" y="4544293"/>
                      <a:ext cx="667504" cy="666298"/>
                      <a:chOff x="8377382" y="4544293"/>
                      <a:chExt cx="667504" cy="666298"/>
                    </a:xfrm>
                  </p:grpSpPr>
                  <p:sp>
                    <p:nvSpPr>
                      <p:cNvPr id="244" name="직사각형 243">
                        <a:extLst>
                          <a:ext uri="{FF2B5EF4-FFF2-40B4-BE49-F238E27FC236}">
                            <a16:creationId xmlns:a16="http://schemas.microsoft.com/office/drawing/2014/main" id="{AFC9D6D2-ED66-CF90-F73A-D67E73F5A1BC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377382" y="4673601"/>
                        <a:ext cx="110836" cy="413936"/>
                      </a:xfrm>
                      <a:prstGeom prst="rect">
                        <a:avLst/>
                      </a:prstGeom>
                      <a:solidFill>
                        <a:schemeClr val="tx1"/>
                      </a:solidFill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ko-KR" altLang="en-US" sz="1000"/>
                      </a:p>
                    </p:txBody>
                  </p:sp>
                  <p:sp>
                    <p:nvSpPr>
                      <p:cNvPr id="245" name="직사각형 244">
                        <a:extLst>
                          <a:ext uri="{FF2B5EF4-FFF2-40B4-BE49-F238E27FC236}">
                            <a16:creationId xmlns:a16="http://schemas.microsoft.com/office/drawing/2014/main" id="{5C2CD665-4B42-83AC-C42F-E8EB779EF5E7}"/>
                          </a:ext>
                        </a:extLst>
                      </p:cNvPr>
                      <p:cNvSpPr/>
                      <p:nvPr/>
                    </p:nvSpPr>
                    <p:spPr>
                      <a:xfrm rot="5400000">
                        <a:off x="8662428" y="4392743"/>
                        <a:ext cx="110836" cy="413936"/>
                      </a:xfrm>
                      <a:prstGeom prst="rect">
                        <a:avLst/>
                      </a:prstGeom>
                      <a:solidFill>
                        <a:srgbClr val="FF0000"/>
                      </a:solidFill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ko-KR" altLang="en-US" sz="1000"/>
                      </a:p>
                    </p:txBody>
                  </p:sp>
                  <p:sp>
                    <p:nvSpPr>
                      <p:cNvPr id="246" name="직사각형 245">
                        <a:extLst>
                          <a:ext uri="{FF2B5EF4-FFF2-40B4-BE49-F238E27FC236}">
                            <a16:creationId xmlns:a16="http://schemas.microsoft.com/office/drawing/2014/main" id="{CAAEDC46-7105-01DA-4DE8-9185EE40672A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934050" y="4673601"/>
                        <a:ext cx="110836" cy="413936"/>
                      </a:xfrm>
                      <a:prstGeom prst="rect">
                        <a:avLst/>
                      </a:prstGeom>
                      <a:solidFill>
                        <a:srgbClr val="FF0000"/>
                      </a:solidFill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ko-KR" altLang="en-US" sz="1000"/>
                      </a:p>
                    </p:txBody>
                  </p:sp>
                  <p:sp>
                    <p:nvSpPr>
                      <p:cNvPr id="247" name="직사각형 246">
                        <a:extLst>
                          <a:ext uri="{FF2B5EF4-FFF2-40B4-BE49-F238E27FC236}">
                            <a16:creationId xmlns:a16="http://schemas.microsoft.com/office/drawing/2014/main" id="{2BD0C640-8084-2219-E6E1-E7B29BBF5299}"/>
                          </a:ext>
                        </a:extLst>
                      </p:cNvPr>
                      <p:cNvSpPr/>
                      <p:nvPr/>
                    </p:nvSpPr>
                    <p:spPr>
                      <a:xfrm rot="5400000">
                        <a:off x="8662428" y="4948205"/>
                        <a:ext cx="110836" cy="413936"/>
                      </a:xfrm>
                      <a:prstGeom prst="rect">
                        <a:avLst/>
                      </a:prstGeom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ko-KR" altLang="en-US" sz="1000"/>
                      </a:p>
                    </p:txBody>
                  </p:sp>
                </p:grpSp>
                <p:grpSp>
                  <p:nvGrpSpPr>
                    <p:cNvPr id="239" name="그룹 238">
                      <a:extLst>
                        <a:ext uri="{FF2B5EF4-FFF2-40B4-BE49-F238E27FC236}">
                          <a16:creationId xmlns:a16="http://schemas.microsoft.com/office/drawing/2014/main" id="{BA82DB30-BBDB-5863-14F2-D92DAE66A610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8377384" y="5099755"/>
                      <a:ext cx="667504" cy="666298"/>
                      <a:chOff x="8377382" y="4544293"/>
                      <a:chExt cx="667504" cy="666298"/>
                    </a:xfrm>
                  </p:grpSpPr>
                  <p:sp>
                    <p:nvSpPr>
                      <p:cNvPr id="240" name="직사각형 239">
                        <a:extLst>
                          <a:ext uri="{FF2B5EF4-FFF2-40B4-BE49-F238E27FC236}">
                            <a16:creationId xmlns:a16="http://schemas.microsoft.com/office/drawing/2014/main" id="{7E427461-53DB-BC46-ED90-84D29C5BCF4A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377382" y="4673601"/>
                        <a:ext cx="110836" cy="413936"/>
                      </a:xfrm>
                      <a:prstGeom prst="rect">
                        <a:avLst/>
                      </a:prstGeom>
                      <a:solidFill>
                        <a:srgbClr val="FF0000"/>
                      </a:solidFill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ko-KR" altLang="en-US" sz="1000"/>
                      </a:p>
                    </p:txBody>
                  </p:sp>
                  <p:sp>
                    <p:nvSpPr>
                      <p:cNvPr id="241" name="직사각형 240">
                        <a:extLst>
                          <a:ext uri="{FF2B5EF4-FFF2-40B4-BE49-F238E27FC236}">
                            <a16:creationId xmlns:a16="http://schemas.microsoft.com/office/drawing/2014/main" id="{8C979E17-B8DA-0612-9A8C-B672F8005251}"/>
                          </a:ext>
                        </a:extLst>
                      </p:cNvPr>
                      <p:cNvSpPr/>
                      <p:nvPr/>
                    </p:nvSpPr>
                    <p:spPr>
                      <a:xfrm rot="5400000">
                        <a:off x="8662428" y="4392743"/>
                        <a:ext cx="110836" cy="413936"/>
                      </a:xfrm>
                      <a:prstGeom prst="rect">
                        <a:avLst/>
                      </a:prstGeom>
                      <a:solidFill>
                        <a:srgbClr val="FF0000"/>
                      </a:solidFill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ko-KR" altLang="en-US" sz="1000"/>
                      </a:p>
                    </p:txBody>
                  </p:sp>
                  <p:sp>
                    <p:nvSpPr>
                      <p:cNvPr id="242" name="직사각형 241">
                        <a:extLst>
                          <a:ext uri="{FF2B5EF4-FFF2-40B4-BE49-F238E27FC236}">
                            <a16:creationId xmlns:a16="http://schemas.microsoft.com/office/drawing/2014/main" id="{8FD88D43-BB30-DC02-AB6B-BFFE0921E146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934050" y="4673601"/>
                        <a:ext cx="110836" cy="413936"/>
                      </a:xfrm>
                      <a:prstGeom prst="rect">
                        <a:avLst/>
                      </a:prstGeom>
                      <a:solidFill>
                        <a:schemeClr val="tx1"/>
                      </a:solidFill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ko-KR" altLang="en-US" sz="1000"/>
                      </a:p>
                    </p:txBody>
                  </p:sp>
                  <p:sp>
                    <p:nvSpPr>
                      <p:cNvPr id="243" name="직사각형 242">
                        <a:extLst>
                          <a:ext uri="{FF2B5EF4-FFF2-40B4-BE49-F238E27FC236}">
                            <a16:creationId xmlns:a16="http://schemas.microsoft.com/office/drawing/2014/main" id="{4994449B-D74D-7FE7-4B90-58752CD07B80}"/>
                          </a:ext>
                        </a:extLst>
                      </p:cNvPr>
                      <p:cNvSpPr/>
                      <p:nvPr/>
                    </p:nvSpPr>
                    <p:spPr>
                      <a:xfrm rot="5400000">
                        <a:off x="8662428" y="4948205"/>
                        <a:ext cx="110836" cy="413936"/>
                      </a:xfrm>
                      <a:prstGeom prst="rect">
                        <a:avLst/>
                      </a:prstGeom>
                      <a:solidFill>
                        <a:srgbClr val="FF0000"/>
                      </a:solidFill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ko-KR" altLang="en-US" sz="1000"/>
                      </a:p>
                    </p:txBody>
                  </p:sp>
                </p:grpSp>
              </p:grpSp>
              <p:sp>
                <p:nvSpPr>
                  <p:cNvPr id="237" name="직사각형 236">
                    <a:extLst>
                      <a:ext uri="{FF2B5EF4-FFF2-40B4-BE49-F238E27FC236}">
                        <a16:creationId xmlns:a16="http://schemas.microsoft.com/office/drawing/2014/main" id="{D8A78DAB-064F-89E2-EA58-34D767660479}"/>
                      </a:ext>
                    </a:extLst>
                  </p:cNvPr>
                  <p:cNvSpPr/>
                  <p:nvPr/>
                </p:nvSpPr>
                <p:spPr>
                  <a:xfrm>
                    <a:off x="8808029" y="5562151"/>
                    <a:ext cx="101021" cy="110836"/>
                  </a:xfrm>
                  <a:prstGeom prst="rect">
                    <a:avLst/>
                  </a:prstGeom>
                  <a:solidFill>
                    <a:srgbClr val="FF0000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ko-KR" altLang="en-US" sz="1000"/>
                  </a:p>
                </p:txBody>
              </p:sp>
            </p:grpSp>
            <p:grpSp>
              <p:nvGrpSpPr>
                <p:cNvPr id="210" name="그룹 209">
                  <a:extLst>
                    <a:ext uri="{FF2B5EF4-FFF2-40B4-BE49-F238E27FC236}">
                      <a16:creationId xmlns:a16="http://schemas.microsoft.com/office/drawing/2014/main" id="{E97C78CB-83F4-ABF5-16F9-9F9061330D06}"/>
                    </a:ext>
                  </a:extLst>
                </p:cNvPr>
                <p:cNvGrpSpPr/>
                <p:nvPr/>
              </p:nvGrpSpPr>
              <p:grpSpPr>
                <a:xfrm>
                  <a:off x="9935853" y="4451227"/>
                  <a:ext cx="796802" cy="1221760"/>
                  <a:chOff x="8112248" y="4451227"/>
                  <a:chExt cx="796802" cy="1221760"/>
                </a:xfrm>
              </p:grpSpPr>
              <p:grpSp>
                <p:nvGrpSpPr>
                  <p:cNvPr id="224" name="그룹 223">
                    <a:extLst>
                      <a:ext uri="{FF2B5EF4-FFF2-40B4-BE49-F238E27FC236}">
                        <a16:creationId xmlns:a16="http://schemas.microsoft.com/office/drawing/2014/main" id="{7AF94C1D-EAD4-D060-ABB3-ADB6BAFE7E6A}"/>
                      </a:ext>
                    </a:extLst>
                  </p:cNvPr>
                  <p:cNvGrpSpPr/>
                  <p:nvPr/>
                </p:nvGrpSpPr>
                <p:grpSpPr>
                  <a:xfrm>
                    <a:off x="8112248" y="4451227"/>
                    <a:ext cx="667506" cy="1221760"/>
                    <a:chOff x="8377382" y="4544293"/>
                    <a:chExt cx="667506" cy="1221760"/>
                  </a:xfrm>
                </p:grpSpPr>
                <p:grpSp>
                  <p:nvGrpSpPr>
                    <p:cNvPr id="226" name="그룹 225">
                      <a:extLst>
                        <a:ext uri="{FF2B5EF4-FFF2-40B4-BE49-F238E27FC236}">
                          <a16:creationId xmlns:a16="http://schemas.microsoft.com/office/drawing/2014/main" id="{76B8E797-BFC5-8E93-51DC-EE7BB1687776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8377382" y="4544293"/>
                      <a:ext cx="667504" cy="666298"/>
                      <a:chOff x="8377382" y="4544293"/>
                      <a:chExt cx="667504" cy="666298"/>
                    </a:xfrm>
                  </p:grpSpPr>
                  <p:sp>
                    <p:nvSpPr>
                      <p:cNvPr id="232" name="직사각형 231">
                        <a:extLst>
                          <a:ext uri="{FF2B5EF4-FFF2-40B4-BE49-F238E27FC236}">
                            <a16:creationId xmlns:a16="http://schemas.microsoft.com/office/drawing/2014/main" id="{CDE5BF37-8D9D-08CC-F203-689D2E115026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377382" y="4673601"/>
                        <a:ext cx="110836" cy="413936"/>
                      </a:xfrm>
                      <a:prstGeom prst="rect">
                        <a:avLst/>
                      </a:prstGeom>
                      <a:solidFill>
                        <a:srgbClr val="FF0000"/>
                      </a:solidFill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ko-KR" altLang="en-US" sz="1000"/>
                      </a:p>
                    </p:txBody>
                  </p:sp>
                  <p:sp>
                    <p:nvSpPr>
                      <p:cNvPr id="233" name="직사각형 232">
                        <a:extLst>
                          <a:ext uri="{FF2B5EF4-FFF2-40B4-BE49-F238E27FC236}">
                            <a16:creationId xmlns:a16="http://schemas.microsoft.com/office/drawing/2014/main" id="{F1B2560F-2D29-9E6B-36C2-137A900E061E}"/>
                          </a:ext>
                        </a:extLst>
                      </p:cNvPr>
                      <p:cNvSpPr/>
                      <p:nvPr/>
                    </p:nvSpPr>
                    <p:spPr>
                      <a:xfrm rot="5400000">
                        <a:off x="8662428" y="4392743"/>
                        <a:ext cx="110836" cy="413936"/>
                      </a:xfrm>
                      <a:prstGeom prst="rect">
                        <a:avLst/>
                      </a:prstGeom>
                      <a:solidFill>
                        <a:srgbClr val="FF0000"/>
                      </a:solidFill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ko-KR" altLang="en-US" sz="1000"/>
                      </a:p>
                    </p:txBody>
                  </p:sp>
                  <p:sp>
                    <p:nvSpPr>
                      <p:cNvPr id="234" name="직사각형 233">
                        <a:extLst>
                          <a:ext uri="{FF2B5EF4-FFF2-40B4-BE49-F238E27FC236}">
                            <a16:creationId xmlns:a16="http://schemas.microsoft.com/office/drawing/2014/main" id="{FF9630F1-20AF-705F-3235-E7219DD98C2A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934050" y="4673601"/>
                        <a:ext cx="110836" cy="413936"/>
                      </a:xfrm>
                      <a:prstGeom prst="rect">
                        <a:avLst/>
                      </a:prstGeom>
                      <a:solidFill>
                        <a:srgbClr val="FF0000"/>
                      </a:solidFill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ko-KR" altLang="en-US" sz="1000"/>
                      </a:p>
                    </p:txBody>
                  </p:sp>
                  <p:sp>
                    <p:nvSpPr>
                      <p:cNvPr id="235" name="직사각형 234">
                        <a:extLst>
                          <a:ext uri="{FF2B5EF4-FFF2-40B4-BE49-F238E27FC236}">
                            <a16:creationId xmlns:a16="http://schemas.microsoft.com/office/drawing/2014/main" id="{8DCD7F9C-265C-4B29-B6C8-BD5A347F80B9}"/>
                          </a:ext>
                        </a:extLst>
                      </p:cNvPr>
                      <p:cNvSpPr/>
                      <p:nvPr/>
                    </p:nvSpPr>
                    <p:spPr>
                      <a:xfrm rot="5400000">
                        <a:off x="8662428" y="4948205"/>
                        <a:ext cx="110836" cy="413936"/>
                      </a:xfrm>
                      <a:prstGeom prst="rect">
                        <a:avLst/>
                      </a:prstGeom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ko-KR" altLang="en-US" sz="1000"/>
                      </a:p>
                    </p:txBody>
                  </p:sp>
                </p:grpSp>
                <p:grpSp>
                  <p:nvGrpSpPr>
                    <p:cNvPr id="227" name="그룹 226">
                      <a:extLst>
                        <a:ext uri="{FF2B5EF4-FFF2-40B4-BE49-F238E27FC236}">
                          <a16:creationId xmlns:a16="http://schemas.microsoft.com/office/drawing/2014/main" id="{C34008AD-CA7D-825D-85A2-F8374B563598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8377384" y="5099755"/>
                      <a:ext cx="667504" cy="666298"/>
                      <a:chOff x="8377382" y="4544293"/>
                      <a:chExt cx="667504" cy="666298"/>
                    </a:xfrm>
                  </p:grpSpPr>
                  <p:sp>
                    <p:nvSpPr>
                      <p:cNvPr id="228" name="직사각형 227">
                        <a:extLst>
                          <a:ext uri="{FF2B5EF4-FFF2-40B4-BE49-F238E27FC236}">
                            <a16:creationId xmlns:a16="http://schemas.microsoft.com/office/drawing/2014/main" id="{21E76998-47AB-6E46-74F4-2CC9FAF13197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377382" y="4673601"/>
                        <a:ext cx="110836" cy="413936"/>
                      </a:xfrm>
                      <a:prstGeom prst="rect">
                        <a:avLst/>
                      </a:prstGeom>
                      <a:solidFill>
                        <a:srgbClr val="FF0000"/>
                      </a:solidFill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ko-KR" altLang="en-US" sz="1000"/>
                      </a:p>
                    </p:txBody>
                  </p:sp>
                  <p:sp>
                    <p:nvSpPr>
                      <p:cNvPr id="229" name="직사각형 228">
                        <a:extLst>
                          <a:ext uri="{FF2B5EF4-FFF2-40B4-BE49-F238E27FC236}">
                            <a16:creationId xmlns:a16="http://schemas.microsoft.com/office/drawing/2014/main" id="{2F420B33-96C7-DF18-8C5C-B1B2C3AFD67F}"/>
                          </a:ext>
                        </a:extLst>
                      </p:cNvPr>
                      <p:cNvSpPr/>
                      <p:nvPr/>
                    </p:nvSpPr>
                    <p:spPr>
                      <a:xfrm rot="5400000">
                        <a:off x="8662428" y="4392743"/>
                        <a:ext cx="110836" cy="413936"/>
                      </a:xfrm>
                      <a:prstGeom prst="rect">
                        <a:avLst/>
                      </a:prstGeom>
                      <a:solidFill>
                        <a:schemeClr val="tx1"/>
                      </a:solidFill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ko-KR" altLang="en-US" sz="1000"/>
                      </a:p>
                    </p:txBody>
                  </p:sp>
                  <p:sp>
                    <p:nvSpPr>
                      <p:cNvPr id="230" name="직사각형 229">
                        <a:extLst>
                          <a:ext uri="{FF2B5EF4-FFF2-40B4-BE49-F238E27FC236}">
                            <a16:creationId xmlns:a16="http://schemas.microsoft.com/office/drawing/2014/main" id="{373FBC95-2512-B103-2739-A4BB74162134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934050" y="4673601"/>
                        <a:ext cx="110836" cy="413936"/>
                      </a:xfrm>
                      <a:prstGeom prst="rect">
                        <a:avLst/>
                      </a:prstGeom>
                      <a:solidFill>
                        <a:srgbClr val="FF0000"/>
                      </a:solidFill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ko-KR" altLang="en-US" sz="1000"/>
                      </a:p>
                    </p:txBody>
                  </p:sp>
                  <p:sp>
                    <p:nvSpPr>
                      <p:cNvPr id="231" name="직사각형 230">
                        <a:extLst>
                          <a:ext uri="{FF2B5EF4-FFF2-40B4-BE49-F238E27FC236}">
                            <a16:creationId xmlns:a16="http://schemas.microsoft.com/office/drawing/2014/main" id="{4354EE55-2E90-2B03-E604-C69258EF290A}"/>
                          </a:ext>
                        </a:extLst>
                      </p:cNvPr>
                      <p:cNvSpPr/>
                      <p:nvPr/>
                    </p:nvSpPr>
                    <p:spPr>
                      <a:xfrm rot="5400000">
                        <a:off x="8662428" y="4948205"/>
                        <a:ext cx="110836" cy="413936"/>
                      </a:xfrm>
                      <a:prstGeom prst="rect">
                        <a:avLst/>
                      </a:prstGeom>
                      <a:solidFill>
                        <a:srgbClr val="FF0000"/>
                      </a:solidFill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ko-KR" altLang="en-US" sz="1000"/>
                      </a:p>
                    </p:txBody>
                  </p:sp>
                </p:grpSp>
              </p:grpSp>
              <p:sp>
                <p:nvSpPr>
                  <p:cNvPr id="225" name="직사각형 224">
                    <a:extLst>
                      <a:ext uri="{FF2B5EF4-FFF2-40B4-BE49-F238E27FC236}">
                        <a16:creationId xmlns:a16="http://schemas.microsoft.com/office/drawing/2014/main" id="{A6BB31E1-517A-0791-61EC-58CF5193C847}"/>
                      </a:ext>
                    </a:extLst>
                  </p:cNvPr>
                  <p:cNvSpPr/>
                  <p:nvPr/>
                </p:nvSpPr>
                <p:spPr>
                  <a:xfrm>
                    <a:off x="8808029" y="5562151"/>
                    <a:ext cx="101021" cy="110836"/>
                  </a:xfrm>
                  <a:prstGeom prst="rect">
                    <a:avLst/>
                  </a:prstGeom>
                  <a:solidFill>
                    <a:schemeClr val="tx1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ko-KR" altLang="en-US" sz="1000"/>
                  </a:p>
                </p:txBody>
              </p:sp>
            </p:grpSp>
            <p:grpSp>
              <p:nvGrpSpPr>
                <p:cNvPr id="211" name="그룹 210">
                  <a:extLst>
                    <a:ext uri="{FF2B5EF4-FFF2-40B4-BE49-F238E27FC236}">
                      <a16:creationId xmlns:a16="http://schemas.microsoft.com/office/drawing/2014/main" id="{2EDECB2A-1F34-BB25-06B0-B81E2BCB2B7D}"/>
                    </a:ext>
                  </a:extLst>
                </p:cNvPr>
                <p:cNvGrpSpPr/>
                <p:nvPr/>
              </p:nvGrpSpPr>
              <p:grpSpPr>
                <a:xfrm>
                  <a:off x="10845365" y="4451227"/>
                  <a:ext cx="796802" cy="1221760"/>
                  <a:chOff x="8112248" y="4451227"/>
                  <a:chExt cx="796802" cy="1221760"/>
                </a:xfrm>
              </p:grpSpPr>
              <p:grpSp>
                <p:nvGrpSpPr>
                  <p:cNvPr id="212" name="그룹 211">
                    <a:extLst>
                      <a:ext uri="{FF2B5EF4-FFF2-40B4-BE49-F238E27FC236}">
                        <a16:creationId xmlns:a16="http://schemas.microsoft.com/office/drawing/2014/main" id="{BB637048-9B08-A9B9-3BD6-6534926CE98A}"/>
                      </a:ext>
                    </a:extLst>
                  </p:cNvPr>
                  <p:cNvGrpSpPr/>
                  <p:nvPr/>
                </p:nvGrpSpPr>
                <p:grpSpPr>
                  <a:xfrm>
                    <a:off x="8112248" y="4451227"/>
                    <a:ext cx="667506" cy="1221760"/>
                    <a:chOff x="8377382" y="4544293"/>
                    <a:chExt cx="667506" cy="1221760"/>
                  </a:xfrm>
                </p:grpSpPr>
                <p:grpSp>
                  <p:nvGrpSpPr>
                    <p:cNvPr id="214" name="그룹 213">
                      <a:extLst>
                        <a:ext uri="{FF2B5EF4-FFF2-40B4-BE49-F238E27FC236}">
                          <a16:creationId xmlns:a16="http://schemas.microsoft.com/office/drawing/2014/main" id="{43CA3FD7-B0FB-DD75-7A24-B3BF565C246A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8377382" y="4544293"/>
                      <a:ext cx="667504" cy="666298"/>
                      <a:chOff x="8377382" y="4544293"/>
                      <a:chExt cx="667504" cy="666298"/>
                    </a:xfrm>
                  </p:grpSpPr>
                  <p:sp>
                    <p:nvSpPr>
                      <p:cNvPr id="220" name="직사각형 219">
                        <a:extLst>
                          <a:ext uri="{FF2B5EF4-FFF2-40B4-BE49-F238E27FC236}">
                            <a16:creationId xmlns:a16="http://schemas.microsoft.com/office/drawing/2014/main" id="{B321CADA-B75A-DC13-B26D-CE946C0574E3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377382" y="4673601"/>
                        <a:ext cx="110836" cy="413936"/>
                      </a:xfrm>
                      <a:prstGeom prst="rect">
                        <a:avLst/>
                      </a:prstGeom>
                      <a:solidFill>
                        <a:srgbClr val="FF0000"/>
                      </a:solidFill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ko-KR" altLang="en-US" sz="1000"/>
                      </a:p>
                    </p:txBody>
                  </p:sp>
                  <p:sp>
                    <p:nvSpPr>
                      <p:cNvPr id="221" name="직사각형 220">
                        <a:extLst>
                          <a:ext uri="{FF2B5EF4-FFF2-40B4-BE49-F238E27FC236}">
                            <a16:creationId xmlns:a16="http://schemas.microsoft.com/office/drawing/2014/main" id="{21C21E85-10AD-EF13-641C-9E023B1BB8C2}"/>
                          </a:ext>
                        </a:extLst>
                      </p:cNvPr>
                      <p:cNvSpPr/>
                      <p:nvPr/>
                    </p:nvSpPr>
                    <p:spPr>
                      <a:xfrm rot="5400000">
                        <a:off x="8662428" y="4392743"/>
                        <a:ext cx="110836" cy="413936"/>
                      </a:xfrm>
                      <a:prstGeom prst="rect">
                        <a:avLst/>
                      </a:prstGeom>
                      <a:solidFill>
                        <a:srgbClr val="FF0000"/>
                      </a:solidFill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ko-KR" altLang="en-US" sz="1000"/>
                      </a:p>
                    </p:txBody>
                  </p:sp>
                  <p:sp>
                    <p:nvSpPr>
                      <p:cNvPr id="222" name="직사각형 221">
                        <a:extLst>
                          <a:ext uri="{FF2B5EF4-FFF2-40B4-BE49-F238E27FC236}">
                            <a16:creationId xmlns:a16="http://schemas.microsoft.com/office/drawing/2014/main" id="{3AA8169F-2A65-BD0B-DF4A-7253CE657375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934050" y="4673601"/>
                        <a:ext cx="110836" cy="413936"/>
                      </a:xfrm>
                      <a:prstGeom prst="rect">
                        <a:avLst/>
                      </a:prstGeom>
                      <a:solidFill>
                        <a:srgbClr val="FF0000"/>
                      </a:solidFill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ko-KR" altLang="en-US" sz="1000"/>
                      </a:p>
                    </p:txBody>
                  </p:sp>
                  <p:sp>
                    <p:nvSpPr>
                      <p:cNvPr id="223" name="직사각형 222">
                        <a:extLst>
                          <a:ext uri="{FF2B5EF4-FFF2-40B4-BE49-F238E27FC236}">
                            <a16:creationId xmlns:a16="http://schemas.microsoft.com/office/drawing/2014/main" id="{BAB0E3D8-FE17-3AE6-5F0F-7D067ECEF93E}"/>
                          </a:ext>
                        </a:extLst>
                      </p:cNvPr>
                      <p:cNvSpPr/>
                      <p:nvPr/>
                    </p:nvSpPr>
                    <p:spPr>
                      <a:xfrm rot="5400000">
                        <a:off x="8662428" y="4948205"/>
                        <a:ext cx="110836" cy="413936"/>
                      </a:xfrm>
                      <a:prstGeom prst="rect">
                        <a:avLst/>
                      </a:prstGeom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ko-KR" altLang="en-US" sz="1000"/>
                      </a:p>
                    </p:txBody>
                  </p:sp>
                </p:grpSp>
                <p:grpSp>
                  <p:nvGrpSpPr>
                    <p:cNvPr id="215" name="그룹 214">
                      <a:extLst>
                        <a:ext uri="{FF2B5EF4-FFF2-40B4-BE49-F238E27FC236}">
                          <a16:creationId xmlns:a16="http://schemas.microsoft.com/office/drawing/2014/main" id="{F1A7CC14-FAA3-5171-7ED6-20C3C86F4E3D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8377384" y="5099755"/>
                      <a:ext cx="667504" cy="666298"/>
                      <a:chOff x="8377382" y="4544293"/>
                      <a:chExt cx="667504" cy="666298"/>
                    </a:xfrm>
                  </p:grpSpPr>
                  <p:sp>
                    <p:nvSpPr>
                      <p:cNvPr id="216" name="직사각형 215">
                        <a:extLst>
                          <a:ext uri="{FF2B5EF4-FFF2-40B4-BE49-F238E27FC236}">
                            <a16:creationId xmlns:a16="http://schemas.microsoft.com/office/drawing/2014/main" id="{A198B1F3-EC95-0073-14E1-E1744A81FA9E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377382" y="4673601"/>
                        <a:ext cx="110836" cy="413936"/>
                      </a:xfrm>
                      <a:prstGeom prst="rect">
                        <a:avLst/>
                      </a:prstGeom>
                      <a:solidFill>
                        <a:srgbClr val="FF0000"/>
                      </a:solidFill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ko-KR" altLang="en-US" sz="1000"/>
                      </a:p>
                    </p:txBody>
                  </p:sp>
                  <p:sp>
                    <p:nvSpPr>
                      <p:cNvPr id="217" name="직사각형 216">
                        <a:extLst>
                          <a:ext uri="{FF2B5EF4-FFF2-40B4-BE49-F238E27FC236}">
                            <a16:creationId xmlns:a16="http://schemas.microsoft.com/office/drawing/2014/main" id="{993AE491-7C40-5792-D0B1-5930EE48AD0B}"/>
                          </a:ext>
                        </a:extLst>
                      </p:cNvPr>
                      <p:cNvSpPr/>
                      <p:nvPr/>
                    </p:nvSpPr>
                    <p:spPr>
                      <a:xfrm rot="5400000">
                        <a:off x="8662428" y="4392743"/>
                        <a:ext cx="110836" cy="413936"/>
                      </a:xfrm>
                      <a:prstGeom prst="rect">
                        <a:avLst/>
                      </a:prstGeom>
                      <a:solidFill>
                        <a:schemeClr val="tx1"/>
                      </a:solidFill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ko-KR" altLang="en-US" sz="1000"/>
                      </a:p>
                    </p:txBody>
                  </p:sp>
                  <p:sp>
                    <p:nvSpPr>
                      <p:cNvPr id="218" name="직사각형 217">
                        <a:extLst>
                          <a:ext uri="{FF2B5EF4-FFF2-40B4-BE49-F238E27FC236}">
                            <a16:creationId xmlns:a16="http://schemas.microsoft.com/office/drawing/2014/main" id="{5367F0F5-46C1-8FF6-A3A2-967A98BF7730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934050" y="4673601"/>
                        <a:ext cx="110836" cy="413936"/>
                      </a:xfrm>
                      <a:prstGeom prst="rect">
                        <a:avLst/>
                      </a:prstGeom>
                      <a:solidFill>
                        <a:srgbClr val="FF0000"/>
                      </a:solidFill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ko-KR" altLang="en-US" sz="1000"/>
                      </a:p>
                    </p:txBody>
                  </p:sp>
                  <p:sp>
                    <p:nvSpPr>
                      <p:cNvPr id="219" name="직사각형 218">
                        <a:extLst>
                          <a:ext uri="{FF2B5EF4-FFF2-40B4-BE49-F238E27FC236}">
                            <a16:creationId xmlns:a16="http://schemas.microsoft.com/office/drawing/2014/main" id="{0A2108D2-2907-B79D-1A0F-819F2F449851}"/>
                          </a:ext>
                        </a:extLst>
                      </p:cNvPr>
                      <p:cNvSpPr/>
                      <p:nvPr/>
                    </p:nvSpPr>
                    <p:spPr>
                      <a:xfrm rot="5400000">
                        <a:off x="8662428" y="4948205"/>
                        <a:ext cx="110836" cy="413936"/>
                      </a:xfrm>
                      <a:prstGeom prst="rect">
                        <a:avLst/>
                      </a:prstGeom>
                      <a:solidFill>
                        <a:srgbClr val="FF0000"/>
                      </a:solidFill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ko-KR" altLang="en-US" sz="1000"/>
                      </a:p>
                    </p:txBody>
                  </p:sp>
                </p:grpSp>
              </p:grpSp>
              <p:sp>
                <p:nvSpPr>
                  <p:cNvPr id="213" name="직사각형 212">
                    <a:extLst>
                      <a:ext uri="{FF2B5EF4-FFF2-40B4-BE49-F238E27FC236}">
                        <a16:creationId xmlns:a16="http://schemas.microsoft.com/office/drawing/2014/main" id="{D12387B0-6D2D-65B7-DDEE-5D8551D4FFA8}"/>
                      </a:ext>
                    </a:extLst>
                  </p:cNvPr>
                  <p:cNvSpPr/>
                  <p:nvPr/>
                </p:nvSpPr>
                <p:spPr>
                  <a:xfrm>
                    <a:off x="8808029" y="5562151"/>
                    <a:ext cx="101021" cy="110836"/>
                  </a:xfrm>
                  <a:prstGeom prst="rect">
                    <a:avLst/>
                  </a:prstGeom>
                  <a:solidFill>
                    <a:schemeClr val="tx1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ko-KR" altLang="en-US" sz="1000"/>
                  </a:p>
                </p:txBody>
              </p:sp>
            </p:grpSp>
          </p:grpSp>
        </p:grpSp>
        <p:cxnSp>
          <p:nvCxnSpPr>
            <p:cNvPr id="204" name="직선 화살표 연결선 203">
              <a:extLst>
                <a:ext uri="{FF2B5EF4-FFF2-40B4-BE49-F238E27FC236}">
                  <a16:creationId xmlns:a16="http://schemas.microsoft.com/office/drawing/2014/main" id="{AA65C580-DAC7-3B35-0214-D6F720850452}"/>
                </a:ext>
              </a:extLst>
            </p:cNvPr>
            <p:cNvCxnSpPr/>
            <p:nvPr/>
          </p:nvCxnSpPr>
          <p:spPr>
            <a:xfrm flipV="1">
              <a:off x="10321857" y="1504931"/>
              <a:ext cx="0" cy="770014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05" name="TextBox 204">
              <a:extLst>
                <a:ext uri="{FF2B5EF4-FFF2-40B4-BE49-F238E27FC236}">
                  <a16:creationId xmlns:a16="http://schemas.microsoft.com/office/drawing/2014/main" id="{264B3573-A5D3-C0AF-DD92-2300B5672FBF}"/>
                </a:ext>
              </a:extLst>
            </p:cNvPr>
            <p:cNvSpPr txBox="1"/>
            <p:nvPr/>
          </p:nvSpPr>
          <p:spPr>
            <a:xfrm>
              <a:off x="9824229" y="2274945"/>
              <a:ext cx="2336799" cy="58002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050"/>
                <a:t>cursor 2</a:t>
              </a:r>
              <a:endParaRPr lang="ko-KR" altLang="en-US" sz="1050"/>
            </a:p>
          </p:txBody>
        </p:sp>
      </p:grpSp>
      <p:sp>
        <p:nvSpPr>
          <p:cNvPr id="377" name="TextBox 376">
            <a:extLst>
              <a:ext uri="{FF2B5EF4-FFF2-40B4-BE49-F238E27FC236}">
                <a16:creationId xmlns:a16="http://schemas.microsoft.com/office/drawing/2014/main" id="{8B0ABCA0-AF9C-46C6-C91C-B27B8C3A4215}"/>
              </a:ext>
            </a:extLst>
          </p:cNvPr>
          <p:cNvSpPr txBox="1"/>
          <p:nvPr/>
        </p:nvSpPr>
        <p:spPr>
          <a:xfrm>
            <a:off x="6836084" y="2983146"/>
            <a:ext cx="142882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50"/>
              <a:t>SET_MIN_1</a:t>
            </a:r>
            <a:endParaRPr lang="ko-KR" altLang="en-US" sz="1050"/>
          </a:p>
        </p:txBody>
      </p:sp>
      <p:sp>
        <p:nvSpPr>
          <p:cNvPr id="378" name="TextBox 377">
            <a:extLst>
              <a:ext uri="{FF2B5EF4-FFF2-40B4-BE49-F238E27FC236}">
                <a16:creationId xmlns:a16="http://schemas.microsoft.com/office/drawing/2014/main" id="{489E2236-63B3-49F9-4AE2-B3CB0221E4D9}"/>
              </a:ext>
            </a:extLst>
          </p:cNvPr>
          <p:cNvSpPr txBox="1"/>
          <p:nvPr/>
        </p:nvSpPr>
        <p:spPr>
          <a:xfrm>
            <a:off x="6836084" y="4129821"/>
            <a:ext cx="142882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50"/>
              <a:t>SET_MIN_10</a:t>
            </a:r>
            <a:endParaRPr lang="ko-KR" altLang="en-US" sz="1050"/>
          </a:p>
        </p:txBody>
      </p:sp>
      <p:sp>
        <p:nvSpPr>
          <p:cNvPr id="379" name="TextBox 378">
            <a:extLst>
              <a:ext uri="{FF2B5EF4-FFF2-40B4-BE49-F238E27FC236}">
                <a16:creationId xmlns:a16="http://schemas.microsoft.com/office/drawing/2014/main" id="{A70088CE-8FDA-673B-1C8C-5039206C0A08}"/>
              </a:ext>
            </a:extLst>
          </p:cNvPr>
          <p:cNvSpPr txBox="1"/>
          <p:nvPr/>
        </p:nvSpPr>
        <p:spPr>
          <a:xfrm>
            <a:off x="6836084" y="5249965"/>
            <a:ext cx="142882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50"/>
              <a:t>SET_HOUR</a:t>
            </a:r>
            <a:endParaRPr lang="ko-KR" altLang="en-US" sz="1050"/>
          </a:p>
        </p:txBody>
      </p:sp>
      <p:grpSp>
        <p:nvGrpSpPr>
          <p:cNvPr id="380" name="그룹 379">
            <a:extLst>
              <a:ext uri="{FF2B5EF4-FFF2-40B4-BE49-F238E27FC236}">
                <a16:creationId xmlns:a16="http://schemas.microsoft.com/office/drawing/2014/main" id="{87654E86-FB8C-FB64-71E4-2AFE253534F1}"/>
              </a:ext>
            </a:extLst>
          </p:cNvPr>
          <p:cNvGrpSpPr/>
          <p:nvPr/>
        </p:nvGrpSpPr>
        <p:grpSpPr>
          <a:xfrm>
            <a:off x="8317464" y="1782501"/>
            <a:ext cx="1690218" cy="789761"/>
            <a:chOff x="9165688" y="330849"/>
            <a:chExt cx="3193975" cy="1751021"/>
          </a:xfrm>
        </p:grpSpPr>
        <p:grpSp>
          <p:nvGrpSpPr>
            <p:cNvPr id="381" name="그룹 380">
              <a:extLst>
                <a:ext uri="{FF2B5EF4-FFF2-40B4-BE49-F238E27FC236}">
                  <a16:creationId xmlns:a16="http://schemas.microsoft.com/office/drawing/2014/main" id="{EDC21FE7-F744-BFF5-F7B0-FF238FFFAF4F}"/>
                </a:ext>
              </a:extLst>
            </p:cNvPr>
            <p:cNvGrpSpPr/>
            <p:nvPr/>
          </p:nvGrpSpPr>
          <p:grpSpPr>
            <a:xfrm>
              <a:off x="9165688" y="330849"/>
              <a:ext cx="2860497" cy="994910"/>
              <a:chOff x="8147507" y="4736955"/>
              <a:chExt cx="2860497" cy="994910"/>
            </a:xfrm>
          </p:grpSpPr>
          <p:sp>
            <p:nvSpPr>
              <p:cNvPr id="384" name="직사각형 383">
                <a:extLst>
                  <a:ext uri="{FF2B5EF4-FFF2-40B4-BE49-F238E27FC236}">
                    <a16:creationId xmlns:a16="http://schemas.microsoft.com/office/drawing/2014/main" id="{5670B782-B90E-DAA1-C027-1FC9B9BE6FA9}"/>
                  </a:ext>
                </a:extLst>
              </p:cNvPr>
              <p:cNvSpPr/>
              <p:nvPr/>
            </p:nvSpPr>
            <p:spPr>
              <a:xfrm>
                <a:off x="8147507" y="4736955"/>
                <a:ext cx="2860497" cy="994910"/>
              </a:xfrm>
              <a:prstGeom prst="rect">
                <a:avLst/>
              </a:prstGeom>
              <a:solidFill>
                <a:schemeClr val="tx1">
                  <a:lumMod val="65000"/>
                  <a:lumOff val="3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50"/>
              </a:p>
            </p:txBody>
          </p:sp>
          <p:grpSp>
            <p:nvGrpSpPr>
              <p:cNvPr id="385" name="그룹 384">
                <a:extLst>
                  <a:ext uri="{FF2B5EF4-FFF2-40B4-BE49-F238E27FC236}">
                    <a16:creationId xmlns:a16="http://schemas.microsoft.com/office/drawing/2014/main" id="{5C236C81-FB3B-0517-D030-4954F6AD50D6}"/>
                  </a:ext>
                </a:extLst>
              </p:cNvPr>
              <p:cNvGrpSpPr/>
              <p:nvPr/>
            </p:nvGrpSpPr>
            <p:grpSpPr>
              <a:xfrm>
                <a:off x="8408334" y="4819650"/>
                <a:ext cx="2500334" cy="808179"/>
                <a:chOff x="8112248" y="4451227"/>
                <a:chExt cx="3529919" cy="1221760"/>
              </a:xfrm>
            </p:grpSpPr>
            <p:grpSp>
              <p:nvGrpSpPr>
                <p:cNvPr id="386" name="그룹 385">
                  <a:extLst>
                    <a:ext uri="{FF2B5EF4-FFF2-40B4-BE49-F238E27FC236}">
                      <a16:creationId xmlns:a16="http://schemas.microsoft.com/office/drawing/2014/main" id="{27D92426-C270-A1A4-B1B5-BC0FEC085714}"/>
                    </a:ext>
                  </a:extLst>
                </p:cNvPr>
                <p:cNvGrpSpPr/>
                <p:nvPr/>
              </p:nvGrpSpPr>
              <p:grpSpPr>
                <a:xfrm>
                  <a:off x="8112248" y="4451227"/>
                  <a:ext cx="796802" cy="1221760"/>
                  <a:chOff x="8112248" y="4451227"/>
                  <a:chExt cx="796802" cy="1221760"/>
                </a:xfrm>
              </p:grpSpPr>
              <p:grpSp>
                <p:nvGrpSpPr>
                  <p:cNvPr id="426" name="그룹 425">
                    <a:extLst>
                      <a:ext uri="{FF2B5EF4-FFF2-40B4-BE49-F238E27FC236}">
                        <a16:creationId xmlns:a16="http://schemas.microsoft.com/office/drawing/2014/main" id="{8F34D47E-97B1-B4E9-9052-8EB50655CC02}"/>
                      </a:ext>
                    </a:extLst>
                  </p:cNvPr>
                  <p:cNvGrpSpPr/>
                  <p:nvPr/>
                </p:nvGrpSpPr>
                <p:grpSpPr>
                  <a:xfrm>
                    <a:off x="8112248" y="4451227"/>
                    <a:ext cx="667506" cy="1221760"/>
                    <a:chOff x="8377382" y="4544293"/>
                    <a:chExt cx="667506" cy="1221760"/>
                  </a:xfrm>
                </p:grpSpPr>
                <p:grpSp>
                  <p:nvGrpSpPr>
                    <p:cNvPr id="428" name="그룹 427">
                      <a:extLst>
                        <a:ext uri="{FF2B5EF4-FFF2-40B4-BE49-F238E27FC236}">
                          <a16:creationId xmlns:a16="http://schemas.microsoft.com/office/drawing/2014/main" id="{23E1739F-DF09-815E-1D27-CDB70970C45B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8377382" y="4544293"/>
                      <a:ext cx="667504" cy="666298"/>
                      <a:chOff x="8377382" y="4544293"/>
                      <a:chExt cx="667504" cy="666298"/>
                    </a:xfrm>
                  </p:grpSpPr>
                  <p:sp>
                    <p:nvSpPr>
                      <p:cNvPr id="434" name="직사각형 433">
                        <a:extLst>
                          <a:ext uri="{FF2B5EF4-FFF2-40B4-BE49-F238E27FC236}">
                            <a16:creationId xmlns:a16="http://schemas.microsoft.com/office/drawing/2014/main" id="{3F1E04DE-63BC-50D6-5682-282F5721BB37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377382" y="4673601"/>
                        <a:ext cx="110836" cy="413936"/>
                      </a:xfrm>
                      <a:prstGeom prst="rect">
                        <a:avLst/>
                      </a:prstGeom>
                      <a:solidFill>
                        <a:schemeClr val="tx1"/>
                      </a:solidFill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ko-KR" altLang="en-US" sz="1000"/>
                      </a:p>
                    </p:txBody>
                  </p:sp>
                  <p:sp>
                    <p:nvSpPr>
                      <p:cNvPr id="435" name="직사각형 434">
                        <a:extLst>
                          <a:ext uri="{FF2B5EF4-FFF2-40B4-BE49-F238E27FC236}">
                            <a16:creationId xmlns:a16="http://schemas.microsoft.com/office/drawing/2014/main" id="{4C2BC212-7FB4-4534-B34E-EFE157BDC1E2}"/>
                          </a:ext>
                        </a:extLst>
                      </p:cNvPr>
                      <p:cNvSpPr/>
                      <p:nvPr/>
                    </p:nvSpPr>
                    <p:spPr>
                      <a:xfrm rot="5400000">
                        <a:off x="8662428" y="4392743"/>
                        <a:ext cx="110836" cy="413936"/>
                      </a:xfrm>
                      <a:prstGeom prst="rect">
                        <a:avLst/>
                      </a:prstGeom>
                      <a:solidFill>
                        <a:schemeClr val="tx1"/>
                      </a:solidFill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ko-KR" altLang="en-US" sz="1000"/>
                      </a:p>
                    </p:txBody>
                  </p:sp>
                  <p:sp>
                    <p:nvSpPr>
                      <p:cNvPr id="436" name="직사각형 435">
                        <a:extLst>
                          <a:ext uri="{FF2B5EF4-FFF2-40B4-BE49-F238E27FC236}">
                            <a16:creationId xmlns:a16="http://schemas.microsoft.com/office/drawing/2014/main" id="{3CD25829-6940-D070-E452-24F02B731946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934050" y="4673601"/>
                        <a:ext cx="110836" cy="413936"/>
                      </a:xfrm>
                      <a:prstGeom prst="rect">
                        <a:avLst/>
                      </a:prstGeom>
                      <a:solidFill>
                        <a:srgbClr val="FF0000"/>
                      </a:solidFill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ko-KR" altLang="en-US" sz="1000"/>
                      </a:p>
                    </p:txBody>
                  </p:sp>
                  <p:sp>
                    <p:nvSpPr>
                      <p:cNvPr id="437" name="직사각형 436">
                        <a:extLst>
                          <a:ext uri="{FF2B5EF4-FFF2-40B4-BE49-F238E27FC236}">
                            <a16:creationId xmlns:a16="http://schemas.microsoft.com/office/drawing/2014/main" id="{ACC75438-E1F3-D83D-8DDC-A2D48D1CA243}"/>
                          </a:ext>
                        </a:extLst>
                      </p:cNvPr>
                      <p:cNvSpPr/>
                      <p:nvPr/>
                    </p:nvSpPr>
                    <p:spPr>
                      <a:xfrm rot="5400000">
                        <a:off x="8662428" y="4948205"/>
                        <a:ext cx="110836" cy="413936"/>
                      </a:xfrm>
                      <a:prstGeom prst="rect">
                        <a:avLst/>
                      </a:prstGeom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ko-KR" altLang="en-US" sz="1000"/>
                      </a:p>
                    </p:txBody>
                  </p:sp>
                </p:grpSp>
                <p:grpSp>
                  <p:nvGrpSpPr>
                    <p:cNvPr id="429" name="그룹 428">
                      <a:extLst>
                        <a:ext uri="{FF2B5EF4-FFF2-40B4-BE49-F238E27FC236}">
                          <a16:creationId xmlns:a16="http://schemas.microsoft.com/office/drawing/2014/main" id="{364F1B7D-1C40-0679-BDA1-9E4EC71DA321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8377384" y="5099755"/>
                      <a:ext cx="667504" cy="666298"/>
                      <a:chOff x="8377382" y="4544293"/>
                      <a:chExt cx="667504" cy="666298"/>
                    </a:xfrm>
                  </p:grpSpPr>
                  <p:sp>
                    <p:nvSpPr>
                      <p:cNvPr id="430" name="직사각형 429">
                        <a:extLst>
                          <a:ext uri="{FF2B5EF4-FFF2-40B4-BE49-F238E27FC236}">
                            <a16:creationId xmlns:a16="http://schemas.microsoft.com/office/drawing/2014/main" id="{2E641502-EC82-C6A5-57BF-9FE1405873DB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377382" y="4673601"/>
                        <a:ext cx="110836" cy="413936"/>
                      </a:xfrm>
                      <a:prstGeom prst="rect">
                        <a:avLst/>
                      </a:prstGeom>
                      <a:solidFill>
                        <a:schemeClr val="tx1"/>
                      </a:solidFill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ko-KR" altLang="en-US" sz="1000"/>
                      </a:p>
                    </p:txBody>
                  </p:sp>
                  <p:sp>
                    <p:nvSpPr>
                      <p:cNvPr id="431" name="직사각형 430">
                        <a:extLst>
                          <a:ext uri="{FF2B5EF4-FFF2-40B4-BE49-F238E27FC236}">
                            <a16:creationId xmlns:a16="http://schemas.microsoft.com/office/drawing/2014/main" id="{290576F5-45B4-2388-F4D5-9E9C5B65FC35}"/>
                          </a:ext>
                        </a:extLst>
                      </p:cNvPr>
                      <p:cNvSpPr/>
                      <p:nvPr/>
                    </p:nvSpPr>
                    <p:spPr>
                      <a:xfrm rot="5400000">
                        <a:off x="8662428" y="4392743"/>
                        <a:ext cx="110836" cy="413936"/>
                      </a:xfrm>
                      <a:prstGeom prst="rect">
                        <a:avLst/>
                      </a:prstGeom>
                      <a:solidFill>
                        <a:schemeClr val="tx1"/>
                      </a:solidFill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ko-KR" altLang="en-US" sz="1000"/>
                      </a:p>
                    </p:txBody>
                  </p:sp>
                  <p:sp>
                    <p:nvSpPr>
                      <p:cNvPr id="432" name="직사각형 431">
                        <a:extLst>
                          <a:ext uri="{FF2B5EF4-FFF2-40B4-BE49-F238E27FC236}">
                            <a16:creationId xmlns:a16="http://schemas.microsoft.com/office/drawing/2014/main" id="{6CF0CD4B-3212-8671-151E-7A03C899DF42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934050" y="4673601"/>
                        <a:ext cx="110836" cy="413936"/>
                      </a:xfrm>
                      <a:prstGeom prst="rect">
                        <a:avLst/>
                      </a:prstGeom>
                      <a:solidFill>
                        <a:srgbClr val="FF0000"/>
                      </a:solidFill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ko-KR" altLang="en-US" sz="1000"/>
                      </a:p>
                    </p:txBody>
                  </p:sp>
                  <p:sp>
                    <p:nvSpPr>
                      <p:cNvPr id="433" name="직사각형 432">
                        <a:extLst>
                          <a:ext uri="{FF2B5EF4-FFF2-40B4-BE49-F238E27FC236}">
                            <a16:creationId xmlns:a16="http://schemas.microsoft.com/office/drawing/2014/main" id="{9BFB6063-379A-B52C-DB6A-614AD66F7025}"/>
                          </a:ext>
                        </a:extLst>
                      </p:cNvPr>
                      <p:cNvSpPr/>
                      <p:nvPr/>
                    </p:nvSpPr>
                    <p:spPr>
                      <a:xfrm rot="5400000">
                        <a:off x="8662428" y="4948205"/>
                        <a:ext cx="110836" cy="413936"/>
                      </a:xfrm>
                      <a:prstGeom prst="rect">
                        <a:avLst/>
                      </a:prstGeom>
                      <a:solidFill>
                        <a:schemeClr val="tx1"/>
                      </a:solidFill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ko-KR" altLang="en-US" sz="1000"/>
                      </a:p>
                    </p:txBody>
                  </p:sp>
                </p:grpSp>
              </p:grpSp>
              <p:sp>
                <p:nvSpPr>
                  <p:cNvPr id="427" name="직사각형 426">
                    <a:extLst>
                      <a:ext uri="{FF2B5EF4-FFF2-40B4-BE49-F238E27FC236}">
                        <a16:creationId xmlns:a16="http://schemas.microsoft.com/office/drawing/2014/main" id="{7B5A4E5D-0FA7-2E71-46AF-1F4C42D22E1D}"/>
                      </a:ext>
                    </a:extLst>
                  </p:cNvPr>
                  <p:cNvSpPr/>
                  <p:nvPr/>
                </p:nvSpPr>
                <p:spPr>
                  <a:xfrm>
                    <a:off x="8808029" y="5562151"/>
                    <a:ext cx="101021" cy="110836"/>
                  </a:xfrm>
                  <a:prstGeom prst="rect">
                    <a:avLst/>
                  </a:prstGeom>
                  <a:solidFill>
                    <a:schemeClr val="tx1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ko-KR" altLang="en-US" sz="1000"/>
                  </a:p>
                </p:txBody>
              </p:sp>
            </p:grpSp>
            <p:grpSp>
              <p:nvGrpSpPr>
                <p:cNvPr id="387" name="그룹 386">
                  <a:extLst>
                    <a:ext uri="{FF2B5EF4-FFF2-40B4-BE49-F238E27FC236}">
                      <a16:creationId xmlns:a16="http://schemas.microsoft.com/office/drawing/2014/main" id="{BD634B2C-EC53-A692-F9C7-CECDF40F12DC}"/>
                    </a:ext>
                  </a:extLst>
                </p:cNvPr>
                <p:cNvGrpSpPr/>
                <p:nvPr/>
              </p:nvGrpSpPr>
              <p:grpSpPr>
                <a:xfrm>
                  <a:off x="9003883" y="4451227"/>
                  <a:ext cx="796802" cy="1221760"/>
                  <a:chOff x="8112248" y="4451227"/>
                  <a:chExt cx="796802" cy="1221760"/>
                </a:xfrm>
              </p:grpSpPr>
              <p:grpSp>
                <p:nvGrpSpPr>
                  <p:cNvPr id="414" name="그룹 413">
                    <a:extLst>
                      <a:ext uri="{FF2B5EF4-FFF2-40B4-BE49-F238E27FC236}">
                        <a16:creationId xmlns:a16="http://schemas.microsoft.com/office/drawing/2014/main" id="{ADF515BB-E15C-DB83-7258-F7733214D4D1}"/>
                      </a:ext>
                    </a:extLst>
                  </p:cNvPr>
                  <p:cNvGrpSpPr/>
                  <p:nvPr/>
                </p:nvGrpSpPr>
                <p:grpSpPr>
                  <a:xfrm>
                    <a:off x="8112248" y="4451227"/>
                    <a:ext cx="667506" cy="1221760"/>
                    <a:chOff x="8377382" y="4544293"/>
                    <a:chExt cx="667506" cy="1221760"/>
                  </a:xfrm>
                </p:grpSpPr>
                <p:grpSp>
                  <p:nvGrpSpPr>
                    <p:cNvPr id="416" name="그룹 415">
                      <a:extLst>
                        <a:ext uri="{FF2B5EF4-FFF2-40B4-BE49-F238E27FC236}">
                          <a16:creationId xmlns:a16="http://schemas.microsoft.com/office/drawing/2014/main" id="{903C00EA-6355-E88B-F11D-3DD9C2F36C46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8377382" y="4544293"/>
                      <a:ext cx="667504" cy="666298"/>
                      <a:chOff x="8377382" y="4544293"/>
                      <a:chExt cx="667504" cy="666298"/>
                    </a:xfrm>
                  </p:grpSpPr>
                  <p:sp>
                    <p:nvSpPr>
                      <p:cNvPr id="422" name="직사각형 421">
                        <a:extLst>
                          <a:ext uri="{FF2B5EF4-FFF2-40B4-BE49-F238E27FC236}">
                            <a16:creationId xmlns:a16="http://schemas.microsoft.com/office/drawing/2014/main" id="{54CF84AC-90F3-EBE1-43ED-264E4D541765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377382" y="4673601"/>
                        <a:ext cx="110836" cy="413936"/>
                      </a:xfrm>
                      <a:prstGeom prst="rect">
                        <a:avLst/>
                      </a:prstGeom>
                      <a:solidFill>
                        <a:schemeClr val="tx1"/>
                      </a:solidFill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ko-KR" altLang="en-US" sz="1000"/>
                      </a:p>
                    </p:txBody>
                  </p:sp>
                  <p:sp>
                    <p:nvSpPr>
                      <p:cNvPr id="423" name="직사각형 422">
                        <a:extLst>
                          <a:ext uri="{FF2B5EF4-FFF2-40B4-BE49-F238E27FC236}">
                            <a16:creationId xmlns:a16="http://schemas.microsoft.com/office/drawing/2014/main" id="{9C490AF5-F42D-44A8-5B32-13E4038E830D}"/>
                          </a:ext>
                        </a:extLst>
                      </p:cNvPr>
                      <p:cNvSpPr/>
                      <p:nvPr/>
                    </p:nvSpPr>
                    <p:spPr>
                      <a:xfrm rot="5400000">
                        <a:off x="8662428" y="4392743"/>
                        <a:ext cx="110836" cy="413936"/>
                      </a:xfrm>
                      <a:prstGeom prst="rect">
                        <a:avLst/>
                      </a:prstGeom>
                      <a:solidFill>
                        <a:srgbClr val="FF0000"/>
                      </a:solidFill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ko-KR" altLang="en-US" sz="1000"/>
                      </a:p>
                    </p:txBody>
                  </p:sp>
                  <p:sp>
                    <p:nvSpPr>
                      <p:cNvPr id="424" name="직사각형 423">
                        <a:extLst>
                          <a:ext uri="{FF2B5EF4-FFF2-40B4-BE49-F238E27FC236}">
                            <a16:creationId xmlns:a16="http://schemas.microsoft.com/office/drawing/2014/main" id="{11891D06-A66B-73AF-B71E-CB17DB48580C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934050" y="4673601"/>
                        <a:ext cx="110836" cy="413936"/>
                      </a:xfrm>
                      <a:prstGeom prst="rect">
                        <a:avLst/>
                      </a:prstGeom>
                      <a:solidFill>
                        <a:srgbClr val="FF0000"/>
                      </a:solidFill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ko-KR" altLang="en-US" sz="1000"/>
                      </a:p>
                    </p:txBody>
                  </p:sp>
                  <p:sp>
                    <p:nvSpPr>
                      <p:cNvPr id="425" name="직사각형 424">
                        <a:extLst>
                          <a:ext uri="{FF2B5EF4-FFF2-40B4-BE49-F238E27FC236}">
                            <a16:creationId xmlns:a16="http://schemas.microsoft.com/office/drawing/2014/main" id="{D488442F-EFF0-1BB0-6D8D-6F97670267E6}"/>
                          </a:ext>
                        </a:extLst>
                      </p:cNvPr>
                      <p:cNvSpPr/>
                      <p:nvPr/>
                    </p:nvSpPr>
                    <p:spPr>
                      <a:xfrm rot="5400000">
                        <a:off x="8662428" y="4948205"/>
                        <a:ext cx="110836" cy="413936"/>
                      </a:xfrm>
                      <a:prstGeom prst="rect">
                        <a:avLst/>
                      </a:prstGeom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ko-KR" altLang="en-US" sz="1000"/>
                      </a:p>
                    </p:txBody>
                  </p:sp>
                </p:grpSp>
                <p:grpSp>
                  <p:nvGrpSpPr>
                    <p:cNvPr id="417" name="그룹 416">
                      <a:extLst>
                        <a:ext uri="{FF2B5EF4-FFF2-40B4-BE49-F238E27FC236}">
                          <a16:creationId xmlns:a16="http://schemas.microsoft.com/office/drawing/2014/main" id="{96E84541-A77B-3C43-A485-D352BF8670B9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8377384" y="5099755"/>
                      <a:ext cx="667504" cy="666298"/>
                      <a:chOff x="8377382" y="4544293"/>
                      <a:chExt cx="667504" cy="666298"/>
                    </a:xfrm>
                  </p:grpSpPr>
                  <p:sp>
                    <p:nvSpPr>
                      <p:cNvPr id="418" name="직사각형 417">
                        <a:extLst>
                          <a:ext uri="{FF2B5EF4-FFF2-40B4-BE49-F238E27FC236}">
                            <a16:creationId xmlns:a16="http://schemas.microsoft.com/office/drawing/2014/main" id="{B918CAEE-2D83-6880-C2D6-E0ACEC20D68F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377382" y="4673601"/>
                        <a:ext cx="110836" cy="413936"/>
                      </a:xfrm>
                      <a:prstGeom prst="rect">
                        <a:avLst/>
                      </a:prstGeom>
                      <a:solidFill>
                        <a:srgbClr val="FF0000"/>
                      </a:solidFill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ko-KR" altLang="en-US" sz="1000"/>
                      </a:p>
                    </p:txBody>
                  </p:sp>
                  <p:sp>
                    <p:nvSpPr>
                      <p:cNvPr id="419" name="직사각형 418">
                        <a:extLst>
                          <a:ext uri="{FF2B5EF4-FFF2-40B4-BE49-F238E27FC236}">
                            <a16:creationId xmlns:a16="http://schemas.microsoft.com/office/drawing/2014/main" id="{E975FAD8-208D-9E77-FC7E-FB97F4AC9723}"/>
                          </a:ext>
                        </a:extLst>
                      </p:cNvPr>
                      <p:cNvSpPr/>
                      <p:nvPr/>
                    </p:nvSpPr>
                    <p:spPr>
                      <a:xfrm rot="5400000">
                        <a:off x="8662428" y="4392743"/>
                        <a:ext cx="110836" cy="413936"/>
                      </a:xfrm>
                      <a:prstGeom prst="rect">
                        <a:avLst/>
                      </a:prstGeom>
                      <a:solidFill>
                        <a:srgbClr val="FF0000"/>
                      </a:solidFill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ko-KR" altLang="en-US" sz="1000"/>
                      </a:p>
                    </p:txBody>
                  </p:sp>
                  <p:sp>
                    <p:nvSpPr>
                      <p:cNvPr id="420" name="직사각형 419">
                        <a:extLst>
                          <a:ext uri="{FF2B5EF4-FFF2-40B4-BE49-F238E27FC236}">
                            <a16:creationId xmlns:a16="http://schemas.microsoft.com/office/drawing/2014/main" id="{15B6B606-5746-9CC5-561D-E582245BD019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934050" y="4673601"/>
                        <a:ext cx="110836" cy="413936"/>
                      </a:xfrm>
                      <a:prstGeom prst="rect">
                        <a:avLst/>
                      </a:prstGeom>
                      <a:solidFill>
                        <a:schemeClr val="tx1"/>
                      </a:solidFill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ko-KR" altLang="en-US" sz="1000"/>
                      </a:p>
                    </p:txBody>
                  </p:sp>
                  <p:sp>
                    <p:nvSpPr>
                      <p:cNvPr id="421" name="직사각형 420">
                        <a:extLst>
                          <a:ext uri="{FF2B5EF4-FFF2-40B4-BE49-F238E27FC236}">
                            <a16:creationId xmlns:a16="http://schemas.microsoft.com/office/drawing/2014/main" id="{52C5B45E-1316-8ED2-253F-69E3D6552534}"/>
                          </a:ext>
                        </a:extLst>
                      </p:cNvPr>
                      <p:cNvSpPr/>
                      <p:nvPr/>
                    </p:nvSpPr>
                    <p:spPr>
                      <a:xfrm rot="5400000">
                        <a:off x="8662428" y="4948205"/>
                        <a:ext cx="110836" cy="413936"/>
                      </a:xfrm>
                      <a:prstGeom prst="rect">
                        <a:avLst/>
                      </a:prstGeom>
                      <a:solidFill>
                        <a:srgbClr val="FF0000"/>
                      </a:solidFill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ko-KR" altLang="en-US" sz="1000"/>
                      </a:p>
                    </p:txBody>
                  </p:sp>
                </p:grpSp>
              </p:grpSp>
              <p:sp>
                <p:nvSpPr>
                  <p:cNvPr id="415" name="직사각형 414">
                    <a:extLst>
                      <a:ext uri="{FF2B5EF4-FFF2-40B4-BE49-F238E27FC236}">
                        <a16:creationId xmlns:a16="http://schemas.microsoft.com/office/drawing/2014/main" id="{B9C70EC4-DD7F-A91C-0DA3-76921E4B760B}"/>
                      </a:ext>
                    </a:extLst>
                  </p:cNvPr>
                  <p:cNvSpPr/>
                  <p:nvPr/>
                </p:nvSpPr>
                <p:spPr>
                  <a:xfrm>
                    <a:off x="8808029" y="5562151"/>
                    <a:ext cx="101021" cy="110836"/>
                  </a:xfrm>
                  <a:prstGeom prst="rect">
                    <a:avLst/>
                  </a:prstGeom>
                  <a:solidFill>
                    <a:srgbClr val="FF0000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ko-KR" altLang="en-US" sz="1000"/>
                  </a:p>
                </p:txBody>
              </p:sp>
            </p:grpSp>
            <p:grpSp>
              <p:nvGrpSpPr>
                <p:cNvPr id="388" name="그룹 387">
                  <a:extLst>
                    <a:ext uri="{FF2B5EF4-FFF2-40B4-BE49-F238E27FC236}">
                      <a16:creationId xmlns:a16="http://schemas.microsoft.com/office/drawing/2014/main" id="{EE75064D-1C69-7DF6-5D0E-3563DD72F61D}"/>
                    </a:ext>
                  </a:extLst>
                </p:cNvPr>
                <p:cNvGrpSpPr/>
                <p:nvPr/>
              </p:nvGrpSpPr>
              <p:grpSpPr>
                <a:xfrm>
                  <a:off x="9935853" y="4451227"/>
                  <a:ext cx="796802" cy="1221760"/>
                  <a:chOff x="8112248" y="4451227"/>
                  <a:chExt cx="796802" cy="1221760"/>
                </a:xfrm>
              </p:grpSpPr>
              <p:grpSp>
                <p:nvGrpSpPr>
                  <p:cNvPr id="402" name="그룹 401">
                    <a:extLst>
                      <a:ext uri="{FF2B5EF4-FFF2-40B4-BE49-F238E27FC236}">
                        <a16:creationId xmlns:a16="http://schemas.microsoft.com/office/drawing/2014/main" id="{BEA17906-9C4B-B916-D6A6-CD2B0B7ECB86}"/>
                      </a:ext>
                    </a:extLst>
                  </p:cNvPr>
                  <p:cNvGrpSpPr/>
                  <p:nvPr/>
                </p:nvGrpSpPr>
                <p:grpSpPr>
                  <a:xfrm>
                    <a:off x="8112248" y="4451227"/>
                    <a:ext cx="667506" cy="1221760"/>
                    <a:chOff x="8377382" y="4544293"/>
                    <a:chExt cx="667506" cy="1221760"/>
                  </a:xfrm>
                </p:grpSpPr>
                <p:grpSp>
                  <p:nvGrpSpPr>
                    <p:cNvPr id="404" name="그룹 403">
                      <a:extLst>
                        <a:ext uri="{FF2B5EF4-FFF2-40B4-BE49-F238E27FC236}">
                          <a16:creationId xmlns:a16="http://schemas.microsoft.com/office/drawing/2014/main" id="{F43A069C-29E1-D547-BBE8-EEDA5FBBA310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8377382" y="4544293"/>
                      <a:ext cx="667504" cy="666298"/>
                      <a:chOff x="8377382" y="4544293"/>
                      <a:chExt cx="667504" cy="666298"/>
                    </a:xfrm>
                  </p:grpSpPr>
                  <p:sp>
                    <p:nvSpPr>
                      <p:cNvPr id="410" name="직사각형 409">
                        <a:extLst>
                          <a:ext uri="{FF2B5EF4-FFF2-40B4-BE49-F238E27FC236}">
                            <a16:creationId xmlns:a16="http://schemas.microsoft.com/office/drawing/2014/main" id="{2C57E52F-FB4D-65E2-DE0F-BF3ACB8364C2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377382" y="4673601"/>
                        <a:ext cx="110836" cy="413936"/>
                      </a:xfrm>
                      <a:prstGeom prst="rect">
                        <a:avLst/>
                      </a:prstGeom>
                      <a:solidFill>
                        <a:srgbClr val="FF0000"/>
                      </a:solidFill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ko-KR" altLang="en-US" sz="1000"/>
                      </a:p>
                    </p:txBody>
                  </p:sp>
                  <p:sp>
                    <p:nvSpPr>
                      <p:cNvPr id="411" name="직사각형 410">
                        <a:extLst>
                          <a:ext uri="{FF2B5EF4-FFF2-40B4-BE49-F238E27FC236}">
                            <a16:creationId xmlns:a16="http://schemas.microsoft.com/office/drawing/2014/main" id="{DF586EF7-18E5-1300-867E-0F7FBFE3F408}"/>
                          </a:ext>
                        </a:extLst>
                      </p:cNvPr>
                      <p:cNvSpPr/>
                      <p:nvPr/>
                    </p:nvSpPr>
                    <p:spPr>
                      <a:xfrm rot="5400000">
                        <a:off x="8662428" y="4392743"/>
                        <a:ext cx="110836" cy="413936"/>
                      </a:xfrm>
                      <a:prstGeom prst="rect">
                        <a:avLst/>
                      </a:prstGeom>
                      <a:solidFill>
                        <a:srgbClr val="FF0000"/>
                      </a:solidFill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ko-KR" altLang="en-US" sz="1000"/>
                      </a:p>
                    </p:txBody>
                  </p:sp>
                  <p:sp>
                    <p:nvSpPr>
                      <p:cNvPr id="412" name="직사각형 411">
                        <a:extLst>
                          <a:ext uri="{FF2B5EF4-FFF2-40B4-BE49-F238E27FC236}">
                            <a16:creationId xmlns:a16="http://schemas.microsoft.com/office/drawing/2014/main" id="{C0FC270A-889B-8A29-969A-AF3AB89E9F0F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934050" y="4673601"/>
                        <a:ext cx="110836" cy="413936"/>
                      </a:xfrm>
                      <a:prstGeom prst="rect">
                        <a:avLst/>
                      </a:prstGeom>
                      <a:solidFill>
                        <a:srgbClr val="FF0000"/>
                      </a:solidFill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ko-KR" altLang="en-US" sz="1000"/>
                      </a:p>
                    </p:txBody>
                  </p:sp>
                  <p:sp>
                    <p:nvSpPr>
                      <p:cNvPr id="413" name="직사각형 412">
                        <a:extLst>
                          <a:ext uri="{FF2B5EF4-FFF2-40B4-BE49-F238E27FC236}">
                            <a16:creationId xmlns:a16="http://schemas.microsoft.com/office/drawing/2014/main" id="{B82B9B0D-4BAC-9B0F-EFA7-E7E8BAD504CE}"/>
                          </a:ext>
                        </a:extLst>
                      </p:cNvPr>
                      <p:cNvSpPr/>
                      <p:nvPr/>
                    </p:nvSpPr>
                    <p:spPr>
                      <a:xfrm rot="5400000">
                        <a:off x="8662428" y="4948205"/>
                        <a:ext cx="110836" cy="413936"/>
                      </a:xfrm>
                      <a:prstGeom prst="rect">
                        <a:avLst/>
                      </a:prstGeom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ko-KR" altLang="en-US" sz="1000"/>
                      </a:p>
                    </p:txBody>
                  </p:sp>
                </p:grpSp>
                <p:grpSp>
                  <p:nvGrpSpPr>
                    <p:cNvPr id="405" name="그룹 404">
                      <a:extLst>
                        <a:ext uri="{FF2B5EF4-FFF2-40B4-BE49-F238E27FC236}">
                          <a16:creationId xmlns:a16="http://schemas.microsoft.com/office/drawing/2014/main" id="{2CF2454E-9079-F9F8-3621-ADD6D61EE60E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8377384" y="5099755"/>
                      <a:ext cx="667504" cy="666298"/>
                      <a:chOff x="8377382" y="4544293"/>
                      <a:chExt cx="667504" cy="666298"/>
                    </a:xfrm>
                  </p:grpSpPr>
                  <p:sp>
                    <p:nvSpPr>
                      <p:cNvPr id="406" name="직사각형 405">
                        <a:extLst>
                          <a:ext uri="{FF2B5EF4-FFF2-40B4-BE49-F238E27FC236}">
                            <a16:creationId xmlns:a16="http://schemas.microsoft.com/office/drawing/2014/main" id="{C64D1F62-D1CD-9E97-3512-F2BA7F97EE3B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377382" y="4673601"/>
                        <a:ext cx="110836" cy="413936"/>
                      </a:xfrm>
                      <a:prstGeom prst="rect">
                        <a:avLst/>
                      </a:prstGeom>
                      <a:solidFill>
                        <a:srgbClr val="FF0000"/>
                      </a:solidFill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ko-KR" altLang="en-US" sz="1000"/>
                      </a:p>
                    </p:txBody>
                  </p:sp>
                  <p:sp>
                    <p:nvSpPr>
                      <p:cNvPr id="407" name="직사각형 406">
                        <a:extLst>
                          <a:ext uri="{FF2B5EF4-FFF2-40B4-BE49-F238E27FC236}">
                            <a16:creationId xmlns:a16="http://schemas.microsoft.com/office/drawing/2014/main" id="{141D8208-32C1-A4C5-E22A-389DEA2FC47F}"/>
                          </a:ext>
                        </a:extLst>
                      </p:cNvPr>
                      <p:cNvSpPr/>
                      <p:nvPr/>
                    </p:nvSpPr>
                    <p:spPr>
                      <a:xfrm rot="5400000">
                        <a:off x="8662428" y="4392743"/>
                        <a:ext cx="110836" cy="413936"/>
                      </a:xfrm>
                      <a:prstGeom prst="rect">
                        <a:avLst/>
                      </a:prstGeom>
                      <a:solidFill>
                        <a:schemeClr val="tx1"/>
                      </a:solidFill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ko-KR" altLang="en-US" sz="1000"/>
                      </a:p>
                    </p:txBody>
                  </p:sp>
                  <p:sp>
                    <p:nvSpPr>
                      <p:cNvPr id="408" name="직사각형 407">
                        <a:extLst>
                          <a:ext uri="{FF2B5EF4-FFF2-40B4-BE49-F238E27FC236}">
                            <a16:creationId xmlns:a16="http://schemas.microsoft.com/office/drawing/2014/main" id="{FFA3777B-DD4D-B40C-515E-32F79DE16713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934050" y="4673601"/>
                        <a:ext cx="110836" cy="413936"/>
                      </a:xfrm>
                      <a:prstGeom prst="rect">
                        <a:avLst/>
                      </a:prstGeom>
                      <a:solidFill>
                        <a:srgbClr val="FF0000"/>
                      </a:solidFill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ko-KR" altLang="en-US" sz="1000"/>
                      </a:p>
                    </p:txBody>
                  </p:sp>
                  <p:sp>
                    <p:nvSpPr>
                      <p:cNvPr id="409" name="직사각형 408">
                        <a:extLst>
                          <a:ext uri="{FF2B5EF4-FFF2-40B4-BE49-F238E27FC236}">
                            <a16:creationId xmlns:a16="http://schemas.microsoft.com/office/drawing/2014/main" id="{C8F5E3D6-1B96-4803-C255-7D3B7F8F3805}"/>
                          </a:ext>
                        </a:extLst>
                      </p:cNvPr>
                      <p:cNvSpPr/>
                      <p:nvPr/>
                    </p:nvSpPr>
                    <p:spPr>
                      <a:xfrm rot="5400000">
                        <a:off x="8662428" y="4948205"/>
                        <a:ext cx="110836" cy="413936"/>
                      </a:xfrm>
                      <a:prstGeom prst="rect">
                        <a:avLst/>
                      </a:prstGeom>
                      <a:solidFill>
                        <a:srgbClr val="FF0000"/>
                      </a:solidFill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ko-KR" altLang="en-US" sz="1000"/>
                      </a:p>
                    </p:txBody>
                  </p:sp>
                </p:grpSp>
              </p:grpSp>
              <p:sp>
                <p:nvSpPr>
                  <p:cNvPr id="403" name="직사각형 402">
                    <a:extLst>
                      <a:ext uri="{FF2B5EF4-FFF2-40B4-BE49-F238E27FC236}">
                        <a16:creationId xmlns:a16="http://schemas.microsoft.com/office/drawing/2014/main" id="{B5939B76-EF15-EEF6-163E-7EF60744A284}"/>
                      </a:ext>
                    </a:extLst>
                  </p:cNvPr>
                  <p:cNvSpPr/>
                  <p:nvPr/>
                </p:nvSpPr>
                <p:spPr>
                  <a:xfrm>
                    <a:off x="8808029" y="5562151"/>
                    <a:ext cx="101021" cy="110836"/>
                  </a:xfrm>
                  <a:prstGeom prst="rect">
                    <a:avLst/>
                  </a:prstGeom>
                  <a:solidFill>
                    <a:schemeClr val="tx1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ko-KR" altLang="en-US" sz="1000"/>
                  </a:p>
                </p:txBody>
              </p:sp>
            </p:grpSp>
            <p:grpSp>
              <p:nvGrpSpPr>
                <p:cNvPr id="389" name="그룹 388">
                  <a:extLst>
                    <a:ext uri="{FF2B5EF4-FFF2-40B4-BE49-F238E27FC236}">
                      <a16:creationId xmlns:a16="http://schemas.microsoft.com/office/drawing/2014/main" id="{533D1091-966A-E243-D6A4-BCC7C52819E8}"/>
                    </a:ext>
                  </a:extLst>
                </p:cNvPr>
                <p:cNvGrpSpPr/>
                <p:nvPr/>
              </p:nvGrpSpPr>
              <p:grpSpPr>
                <a:xfrm>
                  <a:off x="10845365" y="4451227"/>
                  <a:ext cx="796802" cy="1221760"/>
                  <a:chOff x="8112248" y="4451227"/>
                  <a:chExt cx="796802" cy="1221760"/>
                </a:xfrm>
              </p:grpSpPr>
              <p:grpSp>
                <p:nvGrpSpPr>
                  <p:cNvPr id="390" name="그룹 389">
                    <a:extLst>
                      <a:ext uri="{FF2B5EF4-FFF2-40B4-BE49-F238E27FC236}">
                        <a16:creationId xmlns:a16="http://schemas.microsoft.com/office/drawing/2014/main" id="{26BE0B41-8F55-5B3E-3E92-0FFBC1242493}"/>
                      </a:ext>
                    </a:extLst>
                  </p:cNvPr>
                  <p:cNvGrpSpPr/>
                  <p:nvPr/>
                </p:nvGrpSpPr>
                <p:grpSpPr>
                  <a:xfrm>
                    <a:off x="8112248" y="4451227"/>
                    <a:ext cx="667506" cy="1221760"/>
                    <a:chOff x="8377382" y="4544293"/>
                    <a:chExt cx="667506" cy="1221760"/>
                  </a:xfrm>
                </p:grpSpPr>
                <p:grpSp>
                  <p:nvGrpSpPr>
                    <p:cNvPr id="392" name="그룹 391">
                      <a:extLst>
                        <a:ext uri="{FF2B5EF4-FFF2-40B4-BE49-F238E27FC236}">
                          <a16:creationId xmlns:a16="http://schemas.microsoft.com/office/drawing/2014/main" id="{A46AE2A7-3E62-D3CA-ADF4-D8C1EA2E0C66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8377382" y="4544293"/>
                      <a:ext cx="667504" cy="666298"/>
                      <a:chOff x="8377382" y="4544293"/>
                      <a:chExt cx="667504" cy="666298"/>
                    </a:xfrm>
                  </p:grpSpPr>
                  <p:sp>
                    <p:nvSpPr>
                      <p:cNvPr id="398" name="직사각형 397">
                        <a:extLst>
                          <a:ext uri="{FF2B5EF4-FFF2-40B4-BE49-F238E27FC236}">
                            <a16:creationId xmlns:a16="http://schemas.microsoft.com/office/drawing/2014/main" id="{21C86D70-9211-5795-22ED-EBC0BF68E370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377382" y="4673601"/>
                        <a:ext cx="110836" cy="413936"/>
                      </a:xfrm>
                      <a:prstGeom prst="rect">
                        <a:avLst/>
                      </a:prstGeom>
                      <a:solidFill>
                        <a:srgbClr val="FF0000"/>
                      </a:solidFill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ko-KR" altLang="en-US" sz="1000"/>
                      </a:p>
                    </p:txBody>
                  </p:sp>
                  <p:sp>
                    <p:nvSpPr>
                      <p:cNvPr id="399" name="직사각형 398">
                        <a:extLst>
                          <a:ext uri="{FF2B5EF4-FFF2-40B4-BE49-F238E27FC236}">
                            <a16:creationId xmlns:a16="http://schemas.microsoft.com/office/drawing/2014/main" id="{4EC63C70-68A7-3A0F-3ED4-DBDF9EEAB33B}"/>
                          </a:ext>
                        </a:extLst>
                      </p:cNvPr>
                      <p:cNvSpPr/>
                      <p:nvPr/>
                    </p:nvSpPr>
                    <p:spPr>
                      <a:xfrm rot="5400000">
                        <a:off x="8662428" y="4392743"/>
                        <a:ext cx="110836" cy="413936"/>
                      </a:xfrm>
                      <a:prstGeom prst="rect">
                        <a:avLst/>
                      </a:prstGeom>
                      <a:solidFill>
                        <a:srgbClr val="FF0000"/>
                      </a:solidFill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ko-KR" altLang="en-US" sz="1000"/>
                      </a:p>
                    </p:txBody>
                  </p:sp>
                  <p:sp>
                    <p:nvSpPr>
                      <p:cNvPr id="400" name="직사각형 399">
                        <a:extLst>
                          <a:ext uri="{FF2B5EF4-FFF2-40B4-BE49-F238E27FC236}">
                            <a16:creationId xmlns:a16="http://schemas.microsoft.com/office/drawing/2014/main" id="{E1A77740-F287-FAC0-8E57-409122C7EEE8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934050" y="4673601"/>
                        <a:ext cx="110836" cy="413936"/>
                      </a:xfrm>
                      <a:prstGeom prst="rect">
                        <a:avLst/>
                      </a:prstGeom>
                      <a:solidFill>
                        <a:srgbClr val="FF0000"/>
                      </a:solidFill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ko-KR" altLang="en-US" sz="1000"/>
                      </a:p>
                    </p:txBody>
                  </p:sp>
                  <p:sp>
                    <p:nvSpPr>
                      <p:cNvPr id="401" name="직사각형 400">
                        <a:extLst>
                          <a:ext uri="{FF2B5EF4-FFF2-40B4-BE49-F238E27FC236}">
                            <a16:creationId xmlns:a16="http://schemas.microsoft.com/office/drawing/2014/main" id="{32BB0287-7459-647E-7326-E7EA84BBE624}"/>
                          </a:ext>
                        </a:extLst>
                      </p:cNvPr>
                      <p:cNvSpPr/>
                      <p:nvPr/>
                    </p:nvSpPr>
                    <p:spPr>
                      <a:xfrm rot="5400000">
                        <a:off x="8662428" y="4948205"/>
                        <a:ext cx="110836" cy="413936"/>
                      </a:xfrm>
                      <a:prstGeom prst="rect">
                        <a:avLst/>
                      </a:prstGeom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ko-KR" altLang="en-US" sz="1000"/>
                      </a:p>
                    </p:txBody>
                  </p:sp>
                </p:grpSp>
                <p:grpSp>
                  <p:nvGrpSpPr>
                    <p:cNvPr id="393" name="그룹 392">
                      <a:extLst>
                        <a:ext uri="{FF2B5EF4-FFF2-40B4-BE49-F238E27FC236}">
                          <a16:creationId xmlns:a16="http://schemas.microsoft.com/office/drawing/2014/main" id="{F4D62620-ABDB-AC17-ED31-F269397C56F7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8377384" y="5099755"/>
                      <a:ext cx="667504" cy="666298"/>
                      <a:chOff x="8377382" y="4544293"/>
                      <a:chExt cx="667504" cy="666298"/>
                    </a:xfrm>
                  </p:grpSpPr>
                  <p:sp>
                    <p:nvSpPr>
                      <p:cNvPr id="394" name="직사각형 393">
                        <a:extLst>
                          <a:ext uri="{FF2B5EF4-FFF2-40B4-BE49-F238E27FC236}">
                            <a16:creationId xmlns:a16="http://schemas.microsoft.com/office/drawing/2014/main" id="{7AB3BD20-31B9-16AF-ABE8-5E0EA436AB3F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377382" y="4673601"/>
                        <a:ext cx="110836" cy="413936"/>
                      </a:xfrm>
                      <a:prstGeom prst="rect">
                        <a:avLst/>
                      </a:prstGeom>
                      <a:solidFill>
                        <a:srgbClr val="FF0000"/>
                      </a:solidFill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ko-KR" altLang="en-US" sz="1000"/>
                      </a:p>
                    </p:txBody>
                  </p:sp>
                  <p:sp>
                    <p:nvSpPr>
                      <p:cNvPr id="395" name="직사각형 394">
                        <a:extLst>
                          <a:ext uri="{FF2B5EF4-FFF2-40B4-BE49-F238E27FC236}">
                            <a16:creationId xmlns:a16="http://schemas.microsoft.com/office/drawing/2014/main" id="{F791B455-57B0-5938-A473-0CDDB5F9FCE6}"/>
                          </a:ext>
                        </a:extLst>
                      </p:cNvPr>
                      <p:cNvSpPr/>
                      <p:nvPr/>
                    </p:nvSpPr>
                    <p:spPr>
                      <a:xfrm rot="5400000">
                        <a:off x="8662428" y="4392743"/>
                        <a:ext cx="110836" cy="413936"/>
                      </a:xfrm>
                      <a:prstGeom prst="rect">
                        <a:avLst/>
                      </a:prstGeom>
                      <a:solidFill>
                        <a:schemeClr val="tx1"/>
                      </a:solidFill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ko-KR" altLang="en-US" sz="1000"/>
                      </a:p>
                    </p:txBody>
                  </p:sp>
                  <p:sp>
                    <p:nvSpPr>
                      <p:cNvPr id="396" name="직사각형 395">
                        <a:extLst>
                          <a:ext uri="{FF2B5EF4-FFF2-40B4-BE49-F238E27FC236}">
                            <a16:creationId xmlns:a16="http://schemas.microsoft.com/office/drawing/2014/main" id="{3F0CA0D8-4972-0EC8-ECA4-E7EBB4C8CDFD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934050" y="4673601"/>
                        <a:ext cx="110836" cy="413936"/>
                      </a:xfrm>
                      <a:prstGeom prst="rect">
                        <a:avLst/>
                      </a:prstGeom>
                      <a:solidFill>
                        <a:srgbClr val="FF0000"/>
                      </a:solidFill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ko-KR" altLang="en-US" sz="1000"/>
                      </a:p>
                    </p:txBody>
                  </p:sp>
                  <p:sp>
                    <p:nvSpPr>
                      <p:cNvPr id="397" name="직사각형 396">
                        <a:extLst>
                          <a:ext uri="{FF2B5EF4-FFF2-40B4-BE49-F238E27FC236}">
                            <a16:creationId xmlns:a16="http://schemas.microsoft.com/office/drawing/2014/main" id="{69E8C18A-FD3D-BE5C-D71C-1CFC3C0A69A9}"/>
                          </a:ext>
                        </a:extLst>
                      </p:cNvPr>
                      <p:cNvSpPr/>
                      <p:nvPr/>
                    </p:nvSpPr>
                    <p:spPr>
                      <a:xfrm rot="5400000">
                        <a:off x="8662428" y="4948205"/>
                        <a:ext cx="110836" cy="413936"/>
                      </a:xfrm>
                      <a:prstGeom prst="rect">
                        <a:avLst/>
                      </a:prstGeom>
                      <a:solidFill>
                        <a:srgbClr val="FF0000"/>
                      </a:solidFill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ko-KR" altLang="en-US" sz="1000"/>
                      </a:p>
                    </p:txBody>
                  </p:sp>
                </p:grpSp>
              </p:grpSp>
              <p:sp>
                <p:nvSpPr>
                  <p:cNvPr id="391" name="직사각형 390">
                    <a:extLst>
                      <a:ext uri="{FF2B5EF4-FFF2-40B4-BE49-F238E27FC236}">
                        <a16:creationId xmlns:a16="http://schemas.microsoft.com/office/drawing/2014/main" id="{28503A7F-66FD-BC69-3186-B3B39092A2B8}"/>
                      </a:ext>
                    </a:extLst>
                  </p:cNvPr>
                  <p:cNvSpPr/>
                  <p:nvPr/>
                </p:nvSpPr>
                <p:spPr>
                  <a:xfrm>
                    <a:off x="8808029" y="5562151"/>
                    <a:ext cx="101021" cy="110836"/>
                  </a:xfrm>
                  <a:prstGeom prst="rect">
                    <a:avLst/>
                  </a:prstGeom>
                  <a:solidFill>
                    <a:schemeClr val="tx1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ko-KR" altLang="en-US" sz="1000"/>
                  </a:p>
                </p:txBody>
              </p:sp>
            </p:grpSp>
          </p:grpSp>
        </p:grpSp>
        <p:sp>
          <p:nvSpPr>
            <p:cNvPr id="383" name="TextBox 382">
              <a:extLst>
                <a:ext uri="{FF2B5EF4-FFF2-40B4-BE49-F238E27FC236}">
                  <a16:creationId xmlns:a16="http://schemas.microsoft.com/office/drawing/2014/main" id="{AEBA42BE-6B0C-D3C8-C942-99EB5BCF9653}"/>
                </a:ext>
              </a:extLst>
            </p:cNvPr>
            <p:cNvSpPr txBox="1"/>
            <p:nvPr/>
          </p:nvSpPr>
          <p:spPr>
            <a:xfrm>
              <a:off x="10022865" y="1501843"/>
              <a:ext cx="2336798" cy="58002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050"/>
                <a:t>cursor x</a:t>
              </a:r>
              <a:endParaRPr lang="ko-KR" altLang="en-US" sz="1050"/>
            </a:p>
          </p:txBody>
        </p:sp>
      </p:grpSp>
      <p:sp>
        <p:nvSpPr>
          <p:cNvPr id="438" name="TextBox 437">
            <a:extLst>
              <a:ext uri="{FF2B5EF4-FFF2-40B4-BE49-F238E27FC236}">
                <a16:creationId xmlns:a16="http://schemas.microsoft.com/office/drawing/2014/main" id="{CC7A2252-A882-9B54-1169-25C1C59576E4}"/>
              </a:ext>
            </a:extLst>
          </p:cNvPr>
          <p:cNvSpPr txBox="1"/>
          <p:nvPr/>
        </p:nvSpPr>
        <p:spPr>
          <a:xfrm>
            <a:off x="6836084" y="1892332"/>
            <a:ext cx="142882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50"/>
              <a:t>NORMAL</a:t>
            </a:r>
            <a:endParaRPr lang="ko-KR" altLang="en-US" sz="1050"/>
          </a:p>
        </p:txBody>
      </p:sp>
      <p:sp>
        <p:nvSpPr>
          <p:cNvPr id="440" name="TextBox 439">
            <a:extLst>
              <a:ext uri="{FF2B5EF4-FFF2-40B4-BE49-F238E27FC236}">
                <a16:creationId xmlns:a16="http://schemas.microsoft.com/office/drawing/2014/main" id="{8DA4C3D7-9CD0-6661-CC3C-AF30D0D5DE95}"/>
              </a:ext>
            </a:extLst>
          </p:cNvPr>
          <p:cNvSpPr txBox="1"/>
          <p:nvPr/>
        </p:nvSpPr>
        <p:spPr>
          <a:xfrm>
            <a:off x="243713" y="208345"/>
            <a:ext cx="9040558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/>
              <a:t>Watch control unit</a:t>
            </a:r>
            <a:r>
              <a:rPr lang="ko-KR" altLang="en-US"/>
              <a:t>  </a:t>
            </a:r>
            <a:r>
              <a:rPr lang="en-US" altLang="ko-KR"/>
              <a:t>– </a:t>
            </a:r>
            <a:r>
              <a:rPr lang="ko-KR" altLang="en-US"/>
              <a:t>시간</a:t>
            </a:r>
            <a:r>
              <a:rPr lang="en-US" altLang="ko-KR"/>
              <a:t>/ </a:t>
            </a:r>
            <a:r>
              <a:rPr lang="ko-KR" altLang="en-US"/>
              <a:t>분 </a:t>
            </a:r>
            <a:r>
              <a:rPr lang="en-US" altLang="ko-KR"/>
              <a:t>BCD(SW=1) </a:t>
            </a:r>
            <a:r>
              <a:rPr lang="ko-KR" altLang="en-US"/>
              <a:t>에서 </a:t>
            </a:r>
            <a:r>
              <a:rPr lang="en-US" altLang="ko-KR"/>
              <a:t>SW2=1 </a:t>
            </a:r>
            <a:r>
              <a:rPr lang="ko-KR" altLang="en-US"/>
              <a:t>일 때</a:t>
            </a:r>
            <a:r>
              <a:rPr lang="en-US" altLang="ko-KR"/>
              <a:t>, </a:t>
            </a:r>
            <a:r>
              <a:rPr lang="ko-KR" altLang="en-US"/>
              <a:t>시간 </a:t>
            </a:r>
            <a:r>
              <a:rPr lang="en-US" altLang="ko-KR"/>
              <a:t>Setting </a:t>
            </a:r>
            <a:r>
              <a:rPr lang="ko-KR" altLang="en-US"/>
              <a:t>기능</a:t>
            </a:r>
            <a:r>
              <a:rPr lang="en-US" altLang="ko-KR"/>
              <a:t> </a:t>
            </a:r>
          </a:p>
          <a:p>
            <a:endParaRPr lang="en-US" altLang="ko-KR"/>
          </a:p>
          <a:p>
            <a:r>
              <a:rPr lang="en-US" altLang="ko-KR"/>
              <a:t>cursor</a:t>
            </a:r>
            <a:r>
              <a:rPr lang="ko-KR" altLang="en-US"/>
              <a:t> 의 역할 </a:t>
            </a:r>
            <a:r>
              <a:rPr lang="en-US" altLang="ko-KR"/>
              <a:t>: </a:t>
            </a:r>
          </a:p>
          <a:p>
            <a:pPr marL="342900" indent="-342900">
              <a:buAutoNum type="arabicPeriod"/>
            </a:pPr>
            <a:r>
              <a:rPr lang="en-US" altLang="ko-KR"/>
              <a:t>Watch control enable </a:t>
            </a:r>
            <a:r>
              <a:rPr lang="ko-KR" altLang="en-US"/>
              <a:t>시</a:t>
            </a:r>
            <a:r>
              <a:rPr lang="en-US" altLang="ko-KR"/>
              <a:t>, </a:t>
            </a:r>
            <a:r>
              <a:rPr lang="ko-KR" altLang="en-US"/>
              <a:t>시간 값 세팅 위치 선정</a:t>
            </a:r>
            <a:r>
              <a:rPr lang="en-US" altLang="ko-KR"/>
              <a:t> </a:t>
            </a:r>
            <a:r>
              <a:rPr lang="ko-KR" altLang="en-US"/>
              <a:t>및 </a:t>
            </a:r>
            <a:r>
              <a:rPr lang="en-US" altLang="ko-KR"/>
              <a:t>Anode </a:t>
            </a:r>
            <a:r>
              <a:rPr lang="ko-KR" altLang="en-US"/>
              <a:t>별 점멸 </a:t>
            </a:r>
            <a:r>
              <a:rPr lang="en-US" altLang="ko-KR"/>
              <a:t>input</a:t>
            </a:r>
            <a:r>
              <a:rPr lang="ko-KR" altLang="en-US"/>
              <a:t>에 기여 </a:t>
            </a:r>
            <a:r>
              <a:rPr lang="en-US" altLang="ko-KR"/>
              <a:t> </a:t>
            </a:r>
            <a:r>
              <a:rPr lang="ko-KR" altLang="en-US"/>
              <a:t> </a:t>
            </a:r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3">
            <p14:nvContentPartPr>
              <p14:cNvPr id="447" name="잉크 446">
                <a:extLst>
                  <a:ext uri="{FF2B5EF4-FFF2-40B4-BE49-F238E27FC236}">
                    <a16:creationId xmlns:a16="http://schemas.microsoft.com/office/drawing/2014/main" id="{036A92B0-403C-3888-6F7C-F031923CEBC3}"/>
                  </a:ext>
                </a:extLst>
              </p14:cNvPr>
              <p14:cNvContentPartPr/>
              <p14:nvPr/>
            </p14:nvContentPartPr>
            <p14:xfrm>
              <a:off x="37860" y="2468640"/>
              <a:ext cx="360" cy="360"/>
            </p14:xfrm>
          </p:contentPart>
        </mc:Choice>
        <mc:Fallback>
          <p:pic>
            <p:nvPicPr>
              <p:cNvPr id="447" name="잉크 446">
                <a:extLst>
                  <a:ext uri="{FF2B5EF4-FFF2-40B4-BE49-F238E27FC236}">
                    <a16:creationId xmlns:a16="http://schemas.microsoft.com/office/drawing/2014/main" id="{036A92B0-403C-3888-6F7C-F031923CEBC3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31740" y="2462520"/>
                <a:ext cx="12600" cy="126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34602547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C2AA30-AFAD-C749-676E-74302ED3DC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" name="TextBox 439">
            <a:extLst>
              <a:ext uri="{FF2B5EF4-FFF2-40B4-BE49-F238E27FC236}">
                <a16:creationId xmlns:a16="http://schemas.microsoft.com/office/drawing/2014/main" id="{B16DB1DF-A3B1-ED0E-9A97-E13A07E25782}"/>
              </a:ext>
            </a:extLst>
          </p:cNvPr>
          <p:cNvSpPr txBox="1"/>
          <p:nvPr/>
        </p:nvSpPr>
        <p:spPr>
          <a:xfrm>
            <a:off x="237086" y="186584"/>
            <a:ext cx="1072246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/>
              <a:t>Watch control unit</a:t>
            </a:r>
            <a:r>
              <a:rPr lang="ko-KR" altLang="en-US"/>
              <a:t> 기능 정의</a:t>
            </a:r>
            <a:endParaRPr lang="en-US" altLang="ko-KR"/>
          </a:p>
          <a:p>
            <a:r>
              <a:rPr lang="en-US" altLang="ko-KR"/>
              <a:t>cursor</a:t>
            </a:r>
            <a:r>
              <a:rPr lang="ko-KR" altLang="en-US"/>
              <a:t> 값 </a:t>
            </a:r>
            <a:r>
              <a:rPr lang="en-US" altLang="ko-KR"/>
              <a:t>-&gt; </a:t>
            </a:r>
          </a:p>
          <a:p>
            <a:r>
              <a:rPr lang="en-US" altLang="ko-KR"/>
              <a:t>Fnd controller </a:t>
            </a:r>
            <a:r>
              <a:rPr lang="ko-KR" altLang="en-US"/>
              <a:t>내부 및 출력</a:t>
            </a:r>
            <a:r>
              <a:rPr lang="en-US" altLang="ko-KR"/>
              <a:t>( </a:t>
            </a:r>
            <a:r>
              <a:rPr lang="ko-KR" altLang="en-US">
                <a:highlight>
                  <a:srgbClr val="FFFF00"/>
                </a:highlight>
              </a:rPr>
              <a:t>기존의 </a:t>
            </a:r>
            <a:r>
              <a:rPr lang="en-US" altLang="ko-KR">
                <a:highlight>
                  <a:srgbClr val="FFFF00"/>
                </a:highlight>
              </a:rPr>
              <a:t>anode3</a:t>
            </a:r>
            <a:r>
              <a:rPr lang="ko-KR" altLang="en-US">
                <a:highlight>
                  <a:srgbClr val="FFFF00"/>
                </a:highlight>
              </a:rPr>
              <a:t>의 점멸 자원을 이용하여 자리값 세팅에 적용</a:t>
            </a:r>
            <a:r>
              <a:rPr lang="en-US" altLang="ko-KR"/>
              <a:t>)</a:t>
            </a:r>
            <a:r>
              <a:rPr lang="ko-KR" altLang="en-US"/>
              <a:t> </a:t>
            </a:r>
            <a:endParaRPr lang="en-US" altLang="ko-KR"/>
          </a:p>
        </p:txBody>
      </p:sp>
      <p:grpSp>
        <p:nvGrpSpPr>
          <p:cNvPr id="95" name="그룹 94">
            <a:extLst>
              <a:ext uri="{FF2B5EF4-FFF2-40B4-BE49-F238E27FC236}">
                <a16:creationId xmlns:a16="http://schemas.microsoft.com/office/drawing/2014/main" id="{A26669A0-C9BC-AF01-B496-948D1BE7D2D2}"/>
              </a:ext>
            </a:extLst>
          </p:cNvPr>
          <p:cNvGrpSpPr/>
          <p:nvPr/>
        </p:nvGrpSpPr>
        <p:grpSpPr>
          <a:xfrm>
            <a:off x="180698" y="2943512"/>
            <a:ext cx="7526209" cy="3727900"/>
            <a:chOff x="56283" y="2028239"/>
            <a:chExt cx="7911457" cy="3929728"/>
          </a:xfrm>
        </p:grpSpPr>
        <p:grpSp>
          <p:nvGrpSpPr>
            <p:cNvPr id="90" name="그룹 89">
              <a:extLst>
                <a:ext uri="{FF2B5EF4-FFF2-40B4-BE49-F238E27FC236}">
                  <a16:creationId xmlns:a16="http://schemas.microsoft.com/office/drawing/2014/main" id="{6EDBECF8-6D7D-EF57-A5C4-36C045835D57}"/>
                </a:ext>
              </a:extLst>
            </p:cNvPr>
            <p:cNvGrpSpPr/>
            <p:nvPr/>
          </p:nvGrpSpPr>
          <p:grpSpPr>
            <a:xfrm>
              <a:off x="56283" y="2028239"/>
              <a:ext cx="7911457" cy="3929728"/>
              <a:chOff x="699013" y="1975231"/>
              <a:chExt cx="7911457" cy="3929728"/>
            </a:xfrm>
          </p:grpSpPr>
          <p:grpSp>
            <p:nvGrpSpPr>
              <p:cNvPr id="33" name="그룹 32">
                <a:extLst>
                  <a:ext uri="{FF2B5EF4-FFF2-40B4-BE49-F238E27FC236}">
                    <a16:creationId xmlns:a16="http://schemas.microsoft.com/office/drawing/2014/main" id="{F4EDB32C-0171-FD4C-6B26-4273977C210D}"/>
                  </a:ext>
                </a:extLst>
              </p:cNvPr>
              <p:cNvGrpSpPr/>
              <p:nvPr/>
            </p:nvGrpSpPr>
            <p:grpSpPr>
              <a:xfrm>
                <a:off x="699013" y="1975231"/>
                <a:ext cx="7911457" cy="3929728"/>
                <a:chOff x="-14219" y="1975231"/>
                <a:chExt cx="7911457" cy="3929728"/>
              </a:xfrm>
            </p:grpSpPr>
            <p:pic>
              <p:nvPicPr>
                <p:cNvPr id="3" name="그림 2">
                  <a:extLst>
                    <a:ext uri="{FF2B5EF4-FFF2-40B4-BE49-F238E27FC236}">
                      <a16:creationId xmlns:a16="http://schemas.microsoft.com/office/drawing/2014/main" id="{88C346DD-37A1-84DA-18E9-14A14BA28ABF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rcRect r="29830"/>
                <a:stretch>
                  <a:fillRect/>
                </a:stretch>
              </p:blipFill>
              <p:spPr>
                <a:xfrm>
                  <a:off x="273837" y="1999963"/>
                  <a:ext cx="5694147" cy="3904996"/>
                </a:xfrm>
                <a:prstGeom prst="rect">
                  <a:avLst/>
                </a:prstGeom>
              </p:spPr>
            </p:pic>
            <p:grpSp>
              <p:nvGrpSpPr>
                <p:cNvPr id="17" name="그룹 16">
                  <a:extLst>
                    <a:ext uri="{FF2B5EF4-FFF2-40B4-BE49-F238E27FC236}">
                      <a16:creationId xmlns:a16="http://schemas.microsoft.com/office/drawing/2014/main" id="{4FA4EB6A-19A4-4482-78DF-CB7E90C653B0}"/>
                    </a:ext>
                  </a:extLst>
                </p:cNvPr>
                <p:cNvGrpSpPr/>
                <p:nvPr/>
              </p:nvGrpSpPr>
              <p:grpSpPr>
                <a:xfrm>
                  <a:off x="443944" y="3412003"/>
                  <a:ext cx="1073430" cy="802188"/>
                  <a:chOff x="231912" y="2060713"/>
                  <a:chExt cx="1473027" cy="3783496"/>
                </a:xfrm>
              </p:grpSpPr>
              <p:sp>
                <p:nvSpPr>
                  <p:cNvPr id="6" name="직사각형 5">
                    <a:extLst>
                      <a:ext uri="{FF2B5EF4-FFF2-40B4-BE49-F238E27FC236}">
                        <a16:creationId xmlns:a16="http://schemas.microsoft.com/office/drawing/2014/main" id="{59FD1ACB-E03F-AA0E-E880-DD3EF38A1A3B}"/>
                      </a:ext>
                    </a:extLst>
                  </p:cNvPr>
                  <p:cNvSpPr/>
                  <p:nvPr/>
                </p:nvSpPr>
                <p:spPr>
                  <a:xfrm>
                    <a:off x="231912" y="2060713"/>
                    <a:ext cx="748749" cy="3783496"/>
                  </a:xfrm>
                  <a:prstGeom prst="rect">
                    <a:avLst/>
                  </a:prstGeom>
                  <a:noFill/>
                  <a:ln>
                    <a:solidFill>
                      <a:srgbClr val="FF0000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ko-KR" altLang="en-US"/>
                  </a:p>
                </p:txBody>
              </p:sp>
              <p:cxnSp>
                <p:nvCxnSpPr>
                  <p:cNvPr id="11" name="직선 화살표 연결선 10">
                    <a:extLst>
                      <a:ext uri="{FF2B5EF4-FFF2-40B4-BE49-F238E27FC236}">
                        <a16:creationId xmlns:a16="http://schemas.microsoft.com/office/drawing/2014/main" id="{763E4693-612A-6D5A-C256-189C533A4D4A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980661" y="2605522"/>
                    <a:ext cx="724278" cy="0"/>
                  </a:xfrm>
                  <a:prstGeom prst="straightConnector1">
                    <a:avLst/>
                  </a:prstGeom>
                  <a:ln>
                    <a:solidFill>
                      <a:srgbClr val="FF0000"/>
                    </a:solidFill>
                    <a:tailEnd type="triangle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3" name="직선 화살표 연결선 12">
                    <a:extLst>
                      <a:ext uri="{FF2B5EF4-FFF2-40B4-BE49-F238E27FC236}">
                        <a16:creationId xmlns:a16="http://schemas.microsoft.com/office/drawing/2014/main" id="{593A01F7-9A96-501E-A585-D5DAA2CDC98D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980661" y="5104478"/>
                    <a:ext cx="724278" cy="0"/>
                  </a:xfrm>
                  <a:prstGeom prst="straightConnector1">
                    <a:avLst/>
                  </a:prstGeom>
                  <a:ln>
                    <a:solidFill>
                      <a:srgbClr val="FF0000"/>
                    </a:solidFill>
                    <a:tailEnd type="triangle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4EA975A3-EB76-638D-EC81-7FD9121B85ED}"/>
                    </a:ext>
                  </a:extLst>
                </p:cNvPr>
                <p:cNvSpPr txBox="1"/>
                <p:nvPr/>
              </p:nvSpPr>
              <p:spPr>
                <a:xfrm>
                  <a:off x="-14219" y="3142952"/>
                  <a:ext cx="2711730" cy="29199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ko-KR" sz="600" b="1">
                      <a:highlight>
                        <a:srgbClr val="FFFF00"/>
                      </a:highlight>
                    </a:rPr>
                    <a:t>1. enable(SW2 : 1 SW1 : 1 SW0 : 0 )</a:t>
                  </a:r>
                </a:p>
                <a:p>
                  <a:r>
                    <a:rPr lang="ko-KR" altLang="en-US" sz="600" b="1">
                      <a:highlight>
                        <a:srgbClr val="FFFF00"/>
                      </a:highlight>
                    </a:rPr>
                    <a:t> </a:t>
                  </a:r>
                  <a:r>
                    <a:rPr lang="en-US" altLang="ko-KR" sz="600" b="1">
                      <a:highlight>
                        <a:srgbClr val="FFFF00"/>
                      </a:highlight>
                    </a:rPr>
                    <a:t>Fnd controller </a:t>
                  </a:r>
                  <a:r>
                    <a:rPr lang="ko-KR" altLang="en-US" sz="600" b="1">
                      <a:highlight>
                        <a:srgbClr val="FFFF00"/>
                      </a:highlight>
                    </a:rPr>
                    <a:t>내부로 들어오는 신호 </a:t>
                  </a:r>
                  <a:r>
                    <a:rPr lang="en-US" altLang="ko-KR" sz="600" b="1">
                      <a:highlight>
                        <a:srgbClr val="FFFF00"/>
                      </a:highlight>
                    </a:rPr>
                    <a:t>= hour/min</a:t>
                  </a:r>
                  <a:endParaRPr lang="ko-KR" altLang="en-US" sz="600" b="1">
                    <a:highlight>
                      <a:srgbClr val="FFFF00"/>
                    </a:highlight>
                  </a:endParaRPr>
                </a:p>
              </p:txBody>
            </p:sp>
            <p:sp>
              <p:nvSpPr>
                <p:cNvPr id="16" name="직사각형 15">
                  <a:extLst>
                    <a:ext uri="{FF2B5EF4-FFF2-40B4-BE49-F238E27FC236}">
                      <a16:creationId xmlns:a16="http://schemas.microsoft.com/office/drawing/2014/main" id="{0D62EC0F-99CF-EE8D-2FDE-C95CB1156E78}"/>
                    </a:ext>
                  </a:extLst>
                </p:cNvPr>
                <p:cNvSpPr/>
                <p:nvPr/>
              </p:nvSpPr>
              <p:spPr>
                <a:xfrm>
                  <a:off x="2880360" y="3412002"/>
                  <a:ext cx="951208" cy="1060603"/>
                </a:xfrm>
                <a:prstGeom prst="rect">
                  <a:avLst/>
                </a:prstGeom>
                <a:noFill/>
                <a:ln>
                  <a:solidFill>
                    <a:srgbClr val="FF000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sp>
              <p:nvSpPr>
                <p:cNvPr id="25" name="직사각형 24">
                  <a:extLst>
                    <a:ext uri="{FF2B5EF4-FFF2-40B4-BE49-F238E27FC236}">
                      <a16:creationId xmlns:a16="http://schemas.microsoft.com/office/drawing/2014/main" id="{B2E563F2-953D-744C-9682-E2E97502A5EB}"/>
                    </a:ext>
                  </a:extLst>
                </p:cNvPr>
                <p:cNvSpPr/>
                <p:nvPr/>
              </p:nvSpPr>
              <p:spPr>
                <a:xfrm>
                  <a:off x="2880360" y="3880103"/>
                  <a:ext cx="377190" cy="177244"/>
                </a:xfrm>
                <a:prstGeom prst="rect">
                  <a:avLst/>
                </a:prstGeom>
                <a:noFill/>
                <a:ln>
                  <a:solidFill>
                    <a:srgbClr val="FF000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sp>
              <p:nvSpPr>
                <p:cNvPr id="29" name="직사각형 28">
                  <a:extLst>
                    <a:ext uri="{FF2B5EF4-FFF2-40B4-BE49-F238E27FC236}">
                      <a16:creationId xmlns:a16="http://schemas.microsoft.com/office/drawing/2014/main" id="{1401BD05-B996-2505-A911-DDBCF86908F5}"/>
                    </a:ext>
                  </a:extLst>
                </p:cNvPr>
                <p:cNvSpPr/>
                <p:nvPr/>
              </p:nvSpPr>
              <p:spPr>
                <a:xfrm>
                  <a:off x="583028" y="5416296"/>
                  <a:ext cx="377190" cy="95250"/>
                </a:xfrm>
                <a:prstGeom prst="rect">
                  <a:avLst/>
                </a:prstGeom>
                <a:noFill/>
                <a:ln>
                  <a:solidFill>
                    <a:srgbClr val="FF000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pic>
              <p:nvPicPr>
                <p:cNvPr id="32" name="그림 31">
                  <a:extLst>
                    <a:ext uri="{FF2B5EF4-FFF2-40B4-BE49-F238E27FC236}">
                      <a16:creationId xmlns:a16="http://schemas.microsoft.com/office/drawing/2014/main" id="{47520B4E-4A11-2873-2BE4-2D96F0470C98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rcRect l="70957" t="-586" r="386" b="586"/>
                <a:stretch>
                  <a:fillRect/>
                </a:stretch>
              </p:blipFill>
              <p:spPr>
                <a:xfrm>
                  <a:off x="5571744" y="1975231"/>
                  <a:ext cx="2325494" cy="3904996"/>
                </a:xfrm>
                <a:prstGeom prst="rect">
                  <a:avLst/>
                </a:prstGeom>
              </p:spPr>
            </p:pic>
          </p:grpSp>
          <p:sp>
            <p:nvSpPr>
              <p:cNvPr id="35" name="직사각형 34">
                <a:extLst>
                  <a:ext uri="{FF2B5EF4-FFF2-40B4-BE49-F238E27FC236}">
                    <a16:creationId xmlns:a16="http://schemas.microsoft.com/office/drawing/2014/main" id="{C6FC7AEB-DB3D-A994-9C88-31FA935BCCAC}"/>
                  </a:ext>
                </a:extLst>
              </p:cNvPr>
              <p:cNvSpPr/>
              <p:nvPr/>
            </p:nvSpPr>
            <p:spPr>
              <a:xfrm>
                <a:off x="1377696" y="4663440"/>
                <a:ext cx="319015" cy="95250"/>
              </a:xfrm>
              <a:prstGeom prst="rect">
                <a:avLst/>
              </a:prstGeom>
              <a:noFill/>
              <a:ln>
                <a:solidFill>
                  <a:srgbClr val="92D05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39" name="직사각형 38">
                <a:extLst>
                  <a:ext uri="{FF2B5EF4-FFF2-40B4-BE49-F238E27FC236}">
                    <a16:creationId xmlns:a16="http://schemas.microsoft.com/office/drawing/2014/main" id="{F705A00B-79D2-8532-7EC1-0516DEF55B4B}"/>
                  </a:ext>
                </a:extLst>
              </p:cNvPr>
              <p:cNvSpPr/>
              <p:nvPr/>
            </p:nvSpPr>
            <p:spPr>
              <a:xfrm>
                <a:off x="2230606" y="4491936"/>
                <a:ext cx="874641" cy="371611"/>
              </a:xfrm>
              <a:prstGeom prst="rect">
                <a:avLst/>
              </a:prstGeom>
              <a:noFill/>
              <a:ln>
                <a:solidFill>
                  <a:srgbClr val="92D05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cxnSp>
            <p:nvCxnSpPr>
              <p:cNvPr id="48" name="직선 연결선 47">
                <a:extLst>
                  <a:ext uri="{FF2B5EF4-FFF2-40B4-BE49-F238E27FC236}">
                    <a16:creationId xmlns:a16="http://schemas.microsoft.com/office/drawing/2014/main" id="{40D813D8-AF1A-0B96-9992-A62956C517D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105247" y="4704246"/>
                <a:ext cx="2156395" cy="1866"/>
              </a:xfrm>
              <a:prstGeom prst="line">
                <a:avLst/>
              </a:prstGeom>
              <a:ln>
                <a:solidFill>
                  <a:schemeClr val="accent6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0" name="직선 연결선 49">
                <a:extLst>
                  <a:ext uri="{FF2B5EF4-FFF2-40B4-BE49-F238E27FC236}">
                    <a16:creationId xmlns:a16="http://schemas.microsoft.com/office/drawing/2014/main" id="{A36F5612-2E96-FB47-5E23-56560AB70DA8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261642" y="4472605"/>
                <a:ext cx="0" cy="227001"/>
              </a:xfrm>
              <a:prstGeom prst="line">
                <a:avLst/>
              </a:prstGeom>
              <a:ln>
                <a:solidFill>
                  <a:srgbClr val="92D05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4" name="이등변 삼각형 53">
                <a:extLst>
                  <a:ext uri="{FF2B5EF4-FFF2-40B4-BE49-F238E27FC236}">
                    <a16:creationId xmlns:a16="http://schemas.microsoft.com/office/drawing/2014/main" id="{F4A9ACEB-B9DB-88E9-FCE8-7355086FCB09}"/>
                  </a:ext>
                </a:extLst>
              </p:cNvPr>
              <p:cNvSpPr/>
              <p:nvPr/>
            </p:nvSpPr>
            <p:spPr>
              <a:xfrm>
                <a:off x="5221289" y="4414520"/>
                <a:ext cx="82227" cy="45719"/>
              </a:xfrm>
              <a:prstGeom prst="triangle">
                <a:avLst/>
              </a:prstGeom>
              <a:ln>
                <a:solidFill>
                  <a:schemeClr val="accent6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87" name="TextBox 86">
                <a:extLst>
                  <a:ext uri="{FF2B5EF4-FFF2-40B4-BE49-F238E27FC236}">
                    <a16:creationId xmlns:a16="http://schemas.microsoft.com/office/drawing/2014/main" id="{491D5D08-B1E6-09C6-D9C9-2696E64C442E}"/>
                  </a:ext>
                </a:extLst>
              </p:cNvPr>
              <p:cNvSpPr txBox="1"/>
              <p:nvPr/>
            </p:nvSpPr>
            <p:spPr>
              <a:xfrm>
                <a:off x="3334910" y="3230587"/>
                <a:ext cx="2438400" cy="18466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ko-KR" sz="600" b="1">
                    <a:highlight>
                      <a:srgbClr val="FFFF00"/>
                    </a:highlight>
                  </a:rPr>
                  <a:t>2. State machine </a:t>
                </a:r>
                <a:r>
                  <a:rPr lang="ko-KR" altLang="en-US" sz="600" b="1">
                    <a:highlight>
                      <a:srgbClr val="FFFF00"/>
                    </a:highlight>
                  </a:rPr>
                  <a:t>의 </a:t>
                </a:r>
                <a:r>
                  <a:rPr lang="en-US" altLang="ko-KR" sz="600" b="1">
                    <a:highlight>
                      <a:srgbClr val="FFFF00"/>
                    </a:highlight>
                  </a:rPr>
                  <a:t>cursor </a:t>
                </a:r>
                <a:r>
                  <a:rPr lang="ko-KR" altLang="en-US" sz="600" b="1">
                    <a:highlight>
                      <a:srgbClr val="FFFF00"/>
                    </a:highlight>
                  </a:rPr>
                  <a:t>값이 </a:t>
                </a:r>
                <a:r>
                  <a:rPr lang="en-US" altLang="ko-KR" sz="600" b="1">
                    <a:highlight>
                      <a:srgbClr val="FFFF00"/>
                    </a:highlight>
                  </a:rPr>
                  <a:t>‘</a:t>
                </a:r>
                <a:r>
                  <a:rPr lang="ko-KR" altLang="en-US" sz="600" b="1">
                    <a:highlight>
                      <a:srgbClr val="FFFF00"/>
                    </a:highlight>
                  </a:rPr>
                  <a:t>점멸 위치</a:t>
                </a:r>
                <a:r>
                  <a:rPr lang="en-US" altLang="ko-KR" sz="600" b="1">
                    <a:highlight>
                      <a:srgbClr val="FFFF00"/>
                    </a:highlight>
                  </a:rPr>
                  <a:t>’</a:t>
                </a:r>
                <a:r>
                  <a:rPr lang="ko-KR" altLang="en-US" sz="600" b="1">
                    <a:highlight>
                      <a:srgbClr val="FFFF00"/>
                    </a:highlight>
                  </a:rPr>
                  <a:t>를 결정</a:t>
                </a:r>
              </a:p>
            </p:txBody>
          </p:sp>
          <p:cxnSp>
            <p:nvCxnSpPr>
              <p:cNvPr id="89" name="직선 화살표 연결선 88">
                <a:extLst>
                  <a:ext uri="{FF2B5EF4-FFF2-40B4-BE49-F238E27FC236}">
                    <a16:creationId xmlns:a16="http://schemas.microsoft.com/office/drawing/2014/main" id="{D8DB7473-DD9C-C117-81E9-8EE78FF51614}"/>
                  </a:ext>
                </a:extLst>
              </p:cNvPr>
              <p:cNvCxnSpPr/>
              <p:nvPr/>
            </p:nvCxnSpPr>
            <p:spPr>
              <a:xfrm>
                <a:off x="1696711" y="4706112"/>
                <a:ext cx="533895" cy="0"/>
              </a:xfrm>
              <a:prstGeom prst="straightConnector1">
                <a:avLst/>
              </a:prstGeom>
              <a:ln>
                <a:solidFill>
                  <a:srgbClr val="92D05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94" name="TextBox 93">
              <a:extLst>
                <a:ext uri="{FF2B5EF4-FFF2-40B4-BE49-F238E27FC236}">
                  <a16:creationId xmlns:a16="http://schemas.microsoft.com/office/drawing/2014/main" id="{EFD1E57B-BB4B-42C4-ADC9-2C44CDF69EA7}"/>
                </a:ext>
              </a:extLst>
            </p:cNvPr>
            <p:cNvSpPr txBox="1"/>
            <p:nvPr/>
          </p:nvSpPr>
          <p:spPr>
            <a:xfrm>
              <a:off x="2827287" y="4786764"/>
              <a:ext cx="2438400" cy="18466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600" b="1">
                  <a:highlight>
                    <a:srgbClr val="FFFF00"/>
                  </a:highlight>
                </a:rPr>
                <a:t>3. 4KHz </a:t>
              </a:r>
              <a:r>
                <a:rPr lang="ko-KR" altLang="en-US" sz="600" b="1">
                  <a:highlight>
                    <a:srgbClr val="FFFF00"/>
                  </a:highlight>
                </a:rPr>
                <a:t>주기로 </a:t>
              </a:r>
              <a:r>
                <a:rPr lang="en-US" altLang="ko-KR" sz="600" b="1">
                  <a:highlight>
                    <a:srgbClr val="FFFF00"/>
                  </a:highlight>
                </a:rPr>
                <a:t>Sel </a:t>
              </a:r>
              <a:r>
                <a:rPr lang="ko-KR" altLang="en-US" sz="600" b="1">
                  <a:highlight>
                    <a:srgbClr val="FFFF00"/>
                  </a:highlight>
                </a:rPr>
                <a:t>결정</a:t>
              </a:r>
              <a:r>
                <a:rPr lang="en-US" altLang="ko-KR" sz="600" b="1">
                  <a:highlight>
                    <a:srgbClr val="FFFF00"/>
                  </a:highlight>
                </a:rPr>
                <a:t>(anode</a:t>
              </a:r>
              <a:r>
                <a:rPr lang="ko-KR" altLang="en-US" sz="600" b="1">
                  <a:highlight>
                    <a:srgbClr val="FFFF00"/>
                  </a:highlight>
                </a:rPr>
                <a:t>당 주기 </a:t>
              </a:r>
              <a:r>
                <a:rPr lang="en-US" altLang="ko-KR" sz="600" b="1">
                  <a:highlight>
                    <a:srgbClr val="FFFF00"/>
                  </a:highlight>
                </a:rPr>
                <a:t>250us)</a:t>
              </a:r>
              <a:endParaRPr lang="ko-KR" altLang="en-US" sz="600" b="1">
                <a:highlight>
                  <a:srgbClr val="FFFF00"/>
                </a:highlight>
              </a:endParaRPr>
            </a:p>
          </p:txBody>
        </p:sp>
      </p:grpSp>
      <p:grpSp>
        <p:nvGrpSpPr>
          <p:cNvPr id="97" name="그룹 96">
            <a:extLst>
              <a:ext uri="{FF2B5EF4-FFF2-40B4-BE49-F238E27FC236}">
                <a16:creationId xmlns:a16="http://schemas.microsoft.com/office/drawing/2014/main" id="{32018AB8-8D89-BF64-C001-B004F859F4A5}"/>
              </a:ext>
            </a:extLst>
          </p:cNvPr>
          <p:cNvGrpSpPr/>
          <p:nvPr/>
        </p:nvGrpSpPr>
        <p:grpSpPr>
          <a:xfrm>
            <a:off x="2123679" y="1562482"/>
            <a:ext cx="1707281" cy="561814"/>
            <a:chOff x="8147507" y="4736955"/>
            <a:chExt cx="2860497" cy="994910"/>
          </a:xfrm>
        </p:grpSpPr>
        <p:sp>
          <p:nvSpPr>
            <p:cNvPr id="99" name="직사각형 98">
              <a:extLst>
                <a:ext uri="{FF2B5EF4-FFF2-40B4-BE49-F238E27FC236}">
                  <a16:creationId xmlns:a16="http://schemas.microsoft.com/office/drawing/2014/main" id="{A46A8063-8F60-A934-3AC2-1A09421AE1EA}"/>
                </a:ext>
              </a:extLst>
            </p:cNvPr>
            <p:cNvSpPr/>
            <p:nvPr/>
          </p:nvSpPr>
          <p:spPr>
            <a:xfrm>
              <a:off x="8147507" y="4736955"/>
              <a:ext cx="2860497" cy="994910"/>
            </a:xfrm>
            <a:prstGeom prst="rect">
              <a:avLst/>
            </a:prstGeom>
            <a:solidFill>
              <a:schemeClr val="tx1">
                <a:lumMod val="65000"/>
                <a:lumOff val="3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50"/>
            </a:p>
          </p:txBody>
        </p:sp>
        <p:grpSp>
          <p:nvGrpSpPr>
            <p:cNvPr id="100" name="그룹 99">
              <a:extLst>
                <a:ext uri="{FF2B5EF4-FFF2-40B4-BE49-F238E27FC236}">
                  <a16:creationId xmlns:a16="http://schemas.microsoft.com/office/drawing/2014/main" id="{55F12AB8-8E88-F091-B580-D3A5A070F46E}"/>
                </a:ext>
              </a:extLst>
            </p:cNvPr>
            <p:cNvGrpSpPr/>
            <p:nvPr/>
          </p:nvGrpSpPr>
          <p:grpSpPr>
            <a:xfrm>
              <a:off x="8408334" y="4819650"/>
              <a:ext cx="2500334" cy="808179"/>
              <a:chOff x="8112248" y="4451227"/>
              <a:chExt cx="3529919" cy="1221760"/>
            </a:xfrm>
          </p:grpSpPr>
          <p:grpSp>
            <p:nvGrpSpPr>
              <p:cNvPr id="101" name="그룹 100">
                <a:extLst>
                  <a:ext uri="{FF2B5EF4-FFF2-40B4-BE49-F238E27FC236}">
                    <a16:creationId xmlns:a16="http://schemas.microsoft.com/office/drawing/2014/main" id="{C05C04CA-8295-465B-CD99-4B781DC5C7ED}"/>
                  </a:ext>
                </a:extLst>
              </p:cNvPr>
              <p:cNvGrpSpPr/>
              <p:nvPr/>
            </p:nvGrpSpPr>
            <p:grpSpPr>
              <a:xfrm>
                <a:off x="8112248" y="4451227"/>
                <a:ext cx="796802" cy="1221760"/>
                <a:chOff x="8112248" y="4451227"/>
                <a:chExt cx="796802" cy="1221760"/>
              </a:xfrm>
            </p:grpSpPr>
            <p:grpSp>
              <p:nvGrpSpPr>
                <p:cNvPr id="141" name="그룹 140">
                  <a:extLst>
                    <a:ext uri="{FF2B5EF4-FFF2-40B4-BE49-F238E27FC236}">
                      <a16:creationId xmlns:a16="http://schemas.microsoft.com/office/drawing/2014/main" id="{823666E9-E6B4-4BED-9CE2-1B8AB8A58C5B}"/>
                    </a:ext>
                  </a:extLst>
                </p:cNvPr>
                <p:cNvGrpSpPr/>
                <p:nvPr/>
              </p:nvGrpSpPr>
              <p:grpSpPr>
                <a:xfrm>
                  <a:off x="8112248" y="4451227"/>
                  <a:ext cx="667506" cy="1221760"/>
                  <a:chOff x="8377382" y="4544293"/>
                  <a:chExt cx="667506" cy="1221760"/>
                </a:xfrm>
              </p:grpSpPr>
              <p:grpSp>
                <p:nvGrpSpPr>
                  <p:cNvPr id="143" name="그룹 142">
                    <a:extLst>
                      <a:ext uri="{FF2B5EF4-FFF2-40B4-BE49-F238E27FC236}">
                        <a16:creationId xmlns:a16="http://schemas.microsoft.com/office/drawing/2014/main" id="{99C74CAE-E6F1-0C1F-3B18-99B7ABED8517}"/>
                      </a:ext>
                    </a:extLst>
                  </p:cNvPr>
                  <p:cNvGrpSpPr/>
                  <p:nvPr/>
                </p:nvGrpSpPr>
                <p:grpSpPr>
                  <a:xfrm>
                    <a:off x="8377382" y="4544293"/>
                    <a:ext cx="667504" cy="666298"/>
                    <a:chOff x="8377382" y="4544293"/>
                    <a:chExt cx="667504" cy="666298"/>
                  </a:xfrm>
                </p:grpSpPr>
                <p:sp>
                  <p:nvSpPr>
                    <p:cNvPr id="265" name="직사각형 264">
                      <a:extLst>
                        <a:ext uri="{FF2B5EF4-FFF2-40B4-BE49-F238E27FC236}">
                          <a16:creationId xmlns:a16="http://schemas.microsoft.com/office/drawing/2014/main" id="{6415F0DB-4C7F-6173-0A12-663986F39A8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77382" y="4673601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  <p:sp>
                  <p:nvSpPr>
                    <p:cNvPr id="266" name="직사각형 265">
                      <a:extLst>
                        <a:ext uri="{FF2B5EF4-FFF2-40B4-BE49-F238E27FC236}">
                          <a16:creationId xmlns:a16="http://schemas.microsoft.com/office/drawing/2014/main" id="{7D75AD31-A06B-2873-1AA7-A5296FA672C7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392743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  <p:sp>
                  <p:nvSpPr>
                    <p:cNvPr id="267" name="직사각형 266">
                      <a:extLst>
                        <a:ext uri="{FF2B5EF4-FFF2-40B4-BE49-F238E27FC236}">
                          <a16:creationId xmlns:a16="http://schemas.microsoft.com/office/drawing/2014/main" id="{49BFB211-886C-1E6C-0B48-FF009BCE0157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34050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  <p:sp>
                  <p:nvSpPr>
                    <p:cNvPr id="268" name="직사각형 267">
                      <a:extLst>
                        <a:ext uri="{FF2B5EF4-FFF2-40B4-BE49-F238E27FC236}">
                          <a16:creationId xmlns:a16="http://schemas.microsoft.com/office/drawing/2014/main" id="{3627D167-9D71-ECCA-BD28-53C9382B094E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948205"/>
                      <a:ext cx="110836" cy="413936"/>
                    </a:xfrm>
                    <a:prstGeom prst="rect">
                      <a:avLst/>
                    </a:prstGeom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</p:grpSp>
              <p:grpSp>
                <p:nvGrpSpPr>
                  <p:cNvPr id="260" name="그룹 259">
                    <a:extLst>
                      <a:ext uri="{FF2B5EF4-FFF2-40B4-BE49-F238E27FC236}">
                        <a16:creationId xmlns:a16="http://schemas.microsoft.com/office/drawing/2014/main" id="{6B9E46AF-5532-F442-A6D6-16DA0F49AE58}"/>
                      </a:ext>
                    </a:extLst>
                  </p:cNvPr>
                  <p:cNvGrpSpPr/>
                  <p:nvPr/>
                </p:nvGrpSpPr>
                <p:grpSpPr>
                  <a:xfrm>
                    <a:off x="8377384" y="5099755"/>
                    <a:ext cx="667504" cy="666298"/>
                    <a:chOff x="8377382" y="4544293"/>
                    <a:chExt cx="667504" cy="666298"/>
                  </a:xfrm>
                </p:grpSpPr>
                <p:sp>
                  <p:nvSpPr>
                    <p:cNvPr id="261" name="직사각형 260">
                      <a:extLst>
                        <a:ext uri="{FF2B5EF4-FFF2-40B4-BE49-F238E27FC236}">
                          <a16:creationId xmlns:a16="http://schemas.microsoft.com/office/drawing/2014/main" id="{C3D47C61-84CE-3505-3797-7D9D300886BA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77382" y="4673601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  <p:sp>
                  <p:nvSpPr>
                    <p:cNvPr id="262" name="직사각형 261">
                      <a:extLst>
                        <a:ext uri="{FF2B5EF4-FFF2-40B4-BE49-F238E27FC236}">
                          <a16:creationId xmlns:a16="http://schemas.microsoft.com/office/drawing/2014/main" id="{839C030E-CB70-1C39-743A-F1963E36AD6A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392743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  <p:sp>
                  <p:nvSpPr>
                    <p:cNvPr id="263" name="직사각형 262">
                      <a:extLst>
                        <a:ext uri="{FF2B5EF4-FFF2-40B4-BE49-F238E27FC236}">
                          <a16:creationId xmlns:a16="http://schemas.microsoft.com/office/drawing/2014/main" id="{9E43A76F-38CD-AA16-C632-95F1A23DA913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34050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  <p:sp>
                  <p:nvSpPr>
                    <p:cNvPr id="264" name="직사각형 263">
                      <a:extLst>
                        <a:ext uri="{FF2B5EF4-FFF2-40B4-BE49-F238E27FC236}">
                          <a16:creationId xmlns:a16="http://schemas.microsoft.com/office/drawing/2014/main" id="{CFDF30F6-59B8-52F9-DEAE-87C33D6CF838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948205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</p:grpSp>
            </p:grpSp>
            <p:sp>
              <p:nvSpPr>
                <p:cNvPr id="142" name="직사각형 141">
                  <a:extLst>
                    <a:ext uri="{FF2B5EF4-FFF2-40B4-BE49-F238E27FC236}">
                      <a16:creationId xmlns:a16="http://schemas.microsoft.com/office/drawing/2014/main" id="{88B98F63-96A2-D063-5465-B0624BEDE35F}"/>
                    </a:ext>
                  </a:extLst>
                </p:cNvPr>
                <p:cNvSpPr/>
                <p:nvPr/>
              </p:nvSpPr>
              <p:spPr>
                <a:xfrm>
                  <a:off x="8808029" y="5562151"/>
                  <a:ext cx="101021" cy="110836"/>
                </a:xfrm>
                <a:prstGeom prst="rect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/>
                </a:p>
              </p:txBody>
            </p:sp>
          </p:grpSp>
          <p:grpSp>
            <p:nvGrpSpPr>
              <p:cNvPr id="102" name="그룹 101">
                <a:extLst>
                  <a:ext uri="{FF2B5EF4-FFF2-40B4-BE49-F238E27FC236}">
                    <a16:creationId xmlns:a16="http://schemas.microsoft.com/office/drawing/2014/main" id="{48B980EF-B66B-11BC-F7DE-788569464429}"/>
                  </a:ext>
                </a:extLst>
              </p:cNvPr>
              <p:cNvGrpSpPr/>
              <p:nvPr/>
            </p:nvGrpSpPr>
            <p:grpSpPr>
              <a:xfrm>
                <a:off x="9003883" y="4451227"/>
                <a:ext cx="796802" cy="1221760"/>
                <a:chOff x="8112248" y="4451227"/>
                <a:chExt cx="796802" cy="1221760"/>
              </a:xfrm>
            </p:grpSpPr>
            <p:grpSp>
              <p:nvGrpSpPr>
                <p:cNvPr id="129" name="그룹 128">
                  <a:extLst>
                    <a:ext uri="{FF2B5EF4-FFF2-40B4-BE49-F238E27FC236}">
                      <a16:creationId xmlns:a16="http://schemas.microsoft.com/office/drawing/2014/main" id="{CC7ED037-0E3A-E570-10D4-451730ED744E}"/>
                    </a:ext>
                  </a:extLst>
                </p:cNvPr>
                <p:cNvGrpSpPr/>
                <p:nvPr/>
              </p:nvGrpSpPr>
              <p:grpSpPr>
                <a:xfrm>
                  <a:off x="8112248" y="4451227"/>
                  <a:ext cx="667506" cy="1221760"/>
                  <a:chOff x="8377382" y="4544293"/>
                  <a:chExt cx="667506" cy="1221760"/>
                </a:xfrm>
              </p:grpSpPr>
              <p:grpSp>
                <p:nvGrpSpPr>
                  <p:cNvPr id="131" name="그룹 130">
                    <a:extLst>
                      <a:ext uri="{FF2B5EF4-FFF2-40B4-BE49-F238E27FC236}">
                        <a16:creationId xmlns:a16="http://schemas.microsoft.com/office/drawing/2014/main" id="{931AF7FC-7A7F-E7EE-A008-4EE1FF2E1407}"/>
                      </a:ext>
                    </a:extLst>
                  </p:cNvPr>
                  <p:cNvGrpSpPr/>
                  <p:nvPr/>
                </p:nvGrpSpPr>
                <p:grpSpPr>
                  <a:xfrm>
                    <a:off x="8377382" y="4544293"/>
                    <a:ext cx="667504" cy="666298"/>
                    <a:chOff x="8377382" y="4544293"/>
                    <a:chExt cx="667504" cy="666298"/>
                  </a:xfrm>
                </p:grpSpPr>
                <p:sp>
                  <p:nvSpPr>
                    <p:cNvPr id="137" name="직사각형 136">
                      <a:extLst>
                        <a:ext uri="{FF2B5EF4-FFF2-40B4-BE49-F238E27FC236}">
                          <a16:creationId xmlns:a16="http://schemas.microsoft.com/office/drawing/2014/main" id="{B702DEEF-55E7-3234-625A-6E8D0C33BCC0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77382" y="4673601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  <p:sp>
                  <p:nvSpPr>
                    <p:cNvPr id="138" name="직사각형 137">
                      <a:extLst>
                        <a:ext uri="{FF2B5EF4-FFF2-40B4-BE49-F238E27FC236}">
                          <a16:creationId xmlns:a16="http://schemas.microsoft.com/office/drawing/2014/main" id="{CC3B4573-8A19-2C85-6DE6-64B29AA72C0F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392743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  <p:sp>
                  <p:nvSpPr>
                    <p:cNvPr id="139" name="직사각형 138">
                      <a:extLst>
                        <a:ext uri="{FF2B5EF4-FFF2-40B4-BE49-F238E27FC236}">
                          <a16:creationId xmlns:a16="http://schemas.microsoft.com/office/drawing/2014/main" id="{4FDC15D2-CD85-3837-9018-789923449A63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34050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  <p:sp>
                  <p:nvSpPr>
                    <p:cNvPr id="140" name="직사각형 139">
                      <a:extLst>
                        <a:ext uri="{FF2B5EF4-FFF2-40B4-BE49-F238E27FC236}">
                          <a16:creationId xmlns:a16="http://schemas.microsoft.com/office/drawing/2014/main" id="{EE6ABE3D-D338-E922-ACBE-F024B84A8DC0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948205"/>
                      <a:ext cx="110836" cy="413936"/>
                    </a:xfrm>
                    <a:prstGeom prst="rect">
                      <a:avLst/>
                    </a:prstGeom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</p:grpSp>
              <p:grpSp>
                <p:nvGrpSpPr>
                  <p:cNvPr id="132" name="그룹 131">
                    <a:extLst>
                      <a:ext uri="{FF2B5EF4-FFF2-40B4-BE49-F238E27FC236}">
                        <a16:creationId xmlns:a16="http://schemas.microsoft.com/office/drawing/2014/main" id="{9A6828B5-F5F6-D2F0-A352-4B09A05A81C1}"/>
                      </a:ext>
                    </a:extLst>
                  </p:cNvPr>
                  <p:cNvGrpSpPr/>
                  <p:nvPr/>
                </p:nvGrpSpPr>
                <p:grpSpPr>
                  <a:xfrm>
                    <a:off x="8377384" y="5099755"/>
                    <a:ext cx="667504" cy="666298"/>
                    <a:chOff x="8377382" y="4544293"/>
                    <a:chExt cx="667504" cy="666298"/>
                  </a:xfrm>
                </p:grpSpPr>
                <p:sp>
                  <p:nvSpPr>
                    <p:cNvPr id="133" name="직사각형 132">
                      <a:extLst>
                        <a:ext uri="{FF2B5EF4-FFF2-40B4-BE49-F238E27FC236}">
                          <a16:creationId xmlns:a16="http://schemas.microsoft.com/office/drawing/2014/main" id="{A554E5C4-C929-93A4-C9CA-B7974D8C5104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77382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  <p:sp>
                  <p:nvSpPr>
                    <p:cNvPr id="134" name="직사각형 133">
                      <a:extLst>
                        <a:ext uri="{FF2B5EF4-FFF2-40B4-BE49-F238E27FC236}">
                          <a16:creationId xmlns:a16="http://schemas.microsoft.com/office/drawing/2014/main" id="{7A68A9D8-6CD3-1948-9B6A-1BC8A81E005D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392743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  <p:sp>
                  <p:nvSpPr>
                    <p:cNvPr id="135" name="직사각형 134">
                      <a:extLst>
                        <a:ext uri="{FF2B5EF4-FFF2-40B4-BE49-F238E27FC236}">
                          <a16:creationId xmlns:a16="http://schemas.microsoft.com/office/drawing/2014/main" id="{08D98E6A-5FCC-3DBB-0B1E-DE46871D12B7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34050" y="4673601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  <p:sp>
                  <p:nvSpPr>
                    <p:cNvPr id="136" name="직사각형 135">
                      <a:extLst>
                        <a:ext uri="{FF2B5EF4-FFF2-40B4-BE49-F238E27FC236}">
                          <a16:creationId xmlns:a16="http://schemas.microsoft.com/office/drawing/2014/main" id="{81D01FFC-9023-72C1-4A64-94039D537F89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948205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</p:grpSp>
            </p:grpSp>
            <p:sp>
              <p:nvSpPr>
                <p:cNvPr id="130" name="직사각형 129">
                  <a:extLst>
                    <a:ext uri="{FF2B5EF4-FFF2-40B4-BE49-F238E27FC236}">
                      <a16:creationId xmlns:a16="http://schemas.microsoft.com/office/drawing/2014/main" id="{F9D37326-D35C-E38F-66E8-E3A6CDB2A177}"/>
                    </a:ext>
                  </a:extLst>
                </p:cNvPr>
                <p:cNvSpPr/>
                <p:nvPr/>
              </p:nvSpPr>
              <p:spPr>
                <a:xfrm>
                  <a:off x="8808029" y="5562151"/>
                  <a:ext cx="101021" cy="110836"/>
                </a:xfrm>
                <a:prstGeom prst="rect">
                  <a:avLst/>
                </a:prstGeom>
                <a:solidFill>
                  <a:srgbClr val="FF0000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/>
                </a:p>
              </p:txBody>
            </p:sp>
          </p:grpSp>
          <p:grpSp>
            <p:nvGrpSpPr>
              <p:cNvPr id="103" name="그룹 102">
                <a:extLst>
                  <a:ext uri="{FF2B5EF4-FFF2-40B4-BE49-F238E27FC236}">
                    <a16:creationId xmlns:a16="http://schemas.microsoft.com/office/drawing/2014/main" id="{FC346ED7-DFF1-E24E-1B41-EDFB802FC8B7}"/>
                  </a:ext>
                </a:extLst>
              </p:cNvPr>
              <p:cNvGrpSpPr/>
              <p:nvPr/>
            </p:nvGrpSpPr>
            <p:grpSpPr>
              <a:xfrm>
                <a:off x="9935853" y="4451227"/>
                <a:ext cx="796802" cy="1221760"/>
                <a:chOff x="8112248" y="4451227"/>
                <a:chExt cx="796802" cy="1221760"/>
              </a:xfrm>
            </p:grpSpPr>
            <p:grpSp>
              <p:nvGrpSpPr>
                <p:cNvPr id="117" name="그룹 116">
                  <a:extLst>
                    <a:ext uri="{FF2B5EF4-FFF2-40B4-BE49-F238E27FC236}">
                      <a16:creationId xmlns:a16="http://schemas.microsoft.com/office/drawing/2014/main" id="{05B1BD48-4346-BE9B-4C74-76D9EA32A91A}"/>
                    </a:ext>
                  </a:extLst>
                </p:cNvPr>
                <p:cNvGrpSpPr/>
                <p:nvPr/>
              </p:nvGrpSpPr>
              <p:grpSpPr>
                <a:xfrm>
                  <a:off x="8112248" y="4451227"/>
                  <a:ext cx="667506" cy="1221760"/>
                  <a:chOff x="8377382" y="4544293"/>
                  <a:chExt cx="667506" cy="1221760"/>
                </a:xfrm>
              </p:grpSpPr>
              <p:grpSp>
                <p:nvGrpSpPr>
                  <p:cNvPr id="119" name="그룹 118">
                    <a:extLst>
                      <a:ext uri="{FF2B5EF4-FFF2-40B4-BE49-F238E27FC236}">
                        <a16:creationId xmlns:a16="http://schemas.microsoft.com/office/drawing/2014/main" id="{6EA72BFE-EFA2-178C-0C18-1E6D67B161B7}"/>
                      </a:ext>
                    </a:extLst>
                  </p:cNvPr>
                  <p:cNvGrpSpPr/>
                  <p:nvPr/>
                </p:nvGrpSpPr>
                <p:grpSpPr>
                  <a:xfrm>
                    <a:off x="8377382" y="4544293"/>
                    <a:ext cx="667504" cy="666298"/>
                    <a:chOff x="8377382" y="4544293"/>
                    <a:chExt cx="667504" cy="666298"/>
                  </a:xfrm>
                </p:grpSpPr>
                <p:sp>
                  <p:nvSpPr>
                    <p:cNvPr id="125" name="직사각형 124">
                      <a:extLst>
                        <a:ext uri="{FF2B5EF4-FFF2-40B4-BE49-F238E27FC236}">
                          <a16:creationId xmlns:a16="http://schemas.microsoft.com/office/drawing/2014/main" id="{DFAE5F05-48E4-06BE-0224-131836F1C8EC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77382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  <p:sp>
                  <p:nvSpPr>
                    <p:cNvPr id="126" name="직사각형 125">
                      <a:extLst>
                        <a:ext uri="{FF2B5EF4-FFF2-40B4-BE49-F238E27FC236}">
                          <a16:creationId xmlns:a16="http://schemas.microsoft.com/office/drawing/2014/main" id="{396F797E-D8D1-954A-CA8D-7A3A8AAF292C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392743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  <p:sp>
                  <p:nvSpPr>
                    <p:cNvPr id="127" name="직사각형 126">
                      <a:extLst>
                        <a:ext uri="{FF2B5EF4-FFF2-40B4-BE49-F238E27FC236}">
                          <a16:creationId xmlns:a16="http://schemas.microsoft.com/office/drawing/2014/main" id="{A4384081-ECFE-DDA3-B78F-38B14A38EDB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34050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  <p:sp>
                  <p:nvSpPr>
                    <p:cNvPr id="128" name="직사각형 127">
                      <a:extLst>
                        <a:ext uri="{FF2B5EF4-FFF2-40B4-BE49-F238E27FC236}">
                          <a16:creationId xmlns:a16="http://schemas.microsoft.com/office/drawing/2014/main" id="{82DBEDE9-C462-DCB6-36C4-02B3A91A83CD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948205"/>
                      <a:ext cx="110836" cy="413936"/>
                    </a:xfrm>
                    <a:prstGeom prst="rect">
                      <a:avLst/>
                    </a:prstGeom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</p:grpSp>
              <p:grpSp>
                <p:nvGrpSpPr>
                  <p:cNvPr id="120" name="그룹 119">
                    <a:extLst>
                      <a:ext uri="{FF2B5EF4-FFF2-40B4-BE49-F238E27FC236}">
                        <a16:creationId xmlns:a16="http://schemas.microsoft.com/office/drawing/2014/main" id="{8011DC34-3C8C-85C7-85D0-9D22A089177C}"/>
                      </a:ext>
                    </a:extLst>
                  </p:cNvPr>
                  <p:cNvGrpSpPr/>
                  <p:nvPr/>
                </p:nvGrpSpPr>
                <p:grpSpPr>
                  <a:xfrm>
                    <a:off x="8377384" y="5099755"/>
                    <a:ext cx="667504" cy="666298"/>
                    <a:chOff x="8377382" y="4544293"/>
                    <a:chExt cx="667504" cy="666298"/>
                  </a:xfrm>
                </p:grpSpPr>
                <p:sp>
                  <p:nvSpPr>
                    <p:cNvPr id="121" name="직사각형 120">
                      <a:extLst>
                        <a:ext uri="{FF2B5EF4-FFF2-40B4-BE49-F238E27FC236}">
                          <a16:creationId xmlns:a16="http://schemas.microsoft.com/office/drawing/2014/main" id="{44ED77AD-7804-3DD1-EB80-130D1CEA22F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77382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  <p:sp>
                  <p:nvSpPr>
                    <p:cNvPr id="122" name="직사각형 121">
                      <a:extLst>
                        <a:ext uri="{FF2B5EF4-FFF2-40B4-BE49-F238E27FC236}">
                          <a16:creationId xmlns:a16="http://schemas.microsoft.com/office/drawing/2014/main" id="{7C4765A9-2FD0-C11A-15CA-BFBCFD248BF7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392743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  <p:sp>
                  <p:nvSpPr>
                    <p:cNvPr id="123" name="직사각형 122">
                      <a:extLst>
                        <a:ext uri="{FF2B5EF4-FFF2-40B4-BE49-F238E27FC236}">
                          <a16:creationId xmlns:a16="http://schemas.microsoft.com/office/drawing/2014/main" id="{907B2AB8-D70F-0C99-DFEC-9E125DE3B83E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34050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  <p:sp>
                  <p:nvSpPr>
                    <p:cNvPr id="124" name="직사각형 123">
                      <a:extLst>
                        <a:ext uri="{FF2B5EF4-FFF2-40B4-BE49-F238E27FC236}">
                          <a16:creationId xmlns:a16="http://schemas.microsoft.com/office/drawing/2014/main" id="{D0F1FA83-BCD3-6F1F-6660-94998FBFA3CB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948205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</p:grpSp>
            </p:grpSp>
            <p:sp>
              <p:nvSpPr>
                <p:cNvPr id="118" name="직사각형 117">
                  <a:extLst>
                    <a:ext uri="{FF2B5EF4-FFF2-40B4-BE49-F238E27FC236}">
                      <a16:creationId xmlns:a16="http://schemas.microsoft.com/office/drawing/2014/main" id="{0504D088-B45E-DD55-A7DE-30DB7E457600}"/>
                    </a:ext>
                  </a:extLst>
                </p:cNvPr>
                <p:cNvSpPr/>
                <p:nvPr/>
              </p:nvSpPr>
              <p:spPr>
                <a:xfrm>
                  <a:off x="8808029" y="5562151"/>
                  <a:ext cx="101021" cy="110836"/>
                </a:xfrm>
                <a:prstGeom prst="rect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/>
                </a:p>
              </p:txBody>
            </p:sp>
          </p:grpSp>
          <p:grpSp>
            <p:nvGrpSpPr>
              <p:cNvPr id="104" name="그룹 103">
                <a:extLst>
                  <a:ext uri="{FF2B5EF4-FFF2-40B4-BE49-F238E27FC236}">
                    <a16:creationId xmlns:a16="http://schemas.microsoft.com/office/drawing/2014/main" id="{CD480C87-27E3-B8BD-41AF-582CFC86F33B}"/>
                  </a:ext>
                </a:extLst>
              </p:cNvPr>
              <p:cNvGrpSpPr/>
              <p:nvPr/>
            </p:nvGrpSpPr>
            <p:grpSpPr>
              <a:xfrm>
                <a:off x="10845365" y="4451227"/>
                <a:ext cx="796802" cy="1221760"/>
                <a:chOff x="8112248" y="4451227"/>
                <a:chExt cx="796802" cy="1221760"/>
              </a:xfrm>
            </p:grpSpPr>
            <p:grpSp>
              <p:nvGrpSpPr>
                <p:cNvPr id="105" name="그룹 104">
                  <a:extLst>
                    <a:ext uri="{FF2B5EF4-FFF2-40B4-BE49-F238E27FC236}">
                      <a16:creationId xmlns:a16="http://schemas.microsoft.com/office/drawing/2014/main" id="{6B75E60A-3FBD-5B63-2B13-3A51619F637A}"/>
                    </a:ext>
                  </a:extLst>
                </p:cNvPr>
                <p:cNvGrpSpPr/>
                <p:nvPr/>
              </p:nvGrpSpPr>
              <p:grpSpPr>
                <a:xfrm>
                  <a:off x="8112248" y="4451227"/>
                  <a:ext cx="667506" cy="1221760"/>
                  <a:chOff x="8377382" y="4544293"/>
                  <a:chExt cx="667506" cy="1221760"/>
                </a:xfrm>
              </p:grpSpPr>
              <p:grpSp>
                <p:nvGrpSpPr>
                  <p:cNvPr id="107" name="그룹 106">
                    <a:extLst>
                      <a:ext uri="{FF2B5EF4-FFF2-40B4-BE49-F238E27FC236}">
                        <a16:creationId xmlns:a16="http://schemas.microsoft.com/office/drawing/2014/main" id="{6B997CFD-9BB8-5D8B-B79C-C02C75456250}"/>
                      </a:ext>
                    </a:extLst>
                  </p:cNvPr>
                  <p:cNvGrpSpPr/>
                  <p:nvPr/>
                </p:nvGrpSpPr>
                <p:grpSpPr>
                  <a:xfrm>
                    <a:off x="8377382" y="4544293"/>
                    <a:ext cx="667504" cy="666298"/>
                    <a:chOff x="8377382" y="4544293"/>
                    <a:chExt cx="667504" cy="666298"/>
                  </a:xfrm>
                </p:grpSpPr>
                <p:sp>
                  <p:nvSpPr>
                    <p:cNvPr id="113" name="직사각형 112">
                      <a:extLst>
                        <a:ext uri="{FF2B5EF4-FFF2-40B4-BE49-F238E27FC236}">
                          <a16:creationId xmlns:a16="http://schemas.microsoft.com/office/drawing/2014/main" id="{0E2328F1-2C7D-91D5-39E4-41838F27684B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77382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  <p:sp>
                  <p:nvSpPr>
                    <p:cNvPr id="114" name="직사각형 113">
                      <a:extLst>
                        <a:ext uri="{FF2B5EF4-FFF2-40B4-BE49-F238E27FC236}">
                          <a16:creationId xmlns:a16="http://schemas.microsoft.com/office/drawing/2014/main" id="{EF8B3DF3-A1B8-3DBC-FCD1-870920C935F9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392743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  <p:sp>
                  <p:nvSpPr>
                    <p:cNvPr id="115" name="직사각형 114">
                      <a:extLst>
                        <a:ext uri="{FF2B5EF4-FFF2-40B4-BE49-F238E27FC236}">
                          <a16:creationId xmlns:a16="http://schemas.microsoft.com/office/drawing/2014/main" id="{C052296F-F519-959B-D9F7-15A05096466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34050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  <p:sp>
                  <p:nvSpPr>
                    <p:cNvPr id="116" name="직사각형 115">
                      <a:extLst>
                        <a:ext uri="{FF2B5EF4-FFF2-40B4-BE49-F238E27FC236}">
                          <a16:creationId xmlns:a16="http://schemas.microsoft.com/office/drawing/2014/main" id="{5A6D2C44-BCB4-9C51-E3B7-D0BE3219FF6C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948205"/>
                      <a:ext cx="110836" cy="413936"/>
                    </a:xfrm>
                    <a:prstGeom prst="rect">
                      <a:avLst/>
                    </a:prstGeom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</p:grpSp>
              <p:grpSp>
                <p:nvGrpSpPr>
                  <p:cNvPr id="108" name="그룹 107">
                    <a:extLst>
                      <a:ext uri="{FF2B5EF4-FFF2-40B4-BE49-F238E27FC236}">
                        <a16:creationId xmlns:a16="http://schemas.microsoft.com/office/drawing/2014/main" id="{395E6AE0-35A9-4F00-4406-6C4BF82B9903}"/>
                      </a:ext>
                    </a:extLst>
                  </p:cNvPr>
                  <p:cNvGrpSpPr/>
                  <p:nvPr/>
                </p:nvGrpSpPr>
                <p:grpSpPr>
                  <a:xfrm>
                    <a:off x="8377384" y="5099755"/>
                    <a:ext cx="667504" cy="666298"/>
                    <a:chOff x="8377382" y="4544293"/>
                    <a:chExt cx="667504" cy="666298"/>
                  </a:xfrm>
                </p:grpSpPr>
                <p:sp>
                  <p:nvSpPr>
                    <p:cNvPr id="109" name="직사각형 108">
                      <a:extLst>
                        <a:ext uri="{FF2B5EF4-FFF2-40B4-BE49-F238E27FC236}">
                          <a16:creationId xmlns:a16="http://schemas.microsoft.com/office/drawing/2014/main" id="{76B6BEC4-FB42-5E5B-EDB2-A8883ABFF86F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77382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  <p:sp>
                  <p:nvSpPr>
                    <p:cNvPr id="110" name="직사각형 109">
                      <a:extLst>
                        <a:ext uri="{FF2B5EF4-FFF2-40B4-BE49-F238E27FC236}">
                          <a16:creationId xmlns:a16="http://schemas.microsoft.com/office/drawing/2014/main" id="{A4577B4C-AC6B-6F08-3899-729C870F0050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392743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  <p:sp>
                  <p:nvSpPr>
                    <p:cNvPr id="111" name="직사각형 110">
                      <a:extLst>
                        <a:ext uri="{FF2B5EF4-FFF2-40B4-BE49-F238E27FC236}">
                          <a16:creationId xmlns:a16="http://schemas.microsoft.com/office/drawing/2014/main" id="{04EDC234-FB39-B556-0289-D1CADA4B35AC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34050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  <p:sp>
                  <p:nvSpPr>
                    <p:cNvPr id="112" name="직사각형 111">
                      <a:extLst>
                        <a:ext uri="{FF2B5EF4-FFF2-40B4-BE49-F238E27FC236}">
                          <a16:creationId xmlns:a16="http://schemas.microsoft.com/office/drawing/2014/main" id="{7E760BBC-D1B8-6038-4581-89A9D8D1F53E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948205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</p:grpSp>
            </p:grpSp>
            <p:sp>
              <p:nvSpPr>
                <p:cNvPr id="106" name="직사각형 105">
                  <a:extLst>
                    <a:ext uri="{FF2B5EF4-FFF2-40B4-BE49-F238E27FC236}">
                      <a16:creationId xmlns:a16="http://schemas.microsoft.com/office/drawing/2014/main" id="{A618DEE9-8256-D721-E35D-3CE814D03E44}"/>
                    </a:ext>
                  </a:extLst>
                </p:cNvPr>
                <p:cNvSpPr/>
                <p:nvPr/>
              </p:nvSpPr>
              <p:spPr>
                <a:xfrm>
                  <a:off x="8808029" y="5562151"/>
                  <a:ext cx="101021" cy="110836"/>
                </a:xfrm>
                <a:prstGeom prst="rect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/>
                </a:p>
              </p:txBody>
            </p:sp>
          </p:grpSp>
        </p:grpSp>
      </p:grpSp>
      <p:cxnSp>
        <p:nvCxnSpPr>
          <p:cNvPr id="270" name="직선 화살표 연결선 269">
            <a:extLst>
              <a:ext uri="{FF2B5EF4-FFF2-40B4-BE49-F238E27FC236}">
                <a16:creationId xmlns:a16="http://schemas.microsoft.com/office/drawing/2014/main" id="{602E69FA-77C8-A29B-BF09-9D919738D69C}"/>
              </a:ext>
            </a:extLst>
          </p:cNvPr>
          <p:cNvCxnSpPr>
            <a:cxnSpLocks/>
          </p:cNvCxnSpPr>
          <p:nvPr/>
        </p:nvCxnSpPr>
        <p:spPr>
          <a:xfrm>
            <a:off x="3890757" y="1870375"/>
            <a:ext cx="531789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71" name="그룹 270">
            <a:extLst>
              <a:ext uri="{FF2B5EF4-FFF2-40B4-BE49-F238E27FC236}">
                <a16:creationId xmlns:a16="http://schemas.microsoft.com/office/drawing/2014/main" id="{9F51B901-DC33-53EE-F571-57E725267A26}"/>
              </a:ext>
            </a:extLst>
          </p:cNvPr>
          <p:cNvGrpSpPr/>
          <p:nvPr/>
        </p:nvGrpSpPr>
        <p:grpSpPr>
          <a:xfrm>
            <a:off x="4514191" y="1573886"/>
            <a:ext cx="1707281" cy="561816"/>
            <a:chOff x="8147507" y="4736955"/>
            <a:chExt cx="2860497" cy="994910"/>
          </a:xfrm>
        </p:grpSpPr>
        <p:sp>
          <p:nvSpPr>
            <p:cNvPr id="272" name="직사각형 271">
              <a:extLst>
                <a:ext uri="{FF2B5EF4-FFF2-40B4-BE49-F238E27FC236}">
                  <a16:creationId xmlns:a16="http://schemas.microsoft.com/office/drawing/2014/main" id="{54C5FE05-73DB-60A9-D4E3-3A90F6E617E1}"/>
                </a:ext>
              </a:extLst>
            </p:cNvPr>
            <p:cNvSpPr/>
            <p:nvPr/>
          </p:nvSpPr>
          <p:spPr>
            <a:xfrm>
              <a:off x="8147507" y="4736955"/>
              <a:ext cx="2860497" cy="994910"/>
            </a:xfrm>
            <a:prstGeom prst="rect">
              <a:avLst/>
            </a:prstGeom>
            <a:solidFill>
              <a:schemeClr val="tx1">
                <a:lumMod val="65000"/>
                <a:lumOff val="3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50"/>
            </a:p>
          </p:txBody>
        </p:sp>
        <p:grpSp>
          <p:nvGrpSpPr>
            <p:cNvPr id="273" name="그룹 272">
              <a:extLst>
                <a:ext uri="{FF2B5EF4-FFF2-40B4-BE49-F238E27FC236}">
                  <a16:creationId xmlns:a16="http://schemas.microsoft.com/office/drawing/2014/main" id="{CA126CDA-98AE-9BE8-B645-CD3E52A6941A}"/>
                </a:ext>
              </a:extLst>
            </p:cNvPr>
            <p:cNvGrpSpPr/>
            <p:nvPr/>
          </p:nvGrpSpPr>
          <p:grpSpPr>
            <a:xfrm>
              <a:off x="8408334" y="4819650"/>
              <a:ext cx="2500334" cy="808179"/>
              <a:chOff x="8112248" y="4451227"/>
              <a:chExt cx="3529919" cy="1221760"/>
            </a:xfrm>
          </p:grpSpPr>
          <p:grpSp>
            <p:nvGrpSpPr>
              <p:cNvPr id="274" name="그룹 273">
                <a:extLst>
                  <a:ext uri="{FF2B5EF4-FFF2-40B4-BE49-F238E27FC236}">
                    <a16:creationId xmlns:a16="http://schemas.microsoft.com/office/drawing/2014/main" id="{9F0A750D-5A65-838B-0014-8B7A9AAFA85E}"/>
                  </a:ext>
                </a:extLst>
              </p:cNvPr>
              <p:cNvGrpSpPr/>
              <p:nvPr/>
            </p:nvGrpSpPr>
            <p:grpSpPr>
              <a:xfrm>
                <a:off x="8112248" y="4451227"/>
                <a:ext cx="796802" cy="1221760"/>
                <a:chOff x="8112248" y="4451227"/>
                <a:chExt cx="796802" cy="1221760"/>
              </a:xfrm>
            </p:grpSpPr>
            <p:grpSp>
              <p:nvGrpSpPr>
                <p:cNvPr id="314" name="그룹 313">
                  <a:extLst>
                    <a:ext uri="{FF2B5EF4-FFF2-40B4-BE49-F238E27FC236}">
                      <a16:creationId xmlns:a16="http://schemas.microsoft.com/office/drawing/2014/main" id="{054B2293-75C6-2EB9-B1BC-B8C7CC337D4C}"/>
                    </a:ext>
                  </a:extLst>
                </p:cNvPr>
                <p:cNvGrpSpPr/>
                <p:nvPr/>
              </p:nvGrpSpPr>
              <p:grpSpPr>
                <a:xfrm>
                  <a:off x="8112248" y="4451227"/>
                  <a:ext cx="667506" cy="1221760"/>
                  <a:chOff x="8377382" y="4544293"/>
                  <a:chExt cx="667506" cy="1221760"/>
                </a:xfrm>
              </p:grpSpPr>
              <p:grpSp>
                <p:nvGrpSpPr>
                  <p:cNvPr id="316" name="그룹 315">
                    <a:extLst>
                      <a:ext uri="{FF2B5EF4-FFF2-40B4-BE49-F238E27FC236}">
                        <a16:creationId xmlns:a16="http://schemas.microsoft.com/office/drawing/2014/main" id="{DD889BE1-35BA-0619-F835-E2B7BEE6E6AF}"/>
                      </a:ext>
                    </a:extLst>
                  </p:cNvPr>
                  <p:cNvGrpSpPr/>
                  <p:nvPr/>
                </p:nvGrpSpPr>
                <p:grpSpPr>
                  <a:xfrm>
                    <a:off x="8377382" y="4544293"/>
                    <a:ext cx="667504" cy="666298"/>
                    <a:chOff x="8377382" y="4544293"/>
                    <a:chExt cx="667504" cy="666298"/>
                  </a:xfrm>
                </p:grpSpPr>
                <p:sp>
                  <p:nvSpPr>
                    <p:cNvPr id="322" name="직사각형 321">
                      <a:extLst>
                        <a:ext uri="{FF2B5EF4-FFF2-40B4-BE49-F238E27FC236}">
                          <a16:creationId xmlns:a16="http://schemas.microsoft.com/office/drawing/2014/main" id="{D5DBE9DA-E4F0-51D6-0F40-83B86CD1B5C8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77382" y="4673601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  <p:sp>
                  <p:nvSpPr>
                    <p:cNvPr id="323" name="직사각형 322">
                      <a:extLst>
                        <a:ext uri="{FF2B5EF4-FFF2-40B4-BE49-F238E27FC236}">
                          <a16:creationId xmlns:a16="http://schemas.microsoft.com/office/drawing/2014/main" id="{D5150AF2-9792-0A50-1288-F45724437A31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392743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  <p:sp>
                  <p:nvSpPr>
                    <p:cNvPr id="324" name="직사각형 323">
                      <a:extLst>
                        <a:ext uri="{FF2B5EF4-FFF2-40B4-BE49-F238E27FC236}">
                          <a16:creationId xmlns:a16="http://schemas.microsoft.com/office/drawing/2014/main" id="{1569C51E-CDE5-03C3-54B1-5A2CF54CACF1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34050" y="4673601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  <p:sp>
                  <p:nvSpPr>
                    <p:cNvPr id="325" name="직사각형 324">
                      <a:extLst>
                        <a:ext uri="{FF2B5EF4-FFF2-40B4-BE49-F238E27FC236}">
                          <a16:creationId xmlns:a16="http://schemas.microsoft.com/office/drawing/2014/main" id="{02FA33DD-805E-8777-A350-4AC88DCF7F7A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948205"/>
                      <a:ext cx="110836" cy="413936"/>
                    </a:xfrm>
                    <a:prstGeom prst="rect">
                      <a:avLst/>
                    </a:prstGeom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</p:grpSp>
              <p:grpSp>
                <p:nvGrpSpPr>
                  <p:cNvPr id="317" name="그룹 316">
                    <a:extLst>
                      <a:ext uri="{FF2B5EF4-FFF2-40B4-BE49-F238E27FC236}">
                        <a16:creationId xmlns:a16="http://schemas.microsoft.com/office/drawing/2014/main" id="{AB642F5C-A5E5-19D7-45B7-642ADB4149A2}"/>
                      </a:ext>
                    </a:extLst>
                  </p:cNvPr>
                  <p:cNvGrpSpPr/>
                  <p:nvPr/>
                </p:nvGrpSpPr>
                <p:grpSpPr>
                  <a:xfrm>
                    <a:off x="8377384" y="5099755"/>
                    <a:ext cx="667504" cy="666298"/>
                    <a:chOff x="8377382" y="4544293"/>
                    <a:chExt cx="667504" cy="666298"/>
                  </a:xfrm>
                </p:grpSpPr>
                <p:sp>
                  <p:nvSpPr>
                    <p:cNvPr id="318" name="직사각형 317">
                      <a:extLst>
                        <a:ext uri="{FF2B5EF4-FFF2-40B4-BE49-F238E27FC236}">
                          <a16:creationId xmlns:a16="http://schemas.microsoft.com/office/drawing/2014/main" id="{D9F9D55C-B884-93F5-1AAE-79B851277114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77382" y="4673601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  <p:sp>
                  <p:nvSpPr>
                    <p:cNvPr id="319" name="직사각형 318">
                      <a:extLst>
                        <a:ext uri="{FF2B5EF4-FFF2-40B4-BE49-F238E27FC236}">
                          <a16:creationId xmlns:a16="http://schemas.microsoft.com/office/drawing/2014/main" id="{4D5DBC18-8A88-5C66-36C4-4119722F5B2B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392743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  <p:sp>
                  <p:nvSpPr>
                    <p:cNvPr id="320" name="직사각형 319">
                      <a:extLst>
                        <a:ext uri="{FF2B5EF4-FFF2-40B4-BE49-F238E27FC236}">
                          <a16:creationId xmlns:a16="http://schemas.microsoft.com/office/drawing/2014/main" id="{56923D2A-21BA-3C55-D4E6-AC193EF80EE9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34050" y="4673601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  <p:sp>
                  <p:nvSpPr>
                    <p:cNvPr id="321" name="직사각형 320">
                      <a:extLst>
                        <a:ext uri="{FF2B5EF4-FFF2-40B4-BE49-F238E27FC236}">
                          <a16:creationId xmlns:a16="http://schemas.microsoft.com/office/drawing/2014/main" id="{981C7ABA-F7B9-50D1-75BC-7AFC16CDDE46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948205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</p:grpSp>
            </p:grpSp>
            <p:sp>
              <p:nvSpPr>
                <p:cNvPr id="315" name="직사각형 314">
                  <a:extLst>
                    <a:ext uri="{FF2B5EF4-FFF2-40B4-BE49-F238E27FC236}">
                      <a16:creationId xmlns:a16="http://schemas.microsoft.com/office/drawing/2014/main" id="{4703029A-15D9-FBF7-4FF6-768E9F3E7771}"/>
                    </a:ext>
                  </a:extLst>
                </p:cNvPr>
                <p:cNvSpPr/>
                <p:nvPr/>
              </p:nvSpPr>
              <p:spPr>
                <a:xfrm>
                  <a:off x="8808029" y="5562151"/>
                  <a:ext cx="101021" cy="110836"/>
                </a:xfrm>
                <a:prstGeom prst="rect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/>
                </a:p>
              </p:txBody>
            </p:sp>
          </p:grpSp>
          <p:grpSp>
            <p:nvGrpSpPr>
              <p:cNvPr id="275" name="그룹 274">
                <a:extLst>
                  <a:ext uri="{FF2B5EF4-FFF2-40B4-BE49-F238E27FC236}">
                    <a16:creationId xmlns:a16="http://schemas.microsoft.com/office/drawing/2014/main" id="{38C6952E-3E69-6CA7-A4B7-1BC1A2BB5006}"/>
                  </a:ext>
                </a:extLst>
              </p:cNvPr>
              <p:cNvGrpSpPr/>
              <p:nvPr/>
            </p:nvGrpSpPr>
            <p:grpSpPr>
              <a:xfrm>
                <a:off x="9003883" y="4451227"/>
                <a:ext cx="796802" cy="1221760"/>
                <a:chOff x="8112248" y="4451227"/>
                <a:chExt cx="796802" cy="1221760"/>
              </a:xfrm>
            </p:grpSpPr>
            <p:grpSp>
              <p:nvGrpSpPr>
                <p:cNvPr id="302" name="그룹 301">
                  <a:extLst>
                    <a:ext uri="{FF2B5EF4-FFF2-40B4-BE49-F238E27FC236}">
                      <a16:creationId xmlns:a16="http://schemas.microsoft.com/office/drawing/2014/main" id="{E9EBBE11-3219-ED4F-D606-9CBFDD30DAC7}"/>
                    </a:ext>
                  </a:extLst>
                </p:cNvPr>
                <p:cNvGrpSpPr/>
                <p:nvPr/>
              </p:nvGrpSpPr>
              <p:grpSpPr>
                <a:xfrm>
                  <a:off x="8112248" y="4451227"/>
                  <a:ext cx="667506" cy="1221760"/>
                  <a:chOff x="8377382" y="4544293"/>
                  <a:chExt cx="667506" cy="1221760"/>
                </a:xfrm>
              </p:grpSpPr>
              <p:grpSp>
                <p:nvGrpSpPr>
                  <p:cNvPr id="304" name="그룹 303">
                    <a:extLst>
                      <a:ext uri="{FF2B5EF4-FFF2-40B4-BE49-F238E27FC236}">
                        <a16:creationId xmlns:a16="http://schemas.microsoft.com/office/drawing/2014/main" id="{68153FF2-01CA-5EBF-7099-1EF51A9337F2}"/>
                      </a:ext>
                    </a:extLst>
                  </p:cNvPr>
                  <p:cNvGrpSpPr/>
                  <p:nvPr/>
                </p:nvGrpSpPr>
                <p:grpSpPr>
                  <a:xfrm>
                    <a:off x="8377382" y="4544293"/>
                    <a:ext cx="667504" cy="666298"/>
                    <a:chOff x="8377382" y="4544293"/>
                    <a:chExt cx="667504" cy="666298"/>
                  </a:xfrm>
                </p:grpSpPr>
                <p:sp>
                  <p:nvSpPr>
                    <p:cNvPr id="310" name="직사각형 309">
                      <a:extLst>
                        <a:ext uri="{FF2B5EF4-FFF2-40B4-BE49-F238E27FC236}">
                          <a16:creationId xmlns:a16="http://schemas.microsoft.com/office/drawing/2014/main" id="{D5932A7F-6480-0B4C-39C4-400AD4A8EDD4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77382" y="4673601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  <p:sp>
                  <p:nvSpPr>
                    <p:cNvPr id="311" name="직사각형 310">
                      <a:extLst>
                        <a:ext uri="{FF2B5EF4-FFF2-40B4-BE49-F238E27FC236}">
                          <a16:creationId xmlns:a16="http://schemas.microsoft.com/office/drawing/2014/main" id="{072F4840-484E-7296-9E8D-6F6AEAB6F937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392743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  <p:sp>
                  <p:nvSpPr>
                    <p:cNvPr id="312" name="직사각형 311">
                      <a:extLst>
                        <a:ext uri="{FF2B5EF4-FFF2-40B4-BE49-F238E27FC236}">
                          <a16:creationId xmlns:a16="http://schemas.microsoft.com/office/drawing/2014/main" id="{885031A4-86C2-3382-496D-B6ACF35E37EC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34050" y="4673601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  <p:sp>
                  <p:nvSpPr>
                    <p:cNvPr id="313" name="직사각형 312">
                      <a:extLst>
                        <a:ext uri="{FF2B5EF4-FFF2-40B4-BE49-F238E27FC236}">
                          <a16:creationId xmlns:a16="http://schemas.microsoft.com/office/drawing/2014/main" id="{8377C4E5-8FEB-2F63-E349-D7B822514769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948205"/>
                      <a:ext cx="110836" cy="413936"/>
                    </a:xfrm>
                    <a:prstGeom prst="rect">
                      <a:avLst/>
                    </a:prstGeom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</p:grpSp>
              <p:grpSp>
                <p:nvGrpSpPr>
                  <p:cNvPr id="305" name="그룹 304">
                    <a:extLst>
                      <a:ext uri="{FF2B5EF4-FFF2-40B4-BE49-F238E27FC236}">
                        <a16:creationId xmlns:a16="http://schemas.microsoft.com/office/drawing/2014/main" id="{8F53CA01-4680-3B6E-63BF-E9F89DABFD5D}"/>
                      </a:ext>
                    </a:extLst>
                  </p:cNvPr>
                  <p:cNvGrpSpPr/>
                  <p:nvPr/>
                </p:nvGrpSpPr>
                <p:grpSpPr>
                  <a:xfrm>
                    <a:off x="8377384" y="5099755"/>
                    <a:ext cx="667504" cy="666298"/>
                    <a:chOff x="8377382" y="4544293"/>
                    <a:chExt cx="667504" cy="666298"/>
                  </a:xfrm>
                </p:grpSpPr>
                <p:sp>
                  <p:nvSpPr>
                    <p:cNvPr id="306" name="직사각형 305">
                      <a:extLst>
                        <a:ext uri="{FF2B5EF4-FFF2-40B4-BE49-F238E27FC236}">
                          <a16:creationId xmlns:a16="http://schemas.microsoft.com/office/drawing/2014/main" id="{E765890B-2107-5E15-CD7E-32776EDD35D2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77382" y="4673601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  <p:sp>
                  <p:nvSpPr>
                    <p:cNvPr id="307" name="직사각형 306">
                      <a:extLst>
                        <a:ext uri="{FF2B5EF4-FFF2-40B4-BE49-F238E27FC236}">
                          <a16:creationId xmlns:a16="http://schemas.microsoft.com/office/drawing/2014/main" id="{47D169FC-6473-BFAA-9E44-51E19E5D7632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392743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  <p:sp>
                  <p:nvSpPr>
                    <p:cNvPr id="308" name="직사각형 307">
                      <a:extLst>
                        <a:ext uri="{FF2B5EF4-FFF2-40B4-BE49-F238E27FC236}">
                          <a16:creationId xmlns:a16="http://schemas.microsoft.com/office/drawing/2014/main" id="{DD4DF0F4-8BC3-F069-C20E-F08CAC555DF7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34050" y="4673601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  <p:sp>
                  <p:nvSpPr>
                    <p:cNvPr id="309" name="직사각형 308">
                      <a:extLst>
                        <a:ext uri="{FF2B5EF4-FFF2-40B4-BE49-F238E27FC236}">
                          <a16:creationId xmlns:a16="http://schemas.microsoft.com/office/drawing/2014/main" id="{C2A46000-DC98-D8D4-842D-FA666277F2B6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948205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</p:grpSp>
            </p:grpSp>
            <p:sp>
              <p:nvSpPr>
                <p:cNvPr id="303" name="직사각형 302">
                  <a:extLst>
                    <a:ext uri="{FF2B5EF4-FFF2-40B4-BE49-F238E27FC236}">
                      <a16:creationId xmlns:a16="http://schemas.microsoft.com/office/drawing/2014/main" id="{E9712D2A-2C88-E371-3398-B30C21CD393D}"/>
                    </a:ext>
                  </a:extLst>
                </p:cNvPr>
                <p:cNvSpPr/>
                <p:nvPr/>
              </p:nvSpPr>
              <p:spPr>
                <a:xfrm>
                  <a:off x="8808029" y="5562151"/>
                  <a:ext cx="101021" cy="110836"/>
                </a:xfrm>
                <a:prstGeom prst="rect">
                  <a:avLst/>
                </a:prstGeom>
                <a:solidFill>
                  <a:srgbClr val="FF0000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/>
                </a:p>
              </p:txBody>
            </p:sp>
          </p:grpSp>
          <p:grpSp>
            <p:nvGrpSpPr>
              <p:cNvPr id="276" name="그룹 275">
                <a:extLst>
                  <a:ext uri="{FF2B5EF4-FFF2-40B4-BE49-F238E27FC236}">
                    <a16:creationId xmlns:a16="http://schemas.microsoft.com/office/drawing/2014/main" id="{1A982C53-E244-25E6-38BE-2842E527C59F}"/>
                  </a:ext>
                </a:extLst>
              </p:cNvPr>
              <p:cNvGrpSpPr/>
              <p:nvPr/>
            </p:nvGrpSpPr>
            <p:grpSpPr>
              <a:xfrm>
                <a:off x="9935853" y="4451227"/>
                <a:ext cx="796802" cy="1221760"/>
                <a:chOff x="8112248" y="4451227"/>
                <a:chExt cx="796802" cy="1221760"/>
              </a:xfrm>
            </p:grpSpPr>
            <p:grpSp>
              <p:nvGrpSpPr>
                <p:cNvPr id="290" name="그룹 289">
                  <a:extLst>
                    <a:ext uri="{FF2B5EF4-FFF2-40B4-BE49-F238E27FC236}">
                      <a16:creationId xmlns:a16="http://schemas.microsoft.com/office/drawing/2014/main" id="{560E2BB1-4ABE-3763-1EEB-170DDCA87871}"/>
                    </a:ext>
                  </a:extLst>
                </p:cNvPr>
                <p:cNvGrpSpPr/>
                <p:nvPr/>
              </p:nvGrpSpPr>
              <p:grpSpPr>
                <a:xfrm>
                  <a:off x="8112248" y="4451227"/>
                  <a:ext cx="667506" cy="1221760"/>
                  <a:chOff x="8377382" y="4544293"/>
                  <a:chExt cx="667506" cy="1221760"/>
                </a:xfrm>
              </p:grpSpPr>
              <p:grpSp>
                <p:nvGrpSpPr>
                  <p:cNvPr id="292" name="그룹 291">
                    <a:extLst>
                      <a:ext uri="{FF2B5EF4-FFF2-40B4-BE49-F238E27FC236}">
                        <a16:creationId xmlns:a16="http://schemas.microsoft.com/office/drawing/2014/main" id="{E69C55B3-ADA0-1F9A-D873-89D6D7219D69}"/>
                      </a:ext>
                    </a:extLst>
                  </p:cNvPr>
                  <p:cNvGrpSpPr/>
                  <p:nvPr/>
                </p:nvGrpSpPr>
                <p:grpSpPr>
                  <a:xfrm>
                    <a:off x="8377382" y="4544293"/>
                    <a:ext cx="667504" cy="666298"/>
                    <a:chOff x="8377382" y="4544293"/>
                    <a:chExt cx="667504" cy="666298"/>
                  </a:xfrm>
                </p:grpSpPr>
                <p:sp>
                  <p:nvSpPr>
                    <p:cNvPr id="298" name="직사각형 297">
                      <a:extLst>
                        <a:ext uri="{FF2B5EF4-FFF2-40B4-BE49-F238E27FC236}">
                          <a16:creationId xmlns:a16="http://schemas.microsoft.com/office/drawing/2014/main" id="{5355C061-F7CB-094D-7CCD-C45576E618AE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77382" y="4673601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  <p:sp>
                  <p:nvSpPr>
                    <p:cNvPr id="299" name="직사각형 298">
                      <a:extLst>
                        <a:ext uri="{FF2B5EF4-FFF2-40B4-BE49-F238E27FC236}">
                          <a16:creationId xmlns:a16="http://schemas.microsoft.com/office/drawing/2014/main" id="{409B4A3D-8C44-B98D-2CD5-79171B5C0867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392743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  <p:sp>
                  <p:nvSpPr>
                    <p:cNvPr id="300" name="직사각형 299">
                      <a:extLst>
                        <a:ext uri="{FF2B5EF4-FFF2-40B4-BE49-F238E27FC236}">
                          <a16:creationId xmlns:a16="http://schemas.microsoft.com/office/drawing/2014/main" id="{58050EC7-3833-10EB-9401-02D15D6E6DFB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34050" y="4673601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  <p:sp>
                  <p:nvSpPr>
                    <p:cNvPr id="301" name="직사각형 300">
                      <a:extLst>
                        <a:ext uri="{FF2B5EF4-FFF2-40B4-BE49-F238E27FC236}">
                          <a16:creationId xmlns:a16="http://schemas.microsoft.com/office/drawing/2014/main" id="{495E322A-D891-8E3F-2C33-1A574625DA94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948205"/>
                      <a:ext cx="110836" cy="413936"/>
                    </a:xfrm>
                    <a:prstGeom prst="rect">
                      <a:avLst/>
                    </a:prstGeom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</p:grpSp>
              <p:grpSp>
                <p:nvGrpSpPr>
                  <p:cNvPr id="293" name="그룹 292">
                    <a:extLst>
                      <a:ext uri="{FF2B5EF4-FFF2-40B4-BE49-F238E27FC236}">
                        <a16:creationId xmlns:a16="http://schemas.microsoft.com/office/drawing/2014/main" id="{7BF476CC-8B48-8D1E-37DE-4C8A50D4686E}"/>
                      </a:ext>
                    </a:extLst>
                  </p:cNvPr>
                  <p:cNvGrpSpPr/>
                  <p:nvPr/>
                </p:nvGrpSpPr>
                <p:grpSpPr>
                  <a:xfrm>
                    <a:off x="8377384" y="5099755"/>
                    <a:ext cx="667504" cy="666298"/>
                    <a:chOff x="8377382" y="4544293"/>
                    <a:chExt cx="667504" cy="666298"/>
                  </a:xfrm>
                </p:grpSpPr>
                <p:sp>
                  <p:nvSpPr>
                    <p:cNvPr id="294" name="직사각형 293">
                      <a:extLst>
                        <a:ext uri="{FF2B5EF4-FFF2-40B4-BE49-F238E27FC236}">
                          <a16:creationId xmlns:a16="http://schemas.microsoft.com/office/drawing/2014/main" id="{DD0A9773-6D00-03D7-6A3A-0024F8016399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77382" y="4673601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  <p:sp>
                  <p:nvSpPr>
                    <p:cNvPr id="295" name="직사각형 294">
                      <a:extLst>
                        <a:ext uri="{FF2B5EF4-FFF2-40B4-BE49-F238E27FC236}">
                          <a16:creationId xmlns:a16="http://schemas.microsoft.com/office/drawing/2014/main" id="{E1E315EC-8DB6-C3B1-5BD0-F09FCC5117E7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392743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  <p:sp>
                  <p:nvSpPr>
                    <p:cNvPr id="296" name="직사각형 295">
                      <a:extLst>
                        <a:ext uri="{FF2B5EF4-FFF2-40B4-BE49-F238E27FC236}">
                          <a16:creationId xmlns:a16="http://schemas.microsoft.com/office/drawing/2014/main" id="{8D2171BD-73B5-393D-EFA7-9C690F327558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34050" y="4673601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  <p:sp>
                  <p:nvSpPr>
                    <p:cNvPr id="297" name="직사각형 296">
                      <a:extLst>
                        <a:ext uri="{FF2B5EF4-FFF2-40B4-BE49-F238E27FC236}">
                          <a16:creationId xmlns:a16="http://schemas.microsoft.com/office/drawing/2014/main" id="{92145B3B-CE40-1D7A-247A-A2D5014EAAEB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948205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</p:grpSp>
            </p:grpSp>
            <p:sp>
              <p:nvSpPr>
                <p:cNvPr id="291" name="직사각형 290">
                  <a:extLst>
                    <a:ext uri="{FF2B5EF4-FFF2-40B4-BE49-F238E27FC236}">
                      <a16:creationId xmlns:a16="http://schemas.microsoft.com/office/drawing/2014/main" id="{92244E3C-E4DA-EC00-10DC-AE4D69D14B47}"/>
                    </a:ext>
                  </a:extLst>
                </p:cNvPr>
                <p:cNvSpPr/>
                <p:nvPr/>
              </p:nvSpPr>
              <p:spPr>
                <a:xfrm>
                  <a:off x="8808029" y="5562151"/>
                  <a:ext cx="101021" cy="110836"/>
                </a:xfrm>
                <a:prstGeom prst="rect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/>
                </a:p>
              </p:txBody>
            </p:sp>
          </p:grpSp>
          <p:grpSp>
            <p:nvGrpSpPr>
              <p:cNvPr id="277" name="그룹 276">
                <a:extLst>
                  <a:ext uri="{FF2B5EF4-FFF2-40B4-BE49-F238E27FC236}">
                    <a16:creationId xmlns:a16="http://schemas.microsoft.com/office/drawing/2014/main" id="{5153A503-40CB-9B7A-DE65-99EB71F3E87F}"/>
                  </a:ext>
                </a:extLst>
              </p:cNvPr>
              <p:cNvGrpSpPr/>
              <p:nvPr/>
            </p:nvGrpSpPr>
            <p:grpSpPr>
              <a:xfrm>
                <a:off x="10845365" y="4451227"/>
                <a:ext cx="796802" cy="1221760"/>
                <a:chOff x="8112248" y="4451227"/>
                <a:chExt cx="796802" cy="1221760"/>
              </a:xfrm>
            </p:grpSpPr>
            <p:grpSp>
              <p:nvGrpSpPr>
                <p:cNvPr id="278" name="그룹 277">
                  <a:extLst>
                    <a:ext uri="{FF2B5EF4-FFF2-40B4-BE49-F238E27FC236}">
                      <a16:creationId xmlns:a16="http://schemas.microsoft.com/office/drawing/2014/main" id="{EED74C30-2E80-5F91-C322-F70DD5D5ABE2}"/>
                    </a:ext>
                  </a:extLst>
                </p:cNvPr>
                <p:cNvGrpSpPr/>
                <p:nvPr/>
              </p:nvGrpSpPr>
              <p:grpSpPr>
                <a:xfrm>
                  <a:off x="8112248" y="4451227"/>
                  <a:ext cx="667506" cy="1221760"/>
                  <a:chOff x="8377382" y="4544293"/>
                  <a:chExt cx="667506" cy="1221760"/>
                </a:xfrm>
              </p:grpSpPr>
              <p:grpSp>
                <p:nvGrpSpPr>
                  <p:cNvPr id="280" name="그룹 279">
                    <a:extLst>
                      <a:ext uri="{FF2B5EF4-FFF2-40B4-BE49-F238E27FC236}">
                        <a16:creationId xmlns:a16="http://schemas.microsoft.com/office/drawing/2014/main" id="{7DECD65C-5FDB-DCF7-FB1E-A3C267B9CD69}"/>
                      </a:ext>
                    </a:extLst>
                  </p:cNvPr>
                  <p:cNvGrpSpPr/>
                  <p:nvPr/>
                </p:nvGrpSpPr>
                <p:grpSpPr>
                  <a:xfrm>
                    <a:off x="8377382" y="4544293"/>
                    <a:ext cx="667504" cy="666298"/>
                    <a:chOff x="8377382" y="4544293"/>
                    <a:chExt cx="667504" cy="666298"/>
                  </a:xfrm>
                </p:grpSpPr>
                <p:sp>
                  <p:nvSpPr>
                    <p:cNvPr id="286" name="직사각형 285">
                      <a:extLst>
                        <a:ext uri="{FF2B5EF4-FFF2-40B4-BE49-F238E27FC236}">
                          <a16:creationId xmlns:a16="http://schemas.microsoft.com/office/drawing/2014/main" id="{7FC5F6E7-73B3-7A6F-744D-92DBE7813AB6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77382" y="4673601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  <p:sp>
                  <p:nvSpPr>
                    <p:cNvPr id="287" name="직사각형 286">
                      <a:extLst>
                        <a:ext uri="{FF2B5EF4-FFF2-40B4-BE49-F238E27FC236}">
                          <a16:creationId xmlns:a16="http://schemas.microsoft.com/office/drawing/2014/main" id="{C2DA629E-4C13-8D67-9B5A-A6AEFB5C60BB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392743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  <p:sp>
                  <p:nvSpPr>
                    <p:cNvPr id="288" name="직사각형 287">
                      <a:extLst>
                        <a:ext uri="{FF2B5EF4-FFF2-40B4-BE49-F238E27FC236}">
                          <a16:creationId xmlns:a16="http://schemas.microsoft.com/office/drawing/2014/main" id="{F06284E9-F20E-58B8-5C5F-726A2787F4DC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34050" y="4673601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  <p:sp>
                  <p:nvSpPr>
                    <p:cNvPr id="289" name="직사각형 288">
                      <a:extLst>
                        <a:ext uri="{FF2B5EF4-FFF2-40B4-BE49-F238E27FC236}">
                          <a16:creationId xmlns:a16="http://schemas.microsoft.com/office/drawing/2014/main" id="{9CD5A6BB-36CB-0029-1E61-D5D7CAED590A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948205"/>
                      <a:ext cx="110836" cy="413936"/>
                    </a:xfrm>
                    <a:prstGeom prst="rect">
                      <a:avLst/>
                    </a:prstGeom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</p:grpSp>
              <p:grpSp>
                <p:nvGrpSpPr>
                  <p:cNvPr id="281" name="그룹 280">
                    <a:extLst>
                      <a:ext uri="{FF2B5EF4-FFF2-40B4-BE49-F238E27FC236}">
                        <a16:creationId xmlns:a16="http://schemas.microsoft.com/office/drawing/2014/main" id="{6F98974B-76B7-7A91-1AC7-FCB1B790394E}"/>
                      </a:ext>
                    </a:extLst>
                  </p:cNvPr>
                  <p:cNvGrpSpPr/>
                  <p:nvPr/>
                </p:nvGrpSpPr>
                <p:grpSpPr>
                  <a:xfrm>
                    <a:off x="8377384" y="5099755"/>
                    <a:ext cx="667504" cy="666298"/>
                    <a:chOff x="8377382" y="4544293"/>
                    <a:chExt cx="667504" cy="666298"/>
                  </a:xfrm>
                </p:grpSpPr>
                <p:sp>
                  <p:nvSpPr>
                    <p:cNvPr id="282" name="직사각형 281">
                      <a:extLst>
                        <a:ext uri="{FF2B5EF4-FFF2-40B4-BE49-F238E27FC236}">
                          <a16:creationId xmlns:a16="http://schemas.microsoft.com/office/drawing/2014/main" id="{441F4AAE-407A-BDF3-AA05-0A0E6C7FD3E8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77382" y="4673601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  <p:sp>
                  <p:nvSpPr>
                    <p:cNvPr id="283" name="직사각형 282">
                      <a:extLst>
                        <a:ext uri="{FF2B5EF4-FFF2-40B4-BE49-F238E27FC236}">
                          <a16:creationId xmlns:a16="http://schemas.microsoft.com/office/drawing/2014/main" id="{0C5F2E8D-E146-5C16-655A-04A7494F7821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392743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  <p:sp>
                  <p:nvSpPr>
                    <p:cNvPr id="284" name="직사각형 283">
                      <a:extLst>
                        <a:ext uri="{FF2B5EF4-FFF2-40B4-BE49-F238E27FC236}">
                          <a16:creationId xmlns:a16="http://schemas.microsoft.com/office/drawing/2014/main" id="{A7494270-4C27-B8C0-6646-851BE7E0CEBA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34050" y="4673601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  <p:sp>
                  <p:nvSpPr>
                    <p:cNvPr id="285" name="직사각형 284">
                      <a:extLst>
                        <a:ext uri="{FF2B5EF4-FFF2-40B4-BE49-F238E27FC236}">
                          <a16:creationId xmlns:a16="http://schemas.microsoft.com/office/drawing/2014/main" id="{0B802ABB-1571-AD16-C0C0-D35363EB7ED3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948205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</p:grpSp>
            </p:grpSp>
            <p:sp>
              <p:nvSpPr>
                <p:cNvPr id="279" name="직사각형 278">
                  <a:extLst>
                    <a:ext uri="{FF2B5EF4-FFF2-40B4-BE49-F238E27FC236}">
                      <a16:creationId xmlns:a16="http://schemas.microsoft.com/office/drawing/2014/main" id="{2F3F4D1D-5039-61A3-DDA9-5A2A2203EAA3}"/>
                    </a:ext>
                  </a:extLst>
                </p:cNvPr>
                <p:cNvSpPr/>
                <p:nvPr/>
              </p:nvSpPr>
              <p:spPr>
                <a:xfrm>
                  <a:off x="8808029" y="5562151"/>
                  <a:ext cx="101021" cy="110836"/>
                </a:xfrm>
                <a:prstGeom prst="rect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/>
                </a:p>
              </p:txBody>
            </p:sp>
          </p:grpSp>
        </p:grpSp>
      </p:grpSp>
      <p:grpSp>
        <p:nvGrpSpPr>
          <p:cNvPr id="328" name="그룹 327">
            <a:extLst>
              <a:ext uri="{FF2B5EF4-FFF2-40B4-BE49-F238E27FC236}">
                <a16:creationId xmlns:a16="http://schemas.microsoft.com/office/drawing/2014/main" id="{09DD77D5-C629-06A4-287F-F7D1DA011643}"/>
              </a:ext>
            </a:extLst>
          </p:cNvPr>
          <p:cNvGrpSpPr/>
          <p:nvPr/>
        </p:nvGrpSpPr>
        <p:grpSpPr>
          <a:xfrm>
            <a:off x="6914796" y="1570323"/>
            <a:ext cx="1707281" cy="561816"/>
            <a:chOff x="8147507" y="4736955"/>
            <a:chExt cx="2860497" cy="994910"/>
          </a:xfrm>
        </p:grpSpPr>
        <p:sp>
          <p:nvSpPr>
            <p:cNvPr id="329" name="직사각형 328">
              <a:extLst>
                <a:ext uri="{FF2B5EF4-FFF2-40B4-BE49-F238E27FC236}">
                  <a16:creationId xmlns:a16="http://schemas.microsoft.com/office/drawing/2014/main" id="{A15498EE-2E5C-DD06-D2A7-4953B2974C30}"/>
                </a:ext>
              </a:extLst>
            </p:cNvPr>
            <p:cNvSpPr/>
            <p:nvPr/>
          </p:nvSpPr>
          <p:spPr>
            <a:xfrm>
              <a:off x="8147507" y="4736955"/>
              <a:ext cx="2860497" cy="994910"/>
            </a:xfrm>
            <a:prstGeom prst="rect">
              <a:avLst/>
            </a:prstGeom>
            <a:solidFill>
              <a:schemeClr val="tx1">
                <a:lumMod val="65000"/>
                <a:lumOff val="3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50"/>
            </a:p>
          </p:txBody>
        </p:sp>
        <p:grpSp>
          <p:nvGrpSpPr>
            <p:cNvPr id="330" name="그룹 329">
              <a:extLst>
                <a:ext uri="{FF2B5EF4-FFF2-40B4-BE49-F238E27FC236}">
                  <a16:creationId xmlns:a16="http://schemas.microsoft.com/office/drawing/2014/main" id="{8F86D4BF-2EC6-EE05-8DD6-2CB3CBD99452}"/>
                </a:ext>
              </a:extLst>
            </p:cNvPr>
            <p:cNvGrpSpPr/>
            <p:nvPr/>
          </p:nvGrpSpPr>
          <p:grpSpPr>
            <a:xfrm>
              <a:off x="8408334" y="4819650"/>
              <a:ext cx="2500334" cy="808179"/>
              <a:chOff x="8112248" y="4451227"/>
              <a:chExt cx="3529919" cy="1221760"/>
            </a:xfrm>
          </p:grpSpPr>
          <p:grpSp>
            <p:nvGrpSpPr>
              <p:cNvPr id="331" name="그룹 330">
                <a:extLst>
                  <a:ext uri="{FF2B5EF4-FFF2-40B4-BE49-F238E27FC236}">
                    <a16:creationId xmlns:a16="http://schemas.microsoft.com/office/drawing/2014/main" id="{514F9C44-915F-C3BE-358D-5EB59BC45D0B}"/>
                  </a:ext>
                </a:extLst>
              </p:cNvPr>
              <p:cNvGrpSpPr/>
              <p:nvPr/>
            </p:nvGrpSpPr>
            <p:grpSpPr>
              <a:xfrm>
                <a:off x="8112248" y="4451227"/>
                <a:ext cx="796802" cy="1221760"/>
                <a:chOff x="8112248" y="4451227"/>
                <a:chExt cx="796802" cy="1221760"/>
              </a:xfrm>
            </p:grpSpPr>
            <p:grpSp>
              <p:nvGrpSpPr>
                <p:cNvPr id="371" name="그룹 370">
                  <a:extLst>
                    <a:ext uri="{FF2B5EF4-FFF2-40B4-BE49-F238E27FC236}">
                      <a16:creationId xmlns:a16="http://schemas.microsoft.com/office/drawing/2014/main" id="{F9EF8F13-2480-2951-D983-4C42826C66CF}"/>
                    </a:ext>
                  </a:extLst>
                </p:cNvPr>
                <p:cNvGrpSpPr/>
                <p:nvPr/>
              </p:nvGrpSpPr>
              <p:grpSpPr>
                <a:xfrm>
                  <a:off x="8112248" y="4451227"/>
                  <a:ext cx="667506" cy="1221760"/>
                  <a:chOff x="8377382" y="4544293"/>
                  <a:chExt cx="667506" cy="1221760"/>
                </a:xfrm>
              </p:grpSpPr>
              <p:grpSp>
                <p:nvGrpSpPr>
                  <p:cNvPr id="373" name="그룹 372">
                    <a:extLst>
                      <a:ext uri="{FF2B5EF4-FFF2-40B4-BE49-F238E27FC236}">
                        <a16:creationId xmlns:a16="http://schemas.microsoft.com/office/drawing/2014/main" id="{FA2EBAB8-5B0B-1E6A-82B0-659E37EAE896}"/>
                      </a:ext>
                    </a:extLst>
                  </p:cNvPr>
                  <p:cNvGrpSpPr/>
                  <p:nvPr/>
                </p:nvGrpSpPr>
                <p:grpSpPr>
                  <a:xfrm>
                    <a:off x="8377382" y="4544293"/>
                    <a:ext cx="667504" cy="666298"/>
                    <a:chOff x="8377382" y="4544293"/>
                    <a:chExt cx="667504" cy="666298"/>
                  </a:xfrm>
                </p:grpSpPr>
                <p:sp>
                  <p:nvSpPr>
                    <p:cNvPr id="441" name="직사각형 440">
                      <a:extLst>
                        <a:ext uri="{FF2B5EF4-FFF2-40B4-BE49-F238E27FC236}">
                          <a16:creationId xmlns:a16="http://schemas.microsoft.com/office/drawing/2014/main" id="{E70353E3-F035-C39F-84DF-03B5E03AC298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77382" y="4673601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  <p:sp>
                  <p:nvSpPr>
                    <p:cNvPr id="442" name="직사각형 441">
                      <a:extLst>
                        <a:ext uri="{FF2B5EF4-FFF2-40B4-BE49-F238E27FC236}">
                          <a16:creationId xmlns:a16="http://schemas.microsoft.com/office/drawing/2014/main" id="{D6C14533-437D-7E27-E7AA-6743157316BB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392743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  <p:sp>
                  <p:nvSpPr>
                    <p:cNvPr id="443" name="직사각형 442">
                      <a:extLst>
                        <a:ext uri="{FF2B5EF4-FFF2-40B4-BE49-F238E27FC236}">
                          <a16:creationId xmlns:a16="http://schemas.microsoft.com/office/drawing/2014/main" id="{E44461EA-2EAD-6F4B-175E-231F92F64F8B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34050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  <p:sp>
                  <p:nvSpPr>
                    <p:cNvPr id="444" name="직사각형 443">
                      <a:extLst>
                        <a:ext uri="{FF2B5EF4-FFF2-40B4-BE49-F238E27FC236}">
                          <a16:creationId xmlns:a16="http://schemas.microsoft.com/office/drawing/2014/main" id="{17A2C9B3-BEF9-6563-DBE1-A42A30E89FC7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948205"/>
                      <a:ext cx="110836" cy="413936"/>
                    </a:xfrm>
                    <a:prstGeom prst="rect">
                      <a:avLst/>
                    </a:prstGeom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</p:grpSp>
              <p:grpSp>
                <p:nvGrpSpPr>
                  <p:cNvPr id="374" name="그룹 373">
                    <a:extLst>
                      <a:ext uri="{FF2B5EF4-FFF2-40B4-BE49-F238E27FC236}">
                        <a16:creationId xmlns:a16="http://schemas.microsoft.com/office/drawing/2014/main" id="{DDAA6E95-447A-DF9F-7536-6EC494F5E4DA}"/>
                      </a:ext>
                    </a:extLst>
                  </p:cNvPr>
                  <p:cNvGrpSpPr/>
                  <p:nvPr/>
                </p:nvGrpSpPr>
                <p:grpSpPr>
                  <a:xfrm>
                    <a:off x="8377384" y="5099755"/>
                    <a:ext cx="667504" cy="666298"/>
                    <a:chOff x="8377382" y="4544293"/>
                    <a:chExt cx="667504" cy="666298"/>
                  </a:xfrm>
                </p:grpSpPr>
                <p:sp>
                  <p:nvSpPr>
                    <p:cNvPr id="375" name="직사각형 374">
                      <a:extLst>
                        <a:ext uri="{FF2B5EF4-FFF2-40B4-BE49-F238E27FC236}">
                          <a16:creationId xmlns:a16="http://schemas.microsoft.com/office/drawing/2014/main" id="{CC8C49EF-7604-5653-4FBD-73BD213CD404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77382" y="4673601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  <p:sp>
                  <p:nvSpPr>
                    <p:cNvPr id="376" name="직사각형 375">
                      <a:extLst>
                        <a:ext uri="{FF2B5EF4-FFF2-40B4-BE49-F238E27FC236}">
                          <a16:creationId xmlns:a16="http://schemas.microsoft.com/office/drawing/2014/main" id="{89932E67-04E9-25F6-A560-2708AEEE3148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392743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  <p:sp>
                  <p:nvSpPr>
                    <p:cNvPr id="382" name="직사각형 381">
                      <a:extLst>
                        <a:ext uri="{FF2B5EF4-FFF2-40B4-BE49-F238E27FC236}">
                          <a16:creationId xmlns:a16="http://schemas.microsoft.com/office/drawing/2014/main" id="{FA8698CD-CE9A-CA3E-AC4A-8F262CA88154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34050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  <p:sp>
                  <p:nvSpPr>
                    <p:cNvPr id="439" name="직사각형 438">
                      <a:extLst>
                        <a:ext uri="{FF2B5EF4-FFF2-40B4-BE49-F238E27FC236}">
                          <a16:creationId xmlns:a16="http://schemas.microsoft.com/office/drawing/2014/main" id="{8A4AD356-43A0-F721-862E-692F650082FD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948205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</p:grpSp>
            </p:grpSp>
            <p:sp>
              <p:nvSpPr>
                <p:cNvPr id="372" name="직사각형 371">
                  <a:extLst>
                    <a:ext uri="{FF2B5EF4-FFF2-40B4-BE49-F238E27FC236}">
                      <a16:creationId xmlns:a16="http://schemas.microsoft.com/office/drawing/2014/main" id="{DC2C8962-B50A-79C9-42C3-CD995B1D8802}"/>
                    </a:ext>
                  </a:extLst>
                </p:cNvPr>
                <p:cNvSpPr/>
                <p:nvPr/>
              </p:nvSpPr>
              <p:spPr>
                <a:xfrm>
                  <a:off x="8808029" y="5562151"/>
                  <a:ext cx="101021" cy="110836"/>
                </a:xfrm>
                <a:prstGeom prst="rect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/>
                </a:p>
              </p:txBody>
            </p:sp>
          </p:grpSp>
          <p:grpSp>
            <p:nvGrpSpPr>
              <p:cNvPr id="332" name="그룹 331">
                <a:extLst>
                  <a:ext uri="{FF2B5EF4-FFF2-40B4-BE49-F238E27FC236}">
                    <a16:creationId xmlns:a16="http://schemas.microsoft.com/office/drawing/2014/main" id="{49E7A53D-46C3-099B-6B76-A79F9BC22671}"/>
                  </a:ext>
                </a:extLst>
              </p:cNvPr>
              <p:cNvGrpSpPr/>
              <p:nvPr/>
            </p:nvGrpSpPr>
            <p:grpSpPr>
              <a:xfrm>
                <a:off x="9003883" y="4451227"/>
                <a:ext cx="796802" cy="1221760"/>
                <a:chOff x="8112248" y="4451227"/>
                <a:chExt cx="796802" cy="1221760"/>
              </a:xfrm>
            </p:grpSpPr>
            <p:grpSp>
              <p:nvGrpSpPr>
                <p:cNvPr id="359" name="그룹 358">
                  <a:extLst>
                    <a:ext uri="{FF2B5EF4-FFF2-40B4-BE49-F238E27FC236}">
                      <a16:creationId xmlns:a16="http://schemas.microsoft.com/office/drawing/2014/main" id="{C782E840-05B1-93C9-F3A1-72A8218776DF}"/>
                    </a:ext>
                  </a:extLst>
                </p:cNvPr>
                <p:cNvGrpSpPr/>
                <p:nvPr/>
              </p:nvGrpSpPr>
              <p:grpSpPr>
                <a:xfrm>
                  <a:off x="8112248" y="4451227"/>
                  <a:ext cx="667506" cy="1221760"/>
                  <a:chOff x="8377382" y="4544293"/>
                  <a:chExt cx="667506" cy="1221760"/>
                </a:xfrm>
              </p:grpSpPr>
              <p:grpSp>
                <p:nvGrpSpPr>
                  <p:cNvPr id="361" name="그룹 360">
                    <a:extLst>
                      <a:ext uri="{FF2B5EF4-FFF2-40B4-BE49-F238E27FC236}">
                        <a16:creationId xmlns:a16="http://schemas.microsoft.com/office/drawing/2014/main" id="{A16A93D6-B83E-6990-ECDA-50DD4335C29B}"/>
                      </a:ext>
                    </a:extLst>
                  </p:cNvPr>
                  <p:cNvGrpSpPr/>
                  <p:nvPr/>
                </p:nvGrpSpPr>
                <p:grpSpPr>
                  <a:xfrm>
                    <a:off x="8377382" y="4544293"/>
                    <a:ext cx="667504" cy="666298"/>
                    <a:chOff x="8377382" y="4544293"/>
                    <a:chExt cx="667504" cy="666298"/>
                  </a:xfrm>
                </p:grpSpPr>
                <p:sp>
                  <p:nvSpPr>
                    <p:cNvPr id="367" name="직사각형 366">
                      <a:extLst>
                        <a:ext uri="{FF2B5EF4-FFF2-40B4-BE49-F238E27FC236}">
                          <a16:creationId xmlns:a16="http://schemas.microsoft.com/office/drawing/2014/main" id="{C59A456E-8814-D4B0-88B6-ACC7AC274C52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77382" y="4673601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  <p:sp>
                  <p:nvSpPr>
                    <p:cNvPr id="368" name="직사각형 367">
                      <a:extLst>
                        <a:ext uri="{FF2B5EF4-FFF2-40B4-BE49-F238E27FC236}">
                          <a16:creationId xmlns:a16="http://schemas.microsoft.com/office/drawing/2014/main" id="{193C5C0D-5EE8-F703-999D-9AAAB53D8117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392743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  <p:sp>
                  <p:nvSpPr>
                    <p:cNvPr id="369" name="직사각형 368">
                      <a:extLst>
                        <a:ext uri="{FF2B5EF4-FFF2-40B4-BE49-F238E27FC236}">
                          <a16:creationId xmlns:a16="http://schemas.microsoft.com/office/drawing/2014/main" id="{8933D384-DE18-445C-3898-5031CCF589B2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34050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  <p:sp>
                  <p:nvSpPr>
                    <p:cNvPr id="370" name="직사각형 369">
                      <a:extLst>
                        <a:ext uri="{FF2B5EF4-FFF2-40B4-BE49-F238E27FC236}">
                          <a16:creationId xmlns:a16="http://schemas.microsoft.com/office/drawing/2014/main" id="{1E5C4931-E1A7-2902-FB31-5D2756369C6C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948205"/>
                      <a:ext cx="110836" cy="413936"/>
                    </a:xfrm>
                    <a:prstGeom prst="rect">
                      <a:avLst/>
                    </a:prstGeom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</p:grpSp>
              <p:grpSp>
                <p:nvGrpSpPr>
                  <p:cNvPr id="362" name="그룹 361">
                    <a:extLst>
                      <a:ext uri="{FF2B5EF4-FFF2-40B4-BE49-F238E27FC236}">
                        <a16:creationId xmlns:a16="http://schemas.microsoft.com/office/drawing/2014/main" id="{53A6C881-F16C-97AC-430E-9DD8DEC8DBA0}"/>
                      </a:ext>
                    </a:extLst>
                  </p:cNvPr>
                  <p:cNvGrpSpPr/>
                  <p:nvPr/>
                </p:nvGrpSpPr>
                <p:grpSpPr>
                  <a:xfrm>
                    <a:off x="8377384" y="5099755"/>
                    <a:ext cx="667504" cy="666298"/>
                    <a:chOff x="8377382" y="4544293"/>
                    <a:chExt cx="667504" cy="666298"/>
                  </a:xfrm>
                </p:grpSpPr>
                <p:sp>
                  <p:nvSpPr>
                    <p:cNvPr id="363" name="직사각형 362">
                      <a:extLst>
                        <a:ext uri="{FF2B5EF4-FFF2-40B4-BE49-F238E27FC236}">
                          <a16:creationId xmlns:a16="http://schemas.microsoft.com/office/drawing/2014/main" id="{9267CEDD-D138-1E6B-B986-50C3005D31EE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77382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  <p:sp>
                  <p:nvSpPr>
                    <p:cNvPr id="364" name="직사각형 363">
                      <a:extLst>
                        <a:ext uri="{FF2B5EF4-FFF2-40B4-BE49-F238E27FC236}">
                          <a16:creationId xmlns:a16="http://schemas.microsoft.com/office/drawing/2014/main" id="{D84A975E-DE35-8C4D-E69F-3164EC799D85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392743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  <p:sp>
                  <p:nvSpPr>
                    <p:cNvPr id="365" name="직사각형 364">
                      <a:extLst>
                        <a:ext uri="{FF2B5EF4-FFF2-40B4-BE49-F238E27FC236}">
                          <a16:creationId xmlns:a16="http://schemas.microsoft.com/office/drawing/2014/main" id="{273082CF-A466-F400-4E9F-1F92F41F981B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34050" y="4673601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  <p:sp>
                  <p:nvSpPr>
                    <p:cNvPr id="366" name="직사각형 365">
                      <a:extLst>
                        <a:ext uri="{FF2B5EF4-FFF2-40B4-BE49-F238E27FC236}">
                          <a16:creationId xmlns:a16="http://schemas.microsoft.com/office/drawing/2014/main" id="{E2F231CC-63ED-94DF-442C-604B281B68D1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948205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</p:grpSp>
            </p:grpSp>
            <p:sp>
              <p:nvSpPr>
                <p:cNvPr id="360" name="직사각형 359">
                  <a:extLst>
                    <a:ext uri="{FF2B5EF4-FFF2-40B4-BE49-F238E27FC236}">
                      <a16:creationId xmlns:a16="http://schemas.microsoft.com/office/drawing/2014/main" id="{E86F3CC6-7A21-DA7D-DE46-F646D7910663}"/>
                    </a:ext>
                  </a:extLst>
                </p:cNvPr>
                <p:cNvSpPr/>
                <p:nvPr/>
              </p:nvSpPr>
              <p:spPr>
                <a:xfrm>
                  <a:off x="8808029" y="5562151"/>
                  <a:ext cx="101021" cy="110836"/>
                </a:xfrm>
                <a:prstGeom prst="rect">
                  <a:avLst/>
                </a:prstGeom>
                <a:solidFill>
                  <a:srgbClr val="FF0000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/>
                </a:p>
              </p:txBody>
            </p:sp>
          </p:grpSp>
          <p:grpSp>
            <p:nvGrpSpPr>
              <p:cNvPr id="333" name="그룹 332">
                <a:extLst>
                  <a:ext uri="{FF2B5EF4-FFF2-40B4-BE49-F238E27FC236}">
                    <a16:creationId xmlns:a16="http://schemas.microsoft.com/office/drawing/2014/main" id="{E01531FD-B358-CA43-2D7B-C38263245C9A}"/>
                  </a:ext>
                </a:extLst>
              </p:cNvPr>
              <p:cNvGrpSpPr/>
              <p:nvPr/>
            </p:nvGrpSpPr>
            <p:grpSpPr>
              <a:xfrm>
                <a:off x="9935853" y="4451227"/>
                <a:ext cx="796802" cy="1221760"/>
                <a:chOff x="8112248" y="4451227"/>
                <a:chExt cx="796802" cy="1221760"/>
              </a:xfrm>
            </p:grpSpPr>
            <p:grpSp>
              <p:nvGrpSpPr>
                <p:cNvPr id="347" name="그룹 346">
                  <a:extLst>
                    <a:ext uri="{FF2B5EF4-FFF2-40B4-BE49-F238E27FC236}">
                      <a16:creationId xmlns:a16="http://schemas.microsoft.com/office/drawing/2014/main" id="{B2679DCC-96D1-F0E8-BD29-51DAC399E252}"/>
                    </a:ext>
                  </a:extLst>
                </p:cNvPr>
                <p:cNvGrpSpPr/>
                <p:nvPr/>
              </p:nvGrpSpPr>
              <p:grpSpPr>
                <a:xfrm>
                  <a:off x="8112248" y="4451227"/>
                  <a:ext cx="667506" cy="1221760"/>
                  <a:chOff x="8377382" y="4544293"/>
                  <a:chExt cx="667506" cy="1221760"/>
                </a:xfrm>
              </p:grpSpPr>
              <p:grpSp>
                <p:nvGrpSpPr>
                  <p:cNvPr id="349" name="그룹 348">
                    <a:extLst>
                      <a:ext uri="{FF2B5EF4-FFF2-40B4-BE49-F238E27FC236}">
                        <a16:creationId xmlns:a16="http://schemas.microsoft.com/office/drawing/2014/main" id="{A5550583-7EF3-A5D5-DE07-887840AA4E7D}"/>
                      </a:ext>
                    </a:extLst>
                  </p:cNvPr>
                  <p:cNvGrpSpPr/>
                  <p:nvPr/>
                </p:nvGrpSpPr>
                <p:grpSpPr>
                  <a:xfrm>
                    <a:off x="8377382" y="4544293"/>
                    <a:ext cx="667504" cy="666298"/>
                    <a:chOff x="8377382" y="4544293"/>
                    <a:chExt cx="667504" cy="666298"/>
                  </a:xfrm>
                </p:grpSpPr>
                <p:sp>
                  <p:nvSpPr>
                    <p:cNvPr id="355" name="직사각형 354">
                      <a:extLst>
                        <a:ext uri="{FF2B5EF4-FFF2-40B4-BE49-F238E27FC236}">
                          <a16:creationId xmlns:a16="http://schemas.microsoft.com/office/drawing/2014/main" id="{5045DCD3-1B9E-AD78-A12F-50C645617F27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77382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  <p:sp>
                  <p:nvSpPr>
                    <p:cNvPr id="356" name="직사각형 355">
                      <a:extLst>
                        <a:ext uri="{FF2B5EF4-FFF2-40B4-BE49-F238E27FC236}">
                          <a16:creationId xmlns:a16="http://schemas.microsoft.com/office/drawing/2014/main" id="{D81A52CA-F59D-0822-4726-E431539602C0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392743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  <p:sp>
                  <p:nvSpPr>
                    <p:cNvPr id="357" name="직사각형 356">
                      <a:extLst>
                        <a:ext uri="{FF2B5EF4-FFF2-40B4-BE49-F238E27FC236}">
                          <a16:creationId xmlns:a16="http://schemas.microsoft.com/office/drawing/2014/main" id="{7B97B113-93CD-7D1D-F7FE-EB6C7336686A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34050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  <p:sp>
                  <p:nvSpPr>
                    <p:cNvPr id="358" name="직사각형 357">
                      <a:extLst>
                        <a:ext uri="{FF2B5EF4-FFF2-40B4-BE49-F238E27FC236}">
                          <a16:creationId xmlns:a16="http://schemas.microsoft.com/office/drawing/2014/main" id="{77DE24AA-7612-5249-E441-7B4F84D02E88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948205"/>
                      <a:ext cx="110836" cy="413936"/>
                    </a:xfrm>
                    <a:prstGeom prst="rect">
                      <a:avLst/>
                    </a:prstGeom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</p:grpSp>
              <p:grpSp>
                <p:nvGrpSpPr>
                  <p:cNvPr id="350" name="그룹 349">
                    <a:extLst>
                      <a:ext uri="{FF2B5EF4-FFF2-40B4-BE49-F238E27FC236}">
                        <a16:creationId xmlns:a16="http://schemas.microsoft.com/office/drawing/2014/main" id="{0F46DF3C-B655-E175-67C8-2B6F1A26A070}"/>
                      </a:ext>
                    </a:extLst>
                  </p:cNvPr>
                  <p:cNvGrpSpPr/>
                  <p:nvPr/>
                </p:nvGrpSpPr>
                <p:grpSpPr>
                  <a:xfrm>
                    <a:off x="8377384" y="5099755"/>
                    <a:ext cx="667504" cy="666298"/>
                    <a:chOff x="8377382" y="4544293"/>
                    <a:chExt cx="667504" cy="666298"/>
                  </a:xfrm>
                </p:grpSpPr>
                <p:sp>
                  <p:nvSpPr>
                    <p:cNvPr id="351" name="직사각형 350">
                      <a:extLst>
                        <a:ext uri="{FF2B5EF4-FFF2-40B4-BE49-F238E27FC236}">
                          <a16:creationId xmlns:a16="http://schemas.microsoft.com/office/drawing/2014/main" id="{B6992D2E-E9B2-87DB-097B-4A6F6E2C958A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77382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  <p:sp>
                  <p:nvSpPr>
                    <p:cNvPr id="352" name="직사각형 351">
                      <a:extLst>
                        <a:ext uri="{FF2B5EF4-FFF2-40B4-BE49-F238E27FC236}">
                          <a16:creationId xmlns:a16="http://schemas.microsoft.com/office/drawing/2014/main" id="{A9385C57-E7D7-78CD-4DA7-E1391C5D255B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392743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  <p:sp>
                  <p:nvSpPr>
                    <p:cNvPr id="353" name="직사각형 352">
                      <a:extLst>
                        <a:ext uri="{FF2B5EF4-FFF2-40B4-BE49-F238E27FC236}">
                          <a16:creationId xmlns:a16="http://schemas.microsoft.com/office/drawing/2014/main" id="{A86805DB-80CD-B605-0EC0-C5A4CCE58BC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34050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  <p:sp>
                  <p:nvSpPr>
                    <p:cNvPr id="354" name="직사각형 353">
                      <a:extLst>
                        <a:ext uri="{FF2B5EF4-FFF2-40B4-BE49-F238E27FC236}">
                          <a16:creationId xmlns:a16="http://schemas.microsoft.com/office/drawing/2014/main" id="{D1BB74AF-CA7D-9351-1069-CAC0434BD5FA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948205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</p:grpSp>
            </p:grpSp>
            <p:sp>
              <p:nvSpPr>
                <p:cNvPr id="348" name="직사각형 347">
                  <a:extLst>
                    <a:ext uri="{FF2B5EF4-FFF2-40B4-BE49-F238E27FC236}">
                      <a16:creationId xmlns:a16="http://schemas.microsoft.com/office/drawing/2014/main" id="{9A22C0B2-9444-402A-59C0-59FFEF46AAD3}"/>
                    </a:ext>
                  </a:extLst>
                </p:cNvPr>
                <p:cNvSpPr/>
                <p:nvPr/>
              </p:nvSpPr>
              <p:spPr>
                <a:xfrm>
                  <a:off x="8808029" y="5562151"/>
                  <a:ext cx="101021" cy="110836"/>
                </a:xfrm>
                <a:prstGeom prst="rect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/>
                </a:p>
              </p:txBody>
            </p:sp>
          </p:grpSp>
          <p:grpSp>
            <p:nvGrpSpPr>
              <p:cNvPr id="334" name="그룹 333">
                <a:extLst>
                  <a:ext uri="{FF2B5EF4-FFF2-40B4-BE49-F238E27FC236}">
                    <a16:creationId xmlns:a16="http://schemas.microsoft.com/office/drawing/2014/main" id="{7430E33F-5A25-88D9-5E68-0713E06479AF}"/>
                  </a:ext>
                </a:extLst>
              </p:cNvPr>
              <p:cNvGrpSpPr/>
              <p:nvPr/>
            </p:nvGrpSpPr>
            <p:grpSpPr>
              <a:xfrm>
                <a:off x="10845365" y="4451227"/>
                <a:ext cx="796802" cy="1221760"/>
                <a:chOff x="8112248" y="4451227"/>
                <a:chExt cx="796802" cy="1221760"/>
              </a:xfrm>
            </p:grpSpPr>
            <p:grpSp>
              <p:nvGrpSpPr>
                <p:cNvPr id="335" name="그룹 334">
                  <a:extLst>
                    <a:ext uri="{FF2B5EF4-FFF2-40B4-BE49-F238E27FC236}">
                      <a16:creationId xmlns:a16="http://schemas.microsoft.com/office/drawing/2014/main" id="{E8D6FFD5-02FF-B2E3-4E77-D86979444AC6}"/>
                    </a:ext>
                  </a:extLst>
                </p:cNvPr>
                <p:cNvGrpSpPr/>
                <p:nvPr/>
              </p:nvGrpSpPr>
              <p:grpSpPr>
                <a:xfrm>
                  <a:off x="8112248" y="4451227"/>
                  <a:ext cx="667506" cy="1221760"/>
                  <a:chOff x="8377382" y="4544293"/>
                  <a:chExt cx="667506" cy="1221760"/>
                </a:xfrm>
              </p:grpSpPr>
              <p:grpSp>
                <p:nvGrpSpPr>
                  <p:cNvPr id="337" name="그룹 336">
                    <a:extLst>
                      <a:ext uri="{FF2B5EF4-FFF2-40B4-BE49-F238E27FC236}">
                        <a16:creationId xmlns:a16="http://schemas.microsoft.com/office/drawing/2014/main" id="{DE3B09D2-90CC-AC30-E4F2-78C93F43545E}"/>
                      </a:ext>
                    </a:extLst>
                  </p:cNvPr>
                  <p:cNvGrpSpPr/>
                  <p:nvPr/>
                </p:nvGrpSpPr>
                <p:grpSpPr>
                  <a:xfrm>
                    <a:off x="8377382" y="4544293"/>
                    <a:ext cx="667504" cy="666298"/>
                    <a:chOff x="8377382" y="4544293"/>
                    <a:chExt cx="667504" cy="666298"/>
                  </a:xfrm>
                </p:grpSpPr>
                <p:sp>
                  <p:nvSpPr>
                    <p:cNvPr id="343" name="직사각형 342">
                      <a:extLst>
                        <a:ext uri="{FF2B5EF4-FFF2-40B4-BE49-F238E27FC236}">
                          <a16:creationId xmlns:a16="http://schemas.microsoft.com/office/drawing/2014/main" id="{0A223586-E261-4DFD-945C-5E460E0F98C3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77382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  <p:sp>
                  <p:nvSpPr>
                    <p:cNvPr id="344" name="직사각형 343">
                      <a:extLst>
                        <a:ext uri="{FF2B5EF4-FFF2-40B4-BE49-F238E27FC236}">
                          <a16:creationId xmlns:a16="http://schemas.microsoft.com/office/drawing/2014/main" id="{39100E4D-4CA2-58B2-E5DA-003E2E79C4BF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392743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  <p:sp>
                  <p:nvSpPr>
                    <p:cNvPr id="345" name="직사각형 344">
                      <a:extLst>
                        <a:ext uri="{FF2B5EF4-FFF2-40B4-BE49-F238E27FC236}">
                          <a16:creationId xmlns:a16="http://schemas.microsoft.com/office/drawing/2014/main" id="{6986D81F-8280-66E6-2E51-71253BF736EA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34050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  <p:sp>
                  <p:nvSpPr>
                    <p:cNvPr id="346" name="직사각형 345">
                      <a:extLst>
                        <a:ext uri="{FF2B5EF4-FFF2-40B4-BE49-F238E27FC236}">
                          <a16:creationId xmlns:a16="http://schemas.microsoft.com/office/drawing/2014/main" id="{10D9F601-16A9-81DB-D5EC-749363C5B4B7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948205"/>
                      <a:ext cx="110836" cy="413936"/>
                    </a:xfrm>
                    <a:prstGeom prst="rect">
                      <a:avLst/>
                    </a:prstGeom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</p:grpSp>
              <p:grpSp>
                <p:nvGrpSpPr>
                  <p:cNvPr id="338" name="그룹 337">
                    <a:extLst>
                      <a:ext uri="{FF2B5EF4-FFF2-40B4-BE49-F238E27FC236}">
                        <a16:creationId xmlns:a16="http://schemas.microsoft.com/office/drawing/2014/main" id="{A269A812-8E41-A3BF-D57F-477E65C36B53}"/>
                      </a:ext>
                    </a:extLst>
                  </p:cNvPr>
                  <p:cNvGrpSpPr/>
                  <p:nvPr/>
                </p:nvGrpSpPr>
                <p:grpSpPr>
                  <a:xfrm>
                    <a:off x="8377384" y="5099755"/>
                    <a:ext cx="667504" cy="666298"/>
                    <a:chOff x="8377382" y="4544293"/>
                    <a:chExt cx="667504" cy="666298"/>
                  </a:xfrm>
                </p:grpSpPr>
                <p:sp>
                  <p:nvSpPr>
                    <p:cNvPr id="339" name="직사각형 338">
                      <a:extLst>
                        <a:ext uri="{FF2B5EF4-FFF2-40B4-BE49-F238E27FC236}">
                          <a16:creationId xmlns:a16="http://schemas.microsoft.com/office/drawing/2014/main" id="{E1D52D35-B750-1503-2C2C-E2C66348C358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77382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  <p:sp>
                  <p:nvSpPr>
                    <p:cNvPr id="340" name="직사각형 339">
                      <a:extLst>
                        <a:ext uri="{FF2B5EF4-FFF2-40B4-BE49-F238E27FC236}">
                          <a16:creationId xmlns:a16="http://schemas.microsoft.com/office/drawing/2014/main" id="{46A0441D-83F0-AF17-EF57-9556250D4637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392743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  <p:sp>
                  <p:nvSpPr>
                    <p:cNvPr id="341" name="직사각형 340">
                      <a:extLst>
                        <a:ext uri="{FF2B5EF4-FFF2-40B4-BE49-F238E27FC236}">
                          <a16:creationId xmlns:a16="http://schemas.microsoft.com/office/drawing/2014/main" id="{9E54AAC7-40C4-33E7-B86D-5DBF42533AC4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34050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  <p:sp>
                  <p:nvSpPr>
                    <p:cNvPr id="342" name="직사각형 341">
                      <a:extLst>
                        <a:ext uri="{FF2B5EF4-FFF2-40B4-BE49-F238E27FC236}">
                          <a16:creationId xmlns:a16="http://schemas.microsoft.com/office/drawing/2014/main" id="{AB2FAEA7-09AF-B1AB-F0BE-7D047F2127E2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948205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</p:grpSp>
            </p:grpSp>
            <p:sp>
              <p:nvSpPr>
                <p:cNvPr id="336" name="직사각형 335">
                  <a:extLst>
                    <a:ext uri="{FF2B5EF4-FFF2-40B4-BE49-F238E27FC236}">
                      <a16:creationId xmlns:a16="http://schemas.microsoft.com/office/drawing/2014/main" id="{E2B1BF38-7307-472B-591A-35F0FF2EC37B}"/>
                    </a:ext>
                  </a:extLst>
                </p:cNvPr>
                <p:cNvSpPr/>
                <p:nvPr/>
              </p:nvSpPr>
              <p:spPr>
                <a:xfrm>
                  <a:off x="8808029" y="5562151"/>
                  <a:ext cx="101021" cy="110836"/>
                </a:xfrm>
                <a:prstGeom prst="rect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/>
                </a:p>
              </p:txBody>
            </p:sp>
          </p:grpSp>
        </p:grpSp>
      </p:grpSp>
      <p:cxnSp>
        <p:nvCxnSpPr>
          <p:cNvPr id="445" name="직선 화살표 연결선 444">
            <a:extLst>
              <a:ext uri="{FF2B5EF4-FFF2-40B4-BE49-F238E27FC236}">
                <a16:creationId xmlns:a16="http://schemas.microsoft.com/office/drawing/2014/main" id="{BE9C20EF-09CF-3276-4C40-981CD2BC0065}"/>
              </a:ext>
            </a:extLst>
          </p:cNvPr>
          <p:cNvCxnSpPr>
            <a:cxnSpLocks/>
          </p:cNvCxnSpPr>
          <p:nvPr/>
        </p:nvCxnSpPr>
        <p:spPr>
          <a:xfrm>
            <a:off x="6298674" y="1856681"/>
            <a:ext cx="531789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6" name="TextBox 445">
            <a:extLst>
              <a:ext uri="{FF2B5EF4-FFF2-40B4-BE49-F238E27FC236}">
                <a16:creationId xmlns:a16="http://schemas.microsoft.com/office/drawing/2014/main" id="{D94D840C-D0B8-97F0-952C-41BC6C6709E8}"/>
              </a:ext>
            </a:extLst>
          </p:cNvPr>
          <p:cNvSpPr txBox="1"/>
          <p:nvPr/>
        </p:nvSpPr>
        <p:spPr>
          <a:xfrm>
            <a:off x="399273" y="1624749"/>
            <a:ext cx="16327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/>
              <a:t>msec &lt; 50</a:t>
            </a:r>
            <a:endParaRPr lang="ko-KR" altLang="en-US"/>
          </a:p>
        </p:txBody>
      </p:sp>
      <p:grpSp>
        <p:nvGrpSpPr>
          <p:cNvPr id="447" name="그룹 446">
            <a:extLst>
              <a:ext uri="{FF2B5EF4-FFF2-40B4-BE49-F238E27FC236}">
                <a16:creationId xmlns:a16="http://schemas.microsoft.com/office/drawing/2014/main" id="{30FA9D8B-39F6-867F-30E4-1B3C05AA380E}"/>
              </a:ext>
            </a:extLst>
          </p:cNvPr>
          <p:cNvGrpSpPr/>
          <p:nvPr/>
        </p:nvGrpSpPr>
        <p:grpSpPr>
          <a:xfrm>
            <a:off x="2117583" y="2324704"/>
            <a:ext cx="1707281" cy="561814"/>
            <a:chOff x="8147507" y="4736955"/>
            <a:chExt cx="2860497" cy="994910"/>
          </a:xfrm>
        </p:grpSpPr>
        <p:sp>
          <p:nvSpPr>
            <p:cNvPr id="448" name="직사각형 447">
              <a:extLst>
                <a:ext uri="{FF2B5EF4-FFF2-40B4-BE49-F238E27FC236}">
                  <a16:creationId xmlns:a16="http://schemas.microsoft.com/office/drawing/2014/main" id="{D7918ACB-E2AF-B315-391F-64B175D3DD77}"/>
                </a:ext>
              </a:extLst>
            </p:cNvPr>
            <p:cNvSpPr/>
            <p:nvPr/>
          </p:nvSpPr>
          <p:spPr>
            <a:xfrm>
              <a:off x="8147507" y="4736955"/>
              <a:ext cx="2860497" cy="994910"/>
            </a:xfrm>
            <a:prstGeom prst="rect">
              <a:avLst/>
            </a:prstGeom>
            <a:solidFill>
              <a:schemeClr val="tx1">
                <a:lumMod val="65000"/>
                <a:lumOff val="3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50"/>
            </a:p>
          </p:txBody>
        </p:sp>
        <p:grpSp>
          <p:nvGrpSpPr>
            <p:cNvPr id="449" name="그룹 448">
              <a:extLst>
                <a:ext uri="{FF2B5EF4-FFF2-40B4-BE49-F238E27FC236}">
                  <a16:creationId xmlns:a16="http://schemas.microsoft.com/office/drawing/2014/main" id="{43CE6B67-11B7-9DFB-719C-3A1109770533}"/>
                </a:ext>
              </a:extLst>
            </p:cNvPr>
            <p:cNvGrpSpPr/>
            <p:nvPr/>
          </p:nvGrpSpPr>
          <p:grpSpPr>
            <a:xfrm>
              <a:off x="8408334" y="4819650"/>
              <a:ext cx="2500334" cy="808179"/>
              <a:chOff x="8112248" y="4451227"/>
              <a:chExt cx="3529919" cy="1221760"/>
            </a:xfrm>
          </p:grpSpPr>
          <p:grpSp>
            <p:nvGrpSpPr>
              <p:cNvPr id="450" name="그룹 449">
                <a:extLst>
                  <a:ext uri="{FF2B5EF4-FFF2-40B4-BE49-F238E27FC236}">
                    <a16:creationId xmlns:a16="http://schemas.microsoft.com/office/drawing/2014/main" id="{5E458850-0ED7-206E-ACB4-C247E2FC03FE}"/>
                  </a:ext>
                </a:extLst>
              </p:cNvPr>
              <p:cNvGrpSpPr/>
              <p:nvPr/>
            </p:nvGrpSpPr>
            <p:grpSpPr>
              <a:xfrm>
                <a:off x="8112248" y="4451227"/>
                <a:ext cx="796802" cy="1221760"/>
                <a:chOff x="8112248" y="4451227"/>
                <a:chExt cx="796802" cy="1221760"/>
              </a:xfrm>
            </p:grpSpPr>
            <p:grpSp>
              <p:nvGrpSpPr>
                <p:cNvPr id="490" name="그룹 489">
                  <a:extLst>
                    <a:ext uri="{FF2B5EF4-FFF2-40B4-BE49-F238E27FC236}">
                      <a16:creationId xmlns:a16="http://schemas.microsoft.com/office/drawing/2014/main" id="{2DBCC74C-F007-15A4-62FE-FF25FC6D5647}"/>
                    </a:ext>
                  </a:extLst>
                </p:cNvPr>
                <p:cNvGrpSpPr/>
                <p:nvPr/>
              </p:nvGrpSpPr>
              <p:grpSpPr>
                <a:xfrm>
                  <a:off x="8112248" y="4451227"/>
                  <a:ext cx="667506" cy="1221760"/>
                  <a:chOff x="8377382" y="4544293"/>
                  <a:chExt cx="667506" cy="1221760"/>
                </a:xfrm>
              </p:grpSpPr>
              <p:grpSp>
                <p:nvGrpSpPr>
                  <p:cNvPr id="492" name="그룹 491">
                    <a:extLst>
                      <a:ext uri="{FF2B5EF4-FFF2-40B4-BE49-F238E27FC236}">
                        <a16:creationId xmlns:a16="http://schemas.microsoft.com/office/drawing/2014/main" id="{40009072-0D7B-68C3-9281-8886E985E504}"/>
                      </a:ext>
                    </a:extLst>
                  </p:cNvPr>
                  <p:cNvGrpSpPr/>
                  <p:nvPr/>
                </p:nvGrpSpPr>
                <p:grpSpPr>
                  <a:xfrm>
                    <a:off x="8377382" y="4544293"/>
                    <a:ext cx="667504" cy="666298"/>
                    <a:chOff x="8377382" y="4544293"/>
                    <a:chExt cx="667504" cy="666298"/>
                  </a:xfrm>
                </p:grpSpPr>
                <p:sp>
                  <p:nvSpPr>
                    <p:cNvPr id="498" name="직사각형 497">
                      <a:extLst>
                        <a:ext uri="{FF2B5EF4-FFF2-40B4-BE49-F238E27FC236}">
                          <a16:creationId xmlns:a16="http://schemas.microsoft.com/office/drawing/2014/main" id="{AC57C50A-B19D-0052-80CC-24114C8BEFA2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77382" y="4673601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  <p:sp>
                  <p:nvSpPr>
                    <p:cNvPr id="499" name="직사각형 498">
                      <a:extLst>
                        <a:ext uri="{FF2B5EF4-FFF2-40B4-BE49-F238E27FC236}">
                          <a16:creationId xmlns:a16="http://schemas.microsoft.com/office/drawing/2014/main" id="{2DDED5A1-6F43-4DFD-3F1D-E2F9C435991D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392743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  <p:sp>
                  <p:nvSpPr>
                    <p:cNvPr id="500" name="직사각형 499">
                      <a:extLst>
                        <a:ext uri="{FF2B5EF4-FFF2-40B4-BE49-F238E27FC236}">
                          <a16:creationId xmlns:a16="http://schemas.microsoft.com/office/drawing/2014/main" id="{C0CB4DAD-C0B5-B8B7-9DC5-A88C209F51A7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34050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  <p:sp>
                  <p:nvSpPr>
                    <p:cNvPr id="501" name="직사각형 500">
                      <a:extLst>
                        <a:ext uri="{FF2B5EF4-FFF2-40B4-BE49-F238E27FC236}">
                          <a16:creationId xmlns:a16="http://schemas.microsoft.com/office/drawing/2014/main" id="{34912D8E-9BC5-6185-04F9-F36194B16746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948205"/>
                      <a:ext cx="110836" cy="413936"/>
                    </a:xfrm>
                    <a:prstGeom prst="rect">
                      <a:avLst/>
                    </a:prstGeom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</p:grpSp>
              <p:grpSp>
                <p:nvGrpSpPr>
                  <p:cNvPr id="493" name="그룹 492">
                    <a:extLst>
                      <a:ext uri="{FF2B5EF4-FFF2-40B4-BE49-F238E27FC236}">
                        <a16:creationId xmlns:a16="http://schemas.microsoft.com/office/drawing/2014/main" id="{632A11E4-C550-07FF-66AC-D2CD10DCA850}"/>
                      </a:ext>
                    </a:extLst>
                  </p:cNvPr>
                  <p:cNvGrpSpPr/>
                  <p:nvPr/>
                </p:nvGrpSpPr>
                <p:grpSpPr>
                  <a:xfrm>
                    <a:off x="8377384" y="5099755"/>
                    <a:ext cx="667504" cy="666298"/>
                    <a:chOff x="8377382" y="4544293"/>
                    <a:chExt cx="667504" cy="666298"/>
                  </a:xfrm>
                </p:grpSpPr>
                <p:sp>
                  <p:nvSpPr>
                    <p:cNvPr id="494" name="직사각형 493">
                      <a:extLst>
                        <a:ext uri="{FF2B5EF4-FFF2-40B4-BE49-F238E27FC236}">
                          <a16:creationId xmlns:a16="http://schemas.microsoft.com/office/drawing/2014/main" id="{3F64DCB5-CF64-7B25-2CC9-D6C39BBC5154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77382" y="4673601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  <p:sp>
                  <p:nvSpPr>
                    <p:cNvPr id="495" name="직사각형 494">
                      <a:extLst>
                        <a:ext uri="{FF2B5EF4-FFF2-40B4-BE49-F238E27FC236}">
                          <a16:creationId xmlns:a16="http://schemas.microsoft.com/office/drawing/2014/main" id="{655C6168-4865-EE1E-84A8-3AD00001E2CE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392743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  <p:sp>
                  <p:nvSpPr>
                    <p:cNvPr id="496" name="직사각형 495">
                      <a:extLst>
                        <a:ext uri="{FF2B5EF4-FFF2-40B4-BE49-F238E27FC236}">
                          <a16:creationId xmlns:a16="http://schemas.microsoft.com/office/drawing/2014/main" id="{91177E98-328F-F40C-C896-70C633E842C1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34050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  <p:sp>
                  <p:nvSpPr>
                    <p:cNvPr id="497" name="직사각형 496">
                      <a:extLst>
                        <a:ext uri="{FF2B5EF4-FFF2-40B4-BE49-F238E27FC236}">
                          <a16:creationId xmlns:a16="http://schemas.microsoft.com/office/drawing/2014/main" id="{E5561096-8504-6AB3-29CE-01C0587FC907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948205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</p:grpSp>
            </p:grpSp>
            <p:sp>
              <p:nvSpPr>
                <p:cNvPr id="491" name="직사각형 490">
                  <a:extLst>
                    <a:ext uri="{FF2B5EF4-FFF2-40B4-BE49-F238E27FC236}">
                      <a16:creationId xmlns:a16="http://schemas.microsoft.com/office/drawing/2014/main" id="{8AA0C06E-54B1-DF09-BE1F-66F2DE91D22F}"/>
                    </a:ext>
                  </a:extLst>
                </p:cNvPr>
                <p:cNvSpPr/>
                <p:nvPr/>
              </p:nvSpPr>
              <p:spPr>
                <a:xfrm>
                  <a:off x="8808029" y="5562151"/>
                  <a:ext cx="101021" cy="110836"/>
                </a:xfrm>
                <a:prstGeom prst="rect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/>
                </a:p>
              </p:txBody>
            </p:sp>
          </p:grpSp>
          <p:grpSp>
            <p:nvGrpSpPr>
              <p:cNvPr id="451" name="그룹 450">
                <a:extLst>
                  <a:ext uri="{FF2B5EF4-FFF2-40B4-BE49-F238E27FC236}">
                    <a16:creationId xmlns:a16="http://schemas.microsoft.com/office/drawing/2014/main" id="{BC449AAA-5256-3D8D-239A-308B76F88E3D}"/>
                  </a:ext>
                </a:extLst>
              </p:cNvPr>
              <p:cNvGrpSpPr/>
              <p:nvPr/>
            </p:nvGrpSpPr>
            <p:grpSpPr>
              <a:xfrm>
                <a:off x="9003883" y="4451227"/>
                <a:ext cx="796802" cy="1221760"/>
                <a:chOff x="8112248" y="4451227"/>
                <a:chExt cx="796802" cy="1221760"/>
              </a:xfrm>
            </p:grpSpPr>
            <p:grpSp>
              <p:nvGrpSpPr>
                <p:cNvPr id="478" name="그룹 477">
                  <a:extLst>
                    <a:ext uri="{FF2B5EF4-FFF2-40B4-BE49-F238E27FC236}">
                      <a16:creationId xmlns:a16="http://schemas.microsoft.com/office/drawing/2014/main" id="{587AC8F9-E4D1-420B-AED8-6875E3C6135A}"/>
                    </a:ext>
                  </a:extLst>
                </p:cNvPr>
                <p:cNvGrpSpPr/>
                <p:nvPr/>
              </p:nvGrpSpPr>
              <p:grpSpPr>
                <a:xfrm>
                  <a:off x="8112248" y="4451227"/>
                  <a:ext cx="667506" cy="1221760"/>
                  <a:chOff x="8377382" y="4544293"/>
                  <a:chExt cx="667506" cy="1221760"/>
                </a:xfrm>
              </p:grpSpPr>
              <p:grpSp>
                <p:nvGrpSpPr>
                  <p:cNvPr id="480" name="그룹 479">
                    <a:extLst>
                      <a:ext uri="{FF2B5EF4-FFF2-40B4-BE49-F238E27FC236}">
                        <a16:creationId xmlns:a16="http://schemas.microsoft.com/office/drawing/2014/main" id="{7FE931AD-4B94-5E7E-0D67-BA239F059ED1}"/>
                      </a:ext>
                    </a:extLst>
                  </p:cNvPr>
                  <p:cNvGrpSpPr/>
                  <p:nvPr/>
                </p:nvGrpSpPr>
                <p:grpSpPr>
                  <a:xfrm>
                    <a:off x="8377382" y="4544293"/>
                    <a:ext cx="667504" cy="666298"/>
                    <a:chOff x="8377382" y="4544293"/>
                    <a:chExt cx="667504" cy="666298"/>
                  </a:xfrm>
                </p:grpSpPr>
                <p:sp>
                  <p:nvSpPr>
                    <p:cNvPr id="486" name="직사각형 485">
                      <a:extLst>
                        <a:ext uri="{FF2B5EF4-FFF2-40B4-BE49-F238E27FC236}">
                          <a16:creationId xmlns:a16="http://schemas.microsoft.com/office/drawing/2014/main" id="{6BAB7E0C-4429-9916-1BDC-A4BD610F5DA6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77382" y="4673601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  <p:sp>
                  <p:nvSpPr>
                    <p:cNvPr id="487" name="직사각형 486">
                      <a:extLst>
                        <a:ext uri="{FF2B5EF4-FFF2-40B4-BE49-F238E27FC236}">
                          <a16:creationId xmlns:a16="http://schemas.microsoft.com/office/drawing/2014/main" id="{252A9F40-A707-0546-3E8D-CB2ED8DE72AB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392743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  <p:sp>
                  <p:nvSpPr>
                    <p:cNvPr id="488" name="직사각형 487">
                      <a:extLst>
                        <a:ext uri="{FF2B5EF4-FFF2-40B4-BE49-F238E27FC236}">
                          <a16:creationId xmlns:a16="http://schemas.microsoft.com/office/drawing/2014/main" id="{D944B4EB-F584-7BB6-4699-FDCE7AB30396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34050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  <p:sp>
                  <p:nvSpPr>
                    <p:cNvPr id="489" name="직사각형 488">
                      <a:extLst>
                        <a:ext uri="{FF2B5EF4-FFF2-40B4-BE49-F238E27FC236}">
                          <a16:creationId xmlns:a16="http://schemas.microsoft.com/office/drawing/2014/main" id="{9C428F40-153E-825F-4979-6C41062C6270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948205"/>
                      <a:ext cx="110836" cy="413936"/>
                    </a:xfrm>
                    <a:prstGeom prst="rect">
                      <a:avLst/>
                    </a:prstGeom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</p:grpSp>
              <p:grpSp>
                <p:nvGrpSpPr>
                  <p:cNvPr id="481" name="그룹 480">
                    <a:extLst>
                      <a:ext uri="{FF2B5EF4-FFF2-40B4-BE49-F238E27FC236}">
                        <a16:creationId xmlns:a16="http://schemas.microsoft.com/office/drawing/2014/main" id="{D3B76AC7-C235-62CF-CFD1-5AC377AA9F96}"/>
                      </a:ext>
                    </a:extLst>
                  </p:cNvPr>
                  <p:cNvGrpSpPr/>
                  <p:nvPr/>
                </p:nvGrpSpPr>
                <p:grpSpPr>
                  <a:xfrm>
                    <a:off x="8377384" y="5099755"/>
                    <a:ext cx="667504" cy="666298"/>
                    <a:chOff x="8377382" y="4544293"/>
                    <a:chExt cx="667504" cy="666298"/>
                  </a:xfrm>
                </p:grpSpPr>
                <p:sp>
                  <p:nvSpPr>
                    <p:cNvPr id="482" name="직사각형 481">
                      <a:extLst>
                        <a:ext uri="{FF2B5EF4-FFF2-40B4-BE49-F238E27FC236}">
                          <a16:creationId xmlns:a16="http://schemas.microsoft.com/office/drawing/2014/main" id="{BB06C705-2CB5-9775-E1E8-8EA1A4EB041C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77382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  <p:sp>
                  <p:nvSpPr>
                    <p:cNvPr id="483" name="직사각형 482">
                      <a:extLst>
                        <a:ext uri="{FF2B5EF4-FFF2-40B4-BE49-F238E27FC236}">
                          <a16:creationId xmlns:a16="http://schemas.microsoft.com/office/drawing/2014/main" id="{059EFFCC-11CC-402C-C559-393622DB6BF1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392743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  <p:sp>
                  <p:nvSpPr>
                    <p:cNvPr id="484" name="직사각형 483">
                      <a:extLst>
                        <a:ext uri="{FF2B5EF4-FFF2-40B4-BE49-F238E27FC236}">
                          <a16:creationId xmlns:a16="http://schemas.microsoft.com/office/drawing/2014/main" id="{2703974D-0124-E86F-443D-660FE104ABDE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34050" y="4673601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  <p:sp>
                  <p:nvSpPr>
                    <p:cNvPr id="485" name="직사각형 484">
                      <a:extLst>
                        <a:ext uri="{FF2B5EF4-FFF2-40B4-BE49-F238E27FC236}">
                          <a16:creationId xmlns:a16="http://schemas.microsoft.com/office/drawing/2014/main" id="{266CFD8F-81FF-9231-74A4-28821474D515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948205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</p:grpSp>
            </p:grpSp>
            <p:sp>
              <p:nvSpPr>
                <p:cNvPr id="479" name="직사각형 478">
                  <a:extLst>
                    <a:ext uri="{FF2B5EF4-FFF2-40B4-BE49-F238E27FC236}">
                      <a16:creationId xmlns:a16="http://schemas.microsoft.com/office/drawing/2014/main" id="{59B402AA-2E3A-E911-016D-26F00C4A9B15}"/>
                    </a:ext>
                  </a:extLst>
                </p:cNvPr>
                <p:cNvSpPr/>
                <p:nvPr/>
              </p:nvSpPr>
              <p:spPr>
                <a:xfrm>
                  <a:off x="8808029" y="5562151"/>
                  <a:ext cx="101021" cy="110836"/>
                </a:xfrm>
                <a:prstGeom prst="rect">
                  <a:avLst/>
                </a:prstGeom>
                <a:solidFill>
                  <a:srgbClr val="FF0000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/>
                </a:p>
              </p:txBody>
            </p:sp>
          </p:grpSp>
          <p:grpSp>
            <p:nvGrpSpPr>
              <p:cNvPr id="452" name="그룹 451">
                <a:extLst>
                  <a:ext uri="{FF2B5EF4-FFF2-40B4-BE49-F238E27FC236}">
                    <a16:creationId xmlns:a16="http://schemas.microsoft.com/office/drawing/2014/main" id="{CDCA8F51-F0A5-2855-E278-2E75C14C366F}"/>
                  </a:ext>
                </a:extLst>
              </p:cNvPr>
              <p:cNvGrpSpPr/>
              <p:nvPr/>
            </p:nvGrpSpPr>
            <p:grpSpPr>
              <a:xfrm>
                <a:off x="9935853" y="4451227"/>
                <a:ext cx="796802" cy="1221760"/>
                <a:chOff x="8112248" y="4451227"/>
                <a:chExt cx="796802" cy="1221760"/>
              </a:xfrm>
            </p:grpSpPr>
            <p:grpSp>
              <p:nvGrpSpPr>
                <p:cNvPr id="466" name="그룹 465">
                  <a:extLst>
                    <a:ext uri="{FF2B5EF4-FFF2-40B4-BE49-F238E27FC236}">
                      <a16:creationId xmlns:a16="http://schemas.microsoft.com/office/drawing/2014/main" id="{1D4CA0DF-C3C9-879A-4236-A7D2469F6F6E}"/>
                    </a:ext>
                  </a:extLst>
                </p:cNvPr>
                <p:cNvGrpSpPr/>
                <p:nvPr/>
              </p:nvGrpSpPr>
              <p:grpSpPr>
                <a:xfrm>
                  <a:off x="8112248" y="4451227"/>
                  <a:ext cx="667506" cy="1221760"/>
                  <a:chOff x="8377382" y="4544293"/>
                  <a:chExt cx="667506" cy="1221760"/>
                </a:xfrm>
              </p:grpSpPr>
              <p:grpSp>
                <p:nvGrpSpPr>
                  <p:cNvPr id="468" name="그룹 467">
                    <a:extLst>
                      <a:ext uri="{FF2B5EF4-FFF2-40B4-BE49-F238E27FC236}">
                        <a16:creationId xmlns:a16="http://schemas.microsoft.com/office/drawing/2014/main" id="{186350BD-1F4B-7B2C-7CD0-4B6B8F16F494}"/>
                      </a:ext>
                    </a:extLst>
                  </p:cNvPr>
                  <p:cNvGrpSpPr/>
                  <p:nvPr/>
                </p:nvGrpSpPr>
                <p:grpSpPr>
                  <a:xfrm>
                    <a:off x="8377382" y="4544293"/>
                    <a:ext cx="667504" cy="666298"/>
                    <a:chOff x="8377382" y="4544293"/>
                    <a:chExt cx="667504" cy="666298"/>
                  </a:xfrm>
                </p:grpSpPr>
                <p:sp>
                  <p:nvSpPr>
                    <p:cNvPr id="474" name="직사각형 473">
                      <a:extLst>
                        <a:ext uri="{FF2B5EF4-FFF2-40B4-BE49-F238E27FC236}">
                          <a16:creationId xmlns:a16="http://schemas.microsoft.com/office/drawing/2014/main" id="{15067685-36FD-72D7-693A-7BA46CC198D9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77382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  <p:sp>
                  <p:nvSpPr>
                    <p:cNvPr id="475" name="직사각형 474">
                      <a:extLst>
                        <a:ext uri="{FF2B5EF4-FFF2-40B4-BE49-F238E27FC236}">
                          <a16:creationId xmlns:a16="http://schemas.microsoft.com/office/drawing/2014/main" id="{1FA8733C-23EA-9F05-B1FC-24A1EC7CAC76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392743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  <p:sp>
                  <p:nvSpPr>
                    <p:cNvPr id="476" name="직사각형 475">
                      <a:extLst>
                        <a:ext uri="{FF2B5EF4-FFF2-40B4-BE49-F238E27FC236}">
                          <a16:creationId xmlns:a16="http://schemas.microsoft.com/office/drawing/2014/main" id="{FBEF7AA9-C3B8-F163-36FA-FCA8F92EBED6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34050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  <p:sp>
                  <p:nvSpPr>
                    <p:cNvPr id="477" name="직사각형 476">
                      <a:extLst>
                        <a:ext uri="{FF2B5EF4-FFF2-40B4-BE49-F238E27FC236}">
                          <a16:creationId xmlns:a16="http://schemas.microsoft.com/office/drawing/2014/main" id="{9D3C58B6-2EC2-BC0B-B570-2714B5884B34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948205"/>
                      <a:ext cx="110836" cy="413936"/>
                    </a:xfrm>
                    <a:prstGeom prst="rect">
                      <a:avLst/>
                    </a:prstGeom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</p:grpSp>
              <p:grpSp>
                <p:nvGrpSpPr>
                  <p:cNvPr id="469" name="그룹 468">
                    <a:extLst>
                      <a:ext uri="{FF2B5EF4-FFF2-40B4-BE49-F238E27FC236}">
                        <a16:creationId xmlns:a16="http://schemas.microsoft.com/office/drawing/2014/main" id="{B77928E3-CE95-D1CF-F45B-9DFB89154502}"/>
                      </a:ext>
                    </a:extLst>
                  </p:cNvPr>
                  <p:cNvGrpSpPr/>
                  <p:nvPr/>
                </p:nvGrpSpPr>
                <p:grpSpPr>
                  <a:xfrm>
                    <a:off x="8377384" y="5099755"/>
                    <a:ext cx="667504" cy="666298"/>
                    <a:chOff x="8377382" y="4544293"/>
                    <a:chExt cx="667504" cy="666298"/>
                  </a:xfrm>
                </p:grpSpPr>
                <p:sp>
                  <p:nvSpPr>
                    <p:cNvPr id="470" name="직사각형 469">
                      <a:extLst>
                        <a:ext uri="{FF2B5EF4-FFF2-40B4-BE49-F238E27FC236}">
                          <a16:creationId xmlns:a16="http://schemas.microsoft.com/office/drawing/2014/main" id="{EEC800ED-3509-3429-E205-2F15ABBEFEC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77382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  <p:sp>
                  <p:nvSpPr>
                    <p:cNvPr id="471" name="직사각형 470">
                      <a:extLst>
                        <a:ext uri="{FF2B5EF4-FFF2-40B4-BE49-F238E27FC236}">
                          <a16:creationId xmlns:a16="http://schemas.microsoft.com/office/drawing/2014/main" id="{BA7D87A9-BD72-FD60-76E1-DC0342225B15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392743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  <p:sp>
                  <p:nvSpPr>
                    <p:cNvPr id="472" name="직사각형 471">
                      <a:extLst>
                        <a:ext uri="{FF2B5EF4-FFF2-40B4-BE49-F238E27FC236}">
                          <a16:creationId xmlns:a16="http://schemas.microsoft.com/office/drawing/2014/main" id="{0BA8DFE8-74AC-AB41-0986-ACB4FA55FD5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34050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  <p:sp>
                  <p:nvSpPr>
                    <p:cNvPr id="473" name="직사각형 472">
                      <a:extLst>
                        <a:ext uri="{FF2B5EF4-FFF2-40B4-BE49-F238E27FC236}">
                          <a16:creationId xmlns:a16="http://schemas.microsoft.com/office/drawing/2014/main" id="{97819057-89D6-8BC1-D620-213C8F542671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948205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</p:grpSp>
            </p:grpSp>
            <p:sp>
              <p:nvSpPr>
                <p:cNvPr id="467" name="직사각형 466">
                  <a:extLst>
                    <a:ext uri="{FF2B5EF4-FFF2-40B4-BE49-F238E27FC236}">
                      <a16:creationId xmlns:a16="http://schemas.microsoft.com/office/drawing/2014/main" id="{DD09D863-1678-99DE-0A21-BEB454752F9C}"/>
                    </a:ext>
                  </a:extLst>
                </p:cNvPr>
                <p:cNvSpPr/>
                <p:nvPr/>
              </p:nvSpPr>
              <p:spPr>
                <a:xfrm>
                  <a:off x="8808029" y="5562151"/>
                  <a:ext cx="101021" cy="110836"/>
                </a:xfrm>
                <a:prstGeom prst="rect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/>
                </a:p>
              </p:txBody>
            </p:sp>
          </p:grpSp>
          <p:grpSp>
            <p:nvGrpSpPr>
              <p:cNvPr id="453" name="그룹 452">
                <a:extLst>
                  <a:ext uri="{FF2B5EF4-FFF2-40B4-BE49-F238E27FC236}">
                    <a16:creationId xmlns:a16="http://schemas.microsoft.com/office/drawing/2014/main" id="{190FB4CC-90AB-62E5-6EDB-BD9A3ABD41BF}"/>
                  </a:ext>
                </a:extLst>
              </p:cNvPr>
              <p:cNvGrpSpPr/>
              <p:nvPr/>
            </p:nvGrpSpPr>
            <p:grpSpPr>
              <a:xfrm>
                <a:off x="10845365" y="4451227"/>
                <a:ext cx="796802" cy="1221760"/>
                <a:chOff x="8112248" y="4451227"/>
                <a:chExt cx="796802" cy="1221760"/>
              </a:xfrm>
            </p:grpSpPr>
            <p:grpSp>
              <p:nvGrpSpPr>
                <p:cNvPr id="454" name="그룹 453">
                  <a:extLst>
                    <a:ext uri="{FF2B5EF4-FFF2-40B4-BE49-F238E27FC236}">
                      <a16:creationId xmlns:a16="http://schemas.microsoft.com/office/drawing/2014/main" id="{B7DBE0F5-5A7D-1CEF-3A09-A8EF5ADC9EE9}"/>
                    </a:ext>
                  </a:extLst>
                </p:cNvPr>
                <p:cNvGrpSpPr/>
                <p:nvPr/>
              </p:nvGrpSpPr>
              <p:grpSpPr>
                <a:xfrm>
                  <a:off x="8112248" y="4451227"/>
                  <a:ext cx="667506" cy="1221760"/>
                  <a:chOff x="8377382" y="4544293"/>
                  <a:chExt cx="667506" cy="1221760"/>
                </a:xfrm>
              </p:grpSpPr>
              <p:grpSp>
                <p:nvGrpSpPr>
                  <p:cNvPr id="456" name="그룹 455">
                    <a:extLst>
                      <a:ext uri="{FF2B5EF4-FFF2-40B4-BE49-F238E27FC236}">
                        <a16:creationId xmlns:a16="http://schemas.microsoft.com/office/drawing/2014/main" id="{0A5A0462-D515-68A7-34E3-358E37D37AEA}"/>
                      </a:ext>
                    </a:extLst>
                  </p:cNvPr>
                  <p:cNvGrpSpPr/>
                  <p:nvPr/>
                </p:nvGrpSpPr>
                <p:grpSpPr>
                  <a:xfrm>
                    <a:off x="8377382" y="4544293"/>
                    <a:ext cx="667504" cy="666298"/>
                    <a:chOff x="8377382" y="4544293"/>
                    <a:chExt cx="667504" cy="666298"/>
                  </a:xfrm>
                </p:grpSpPr>
                <p:sp>
                  <p:nvSpPr>
                    <p:cNvPr id="462" name="직사각형 461">
                      <a:extLst>
                        <a:ext uri="{FF2B5EF4-FFF2-40B4-BE49-F238E27FC236}">
                          <a16:creationId xmlns:a16="http://schemas.microsoft.com/office/drawing/2014/main" id="{D74E859E-70E0-6D41-8C94-523CC6DA95A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77382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  <p:sp>
                  <p:nvSpPr>
                    <p:cNvPr id="463" name="직사각형 462">
                      <a:extLst>
                        <a:ext uri="{FF2B5EF4-FFF2-40B4-BE49-F238E27FC236}">
                          <a16:creationId xmlns:a16="http://schemas.microsoft.com/office/drawing/2014/main" id="{6250F949-4F9A-35F9-62FB-587203F0668D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392743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  <p:sp>
                  <p:nvSpPr>
                    <p:cNvPr id="464" name="직사각형 463">
                      <a:extLst>
                        <a:ext uri="{FF2B5EF4-FFF2-40B4-BE49-F238E27FC236}">
                          <a16:creationId xmlns:a16="http://schemas.microsoft.com/office/drawing/2014/main" id="{40F4A935-46CC-BD95-C9D3-3B526C28F2CF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34050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  <p:sp>
                  <p:nvSpPr>
                    <p:cNvPr id="465" name="직사각형 464">
                      <a:extLst>
                        <a:ext uri="{FF2B5EF4-FFF2-40B4-BE49-F238E27FC236}">
                          <a16:creationId xmlns:a16="http://schemas.microsoft.com/office/drawing/2014/main" id="{C59853DF-2DFC-F9E1-D967-3F261CD6E1F7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948205"/>
                      <a:ext cx="110836" cy="413936"/>
                    </a:xfrm>
                    <a:prstGeom prst="rect">
                      <a:avLst/>
                    </a:prstGeom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</p:grpSp>
              <p:grpSp>
                <p:nvGrpSpPr>
                  <p:cNvPr id="457" name="그룹 456">
                    <a:extLst>
                      <a:ext uri="{FF2B5EF4-FFF2-40B4-BE49-F238E27FC236}">
                        <a16:creationId xmlns:a16="http://schemas.microsoft.com/office/drawing/2014/main" id="{D70FFC6B-D900-D8E8-C069-06CB5EDEA096}"/>
                      </a:ext>
                    </a:extLst>
                  </p:cNvPr>
                  <p:cNvGrpSpPr/>
                  <p:nvPr/>
                </p:nvGrpSpPr>
                <p:grpSpPr>
                  <a:xfrm>
                    <a:off x="8377384" y="5099755"/>
                    <a:ext cx="667504" cy="666298"/>
                    <a:chOff x="8377382" y="4544293"/>
                    <a:chExt cx="667504" cy="666298"/>
                  </a:xfrm>
                </p:grpSpPr>
                <p:sp>
                  <p:nvSpPr>
                    <p:cNvPr id="458" name="직사각형 457">
                      <a:extLst>
                        <a:ext uri="{FF2B5EF4-FFF2-40B4-BE49-F238E27FC236}">
                          <a16:creationId xmlns:a16="http://schemas.microsoft.com/office/drawing/2014/main" id="{B3048653-48FB-817D-08D6-A0F38256B381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77382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  <p:sp>
                  <p:nvSpPr>
                    <p:cNvPr id="459" name="직사각형 458">
                      <a:extLst>
                        <a:ext uri="{FF2B5EF4-FFF2-40B4-BE49-F238E27FC236}">
                          <a16:creationId xmlns:a16="http://schemas.microsoft.com/office/drawing/2014/main" id="{76590FB2-06D3-AA32-458F-29CE69FA5DAB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392743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  <p:sp>
                  <p:nvSpPr>
                    <p:cNvPr id="460" name="직사각형 459">
                      <a:extLst>
                        <a:ext uri="{FF2B5EF4-FFF2-40B4-BE49-F238E27FC236}">
                          <a16:creationId xmlns:a16="http://schemas.microsoft.com/office/drawing/2014/main" id="{0B190020-AE88-4A0F-209F-C75BD7AB2561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34050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  <p:sp>
                  <p:nvSpPr>
                    <p:cNvPr id="461" name="직사각형 460">
                      <a:extLst>
                        <a:ext uri="{FF2B5EF4-FFF2-40B4-BE49-F238E27FC236}">
                          <a16:creationId xmlns:a16="http://schemas.microsoft.com/office/drawing/2014/main" id="{001563DA-FFF5-325C-B6D0-BC13F709BE3C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948205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</p:grpSp>
            </p:grpSp>
            <p:sp>
              <p:nvSpPr>
                <p:cNvPr id="455" name="직사각형 454">
                  <a:extLst>
                    <a:ext uri="{FF2B5EF4-FFF2-40B4-BE49-F238E27FC236}">
                      <a16:creationId xmlns:a16="http://schemas.microsoft.com/office/drawing/2014/main" id="{36111CB3-1FCD-A854-6078-01940314159E}"/>
                    </a:ext>
                  </a:extLst>
                </p:cNvPr>
                <p:cNvSpPr/>
                <p:nvPr/>
              </p:nvSpPr>
              <p:spPr>
                <a:xfrm>
                  <a:off x="8808029" y="5562151"/>
                  <a:ext cx="101021" cy="110836"/>
                </a:xfrm>
                <a:prstGeom prst="rect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/>
                </a:p>
              </p:txBody>
            </p:sp>
          </p:grpSp>
        </p:grpSp>
      </p:grpSp>
      <p:cxnSp>
        <p:nvCxnSpPr>
          <p:cNvPr id="502" name="직선 화살표 연결선 501">
            <a:extLst>
              <a:ext uri="{FF2B5EF4-FFF2-40B4-BE49-F238E27FC236}">
                <a16:creationId xmlns:a16="http://schemas.microsoft.com/office/drawing/2014/main" id="{6C61919D-CD5C-0272-15DD-F211A6E3E709}"/>
              </a:ext>
            </a:extLst>
          </p:cNvPr>
          <p:cNvCxnSpPr>
            <a:cxnSpLocks/>
          </p:cNvCxnSpPr>
          <p:nvPr/>
        </p:nvCxnSpPr>
        <p:spPr>
          <a:xfrm>
            <a:off x="3884661" y="2632597"/>
            <a:ext cx="531789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503" name="그룹 502">
            <a:extLst>
              <a:ext uri="{FF2B5EF4-FFF2-40B4-BE49-F238E27FC236}">
                <a16:creationId xmlns:a16="http://schemas.microsoft.com/office/drawing/2014/main" id="{B3C904E1-82B0-4ECC-9028-7D4FACA1459A}"/>
              </a:ext>
            </a:extLst>
          </p:cNvPr>
          <p:cNvGrpSpPr/>
          <p:nvPr/>
        </p:nvGrpSpPr>
        <p:grpSpPr>
          <a:xfrm>
            <a:off x="4508095" y="2336108"/>
            <a:ext cx="1707281" cy="561816"/>
            <a:chOff x="8147507" y="4736955"/>
            <a:chExt cx="2860497" cy="994910"/>
          </a:xfrm>
        </p:grpSpPr>
        <p:sp>
          <p:nvSpPr>
            <p:cNvPr id="504" name="직사각형 503">
              <a:extLst>
                <a:ext uri="{FF2B5EF4-FFF2-40B4-BE49-F238E27FC236}">
                  <a16:creationId xmlns:a16="http://schemas.microsoft.com/office/drawing/2014/main" id="{5A4B11C4-84D3-1BBE-4B6F-9A6686D2D97F}"/>
                </a:ext>
              </a:extLst>
            </p:cNvPr>
            <p:cNvSpPr/>
            <p:nvPr/>
          </p:nvSpPr>
          <p:spPr>
            <a:xfrm>
              <a:off x="8147507" y="4736955"/>
              <a:ext cx="2860497" cy="994910"/>
            </a:xfrm>
            <a:prstGeom prst="rect">
              <a:avLst/>
            </a:prstGeom>
            <a:solidFill>
              <a:schemeClr val="tx1">
                <a:lumMod val="65000"/>
                <a:lumOff val="3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50"/>
            </a:p>
          </p:txBody>
        </p:sp>
        <p:grpSp>
          <p:nvGrpSpPr>
            <p:cNvPr id="505" name="그룹 504">
              <a:extLst>
                <a:ext uri="{FF2B5EF4-FFF2-40B4-BE49-F238E27FC236}">
                  <a16:creationId xmlns:a16="http://schemas.microsoft.com/office/drawing/2014/main" id="{6EF157D8-C719-B941-E8DE-8A12C70F77D9}"/>
                </a:ext>
              </a:extLst>
            </p:cNvPr>
            <p:cNvGrpSpPr/>
            <p:nvPr/>
          </p:nvGrpSpPr>
          <p:grpSpPr>
            <a:xfrm>
              <a:off x="8408334" y="4819650"/>
              <a:ext cx="2500334" cy="808179"/>
              <a:chOff x="8112248" y="4451227"/>
              <a:chExt cx="3529919" cy="1221760"/>
            </a:xfrm>
          </p:grpSpPr>
          <p:grpSp>
            <p:nvGrpSpPr>
              <p:cNvPr id="506" name="그룹 505">
                <a:extLst>
                  <a:ext uri="{FF2B5EF4-FFF2-40B4-BE49-F238E27FC236}">
                    <a16:creationId xmlns:a16="http://schemas.microsoft.com/office/drawing/2014/main" id="{2DE8E7A8-3D58-5982-CA9D-7D60502A1CB4}"/>
                  </a:ext>
                </a:extLst>
              </p:cNvPr>
              <p:cNvGrpSpPr/>
              <p:nvPr/>
            </p:nvGrpSpPr>
            <p:grpSpPr>
              <a:xfrm>
                <a:off x="8112248" y="4451227"/>
                <a:ext cx="796802" cy="1221760"/>
                <a:chOff x="8112248" y="4451227"/>
                <a:chExt cx="796802" cy="1221760"/>
              </a:xfrm>
            </p:grpSpPr>
            <p:grpSp>
              <p:nvGrpSpPr>
                <p:cNvPr id="546" name="그룹 545">
                  <a:extLst>
                    <a:ext uri="{FF2B5EF4-FFF2-40B4-BE49-F238E27FC236}">
                      <a16:creationId xmlns:a16="http://schemas.microsoft.com/office/drawing/2014/main" id="{F5821C48-5161-FB33-B262-D2CEA69CA3FC}"/>
                    </a:ext>
                  </a:extLst>
                </p:cNvPr>
                <p:cNvGrpSpPr/>
                <p:nvPr/>
              </p:nvGrpSpPr>
              <p:grpSpPr>
                <a:xfrm>
                  <a:off x="8112248" y="4451227"/>
                  <a:ext cx="667506" cy="1221760"/>
                  <a:chOff x="8377382" y="4544293"/>
                  <a:chExt cx="667506" cy="1221760"/>
                </a:xfrm>
              </p:grpSpPr>
              <p:grpSp>
                <p:nvGrpSpPr>
                  <p:cNvPr id="548" name="그룹 547">
                    <a:extLst>
                      <a:ext uri="{FF2B5EF4-FFF2-40B4-BE49-F238E27FC236}">
                        <a16:creationId xmlns:a16="http://schemas.microsoft.com/office/drawing/2014/main" id="{358D0513-83BA-A17D-0D31-59F02C2AE5F2}"/>
                      </a:ext>
                    </a:extLst>
                  </p:cNvPr>
                  <p:cNvGrpSpPr/>
                  <p:nvPr/>
                </p:nvGrpSpPr>
                <p:grpSpPr>
                  <a:xfrm>
                    <a:off x="8377382" y="4544293"/>
                    <a:ext cx="667504" cy="666298"/>
                    <a:chOff x="8377382" y="4544293"/>
                    <a:chExt cx="667504" cy="666298"/>
                  </a:xfrm>
                </p:grpSpPr>
                <p:sp>
                  <p:nvSpPr>
                    <p:cNvPr id="554" name="직사각형 553">
                      <a:extLst>
                        <a:ext uri="{FF2B5EF4-FFF2-40B4-BE49-F238E27FC236}">
                          <a16:creationId xmlns:a16="http://schemas.microsoft.com/office/drawing/2014/main" id="{13221CA0-9D99-EEC0-0002-5C8E57C6FFC9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77382" y="4673601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  <p:sp>
                  <p:nvSpPr>
                    <p:cNvPr id="555" name="직사각형 554">
                      <a:extLst>
                        <a:ext uri="{FF2B5EF4-FFF2-40B4-BE49-F238E27FC236}">
                          <a16:creationId xmlns:a16="http://schemas.microsoft.com/office/drawing/2014/main" id="{4F3DB811-AD2E-10A0-EFB4-844C30C0D87C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392743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  <p:sp>
                  <p:nvSpPr>
                    <p:cNvPr id="556" name="직사각형 555">
                      <a:extLst>
                        <a:ext uri="{FF2B5EF4-FFF2-40B4-BE49-F238E27FC236}">
                          <a16:creationId xmlns:a16="http://schemas.microsoft.com/office/drawing/2014/main" id="{DB1838C1-197A-3B9B-F40F-EC3D2D80BF43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34050" y="4673601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  <p:sp>
                  <p:nvSpPr>
                    <p:cNvPr id="557" name="직사각형 556">
                      <a:extLst>
                        <a:ext uri="{FF2B5EF4-FFF2-40B4-BE49-F238E27FC236}">
                          <a16:creationId xmlns:a16="http://schemas.microsoft.com/office/drawing/2014/main" id="{B3A77F5B-1CBF-3CC7-A385-0228B242B8B2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948205"/>
                      <a:ext cx="110836" cy="413936"/>
                    </a:xfrm>
                    <a:prstGeom prst="rect">
                      <a:avLst/>
                    </a:prstGeom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</p:grpSp>
              <p:grpSp>
                <p:nvGrpSpPr>
                  <p:cNvPr id="549" name="그룹 548">
                    <a:extLst>
                      <a:ext uri="{FF2B5EF4-FFF2-40B4-BE49-F238E27FC236}">
                        <a16:creationId xmlns:a16="http://schemas.microsoft.com/office/drawing/2014/main" id="{DF8A7D0A-E2D3-3271-50C2-81C2F6FE8938}"/>
                      </a:ext>
                    </a:extLst>
                  </p:cNvPr>
                  <p:cNvGrpSpPr/>
                  <p:nvPr/>
                </p:nvGrpSpPr>
                <p:grpSpPr>
                  <a:xfrm>
                    <a:off x="8377384" y="5099755"/>
                    <a:ext cx="667504" cy="666298"/>
                    <a:chOff x="8377382" y="4544293"/>
                    <a:chExt cx="667504" cy="666298"/>
                  </a:xfrm>
                </p:grpSpPr>
                <p:sp>
                  <p:nvSpPr>
                    <p:cNvPr id="550" name="직사각형 549">
                      <a:extLst>
                        <a:ext uri="{FF2B5EF4-FFF2-40B4-BE49-F238E27FC236}">
                          <a16:creationId xmlns:a16="http://schemas.microsoft.com/office/drawing/2014/main" id="{0CC5A012-1F88-BD7B-DCC7-7407919951EC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77382" y="4673601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  <p:sp>
                  <p:nvSpPr>
                    <p:cNvPr id="551" name="직사각형 550">
                      <a:extLst>
                        <a:ext uri="{FF2B5EF4-FFF2-40B4-BE49-F238E27FC236}">
                          <a16:creationId xmlns:a16="http://schemas.microsoft.com/office/drawing/2014/main" id="{38E41C0A-F440-D0CB-984F-EEEC45502E4D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392743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  <p:sp>
                  <p:nvSpPr>
                    <p:cNvPr id="552" name="직사각형 551">
                      <a:extLst>
                        <a:ext uri="{FF2B5EF4-FFF2-40B4-BE49-F238E27FC236}">
                          <a16:creationId xmlns:a16="http://schemas.microsoft.com/office/drawing/2014/main" id="{1378C269-16F5-0B43-648D-D2780844B49C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34050" y="4673601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  <p:sp>
                  <p:nvSpPr>
                    <p:cNvPr id="553" name="직사각형 552">
                      <a:extLst>
                        <a:ext uri="{FF2B5EF4-FFF2-40B4-BE49-F238E27FC236}">
                          <a16:creationId xmlns:a16="http://schemas.microsoft.com/office/drawing/2014/main" id="{7B97DE19-DD26-FFCB-1A2A-BCF262491916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948205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</p:grpSp>
            </p:grpSp>
            <p:sp>
              <p:nvSpPr>
                <p:cNvPr id="547" name="직사각형 546">
                  <a:extLst>
                    <a:ext uri="{FF2B5EF4-FFF2-40B4-BE49-F238E27FC236}">
                      <a16:creationId xmlns:a16="http://schemas.microsoft.com/office/drawing/2014/main" id="{5F2B2345-B191-A7E8-BB2F-269D9FE67F91}"/>
                    </a:ext>
                  </a:extLst>
                </p:cNvPr>
                <p:cNvSpPr/>
                <p:nvPr/>
              </p:nvSpPr>
              <p:spPr>
                <a:xfrm>
                  <a:off x="8808029" y="5562151"/>
                  <a:ext cx="101021" cy="110836"/>
                </a:xfrm>
                <a:prstGeom prst="rect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/>
                </a:p>
              </p:txBody>
            </p:sp>
          </p:grpSp>
          <p:grpSp>
            <p:nvGrpSpPr>
              <p:cNvPr id="507" name="그룹 506">
                <a:extLst>
                  <a:ext uri="{FF2B5EF4-FFF2-40B4-BE49-F238E27FC236}">
                    <a16:creationId xmlns:a16="http://schemas.microsoft.com/office/drawing/2014/main" id="{04D5AADF-B45E-305D-7EC3-CFC608B72B42}"/>
                  </a:ext>
                </a:extLst>
              </p:cNvPr>
              <p:cNvGrpSpPr/>
              <p:nvPr/>
            </p:nvGrpSpPr>
            <p:grpSpPr>
              <a:xfrm>
                <a:off x="9003883" y="4451227"/>
                <a:ext cx="796802" cy="1221760"/>
                <a:chOff x="8112248" y="4451227"/>
                <a:chExt cx="796802" cy="1221760"/>
              </a:xfrm>
            </p:grpSpPr>
            <p:grpSp>
              <p:nvGrpSpPr>
                <p:cNvPr id="534" name="그룹 533">
                  <a:extLst>
                    <a:ext uri="{FF2B5EF4-FFF2-40B4-BE49-F238E27FC236}">
                      <a16:creationId xmlns:a16="http://schemas.microsoft.com/office/drawing/2014/main" id="{DA3F3CE0-8CE0-F2A5-00FD-CFAFE4FCE230}"/>
                    </a:ext>
                  </a:extLst>
                </p:cNvPr>
                <p:cNvGrpSpPr/>
                <p:nvPr/>
              </p:nvGrpSpPr>
              <p:grpSpPr>
                <a:xfrm>
                  <a:off x="8112248" y="4451227"/>
                  <a:ext cx="667506" cy="1221760"/>
                  <a:chOff x="8377382" y="4544293"/>
                  <a:chExt cx="667506" cy="1221760"/>
                </a:xfrm>
              </p:grpSpPr>
              <p:grpSp>
                <p:nvGrpSpPr>
                  <p:cNvPr id="536" name="그룹 535">
                    <a:extLst>
                      <a:ext uri="{FF2B5EF4-FFF2-40B4-BE49-F238E27FC236}">
                        <a16:creationId xmlns:a16="http://schemas.microsoft.com/office/drawing/2014/main" id="{E450015A-DFB3-A7ED-CEB1-04E880C60568}"/>
                      </a:ext>
                    </a:extLst>
                  </p:cNvPr>
                  <p:cNvGrpSpPr/>
                  <p:nvPr/>
                </p:nvGrpSpPr>
                <p:grpSpPr>
                  <a:xfrm>
                    <a:off x="8377382" y="4544293"/>
                    <a:ext cx="667504" cy="666298"/>
                    <a:chOff x="8377382" y="4544293"/>
                    <a:chExt cx="667504" cy="666298"/>
                  </a:xfrm>
                </p:grpSpPr>
                <p:sp>
                  <p:nvSpPr>
                    <p:cNvPr id="542" name="직사각형 541">
                      <a:extLst>
                        <a:ext uri="{FF2B5EF4-FFF2-40B4-BE49-F238E27FC236}">
                          <a16:creationId xmlns:a16="http://schemas.microsoft.com/office/drawing/2014/main" id="{9EE6EEEF-4134-19B1-DC38-2AAB02F7EB7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77382" y="4673601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  <p:sp>
                  <p:nvSpPr>
                    <p:cNvPr id="543" name="직사각형 542">
                      <a:extLst>
                        <a:ext uri="{FF2B5EF4-FFF2-40B4-BE49-F238E27FC236}">
                          <a16:creationId xmlns:a16="http://schemas.microsoft.com/office/drawing/2014/main" id="{F56B2DB0-36AE-8131-3177-066D87D03AC9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392743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  <p:sp>
                  <p:nvSpPr>
                    <p:cNvPr id="544" name="직사각형 543">
                      <a:extLst>
                        <a:ext uri="{FF2B5EF4-FFF2-40B4-BE49-F238E27FC236}">
                          <a16:creationId xmlns:a16="http://schemas.microsoft.com/office/drawing/2014/main" id="{678FDDD1-0A5A-5A98-C63E-E6ED2DC40CF9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34050" y="4673601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  <p:sp>
                  <p:nvSpPr>
                    <p:cNvPr id="545" name="직사각형 544">
                      <a:extLst>
                        <a:ext uri="{FF2B5EF4-FFF2-40B4-BE49-F238E27FC236}">
                          <a16:creationId xmlns:a16="http://schemas.microsoft.com/office/drawing/2014/main" id="{2631ECCB-21E0-37C0-7D0E-A253A955467F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948205"/>
                      <a:ext cx="110836" cy="413936"/>
                    </a:xfrm>
                    <a:prstGeom prst="rect">
                      <a:avLst/>
                    </a:prstGeom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</p:grpSp>
              <p:grpSp>
                <p:nvGrpSpPr>
                  <p:cNvPr id="537" name="그룹 536">
                    <a:extLst>
                      <a:ext uri="{FF2B5EF4-FFF2-40B4-BE49-F238E27FC236}">
                        <a16:creationId xmlns:a16="http://schemas.microsoft.com/office/drawing/2014/main" id="{4A470CB3-7DBD-BBC2-56DA-97B18557A027}"/>
                      </a:ext>
                    </a:extLst>
                  </p:cNvPr>
                  <p:cNvGrpSpPr/>
                  <p:nvPr/>
                </p:nvGrpSpPr>
                <p:grpSpPr>
                  <a:xfrm>
                    <a:off x="8377384" y="5099755"/>
                    <a:ext cx="667504" cy="666298"/>
                    <a:chOff x="8377382" y="4544293"/>
                    <a:chExt cx="667504" cy="666298"/>
                  </a:xfrm>
                </p:grpSpPr>
                <p:sp>
                  <p:nvSpPr>
                    <p:cNvPr id="538" name="직사각형 537">
                      <a:extLst>
                        <a:ext uri="{FF2B5EF4-FFF2-40B4-BE49-F238E27FC236}">
                          <a16:creationId xmlns:a16="http://schemas.microsoft.com/office/drawing/2014/main" id="{E5D2B91C-0159-43AB-63BD-CA8CAD5A3BD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77382" y="4673601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  <p:sp>
                  <p:nvSpPr>
                    <p:cNvPr id="539" name="직사각형 538">
                      <a:extLst>
                        <a:ext uri="{FF2B5EF4-FFF2-40B4-BE49-F238E27FC236}">
                          <a16:creationId xmlns:a16="http://schemas.microsoft.com/office/drawing/2014/main" id="{32BCEE55-0E95-F124-DAFC-965EC804EAF0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392743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  <p:sp>
                  <p:nvSpPr>
                    <p:cNvPr id="540" name="직사각형 539">
                      <a:extLst>
                        <a:ext uri="{FF2B5EF4-FFF2-40B4-BE49-F238E27FC236}">
                          <a16:creationId xmlns:a16="http://schemas.microsoft.com/office/drawing/2014/main" id="{C7732D16-0124-86CB-DBD7-944C28CC848A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34050" y="4673601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  <p:sp>
                  <p:nvSpPr>
                    <p:cNvPr id="541" name="직사각형 540">
                      <a:extLst>
                        <a:ext uri="{FF2B5EF4-FFF2-40B4-BE49-F238E27FC236}">
                          <a16:creationId xmlns:a16="http://schemas.microsoft.com/office/drawing/2014/main" id="{ED2E32B2-67B8-F3C6-2826-8A5754D8EF8E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948205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</p:grpSp>
            </p:grpSp>
            <p:sp>
              <p:nvSpPr>
                <p:cNvPr id="535" name="직사각형 534">
                  <a:extLst>
                    <a:ext uri="{FF2B5EF4-FFF2-40B4-BE49-F238E27FC236}">
                      <a16:creationId xmlns:a16="http://schemas.microsoft.com/office/drawing/2014/main" id="{A6B46426-AF7C-C633-0B1D-5A498673EC24}"/>
                    </a:ext>
                  </a:extLst>
                </p:cNvPr>
                <p:cNvSpPr/>
                <p:nvPr/>
              </p:nvSpPr>
              <p:spPr>
                <a:xfrm>
                  <a:off x="8808029" y="5562151"/>
                  <a:ext cx="101021" cy="110836"/>
                </a:xfrm>
                <a:prstGeom prst="rect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/>
                </a:p>
              </p:txBody>
            </p:sp>
          </p:grpSp>
          <p:grpSp>
            <p:nvGrpSpPr>
              <p:cNvPr id="508" name="그룹 507">
                <a:extLst>
                  <a:ext uri="{FF2B5EF4-FFF2-40B4-BE49-F238E27FC236}">
                    <a16:creationId xmlns:a16="http://schemas.microsoft.com/office/drawing/2014/main" id="{5D9D4775-6CE7-0114-2A7D-D781994B4327}"/>
                  </a:ext>
                </a:extLst>
              </p:cNvPr>
              <p:cNvGrpSpPr/>
              <p:nvPr/>
            </p:nvGrpSpPr>
            <p:grpSpPr>
              <a:xfrm>
                <a:off x="9935853" y="4451227"/>
                <a:ext cx="796802" cy="1221760"/>
                <a:chOff x="8112248" y="4451227"/>
                <a:chExt cx="796802" cy="1221760"/>
              </a:xfrm>
            </p:grpSpPr>
            <p:grpSp>
              <p:nvGrpSpPr>
                <p:cNvPr id="522" name="그룹 521">
                  <a:extLst>
                    <a:ext uri="{FF2B5EF4-FFF2-40B4-BE49-F238E27FC236}">
                      <a16:creationId xmlns:a16="http://schemas.microsoft.com/office/drawing/2014/main" id="{EE702EB0-A89F-3300-2093-036FEE6A94E0}"/>
                    </a:ext>
                  </a:extLst>
                </p:cNvPr>
                <p:cNvGrpSpPr/>
                <p:nvPr/>
              </p:nvGrpSpPr>
              <p:grpSpPr>
                <a:xfrm>
                  <a:off x="8112248" y="4451227"/>
                  <a:ext cx="667506" cy="1221760"/>
                  <a:chOff x="8377382" y="4544293"/>
                  <a:chExt cx="667506" cy="1221760"/>
                </a:xfrm>
              </p:grpSpPr>
              <p:grpSp>
                <p:nvGrpSpPr>
                  <p:cNvPr id="524" name="그룹 523">
                    <a:extLst>
                      <a:ext uri="{FF2B5EF4-FFF2-40B4-BE49-F238E27FC236}">
                        <a16:creationId xmlns:a16="http://schemas.microsoft.com/office/drawing/2014/main" id="{E6950C1C-68D2-677A-1C3E-BE0F4EA1BEE5}"/>
                      </a:ext>
                    </a:extLst>
                  </p:cNvPr>
                  <p:cNvGrpSpPr/>
                  <p:nvPr/>
                </p:nvGrpSpPr>
                <p:grpSpPr>
                  <a:xfrm>
                    <a:off x="8377382" y="4544293"/>
                    <a:ext cx="667504" cy="666298"/>
                    <a:chOff x="8377382" y="4544293"/>
                    <a:chExt cx="667504" cy="666298"/>
                  </a:xfrm>
                </p:grpSpPr>
                <p:sp>
                  <p:nvSpPr>
                    <p:cNvPr id="530" name="직사각형 529">
                      <a:extLst>
                        <a:ext uri="{FF2B5EF4-FFF2-40B4-BE49-F238E27FC236}">
                          <a16:creationId xmlns:a16="http://schemas.microsoft.com/office/drawing/2014/main" id="{9121F736-6918-D7DC-E550-57B98A98679B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77382" y="4673601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  <p:sp>
                  <p:nvSpPr>
                    <p:cNvPr id="531" name="직사각형 530">
                      <a:extLst>
                        <a:ext uri="{FF2B5EF4-FFF2-40B4-BE49-F238E27FC236}">
                          <a16:creationId xmlns:a16="http://schemas.microsoft.com/office/drawing/2014/main" id="{556428B7-5020-FFA8-A58A-08DFD82E9372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392743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  <p:sp>
                  <p:nvSpPr>
                    <p:cNvPr id="532" name="직사각형 531">
                      <a:extLst>
                        <a:ext uri="{FF2B5EF4-FFF2-40B4-BE49-F238E27FC236}">
                          <a16:creationId xmlns:a16="http://schemas.microsoft.com/office/drawing/2014/main" id="{926F72C1-A69D-ED33-FC56-16C9997D685E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34050" y="4673601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  <p:sp>
                  <p:nvSpPr>
                    <p:cNvPr id="533" name="직사각형 532">
                      <a:extLst>
                        <a:ext uri="{FF2B5EF4-FFF2-40B4-BE49-F238E27FC236}">
                          <a16:creationId xmlns:a16="http://schemas.microsoft.com/office/drawing/2014/main" id="{6F667CDD-8AD3-B1C0-7811-52D004130E9B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948205"/>
                      <a:ext cx="110836" cy="413936"/>
                    </a:xfrm>
                    <a:prstGeom prst="rect">
                      <a:avLst/>
                    </a:prstGeom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</p:grpSp>
              <p:grpSp>
                <p:nvGrpSpPr>
                  <p:cNvPr id="525" name="그룹 524">
                    <a:extLst>
                      <a:ext uri="{FF2B5EF4-FFF2-40B4-BE49-F238E27FC236}">
                        <a16:creationId xmlns:a16="http://schemas.microsoft.com/office/drawing/2014/main" id="{9F4C128E-E45D-B407-7DBE-74A645C435C4}"/>
                      </a:ext>
                    </a:extLst>
                  </p:cNvPr>
                  <p:cNvGrpSpPr/>
                  <p:nvPr/>
                </p:nvGrpSpPr>
                <p:grpSpPr>
                  <a:xfrm>
                    <a:off x="8377384" y="5099755"/>
                    <a:ext cx="667504" cy="666298"/>
                    <a:chOff x="8377382" y="4544293"/>
                    <a:chExt cx="667504" cy="666298"/>
                  </a:xfrm>
                </p:grpSpPr>
                <p:sp>
                  <p:nvSpPr>
                    <p:cNvPr id="526" name="직사각형 525">
                      <a:extLst>
                        <a:ext uri="{FF2B5EF4-FFF2-40B4-BE49-F238E27FC236}">
                          <a16:creationId xmlns:a16="http://schemas.microsoft.com/office/drawing/2014/main" id="{128EBD65-CFFB-A309-7BA3-5A61828D1393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77382" y="4673601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  <p:sp>
                  <p:nvSpPr>
                    <p:cNvPr id="527" name="직사각형 526">
                      <a:extLst>
                        <a:ext uri="{FF2B5EF4-FFF2-40B4-BE49-F238E27FC236}">
                          <a16:creationId xmlns:a16="http://schemas.microsoft.com/office/drawing/2014/main" id="{27EB1F62-8BD6-D069-5EA9-C3A5BBEAA083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392743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  <p:sp>
                  <p:nvSpPr>
                    <p:cNvPr id="528" name="직사각형 527">
                      <a:extLst>
                        <a:ext uri="{FF2B5EF4-FFF2-40B4-BE49-F238E27FC236}">
                          <a16:creationId xmlns:a16="http://schemas.microsoft.com/office/drawing/2014/main" id="{53C8AA4A-4131-45E0-8B21-6C572AC62C87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34050" y="4673601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  <p:sp>
                  <p:nvSpPr>
                    <p:cNvPr id="529" name="직사각형 528">
                      <a:extLst>
                        <a:ext uri="{FF2B5EF4-FFF2-40B4-BE49-F238E27FC236}">
                          <a16:creationId xmlns:a16="http://schemas.microsoft.com/office/drawing/2014/main" id="{784F2F78-97CD-5B96-5B4D-A50180BCF6B1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948205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</p:grpSp>
            </p:grpSp>
            <p:sp>
              <p:nvSpPr>
                <p:cNvPr id="523" name="직사각형 522">
                  <a:extLst>
                    <a:ext uri="{FF2B5EF4-FFF2-40B4-BE49-F238E27FC236}">
                      <a16:creationId xmlns:a16="http://schemas.microsoft.com/office/drawing/2014/main" id="{8D07BF77-BBB1-AF97-5888-D79648222AE5}"/>
                    </a:ext>
                  </a:extLst>
                </p:cNvPr>
                <p:cNvSpPr/>
                <p:nvPr/>
              </p:nvSpPr>
              <p:spPr>
                <a:xfrm>
                  <a:off x="8808029" y="5562151"/>
                  <a:ext cx="101021" cy="110836"/>
                </a:xfrm>
                <a:prstGeom prst="rect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/>
                </a:p>
              </p:txBody>
            </p:sp>
          </p:grpSp>
          <p:grpSp>
            <p:nvGrpSpPr>
              <p:cNvPr id="509" name="그룹 508">
                <a:extLst>
                  <a:ext uri="{FF2B5EF4-FFF2-40B4-BE49-F238E27FC236}">
                    <a16:creationId xmlns:a16="http://schemas.microsoft.com/office/drawing/2014/main" id="{3319D0F5-F7BD-9E4A-89E5-136E4E1DC7DE}"/>
                  </a:ext>
                </a:extLst>
              </p:cNvPr>
              <p:cNvGrpSpPr/>
              <p:nvPr/>
            </p:nvGrpSpPr>
            <p:grpSpPr>
              <a:xfrm>
                <a:off x="10845365" y="4451227"/>
                <a:ext cx="796802" cy="1221760"/>
                <a:chOff x="8112248" y="4451227"/>
                <a:chExt cx="796802" cy="1221760"/>
              </a:xfrm>
            </p:grpSpPr>
            <p:grpSp>
              <p:nvGrpSpPr>
                <p:cNvPr id="510" name="그룹 509">
                  <a:extLst>
                    <a:ext uri="{FF2B5EF4-FFF2-40B4-BE49-F238E27FC236}">
                      <a16:creationId xmlns:a16="http://schemas.microsoft.com/office/drawing/2014/main" id="{00D73065-3954-DFCD-8664-A0F9E9903635}"/>
                    </a:ext>
                  </a:extLst>
                </p:cNvPr>
                <p:cNvGrpSpPr/>
                <p:nvPr/>
              </p:nvGrpSpPr>
              <p:grpSpPr>
                <a:xfrm>
                  <a:off x="8112248" y="4451227"/>
                  <a:ext cx="667506" cy="1221760"/>
                  <a:chOff x="8377382" y="4544293"/>
                  <a:chExt cx="667506" cy="1221760"/>
                </a:xfrm>
              </p:grpSpPr>
              <p:grpSp>
                <p:nvGrpSpPr>
                  <p:cNvPr id="512" name="그룹 511">
                    <a:extLst>
                      <a:ext uri="{FF2B5EF4-FFF2-40B4-BE49-F238E27FC236}">
                        <a16:creationId xmlns:a16="http://schemas.microsoft.com/office/drawing/2014/main" id="{27E8D73C-237C-EC00-C149-ED21B032D893}"/>
                      </a:ext>
                    </a:extLst>
                  </p:cNvPr>
                  <p:cNvGrpSpPr/>
                  <p:nvPr/>
                </p:nvGrpSpPr>
                <p:grpSpPr>
                  <a:xfrm>
                    <a:off x="8377382" y="4544293"/>
                    <a:ext cx="667504" cy="666298"/>
                    <a:chOff x="8377382" y="4544293"/>
                    <a:chExt cx="667504" cy="666298"/>
                  </a:xfrm>
                </p:grpSpPr>
                <p:sp>
                  <p:nvSpPr>
                    <p:cNvPr id="518" name="직사각형 517">
                      <a:extLst>
                        <a:ext uri="{FF2B5EF4-FFF2-40B4-BE49-F238E27FC236}">
                          <a16:creationId xmlns:a16="http://schemas.microsoft.com/office/drawing/2014/main" id="{747D14B1-F172-899D-BE98-BFB42C18224A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77382" y="4673601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  <p:sp>
                  <p:nvSpPr>
                    <p:cNvPr id="519" name="직사각형 518">
                      <a:extLst>
                        <a:ext uri="{FF2B5EF4-FFF2-40B4-BE49-F238E27FC236}">
                          <a16:creationId xmlns:a16="http://schemas.microsoft.com/office/drawing/2014/main" id="{4C4542B9-EFEE-1339-9AFE-DD71D5719F6C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392743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  <p:sp>
                  <p:nvSpPr>
                    <p:cNvPr id="520" name="직사각형 519">
                      <a:extLst>
                        <a:ext uri="{FF2B5EF4-FFF2-40B4-BE49-F238E27FC236}">
                          <a16:creationId xmlns:a16="http://schemas.microsoft.com/office/drawing/2014/main" id="{3064237D-964A-5CC7-4172-78AE753043D0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34050" y="4673601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  <p:sp>
                  <p:nvSpPr>
                    <p:cNvPr id="521" name="직사각형 520">
                      <a:extLst>
                        <a:ext uri="{FF2B5EF4-FFF2-40B4-BE49-F238E27FC236}">
                          <a16:creationId xmlns:a16="http://schemas.microsoft.com/office/drawing/2014/main" id="{B42CE89A-035B-7F26-85A7-51D5724ECC1A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948205"/>
                      <a:ext cx="110836" cy="413936"/>
                    </a:xfrm>
                    <a:prstGeom prst="rect">
                      <a:avLst/>
                    </a:prstGeom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</p:grpSp>
              <p:grpSp>
                <p:nvGrpSpPr>
                  <p:cNvPr id="513" name="그룹 512">
                    <a:extLst>
                      <a:ext uri="{FF2B5EF4-FFF2-40B4-BE49-F238E27FC236}">
                        <a16:creationId xmlns:a16="http://schemas.microsoft.com/office/drawing/2014/main" id="{7A5A6119-AA90-DF91-922E-7F419A54E096}"/>
                      </a:ext>
                    </a:extLst>
                  </p:cNvPr>
                  <p:cNvGrpSpPr/>
                  <p:nvPr/>
                </p:nvGrpSpPr>
                <p:grpSpPr>
                  <a:xfrm>
                    <a:off x="8377384" y="5099755"/>
                    <a:ext cx="667504" cy="666298"/>
                    <a:chOff x="8377382" y="4544293"/>
                    <a:chExt cx="667504" cy="666298"/>
                  </a:xfrm>
                </p:grpSpPr>
                <p:sp>
                  <p:nvSpPr>
                    <p:cNvPr id="514" name="직사각형 513">
                      <a:extLst>
                        <a:ext uri="{FF2B5EF4-FFF2-40B4-BE49-F238E27FC236}">
                          <a16:creationId xmlns:a16="http://schemas.microsoft.com/office/drawing/2014/main" id="{1C24E20E-165C-1806-B844-97C68C54875F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77382" y="4673601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  <p:sp>
                  <p:nvSpPr>
                    <p:cNvPr id="515" name="직사각형 514">
                      <a:extLst>
                        <a:ext uri="{FF2B5EF4-FFF2-40B4-BE49-F238E27FC236}">
                          <a16:creationId xmlns:a16="http://schemas.microsoft.com/office/drawing/2014/main" id="{D0A14FD1-5B17-2371-B954-DFE4A13D8AB5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392743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  <p:sp>
                  <p:nvSpPr>
                    <p:cNvPr id="516" name="직사각형 515">
                      <a:extLst>
                        <a:ext uri="{FF2B5EF4-FFF2-40B4-BE49-F238E27FC236}">
                          <a16:creationId xmlns:a16="http://schemas.microsoft.com/office/drawing/2014/main" id="{775A3C50-8913-6965-60E9-8D652CFBEC06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34050" y="4673601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  <p:sp>
                  <p:nvSpPr>
                    <p:cNvPr id="517" name="직사각형 516">
                      <a:extLst>
                        <a:ext uri="{FF2B5EF4-FFF2-40B4-BE49-F238E27FC236}">
                          <a16:creationId xmlns:a16="http://schemas.microsoft.com/office/drawing/2014/main" id="{4425224B-751C-199E-8B2C-672ACC4F506F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948205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</p:grpSp>
            </p:grpSp>
            <p:sp>
              <p:nvSpPr>
                <p:cNvPr id="511" name="직사각형 510">
                  <a:extLst>
                    <a:ext uri="{FF2B5EF4-FFF2-40B4-BE49-F238E27FC236}">
                      <a16:creationId xmlns:a16="http://schemas.microsoft.com/office/drawing/2014/main" id="{296E7B3C-7287-F9C5-69F9-C2A817C29B5B}"/>
                    </a:ext>
                  </a:extLst>
                </p:cNvPr>
                <p:cNvSpPr/>
                <p:nvPr/>
              </p:nvSpPr>
              <p:spPr>
                <a:xfrm>
                  <a:off x="8808029" y="5562151"/>
                  <a:ext cx="101021" cy="110836"/>
                </a:xfrm>
                <a:prstGeom prst="rect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/>
                </a:p>
              </p:txBody>
            </p:sp>
          </p:grpSp>
        </p:grpSp>
      </p:grpSp>
      <p:grpSp>
        <p:nvGrpSpPr>
          <p:cNvPr id="558" name="그룹 557">
            <a:extLst>
              <a:ext uri="{FF2B5EF4-FFF2-40B4-BE49-F238E27FC236}">
                <a16:creationId xmlns:a16="http://schemas.microsoft.com/office/drawing/2014/main" id="{5BEAD7BF-8B01-2828-D3E2-B91D24F6AF20}"/>
              </a:ext>
            </a:extLst>
          </p:cNvPr>
          <p:cNvGrpSpPr/>
          <p:nvPr/>
        </p:nvGrpSpPr>
        <p:grpSpPr>
          <a:xfrm>
            <a:off x="6923940" y="2332545"/>
            <a:ext cx="1707281" cy="561816"/>
            <a:chOff x="8147507" y="4736955"/>
            <a:chExt cx="2860497" cy="994910"/>
          </a:xfrm>
        </p:grpSpPr>
        <p:sp>
          <p:nvSpPr>
            <p:cNvPr id="559" name="직사각형 558">
              <a:extLst>
                <a:ext uri="{FF2B5EF4-FFF2-40B4-BE49-F238E27FC236}">
                  <a16:creationId xmlns:a16="http://schemas.microsoft.com/office/drawing/2014/main" id="{5ADC2A74-90EE-7ED5-AB42-7341E6F3315E}"/>
                </a:ext>
              </a:extLst>
            </p:cNvPr>
            <p:cNvSpPr/>
            <p:nvPr/>
          </p:nvSpPr>
          <p:spPr>
            <a:xfrm>
              <a:off x="8147507" y="4736955"/>
              <a:ext cx="2860497" cy="994910"/>
            </a:xfrm>
            <a:prstGeom prst="rect">
              <a:avLst/>
            </a:prstGeom>
            <a:solidFill>
              <a:schemeClr val="tx1">
                <a:lumMod val="65000"/>
                <a:lumOff val="3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50"/>
            </a:p>
          </p:txBody>
        </p:sp>
        <p:grpSp>
          <p:nvGrpSpPr>
            <p:cNvPr id="560" name="그룹 559">
              <a:extLst>
                <a:ext uri="{FF2B5EF4-FFF2-40B4-BE49-F238E27FC236}">
                  <a16:creationId xmlns:a16="http://schemas.microsoft.com/office/drawing/2014/main" id="{E4F08A00-3CD5-55E5-8245-90D211A93AA0}"/>
                </a:ext>
              </a:extLst>
            </p:cNvPr>
            <p:cNvGrpSpPr/>
            <p:nvPr/>
          </p:nvGrpSpPr>
          <p:grpSpPr>
            <a:xfrm>
              <a:off x="8408334" y="4819650"/>
              <a:ext cx="2500334" cy="808179"/>
              <a:chOff x="8112248" y="4451227"/>
              <a:chExt cx="3529919" cy="1221760"/>
            </a:xfrm>
          </p:grpSpPr>
          <p:grpSp>
            <p:nvGrpSpPr>
              <p:cNvPr id="561" name="그룹 560">
                <a:extLst>
                  <a:ext uri="{FF2B5EF4-FFF2-40B4-BE49-F238E27FC236}">
                    <a16:creationId xmlns:a16="http://schemas.microsoft.com/office/drawing/2014/main" id="{E0E0A7B9-8637-387D-3CCA-926D2B82DCD1}"/>
                  </a:ext>
                </a:extLst>
              </p:cNvPr>
              <p:cNvGrpSpPr/>
              <p:nvPr/>
            </p:nvGrpSpPr>
            <p:grpSpPr>
              <a:xfrm>
                <a:off x="8112248" y="4451227"/>
                <a:ext cx="796802" cy="1221760"/>
                <a:chOff x="8112248" y="4451227"/>
                <a:chExt cx="796802" cy="1221760"/>
              </a:xfrm>
            </p:grpSpPr>
            <p:grpSp>
              <p:nvGrpSpPr>
                <p:cNvPr id="601" name="그룹 600">
                  <a:extLst>
                    <a:ext uri="{FF2B5EF4-FFF2-40B4-BE49-F238E27FC236}">
                      <a16:creationId xmlns:a16="http://schemas.microsoft.com/office/drawing/2014/main" id="{DF7C914D-A511-6DE3-52EC-60C0DC5F836B}"/>
                    </a:ext>
                  </a:extLst>
                </p:cNvPr>
                <p:cNvGrpSpPr/>
                <p:nvPr/>
              </p:nvGrpSpPr>
              <p:grpSpPr>
                <a:xfrm>
                  <a:off x="8112248" y="4451227"/>
                  <a:ext cx="667506" cy="1221760"/>
                  <a:chOff x="8377382" y="4544293"/>
                  <a:chExt cx="667506" cy="1221760"/>
                </a:xfrm>
              </p:grpSpPr>
              <p:grpSp>
                <p:nvGrpSpPr>
                  <p:cNvPr id="603" name="그룹 602">
                    <a:extLst>
                      <a:ext uri="{FF2B5EF4-FFF2-40B4-BE49-F238E27FC236}">
                        <a16:creationId xmlns:a16="http://schemas.microsoft.com/office/drawing/2014/main" id="{90EE2442-2E24-0B64-6204-A75C78E6DB5F}"/>
                      </a:ext>
                    </a:extLst>
                  </p:cNvPr>
                  <p:cNvGrpSpPr/>
                  <p:nvPr/>
                </p:nvGrpSpPr>
                <p:grpSpPr>
                  <a:xfrm>
                    <a:off x="8377382" y="4544293"/>
                    <a:ext cx="667504" cy="666298"/>
                    <a:chOff x="8377382" y="4544293"/>
                    <a:chExt cx="667504" cy="666298"/>
                  </a:xfrm>
                </p:grpSpPr>
                <p:sp>
                  <p:nvSpPr>
                    <p:cNvPr id="609" name="직사각형 608">
                      <a:extLst>
                        <a:ext uri="{FF2B5EF4-FFF2-40B4-BE49-F238E27FC236}">
                          <a16:creationId xmlns:a16="http://schemas.microsoft.com/office/drawing/2014/main" id="{325CE63C-ECB4-891C-F79E-7500BC981AA2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77382" y="4673601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  <p:sp>
                  <p:nvSpPr>
                    <p:cNvPr id="610" name="직사각형 609">
                      <a:extLst>
                        <a:ext uri="{FF2B5EF4-FFF2-40B4-BE49-F238E27FC236}">
                          <a16:creationId xmlns:a16="http://schemas.microsoft.com/office/drawing/2014/main" id="{754363C3-D21D-376D-70CB-3BC86E288233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392743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  <p:sp>
                  <p:nvSpPr>
                    <p:cNvPr id="611" name="직사각형 610">
                      <a:extLst>
                        <a:ext uri="{FF2B5EF4-FFF2-40B4-BE49-F238E27FC236}">
                          <a16:creationId xmlns:a16="http://schemas.microsoft.com/office/drawing/2014/main" id="{A5B5163F-58EA-A737-5E2D-97968EEE2FE8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34050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  <p:sp>
                  <p:nvSpPr>
                    <p:cNvPr id="612" name="직사각형 611">
                      <a:extLst>
                        <a:ext uri="{FF2B5EF4-FFF2-40B4-BE49-F238E27FC236}">
                          <a16:creationId xmlns:a16="http://schemas.microsoft.com/office/drawing/2014/main" id="{DB21610F-9791-8E23-DE64-4C1CA00B7BE7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948205"/>
                      <a:ext cx="110836" cy="413936"/>
                    </a:xfrm>
                    <a:prstGeom prst="rect">
                      <a:avLst/>
                    </a:prstGeom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</p:grpSp>
              <p:grpSp>
                <p:nvGrpSpPr>
                  <p:cNvPr id="604" name="그룹 603">
                    <a:extLst>
                      <a:ext uri="{FF2B5EF4-FFF2-40B4-BE49-F238E27FC236}">
                        <a16:creationId xmlns:a16="http://schemas.microsoft.com/office/drawing/2014/main" id="{0C6BB8E4-A64C-8E95-C0EA-B8EF923BAA9D}"/>
                      </a:ext>
                    </a:extLst>
                  </p:cNvPr>
                  <p:cNvGrpSpPr/>
                  <p:nvPr/>
                </p:nvGrpSpPr>
                <p:grpSpPr>
                  <a:xfrm>
                    <a:off x="8377384" y="5099755"/>
                    <a:ext cx="667504" cy="666298"/>
                    <a:chOff x="8377382" y="4544293"/>
                    <a:chExt cx="667504" cy="666298"/>
                  </a:xfrm>
                </p:grpSpPr>
                <p:sp>
                  <p:nvSpPr>
                    <p:cNvPr id="605" name="직사각형 604">
                      <a:extLst>
                        <a:ext uri="{FF2B5EF4-FFF2-40B4-BE49-F238E27FC236}">
                          <a16:creationId xmlns:a16="http://schemas.microsoft.com/office/drawing/2014/main" id="{AA532E84-32CF-6882-C2C3-6A50F35BAB2A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77382" y="4673601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  <p:sp>
                  <p:nvSpPr>
                    <p:cNvPr id="606" name="직사각형 605">
                      <a:extLst>
                        <a:ext uri="{FF2B5EF4-FFF2-40B4-BE49-F238E27FC236}">
                          <a16:creationId xmlns:a16="http://schemas.microsoft.com/office/drawing/2014/main" id="{0CE9BA8E-AD2F-3699-E7AA-C542F73D8810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392743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  <p:sp>
                  <p:nvSpPr>
                    <p:cNvPr id="607" name="직사각형 606">
                      <a:extLst>
                        <a:ext uri="{FF2B5EF4-FFF2-40B4-BE49-F238E27FC236}">
                          <a16:creationId xmlns:a16="http://schemas.microsoft.com/office/drawing/2014/main" id="{C90CAD26-8B73-4141-DE38-38C8AD68592C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34050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  <p:sp>
                  <p:nvSpPr>
                    <p:cNvPr id="608" name="직사각형 607">
                      <a:extLst>
                        <a:ext uri="{FF2B5EF4-FFF2-40B4-BE49-F238E27FC236}">
                          <a16:creationId xmlns:a16="http://schemas.microsoft.com/office/drawing/2014/main" id="{71658DAB-55DB-FDBC-5C71-DC925D35ED8F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948205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</p:grpSp>
            </p:grpSp>
            <p:sp>
              <p:nvSpPr>
                <p:cNvPr id="602" name="직사각형 601">
                  <a:extLst>
                    <a:ext uri="{FF2B5EF4-FFF2-40B4-BE49-F238E27FC236}">
                      <a16:creationId xmlns:a16="http://schemas.microsoft.com/office/drawing/2014/main" id="{059A94CE-D902-933D-12C4-AF82032DC386}"/>
                    </a:ext>
                  </a:extLst>
                </p:cNvPr>
                <p:cNvSpPr/>
                <p:nvPr/>
              </p:nvSpPr>
              <p:spPr>
                <a:xfrm>
                  <a:off x="8808029" y="5562151"/>
                  <a:ext cx="101021" cy="110836"/>
                </a:xfrm>
                <a:prstGeom prst="rect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/>
                </a:p>
              </p:txBody>
            </p:sp>
          </p:grpSp>
          <p:grpSp>
            <p:nvGrpSpPr>
              <p:cNvPr id="562" name="그룹 561">
                <a:extLst>
                  <a:ext uri="{FF2B5EF4-FFF2-40B4-BE49-F238E27FC236}">
                    <a16:creationId xmlns:a16="http://schemas.microsoft.com/office/drawing/2014/main" id="{81093A02-EBB4-57FB-FCF2-40128E5EDA28}"/>
                  </a:ext>
                </a:extLst>
              </p:cNvPr>
              <p:cNvGrpSpPr/>
              <p:nvPr/>
            </p:nvGrpSpPr>
            <p:grpSpPr>
              <a:xfrm>
                <a:off x="9003883" y="4451227"/>
                <a:ext cx="796802" cy="1221760"/>
                <a:chOff x="8112248" y="4451227"/>
                <a:chExt cx="796802" cy="1221760"/>
              </a:xfrm>
            </p:grpSpPr>
            <p:grpSp>
              <p:nvGrpSpPr>
                <p:cNvPr id="589" name="그룹 588">
                  <a:extLst>
                    <a:ext uri="{FF2B5EF4-FFF2-40B4-BE49-F238E27FC236}">
                      <a16:creationId xmlns:a16="http://schemas.microsoft.com/office/drawing/2014/main" id="{9444B7CF-B4C9-1084-AD1D-0E6FE53C100F}"/>
                    </a:ext>
                  </a:extLst>
                </p:cNvPr>
                <p:cNvGrpSpPr/>
                <p:nvPr/>
              </p:nvGrpSpPr>
              <p:grpSpPr>
                <a:xfrm>
                  <a:off x="8112248" y="4451227"/>
                  <a:ext cx="667506" cy="1221760"/>
                  <a:chOff x="8377382" y="4544293"/>
                  <a:chExt cx="667506" cy="1221760"/>
                </a:xfrm>
              </p:grpSpPr>
              <p:grpSp>
                <p:nvGrpSpPr>
                  <p:cNvPr id="591" name="그룹 590">
                    <a:extLst>
                      <a:ext uri="{FF2B5EF4-FFF2-40B4-BE49-F238E27FC236}">
                        <a16:creationId xmlns:a16="http://schemas.microsoft.com/office/drawing/2014/main" id="{AFA6A9DA-60A7-D2D1-5E14-3CE3C5A5E40A}"/>
                      </a:ext>
                    </a:extLst>
                  </p:cNvPr>
                  <p:cNvGrpSpPr/>
                  <p:nvPr/>
                </p:nvGrpSpPr>
                <p:grpSpPr>
                  <a:xfrm>
                    <a:off x="8377382" y="4544293"/>
                    <a:ext cx="667504" cy="666298"/>
                    <a:chOff x="8377382" y="4544293"/>
                    <a:chExt cx="667504" cy="666298"/>
                  </a:xfrm>
                </p:grpSpPr>
                <p:sp>
                  <p:nvSpPr>
                    <p:cNvPr id="597" name="직사각형 596">
                      <a:extLst>
                        <a:ext uri="{FF2B5EF4-FFF2-40B4-BE49-F238E27FC236}">
                          <a16:creationId xmlns:a16="http://schemas.microsoft.com/office/drawing/2014/main" id="{37F3927D-E7E1-31BF-D9F1-3CF092C1A5C6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77382" y="4673601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  <p:sp>
                  <p:nvSpPr>
                    <p:cNvPr id="598" name="직사각형 597">
                      <a:extLst>
                        <a:ext uri="{FF2B5EF4-FFF2-40B4-BE49-F238E27FC236}">
                          <a16:creationId xmlns:a16="http://schemas.microsoft.com/office/drawing/2014/main" id="{59120B82-24EF-9204-994A-A5A17ADA6C09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392743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  <p:sp>
                  <p:nvSpPr>
                    <p:cNvPr id="599" name="직사각형 598">
                      <a:extLst>
                        <a:ext uri="{FF2B5EF4-FFF2-40B4-BE49-F238E27FC236}">
                          <a16:creationId xmlns:a16="http://schemas.microsoft.com/office/drawing/2014/main" id="{240916E2-D155-AB1A-3903-06B3D2BCFDE7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34050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  <p:sp>
                  <p:nvSpPr>
                    <p:cNvPr id="600" name="직사각형 599">
                      <a:extLst>
                        <a:ext uri="{FF2B5EF4-FFF2-40B4-BE49-F238E27FC236}">
                          <a16:creationId xmlns:a16="http://schemas.microsoft.com/office/drawing/2014/main" id="{A7B886E8-E1FB-131D-29A6-D84C0F440175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948205"/>
                      <a:ext cx="110836" cy="413936"/>
                    </a:xfrm>
                    <a:prstGeom prst="rect">
                      <a:avLst/>
                    </a:prstGeom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</p:grpSp>
              <p:grpSp>
                <p:nvGrpSpPr>
                  <p:cNvPr id="592" name="그룹 591">
                    <a:extLst>
                      <a:ext uri="{FF2B5EF4-FFF2-40B4-BE49-F238E27FC236}">
                        <a16:creationId xmlns:a16="http://schemas.microsoft.com/office/drawing/2014/main" id="{D8D1FA04-A1E0-207C-E0BB-2212119573DA}"/>
                      </a:ext>
                    </a:extLst>
                  </p:cNvPr>
                  <p:cNvGrpSpPr/>
                  <p:nvPr/>
                </p:nvGrpSpPr>
                <p:grpSpPr>
                  <a:xfrm>
                    <a:off x="8377384" y="5099755"/>
                    <a:ext cx="667504" cy="666298"/>
                    <a:chOff x="8377382" y="4544293"/>
                    <a:chExt cx="667504" cy="666298"/>
                  </a:xfrm>
                </p:grpSpPr>
                <p:sp>
                  <p:nvSpPr>
                    <p:cNvPr id="593" name="직사각형 592">
                      <a:extLst>
                        <a:ext uri="{FF2B5EF4-FFF2-40B4-BE49-F238E27FC236}">
                          <a16:creationId xmlns:a16="http://schemas.microsoft.com/office/drawing/2014/main" id="{17B9AA7B-0979-BC4D-C50A-3EDCDD0872FB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77382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  <p:sp>
                  <p:nvSpPr>
                    <p:cNvPr id="594" name="직사각형 593">
                      <a:extLst>
                        <a:ext uri="{FF2B5EF4-FFF2-40B4-BE49-F238E27FC236}">
                          <a16:creationId xmlns:a16="http://schemas.microsoft.com/office/drawing/2014/main" id="{74D826D5-F39D-D35D-76BA-1B75BACA937B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392743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  <p:sp>
                  <p:nvSpPr>
                    <p:cNvPr id="595" name="직사각형 594">
                      <a:extLst>
                        <a:ext uri="{FF2B5EF4-FFF2-40B4-BE49-F238E27FC236}">
                          <a16:creationId xmlns:a16="http://schemas.microsoft.com/office/drawing/2014/main" id="{C72D2C89-B143-8CF5-5883-7B677B0B99C4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34050" y="4673601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  <p:sp>
                  <p:nvSpPr>
                    <p:cNvPr id="596" name="직사각형 595">
                      <a:extLst>
                        <a:ext uri="{FF2B5EF4-FFF2-40B4-BE49-F238E27FC236}">
                          <a16:creationId xmlns:a16="http://schemas.microsoft.com/office/drawing/2014/main" id="{F786B8CA-B3EB-F8CB-108F-16D59864676D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948205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</p:grpSp>
            </p:grpSp>
            <p:sp>
              <p:nvSpPr>
                <p:cNvPr id="590" name="직사각형 589">
                  <a:extLst>
                    <a:ext uri="{FF2B5EF4-FFF2-40B4-BE49-F238E27FC236}">
                      <a16:creationId xmlns:a16="http://schemas.microsoft.com/office/drawing/2014/main" id="{31E59FA0-BCED-49C7-C242-FF1701A1A78C}"/>
                    </a:ext>
                  </a:extLst>
                </p:cNvPr>
                <p:cNvSpPr/>
                <p:nvPr/>
              </p:nvSpPr>
              <p:spPr>
                <a:xfrm>
                  <a:off x="8808029" y="5562151"/>
                  <a:ext cx="101021" cy="110836"/>
                </a:xfrm>
                <a:prstGeom prst="rect">
                  <a:avLst/>
                </a:prstGeom>
                <a:solidFill>
                  <a:srgbClr val="FF0000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/>
                </a:p>
              </p:txBody>
            </p:sp>
          </p:grpSp>
          <p:grpSp>
            <p:nvGrpSpPr>
              <p:cNvPr id="563" name="그룹 562">
                <a:extLst>
                  <a:ext uri="{FF2B5EF4-FFF2-40B4-BE49-F238E27FC236}">
                    <a16:creationId xmlns:a16="http://schemas.microsoft.com/office/drawing/2014/main" id="{5E2B9C0F-BDAA-A845-D95C-FBC980D88F74}"/>
                  </a:ext>
                </a:extLst>
              </p:cNvPr>
              <p:cNvGrpSpPr/>
              <p:nvPr/>
            </p:nvGrpSpPr>
            <p:grpSpPr>
              <a:xfrm>
                <a:off x="9935853" y="4451227"/>
                <a:ext cx="796802" cy="1221760"/>
                <a:chOff x="8112248" y="4451227"/>
                <a:chExt cx="796802" cy="1221760"/>
              </a:xfrm>
            </p:grpSpPr>
            <p:grpSp>
              <p:nvGrpSpPr>
                <p:cNvPr id="577" name="그룹 576">
                  <a:extLst>
                    <a:ext uri="{FF2B5EF4-FFF2-40B4-BE49-F238E27FC236}">
                      <a16:creationId xmlns:a16="http://schemas.microsoft.com/office/drawing/2014/main" id="{75C7CA14-718F-EBEF-9614-80BE1D515422}"/>
                    </a:ext>
                  </a:extLst>
                </p:cNvPr>
                <p:cNvGrpSpPr/>
                <p:nvPr/>
              </p:nvGrpSpPr>
              <p:grpSpPr>
                <a:xfrm>
                  <a:off x="8112248" y="4451227"/>
                  <a:ext cx="667506" cy="1221760"/>
                  <a:chOff x="8377382" y="4544293"/>
                  <a:chExt cx="667506" cy="1221760"/>
                </a:xfrm>
              </p:grpSpPr>
              <p:grpSp>
                <p:nvGrpSpPr>
                  <p:cNvPr id="579" name="그룹 578">
                    <a:extLst>
                      <a:ext uri="{FF2B5EF4-FFF2-40B4-BE49-F238E27FC236}">
                        <a16:creationId xmlns:a16="http://schemas.microsoft.com/office/drawing/2014/main" id="{C1E772DF-AEE3-D239-0259-41FEEA646837}"/>
                      </a:ext>
                    </a:extLst>
                  </p:cNvPr>
                  <p:cNvGrpSpPr/>
                  <p:nvPr/>
                </p:nvGrpSpPr>
                <p:grpSpPr>
                  <a:xfrm>
                    <a:off x="8377382" y="4544293"/>
                    <a:ext cx="667504" cy="666298"/>
                    <a:chOff x="8377382" y="4544293"/>
                    <a:chExt cx="667504" cy="666298"/>
                  </a:xfrm>
                </p:grpSpPr>
                <p:sp>
                  <p:nvSpPr>
                    <p:cNvPr id="585" name="직사각형 584">
                      <a:extLst>
                        <a:ext uri="{FF2B5EF4-FFF2-40B4-BE49-F238E27FC236}">
                          <a16:creationId xmlns:a16="http://schemas.microsoft.com/office/drawing/2014/main" id="{11589E54-0C09-4FA6-9173-BB7A5A70C46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77382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  <p:sp>
                  <p:nvSpPr>
                    <p:cNvPr id="586" name="직사각형 585">
                      <a:extLst>
                        <a:ext uri="{FF2B5EF4-FFF2-40B4-BE49-F238E27FC236}">
                          <a16:creationId xmlns:a16="http://schemas.microsoft.com/office/drawing/2014/main" id="{4FACDD87-FEEC-25BF-1363-9060D2A5EED7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392743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  <p:sp>
                  <p:nvSpPr>
                    <p:cNvPr id="587" name="직사각형 586">
                      <a:extLst>
                        <a:ext uri="{FF2B5EF4-FFF2-40B4-BE49-F238E27FC236}">
                          <a16:creationId xmlns:a16="http://schemas.microsoft.com/office/drawing/2014/main" id="{15FF29D9-A2D5-EB93-6C12-80CAC1061C1B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34050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  <p:sp>
                  <p:nvSpPr>
                    <p:cNvPr id="588" name="직사각형 587">
                      <a:extLst>
                        <a:ext uri="{FF2B5EF4-FFF2-40B4-BE49-F238E27FC236}">
                          <a16:creationId xmlns:a16="http://schemas.microsoft.com/office/drawing/2014/main" id="{00670D77-7E11-E0B8-D157-2BA913799222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948205"/>
                      <a:ext cx="110836" cy="413936"/>
                    </a:xfrm>
                    <a:prstGeom prst="rect">
                      <a:avLst/>
                    </a:prstGeom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</p:grpSp>
              <p:grpSp>
                <p:nvGrpSpPr>
                  <p:cNvPr id="580" name="그룹 579">
                    <a:extLst>
                      <a:ext uri="{FF2B5EF4-FFF2-40B4-BE49-F238E27FC236}">
                        <a16:creationId xmlns:a16="http://schemas.microsoft.com/office/drawing/2014/main" id="{C2F0821B-7C52-5302-5DB1-638F2987A5E9}"/>
                      </a:ext>
                    </a:extLst>
                  </p:cNvPr>
                  <p:cNvGrpSpPr/>
                  <p:nvPr/>
                </p:nvGrpSpPr>
                <p:grpSpPr>
                  <a:xfrm>
                    <a:off x="8377384" y="5099755"/>
                    <a:ext cx="667504" cy="666298"/>
                    <a:chOff x="8377382" y="4544293"/>
                    <a:chExt cx="667504" cy="666298"/>
                  </a:xfrm>
                </p:grpSpPr>
                <p:sp>
                  <p:nvSpPr>
                    <p:cNvPr id="581" name="직사각형 580">
                      <a:extLst>
                        <a:ext uri="{FF2B5EF4-FFF2-40B4-BE49-F238E27FC236}">
                          <a16:creationId xmlns:a16="http://schemas.microsoft.com/office/drawing/2014/main" id="{8CB9E7EF-67DC-261E-07DD-15FA3E6E10B9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77382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  <p:sp>
                  <p:nvSpPr>
                    <p:cNvPr id="582" name="직사각형 581">
                      <a:extLst>
                        <a:ext uri="{FF2B5EF4-FFF2-40B4-BE49-F238E27FC236}">
                          <a16:creationId xmlns:a16="http://schemas.microsoft.com/office/drawing/2014/main" id="{BB63A485-6EEA-8442-F10D-2BAF6F884A4D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392743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  <p:sp>
                  <p:nvSpPr>
                    <p:cNvPr id="583" name="직사각형 582">
                      <a:extLst>
                        <a:ext uri="{FF2B5EF4-FFF2-40B4-BE49-F238E27FC236}">
                          <a16:creationId xmlns:a16="http://schemas.microsoft.com/office/drawing/2014/main" id="{E08D3B17-9697-A21D-E89D-33D109030E11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34050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  <p:sp>
                  <p:nvSpPr>
                    <p:cNvPr id="584" name="직사각형 583">
                      <a:extLst>
                        <a:ext uri="{FF2B5EF4-FFF2-40B4-BE49-F238E27FC236}">
                          <a16:creationId xmlns:a16="http://schemas.microsoft.com/office/drawing/2014/main" id="{68EBD20E-4051-636F-59F9-5BFD0F61A47C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948205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</p:grpSp>
            </p:grpSp>
            <p:sp>
              <p:nvSpPr>
                <p:cNvPr id="578" name="직사각형 577">
                  <a:extLst>
                    <a:ext uri="{FF2B5EF4-FFF2-40B4-BE49-F238E27FC236}">
                      <a16:creationId xmlns:a16="http://schemas.microsoft.com/office/drawing/2014/main" id="{BC2399C1-1817-AFBC-556A-AB55049CED09}"/>
                    </a:ext>
                  </a:extLst>
                </p:cNvPr>
                <p:cNvSpPr/>
                <p:nvPr/>
              </p:nvSpPr>
              <p:spPr>
                <a:xfrm>
                  <a:off x="8808029" y="5562151"/>
                  <a:ext cx="101021" cy="110836"/>
                </a:xfrm>
                <a:prstGeom prst="rect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/>
                </a:p>
              </p:txBody>
            </p:sp>
          </p:grpSp>
          <p:grpSp>
            <p:nvGrpSpPr>
              <p:cNvPr id="564" name="그룹 563">
                <a:extLst>
                  <a:ext uri="{FF2B5EF4-FFF2-40B4-BE49-F238E27FC236}">
                    <a16:creationId xmlns:a16="http://schemas.microsoft.com/office/drawing/2014/main" id="{7CBED8A1-4BDC-0C18-D217-A00206B42091}"/>
                  </a:ext>
                </a:extLst>
              </p:cNvPr>
              <p:cNvGrpSpPr/>
              <p:nvPr/>
            </p:nvGrpSpPr>
            <p:grpSpPr>
              <a:xfrm>
                <a:off x="10845365" y="4451227"/>
                <a:ext cx="796802" cy="1221760"/>
                <a:chOff x="8112248" y="4451227"/>
                <a:chExt cx="796802" cy="1221760"/>
              </a:xfrm>
            </p:grpSpPr>
            <p:grpSp>
              <p:nvGrpSpPr>
                <p:cNvPr id="565" name="그룹 564">
                  <a:extLst>
                    <a:ext uri="{FF2B5EF4-FFF2-40B4-BE49-F238E27FC236}">
                      <a16:creationId xmlns:a16="http://schemas.microsoft.com/office/drawing/2014/main" id="{F5686F63-2185-A2AC-FA23-724EE7B808B5}"/>
                    </a:ext>
                  </a:extLst>
                </p:cNvPr>
                <p:cNvGrpSpPr/>
                <p:nvPr/>
              </p:nvGrpSpPr>
              <p:grpSpPr>
                <a:xfrm>
                  <a:off x="8112248" y="4451227"/>
                  <a:ext cx="667506" cy="1221760"/>
                  <a:chOff x="8377382" y="4544293"/>
                  <a:chExt cx="667506" cy="1221760"/>
                </a:xfrm>
              </p:grpSpPr>
              <p:grpSp>
                <p:nvGrpSpPr>
                  <p:cNvPr id="567" name="그룹 566">
                    <a:extLst>
                      <a:ext uri="{FF2B5EF4-FFF2-40B4-BE49-F238E27FC236}">
                        <a16:creationId xmlns:a16="http://schemas.microsoft.com/office/drawing/2014/main" id="{6D4B1F93-9EF8-3E22-63DB-BB182D6595F7}"/>
                      </a:ext>
                    </a:extLst>
                  </p:cNvPr>
                  <p:cNvGrpSpPr/>
                  <p:nvPr/>
                </p:nvGrpSpPr>
                <p:grpSpPr>
                  <a:xfrm>
                    <a:off x="8377382" y="4544293"/>
                    <a:ext cx="667504" cy="666298"/>
                    <a:chOff x="8377382" y="4544293"/>
                    <a:chExt cx="667504" cy="666298"/>
                  </a:xfrm>
                </p:grpSpPr>
                <p:sp>
                  <p:nvSpPr>
                    <p:cNvPr id="573" name="직사각형 572">
                      <a:extLst>
                        <a:ext uri="{FF2B5EF4-FFF2-40B4-BE49-F238E27FC236}">
                          <a16:creationId xmlns:a16="http://schemas.microsoft.com/office/drawing/2014/main" id="{56AC0DC3-33A2-D5CF-CCAD-D7A487BB47FE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77382" y="4673601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  <p:sp>
                  <p:nvSpPr>
                    <p:cNvPr id="574" name="직사각형 573">
                      <a:extLst>
                        <a:ext uri="{FF2B5EF4-FFF2-40B4-BE49-F238E27FC236}">
                          <a16:creationId xmlns:a16="http://schemas.microsoft.com/office/drawing/2014/main" id="{0447BE1D-F2C0-49AC-F86D-A10F46290DAC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392743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  <p:sp>
                  <p:nvSpPr>
                    <p:cNvPr id="575" name="직사각형 574">
                      <a:extLst>
                        <a:ext uri="{FF2B5EF4-FFF2-40B4-BE49-F238E27FC236}">
                          <a16:creationId xmlns:a16="http://schemas.microsoft.com/office/drawing/2014/main" id="{E71F7127-B0BF-1150-8178-0ECDA7F43BE1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34050" y="4673601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  <p:sp>
                  <p:nvSpPr>
                    <p:cNvPr id="576" name="직사각형 575">
                      <a:extLst>
                        <a:ext uri="{FF2B5EF4-FFF2-40B4-BE49-F238E27FC236}">
                          <a16:creationId xmlns:a16="http://schemas.microsoft.com/office/drawing/2014/main" id="{72863819-36A0-A850-01C2-0D7D9759CB13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948205"/>
                      <a:ext cx="110836" cy="413936"/>
                    </a:xfrm>
                    <a:prstGeom prst="rect">
                      <a:avLst/>
                    </a:prstGeom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</p:grpSp>
              <p:grpSp>
                <p:nvGrpSpPr>
                  <p:cNvPr id="568" name="그룹 567">
                    <a:extLst>
                      <a:ext uri="{FF2B5EF4-FFF2-40B4-BE49-F238E27FC236}">
                        <a16:creationId xmlns:a16="http://schemas.microsoft.com/office/drawing/2014/main" id="{448AAAA0-BC4B-F8AD-AEA9-701DF1AE9F3F}"/>
                      </a:ext>
                    </a:extLst>
                  </p:cNvPr>
                  <p:cNvGrpSpPr/>
                  <p:nvPr/>
                </p:nvGrpSpPr>
                <p:grpSpPr>
                  <a:xfrm>
                    <a:off x="8377384" y="5099755"/>
                    <a:ext cx="667504" cy="666298"/>
                    <a:chOff x="8377382" y="4544293"/>
                    <a:chExt cx="667504" cy="666298"/>
                  </a:xfrm>
                </p:grpSpPr>
                <p:sp>
                  <p:nvSpPr>
                    <p:cNvPr id="569" name="직사각형 568">
                      <a:extLst>
                        <a:ext uri="{FF2B5EF4-FFF2-40B4-BE49-F238E27FC236}">
                          <a16:creationId xmlns:a16="http://schemas.microsoft.com/office/drawing/2014/main" id="{750823F9-65D6-4AC7-FD4D-ABF711AD7E22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77382" y="4673601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  <p:sp>
                  <p:nvSpPr>
                    <p:cNvPr id="570" name="직사각형 569">
                      <a:extLst>
                        <a:ext uri="{FF2B5EF4-FFF2-40B4-BE49-F238E27FC236}">
                          <a16:creationId xmlns:a16="http://schemas.microsoft.com/office/drawing/2014/main" id="{7CC62F54-2A66-843D-791C-448D90FFA7D0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392743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  <p:sp>
                  <p:nvSpPr>
                    <p:cNvPr id="571" name="직사각형 570">
                      <a:extLst>
                        <a:ext uri="{FF2B5EF4-FFF2-40B4-BE49-F238E27FC236}">
                          <a16:creationId xmlns:a16="http://schemas.microsoft.com/office/drawing/2014/main" id="{CB46867D-ADA0-1908-B748-94B02B836B39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34050" y="4673601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  <p:sp>
                  <p:nvSpPr>
                    <p:cNvPr id="572" name="직사각형 571">
                      <a:extLst>
                        <a:ext uri="{FF2B5EF4-FFF2-40B4-BE49-F238E27FC236}">
                          <a16:creationId xmlns:a16="http://schemas.microsoft.com/office/drawing/2014/main" id="{4B4ECC8E-57F5-2464-15CC-246EF56D40AD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948205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000"/>
                    </a:p>
                  </p:txBody>
                </p:sp>
              </p:grpSp>
            </p:grpSp>
            <p:sp>
              <p:nvSpPr>
                <p:cNvPr id="566" name="직사각형 565">
                  <a:extLst>
                    <a:ext uri="{FF2B5EF4-FFF2-40B4-BE49-F238E27FC236}">
                      <a16:creationId xmlns:a16="http://schemas.microsoft.com/office/drawing/2014/main" id="{8B60123E-361B-C799-4495-79F66653C1EB}"/>
                    </a:ext>
                  </a:extLst>
                </p:cNvPr>
                <p:cNvSpPr/>
                <p:nvPr/>
              </p:nvSpPr>
              <p:spPr>
                <a:xfrm>
                  <a:off x="8808029" y="5562151"/>
                  <a:ext cx="101021" cy="110836"/>
                </a:xfrm>
                <a:prstGeom prst="rect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/>
                </a:p>
              </p:txBody>
            </p:sp>
          </p:grpSp>
        </p:grpSp>
      </p:grpSp>
      <p:cxnSp>
        <p:nvCxnSpPr>
          <p:cNvPr id="613" name="직선 화살표 연결선 612">
            <a:extLst>
              <a:ext uri="{FF2B5EF4-FFF2-40B4-BE49-F238E27FC236}">
                <a16:creationId xmlns:a16="http://schemas.microsoft.com/office/drawing/2014/main" id="{3FFA65B9-A0A8-05C2-0B28-C38C7D4E9FDB}"/>
              </a:ext>
            </a:extLst>
          </p:cNvPr>
          <p:cNvCxnSpPr>
            <a:cxnSpLocks/>
          </p:cNvCxnSpPr>
          <p:nvPr/>
        </p:nvCxnSpPr>
        <p:spPr>
          <a:xfrm>
            <a:off x="6292578" y="2618903"/>
            <a:ext cx="531789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4" name="TextBox 613">
            <a:extLst>
              <a:ext uri="{FF2B5EF4-FFF2-40B4-BE49-F238E27FC236}">
                <a16:creationId xmlns:a16="http://schemas.microsoft.com/office/drawing/2014/main" id="{455819AA-6107-A793-4B8E-2CB45974DE53}"/>
              </a:ext>
            </a:extLst>
          </p:cNvPr>
          <p:cNvSpPr txBox="1"/>
          <p:nvPr/>
        </p:nvSpPr>
        <p:spPr>
          <a:xfrm>
            <a:off x="289545" y="2359539"/>
            <a:ext cx="16327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/>
              <a:t>msec &gt;= 50</a:t>
            </a:r>
            <a:endParaRPr lang="ko-KR" altLang="en-US"/>
          </a:p>
        </p:txBody>
      </p:sp>
      <p:sp>
        <p:nvSpPr>
          <p:cNvPr id="615" name="TextBox 614">
            <a:extLst>
              <a:ext uri="{FF2B5EF4-FFF2-40B4-BE49-F238E27FC236}">
                <a16:creationId xmlns:a16="http://schemas.microsoft.com/office/drawing/2014/main" id="{806D3875-F198-1DD6-C599-BF324F67D696}"/>
              </a:ext>
            </a:extLst>
          </p:cNvPr>
          <p:cNvSpPr txBox="1"/>
          <p:nvPr/>
        </p:nvSpPr>
        <p:spPr>
          <a:xfrm>
            <a:off x="3855113" y="1592902"/>
            <a:ext cx="76966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/>
              <a:t>0.5ms</a:t>
            </a:r>
            <a:endParaRPr lang="ko-KR" altLang="en-US" sz="1400"/>
          </a:p>
        </p:txBody>
      </p:sp>
      <p:sp>
        <p:nvSpPr>
          <p:cNvPr id="617" name="TextBox 616">
            <a:extLst>
              <a:ext uri="{FF2B5EF4-FFF2-40B4-BE49-F238E27FC236}">
                <a16:creationId xmlns:a16="http://schemas.microsoft.com/office/drawing/2014/main" id="{0D0D44E9-BA6E-16CC-E57C-B562E0C36A1C}"/>
              </a:ext>
            </a:extLst>
          </p:cNvPr>
          <p:cNvSpPr txBox="1"/>
          <p:nvPr/>
        </p:nvSpPr>
        <p:spPr>
          <a:xfrm>
            <a:off x="6272725" y="1575218"/>
            <a:ext cx="72535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/>
              <a:t>0.5ms</a:t>
            </a:r>
            <a:endParaRPr lang="ko-KR" altLang="en-US" sz="1400"/>
          </a:p>
        </p:txBody>
      </p:sp>
      <p:sp>
        <p:nvSpPr>
          <p:cNvPr id="618" name="TextBox 617">
            <a:extLst>
              <a:ext uri="{FF2B5EF4-FFF2-40B4-BE49-F238E27FC236}">
                <a16:creationId xmlns:a16="http://schemas.microsoft.com/office/drawing/2014/main" id="{41C08E02-3216-EA28-E2D6-9C6AD59DBC31}"/>
              </a:ext>
            </a:extLst>
          </p:cNvPr>
          <p:cNvSpPr txBox="1"/>
          <p:nvPr/>
        </p:nvSpPr>
        <p:spPr>
          <a:xfrm>
            <a:off x="549506" y="1901446"/>
            <a:ext cx="170143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/>
              <a:t>i_blink_off = 0</a:t>
            </a:r>
            <a:endParaRPr lang="ko-KR" altLang="en-US" sz="1100"/>
          </a:p>
        </p:txBody>
      </p:sp>
      <p:sp>
        <p:nvSpPr>
          <p:cNvPr id="620" name="TextBox 619">
            <a:extLst>
              <a:ext uri="{FF2B5EF4-FFF2-40B4-BE49-F238E27FC236}">
                <a16:creationId xmlns:a16="http://schemas.microsoft.com/office/drawing/2014/main" id="{EEA49045-613D-0897-71DF-7B196297519A}"/>
              </a:ext>
            </a:extLst>
          </p:cNvPr>
          <p:cNvSpPr txBox="1"/>
          <p:nvPr/>
        </p:nvSpPr>
        <p:spPr>
          <a:xfrm>
            <a:off x="558303" y="2654702"/>
            <a:ext cx="170143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/>
              <a:t>i_blink_off = 1</a:t>
            </a:r>
            <a:endParaRPr lang="ko-KR" altLang="en-US" sz="1100"/>
          </a:p>
        </p:txBody>
      </p:sp>
      <p:sp>
        <p:nvSpPr>
          <p:cNvPr id="622" name="TextBox 621">
            <a:extLst>
              <a:ext uri="{FF2B5EF4-FFF2-40B4-BE49-F238E27FC236}">
                <a16:creationId xmlns:a16="http://schemas.microsoft.com/office/drawing/2014/main" id="{D60D9DFC-61C0-83DD-8133-4989128DD3F8}"/>
              </a:ext>
            </a:extLst>
          </p:cNvPr>
          <p:cNvSpPr txBox="1"/>
          <p:nvPr/>
        </p:nvSpPr>
        <p:spPr>
          <a:xfrm>
            <a:off x="3879842" y="2330327"/>
            <a:ext cx="76966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/>
              <a:t>0.5ms</a:t>
            </a:r>
            <a:endParaRPr lang="ko-KR" altLang="en-US" sz="1400"/>
          </a:p>
        </p:txBody>
      </p:sp>
      <p:sp>
        <p:nvSpPr>
          <p:cNvPr id="623" name="TextBox 622">
            <a:extLst>
              <a:ext uri="{FF2B5EF4-FFF2-40B4-BE49-F238E27FC236}">
                <a16:creationId xmlns:a16="http://schemas.microsoft.com/office/drawing/2014/main" id="{6FAFA458-5D20-C6B3-0CCC-DC5E954309E0}"/>
              </a:ext>
            </a:extLst>
          </p:cNvPr>
          <p:cNvSpPr txBox="1"/>
          <p:nvPr/>
        </p:nvSpPr>
        <p:spPr>
          <a:xfrm>
            <a:off x="6258190" y="2330327"/>
            <a:ext cx="76966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/>
              <a:t>0.5ms</a:t>
            </a:r>
            <a:endParaRPr lang="ko-KR" altLang="en-US" sz="1400"/>
          </a:p>
        </p:txBody>
      </p:sp>
      <p:pic>
        <p:nvPicPr>
          <p:cNvPr id="625" name="그림 624">
            <a:extLst>
              <a:ext uri="{FF2B5EF4-FFF2-40B4-BE49-F238E27FC236}">
                <a16:creationId xmlns:a16="http://schemas.microsoft.com/office/drawing/2014/main" id="{AC8E324A-B892-B662-D2D1-1F11EBBA803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57096" y="3518911"/>
            <a:ext cx="3865923" cy="2796108"/>
          </a:xfrm>
          <a:prstGeom prst="rect">
            <a:avLst/>
          </a:prstGeom>
        </p:spPr>
      </p:pic>
      <p:sp>
        <p:nvSpPr>
          <p:cNvPr id="626" name="TextBox 625">
            <a:extLst>
              <a:ext uri="{FF2B5EF4-FFF2-40B4-BE49-F238E27FC236}">
                <a16:creationId xmlns:a16="http://schemas.microsoft.com/office/drawing/2014/main" id="{DEB87B51-B769-6D94-AC3C-353A96863ECC}"/>
              </a:ext>
            </a:extLst>
          </p:cNvPr>
          <p:cNvSpPr txBox="1"/>
          <p:nvPr/>
        </p:nvSpPr>
        <p:spPr>
          <a:xfrm>
            <a:off x="8057096" y="3284220"/>
            <a:ext cx="341862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/>
              <a:t>U_ANODE_CHOICE </a:t>
            </a:r>
            <a:r>
              <a:rPr lang="ko-KR" altLang="en-US" sz="1200"/>
              <a:t>내부 </a:t>
            </a:r>
            <a:r>
              <a:rPr lang="en-US" altLang="ko-KR" sz="1200"/>
              <a:t>logic </a:t>
            </a:r>
            <a:endParaRPr lang="ko-KR" altLang="en-US" sz="1200"/>
          </a:p>
        </p:txBody>
      </p:sp>
      <p:sp>
        <p:nvSpPr>
          <p:cNvPr id="634" name="직사각형 633">
            <a:extLst>
              <a:ext uri="{FF2B5EF4-FFF2-40B4-BE49-F238E27FC236}">
                <a16:creationId xmlns:a16="http://schemas.microsoft.com/office/drawing/2014/main" id="{C0AAECAB-B7EF-F1C8-2BCC-957851AE7381}"/>
              </a:ext>
            </a:extLst>
          </p:cNvPr>
          <p:cNvSpPr/>
          <p:nvPr/>
        </p:nvSpPr>
        <p:spPr>
          <a:xfrm>
            <a:off x="289545" y="1495323"/>
            <a:ext cx="8717295" cy="673102"/>
          </a:xfrm>
          <a:prstGeom prst="rect">
            <a:avLst/>
          </a:prstGeom>
          <a:noFill/>
          <a:ln w="28575"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36" name="직사각형 635">
            <a:extLst>
              <a:ext uri="{FF2B5EF4-FFF2-40B4-BE49-F238E27FC236}">
                <a16:creationId xmlns:a16="http://schemas.microsoft.com/office/drawing/2014/main" id="{87A33920-5A1E-9E71-8D78-E68190BE53B6}"/>
              </a:ext>
            </a:extLst>
          </p:cNvPr>
          <p:cNvSpPr/>
          <p:nvPr/>
        </p:nvSpPr>
        <p:spPr>
          <a:xfrm>
            <a:off x="8550579" y="4070954"/>
            <a:ext cx="2102181" cy="243111"/>
          </a:xfrm>
          <a:prstGeom prst="rect">
            <a:avLst/>
          </a:prstGeom>
          <a:noFill/>
          <a:ln w="28575"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38" name="직사각형 637">
            <a:extLst>
              <a:ext uri="{FF2B5EF4-FFF2-40B4-BE49-F238E27FC236}">
                <a16:creationId xmlns:a16="http://schemas.microsoft.com/office/drawing/2014/main" id="{72530174-77B8-5FE2-6D25-BCB4FAB16086}"/>
              </a:ext>
            </a:extLst>
          </p:cNvPr>
          <p:cNvSpPr/>
          <p:nvPr/>
        </p:nvSpPr>
        <p:spPr>
          <a:xfrm>
            <a:off x="289545" y="2272850"/>
            <a:ext cx="8717295" cy="673102"/>
          </a:xfrm>
          <a:prstGeom prst="rect">
            <a:avLst/>
          </a:prstGeom>
          <a:noFill/>
          <a:ln w="28575"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40" name="직사각형 639">
            <a:extLst>
              <a:ext uri="{FF2B5EF4-FFF2-40B4-BE49-F238E27FC236}">
                <a16:creationId xmlns:a16="http://schemas.microsoft.com/office/drawing/2014/main" id="{857AD0CA-7A21-BA9A-5F74-6AC30DAD847E}"/>
              </a:ext>
            </a:extLst>
          </p:cNvPr>
          <p:cNvSpPr/>
          <p:nvPr/>
        </p:nvSpPr>
        <p:spPr>
          <a:xfrm>
            <a:off x="8556693" y="4413395"/>
            <a:ext cx="3284787" cy="844126"/>
          </a:xfrm>
          <a:prstGeom prst="rect">
            <a:avLst/>
          </a:prstGeom>
          <a:noFill/>
          <a:ln w="28575"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642" name="직선 화살표 연결선 641">
            <a:extLst>
              <a:ext uri="{FF2B5EF4-FFF2-40B4-BE49-F238E27FC236}">
                <a16:creationId xmlns:a16="http://schemas.microsoft.com/office/drawing/2014/main" id="{31E74524-1CF3-6941-4BF3-D1C1EE8E6EBB}"/>
              </a:ext>
            </a:extLst>
          </p:cNvPr>
          <p:cNvCxnSpPr>
            <a:cxnSpLocks/>
          </p:cNvCxnSpPr>
          <p:nvPr/>
        </p:nvCxnSpPr>
        <p:spPr>
          <a:xfrm>
            <a:off x="8427720" y="4579620"/>
            <a:ext cx="525780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4" name="TextBox 643">
            <a:extLst>
              <a:ext uri="{FF2B5EF4-FFF2-40B4-BE49-F238E27FC236}">
                <a16:creationId xmlns:a16="http://schemas.microsoft.com/office/drawing/2014/main" id="{750435E3-19A0-E505-017C-4CA96F3051FF}"/>
              </a:ext>
            </a:extLst>
          </p:cNvPr>
          <p:cNvSpPr txBox="1"/>
          <p:nvPr/>
        </p:nvSpPr>
        <p:spPr>
          <a:xfrm>
            <a:off x="298478" y="1136138"/>
            <a:ext cx="579752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/>
              <a:t>ex) cursor = 0   ( 4KHz tick </a:t>
            </a:r>
            <a:r>
              <a:rPr lang="ko-KR" altLang="en-US"/>
              <a:t>사용 </a:t>
            </a:r>
            <a:r>
              <a:rPr lang="en-US" altLang="ko-KR"/>
              <a:t>)</a:t>
            </a:r>
            <a:endParaRPr lang="ko-KR" altLang="en-US"/>
          </a:p>
        </p:txBody>
      </p:sp>
      <p:cxnSp>
        <p:nvCxnSpPr>
          <p:cNvPr id="645" name="직선 화살표 연결선 644">
            <a:extLst>
              <a:ext uri="{FF2B5EF4-FFF2-40B4-BE49-F238E27FC236}">
                <a16:creationId xmlns:a16="http://schemas.microsoft.com/office/drawing/2014/main" id="{F1903C60-01C9-C55D-834E-87B626E5714B}"/>
              </a:ext>
            </a:extLst>
          </p:cNvPr>
          <p:cNvCxnSpPr>
            <a:cxnSpLocks/>
          </p:cNvCxnSpPr>
          <p:nvPr/>
        </p:nvCxnSpPr>
        <p:spPr>
          <a:xfrm>
            <a:off x="8427720" y="4697212"/>
            <a:ext cx="525780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6" name="직선 화살표 연결선 645">
            <a:extLst>
              <a:ext uri="{FF2B5EF4-FFF2-40B4-BE49-F238E27FC236}">
                <a16:creationId xmlns:a16="http://schemas.microsoft.com/office/drawing/2014/main" id="{92091A42-F08E-5F5D-EFF2-34028187812D}"/>
              </a:ext>
            </a:extLst>
          </p:cNvPr>
          <p:cNvCxnSpPr>
            <a:cxnSpLocks/>
          </p:cNvCxnSpPr>
          <p:nvPr/>
        </p:nvCxnSpPr>
        <p:spPr>
          <a:xfrm>
            <a:off x="8427720" y="4809556"/>
            <a:ext cx="525780" cy="9637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7" name="직선 화살표 연결선 646">
            <a:extLst>
              <a:ext uri="{FF2B5EF4-FFF2-40B4-BE49-F238E27FC236}">
                <a16:creationId xmlns:a16="http://schemas.microsoft.com/office/drawing/2014/main" id="{FCC71646-F847-9E7F-D170-9EB5C5FB5D8C}"/>
              </a:ext>
            </a:extLst>
          </p:cNvPr>
          <p:cNvCxnSpPr>
            <a:cxnSpLocks/>
          </p:cNvCxnSpPr>
          <p:nvPr/>
        </p:nvCxnSpPr>
        <p:spPr>
          <a:xfrm>
            <a:off x="8427720" y="4935558"/>
            <a:ext cx="525780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4" name="직선 연결선 653">
            <a:extLst>
              <a:ext uri="{FF2B5EF4-FFF2-40B4-BE49-F238E27FC236}">
                <a16:creationId xmlns:a16="http://schemas.microsoft.com/office/drawing/2014/main" id="{D2F0860B-7DCA-A224-7D8B-5BFBB3F17697}"/>
              </a:ext>
            </a:extLst>
          </p:cNvPr>
          <p:cNvCxnSpPr/>
          <p:nvPr/>
        </p:nvCxnSpPr>
        <p:spPr>
          <a:xfrm>
            <a:off x="4679989" y="4911075"/>
            <a:ext cx="358393" cy="0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5" name="직선 연결선 654">
            <a:extLst>
              <a:ext uri="{FF2B5EF4-FFF2-40B4-BE49-F238E27FC236}">
                <a16:creationId xmlns:a16="http://schemas.microsoft.com/office/drawing/2014/main" id="{C7F9DDFB-E1B9-A890-8368-EE44BCEACC14}"/>
              </a:ext>
            </a:extLst>
          </p:cNvPr>
          <p:cNvCxnSpPr>
            <a:cxnSpLocks/>
          </p:cNvCxnSpPr>
          <p:nvPr/>
        </p:nvCxnSpPr>
        <p:spPr>
          <a:xfrm>
            <a:off x="5023142" y="4217655"/>
            <a:ext cx="173698" cy="0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7" name="직선 연결선 656">
            <a:extLst>
              <a:ext uri="{FF2B5EF4-FFF2-40B4-BE49-F238E27FC236}">
                <a16:creationId xmlns:a16="http://schemas.microsoft.com/office/drawing/2014/main" id="{7DA62958-1769-80DC-AA80-11518B3B147A}"/>
              </a:ext>
            </a:extLst>
          </p:cNvPr>
          <p:cNvCxnSpPr>
            <a:cxnSpLocks/>
          </p:cNvCxnSpPr>
          <p:nvPr/>
        </p:nvCxnSpPr>
        <p:spPr>
          <a:xfrm>
            <a:off x="5034341" y="4217655"/>
            <a:ext cx="0" cy="693420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0" name="직선 화살표 연결선 659">
            <a:extLst>
              <a:ext uri="{FF2B5EF4-FFF2-40B4-BE49-F238E27FC236}">
                <a16:creationId xmlns:a16="http://schemas.microsoft.com/office/drawing/2014/main" id="{445C9459-0EAC-A96E-63C0-9C118CAD9303}"/>
              </a:ext>
            </a:extLst>
          </p:cNvPr>
          <p:cNvCxnSpPr/>
          <p:nvPr/>
        </p:nvCxnSpPr>
        <p:spPr>
          <a:xfrm flipV="1">
            <a:off x="5351072" y="4274421"/>
            <a:ext cx="0" cy="88749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1" name="TextBox 660">
            <a:extLst>
              <a:ext uri="{FF2B5EF4-FFF2-40B4-BE49-F238E27FC236}">
                <a16:creationId xmlns:a16="http://schemas.microsoft.com/office/drawing/2014/main" id="{95FEC096-98B2-B6F3-A9BE-D7EDB43C2EF2}"/>
              </a:ext>
            </a:extLst>
          </p:cNvPr>
          <p:cNvSpPr txBox="1"/>
          <p:nvPr/>
        </p:nvSpPr>
        <p:spPr>
          <a:xfrm>
            <a:off x="5348349" y="4421124"/>
            <a:ext cx="778072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/>
              <a:t>SW1 = 1</a:t>
            </a:r>
            <a:endParaRPr lang="ko-KR" altLang="en-US" sz="800"/>
          </a:p>
        </p:txBody>
      </p:sp>
    </p:spTree>
    <p:extLst>
      <p:ext uri="{BB962C8B-B14F-4D97-AF65-F5344CB8AC3E}">
        <p14:creationId xmlns:p14="http://schemas.microsoft.com/office/powerpoint/2010/main" val="374454011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43E876-7F9F-3936-31D0-B1FBB27BEC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TextBox 38">
            <a:extLst>
              <a:ext uri="{FF2B5EF4-FFF2-40B4-BE49-F238E27FC236}">
                <a16:creationId xmlns:a16="http://schemas.microsoft.com/office/drawing/2014/main" id="{9245C666-68FA-CC1E-8480-15A561CF2B23}"/>
              </a:ext>
            </a:extLst>
          </p:cNvPr>
          <p:cNvSpPr txBox="1"/>
          <p:nvPr/>
        </p:nvSpPr>
        <p:spPr>
          <a:xfrm>
            <a:off x="435098" y="334135"/>
            <a:ext cx="939470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/>
              <a:t>검증 시나리오 </a:t>
            </a:r>
            <a:r>
              <a:rPr lang="en-US" altLang="ko-KR"/>
              <a:t>1. </a:t>
            </a:r>
            <a:r>
              <a:rPr lang="ko-KR" altLang="en-US"/>
              <a:t>버튼 동작 확인</a:t>
            </a:r>
            <a:endParaRPr lang="en-US" altLang="ko-KR"/>
          </a:p>
          <a:p>
            <a:r>
              <a:rPr lang="en-US" altLang="ko-KR"/>
              <a:t>P1 – SW2 = 0 </a:t>
            </a:r>
            <a:r>
              <a:rPr lang="ko-KR" altLang="en-US"/>
              <a:t>에서 버튼  입력 시 </a:t>
            </a:r>
            <a:r>
              <a:rPr lang="en-US" altLang="ko-KR"/>
              <a:t>State </a:t>
            </a:r>
            <a:r>
              <a:rPr lang="ko-KR" altLang="en-US"/>
              <a:t>변화 유무</a:t>
            </a:r>
          </a:p>
        </p:txBody>
      </p:sp>
      <p:pic>
        <p:nvPicPr>
          <p:cNvPr id="15" name="그림 14">
            <a:extLst>
              <a:ext uri="{FF2B5EF4-FFF2-40B4-BE49-F238E27FC236}">
                <a16:creationId xmlns:a16="http://schemas.microsoft.com/office/drawing/2014/main" id="{83F1DBB1-655D-81E0-38C1-6BD4FF1EDC5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2910" y="1778586"/>
            <a:ext cx="7184594" cy="4445568"/>
          </a:xfrm>
          <a:prstGeom prst="rect">
            <a:avLst/>
          </a:prstGeom>
        </p:spPr>
      </p:pic>
      <p:sp>
        <p:nvSpPr>
          <p:cNvPr id="16" name="직사각형 15">
            <a:extLst>
              <a:ext uri="{FF2B5EF4-FFF2-40B4-BE49-F238E27FC236}">
                <a16:creationId xmlns:a16="http://schemas.microsoft.com/office/drawing/2014/main" id="{8AE1C093-1500-7B95-2791-3DAE4995CE25}"/>
              </a:ext>
            </a:extLst>
          </p:cNvPr>
          <p:cNvSpPr/>
          <p:nvPr/>
        </p:nvSpPr>
        <p:spPr>
          <a:xfrm>
            <a:off x="540459" y="2751280"/>
            <a:ext cx="452582" cy="12930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D53FD0A3-DE9A-94FF-067F-2B16A943B840}"/>
              </a:ext>
            </a:extLst>
          </p:cNvPr>
          <p:cNvSpPr/>
          <p:nvPr/>
        </p:nvSpPr>
        <p:spPr>
          <a:xfrm>
            <a:off x="1888968" y="3062720"/>
            <a:ext cx="4313382" cy="1801134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FAA1C766-AC9F-5272-EFD0-047268CA5703}"/>
              </a:ext>
            </a:extLst>
          </p:cNvPr>
          <p:cNvSpPr/>
          <p:nvPr/>
        </p:nvSpPr>
        <p:spPr>
          <a:xfrm>
            <a:off x="6202350" y="1803628"/>
            <a:ext cx="1315154" cy="4314260"/>
          </a:xfrm>
          <a:prstGeom prst="rect">
            <a:avLst/>
          </a:prstGeom>
          <a:solidFill>
            <a:schemeClr val="tx1">
              <a:alpha val="37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36441214-445F-F018-1C4C-14A4DCABA139}"/>
              </a:ext>
            </a:extLst>
          </p:cNvPr>
          <p:cNvSpPr/>
          <p:nvPr/>
        </p:nvSpPr>
        <p:spPr>
          <a:xfrm>
            <a:off x="327400" y="4917211"/>
            <a:ext cx="5874950" cy="1360300"/>
          </a:xfrm>
          <a:prstGeom prst="rect">
            <a:avLst/>
          </a:prstGeom>
          <a:solidFill>
            <a:schemeClr val="tx1">
              <a:alpha val="37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1233208-C207-7971-B974-A57FF129B693}"/>
              </a:ext>
            </a:extLst>
          </p:cNvPr>
          <p:cNvSpPr txBox="1"/>
          <p:nvPr/>
        </p:nvSpPr>
        <p:spPr>
          <a:xfrm>
            <a:off x="1986969" y="4913805"/>
            <a:ext cx="342900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50">
                <a:highlight>
                  <a:srgbClr val="FFFF00"/>
                </a:highlight>
              </a:rPr>
              <a:t>2. </a:t>
            </a:r>
            <a:r>
              <a:rPr lang="ko-KR" altLang="en-US" sz="1050">
                <a:highlight>
                  <a:srgbClr val="FFFF00"/>
                </a:highlight>
              </a:rPr>
              <a:t>버튼을 입력해도 스테이트 변화</a:t>
            </a:r>
            <a:r>
              <a:rPr lang="en-US" altLang="ko-KR" sz="1050">
                <a:highlight>
                  <a:srgbClr val="FFFF00"/>
                </a:highlight>
              </a:rPr>
              <a:t> X </a:t>
            </a:r>
            <a:r>
              <a:rPr lang="ko-KR" altLang="en-US" sz="1050">
                <a:highlight>
                  <a:srgbClr val="FFFF00"/>
                </a:highlight>
              </a:rPr>
              <a:t> </a:t>
            </a:r>
          </a:p>
        </p:txBody>
      </p:sp>
      <p:sp>
        <p:nvSpPr>
          <p:cNvPr id="114" name="직사각형 113">
            <a:extLst>
              <a:ext uri="{FF2B5EF4-FFF2-40B4-BE49-F238E27FC236}">
                <a16:creationId xmlns:a16="http://schemas.microsoft.com/office/drawing/2014/main" id="{EB9E231D-6A28-C2FD-BFDD-AF521B0EEC0A}"/>
              </a:ext>
            </a:extLst>
          </p:cNvPr>
          <p:cNvSpPr/>
          <p:nvPr/>
        </p:nvSpPr>
        <p:spPr>
          <a:xfrm>
            <a:off x="540458" y="2621972"/>
            <a:ext cx="660131" cy="129308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8" name="TextBox 117">
            <a:extLst>
              <a:ext uri="{FF2B5EF4-FFF2-40B4-BE49-F238E27FC236}">
                <a16:creationId xmlns:a16="http://schemas.microsoft.com/office/drawing/2014/main" id="{E11DC92E-5DDD-6C38-7093-DB6F72E0409C}"/>
              </a:ext>
            </a:extLst>
          </p:cNvPr>
          <p:cNvSpPr txBox="1"/>
          <p:nvPr/>
        </p:nvSpPr>
        <p:spPr>
          <a:xfrm>
            <a:off x="327400" y="2337783"/>
            <a:ext cx="3429001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900">
                <a:highlight>
                  <a:srgbClr val="FFFF00"/>
                </a:highlight>
              </a:rPr>
              <a:t>1. DISPLAY </a:t>
            </a:r>
            <a:r>
              <a:rPr lang="ko-KR" altLang="en-US" sz="900">
                <a:highlight>
                  <a:srgbClr val="FFFF00"/>
                </a:highlight>
              </a:rPr>
              <a:t>모드 </a:t>
            </a:r>
            <a:r>
              <a:rPr lang="en-US" altLang="ko-KR" sz="900">
                <a:highlight>
                  <a:srgbClr val="FFFF00"/>
                </a:highlight>
              </a:rPr>
              <a:t>: </a:t>
            </a:r>
            <a:r>
              <a:rPr lang="ko-KR" altLang="en-US" sz="900">
                <a:highlight>
                  <a:srgbClr val="FFFF00"/>
                </a:highlight>
              </a:rPr>
              <a:t> 시간 </a:t>
            </a:r>
            <a:r>
              <a:rPr lang="en-US" altLang="ko-KR" sz="900">
                <a:highlight>
                  <a:srgbClr val="FFFF00"/>
                </a:highlight>
              </a:rPr>
              <a:t>/ </a:t>
            </a:r>
            <a:r>
              <a:rPr lang="ko-KR" altLang="en-US" sz="900">
                <a:highlight>
                  <a:srgbClr val="FFFF00"/>
                </a:highlight>
              </a:rPr>
              <a:t>분 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443FBFD-58BA-EF8A-6BC2-506516A9FEEC}"/>
              </a:ext>
            </a:extLst>
          </p:cNvPr>
          <p:cNvSpPr txBox="1"/>
          <p:nvPr/>
        </p:nvSpPr>
        <p:spPr>
          <a:xfrm>
            <a:off x="401530" y="1315329"/>
            <a:ext cx="939470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/>
              <a:t>expectation : state </a:t>
            </a:r>
            <a:r>
              <a:rPr lang="ko-KR" altLang="en-US"/>
              <a:t>변화가 없어야 함</a:t>
            </a:r>
            <a:r>
              <a:rPr lang="en-US" altLang="ko-KR"/>
              <a:t>.</a:t>
            </a:r>
            <a:endParaRPr lang="ko-KR" altLang="en-US"/>
          </a:p>
        </p:txBody>
      </p:sp>
      <p:pic>
        <p:nvPicPr>
          <p:cNvPr id="137" name="그림 136">
            <a:extLst>
              <a:ext uri="{FF2B5EF4-FFF2-40B4-BE49-F238E27FC236}">
                <a16:creationId xmlns:a16="http://schemas.microsoft.com/office/drawing/2014/main" id="{FEB8C533-72EC-45C3-AD65-B4FC048054D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5985" t="2697"/>
          <a:stretch>
            <a:fillRect/>
          </a:stretch>
        </p:blipFill>
        <p:spPr>
          <a:xfrm>
            <a:off x="7534216" y="2179983"/>
            <a:ext cx="4405994" cy="3664226"/>
          </a:xfrm>
          <a:prstGeom prst="rect">
            <a:avLst/>
          </a:prstGeom>
        </p:spPr>
      </p:pic>
      <p:sp>
        <p:nvSpPr>
          <p:cNvPr id="138" name="타원 137">
            <a:extLst>
              <a:ext uri="{FF2B5EF4-FFF2-40B4-BE49-F238E27FC236}">
                <a16:creationId xmlns:a16="http://schemas.microsoft.com/office/drawing/2014/main" id="{79D0E8D1-20FA-0041-EF09-395853037428}"/>
              </a:ext>
            </a:extLst>
          </p:cNvPr>
          <p:cNvSpPr/>
          <p:nvPr/>
        </p:nvSpPr>
        <p:spPr>
          <a:xfrm>
            <a:off x="9352900" y="2418310"/>
            <a:ext cx="755374" cy="715617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141" name="그룹 140">
            <a:extLst>
              <a:ext uri="{FF2B5EF4-FFF2-40B4-BE49-F238E27FC236}">
                <a16:creationId xmlns:a16="http://schemas.microsoft.com/office/drawing/2014/main" id="{76ABE22A-D98B-1077-76E6-1A1BFB58FE0E}"/>
              </a:ext>
            </a:extLst>
          </p:cNvPr>
          <p:cNvGrpSpPr/>
          <p:nvPr/>
        </p:nvGrpSpPr>
        <p:grpSpPr>
          <a:xfrm>
            <a:off x="9487117" y="2185529"/>
            <a:ext cx="572040" cy="279720"/>
            <a:chOff x="9487117" y="2185529"/>
            <a:chExt cx="572040" cy="2797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">
              <p14:nvContentPartPr>
                <p14:cNvPr id="139" name="잉크 138">
                  <a:extLst>
                    <a:ext uri="{FF2B5EF4-FFF2-40B4-BE49-F238E27FC236}">
                      <a16:creationId xmlns:a16="http://schemas.microsoft.com/office/drawing/2014/main" id="{07057D92-920B-F412-1B2D-EB94407D1B9C}"/>
                    </a:ext>
                  </a:extLst>
                </p14:cNvPr>
                <p14:cNvContentPartPr/>
                <p14:nvPr/>
              </p14:nvContentPartPr>
              <p14:xfrm>
                <a:off x="9487117" y="2185529"/>
                <a:ext cx="485640" cy="279720"/>
              </p14:xfrm>
            </p:contentPart>
          </mc:Choice>
          <mc:Fallback>
            <p:pic>
              <p:nvPicPr>
                <p:cNvPr id="139" name="잉크 138">
                  <a:extLst>
                    <a:ext uri="{FF2B5EF4-FFF2-40B4-BE49-F238E27FC236}">
                      <a16:creationId xmlns:a16="http://schemas.microsoft.com/office/drawing/2014/main" id="{07057D92-920B-F412-1B2D-EB94407D1B9C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9480997" y="2179409"/>
                  <a:ext cx="497880" cy="29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">
              <p14:nvContentPartPr>
                <p14:cNvPr id="140" name="잉크 139">
                  <a:extLst>
                    <a:ext uri="{FF2B5EF4-FFF2-40B4-BE49-F238E27FC236}">
                      <a16:creationId xmlns:a16="http://schemas.microsoft.com/office/drawing/2014/main" id="{68D5DEAC-382A-D91B-D36B-D76A047EF2C3}"/>
                    </a:ext>
                  </a:extLst>
                </p14:cNvPr>
                <p14:cNvContentPartPr/>
                <p14:nvPr/>
              </p14:nvContentPartPr>
              <p14:xfrm>
                <a:off x="9938917" y="2330249"/>
                <a:ext cx="120240" cy="83160"/>
              </p14:xfrm>
            </p:contentPart>
          </mc:Choice>
          <mc:Fallback>
            <p:pic>
              <p:nvPicPr>
                <p:cNvPr id="140" name="잉크 139">
                  <a:extLst>
                    <a:ext uri="{FF2B5EF4-FFF2-40B4-BE49-F238E27FC236}">
                      <a16:creationId xmlns:a16="http://schemas.microsoft.com/office/drawing/2014/main" id="{68D5DEAC-382A-D91B-D36B-D76A047EF2C3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9932797" y="2324129"/>
                  <a:ext cx="132480" cy="954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42" name="그룹 141">
            <a:extLst>
              <a:ext uri="{FF2B5EF4-FFF2-40B4-BE49-F238E27FC236}">
                <a16:creationId xmlns:a16="http://schemas.microsoft.com/office/drawing/2014/main" id="{413236FD-3CC5-E7CF-DB61-6D62009F968E}"/>
              </a:ext>
            </a:extLst>
          </p:cNvPr>
          <p:cNvGrpSpPr/>
          <p:nvPr/>
        </p:nvGrpSpPr>
        <p:grpSpPr>
          <a:xfrm>
            <a:off x="10140668" y="3057641"/>
            <a:ext cx="1690218" cy="789761"/>
            <a:chOff x="9165688" y="330849"/>
            <a:chExt cx="3193975" cy="1751021"/>
          </a:xfrm>
        </p:grpSpPr>
        <p:grpSp>
          <p:nvGrpSpPr>
            <p:cNvPr id="143" name="그룹 142">
              <a:extLst>
                <a:ext uri="{FF2B5EF4-FFF2-40B4-BE49-F238E27FC236}">
                  <a16:creationId xmlns:a16="http://schemas.microsoft.com/office/drawing/2014/main" id="{1AC83953-7081-BC70-3AB8-BE5CC49D9F5A}"/>
                </a:ext>
              </a:extLst>
            </p:cNvPr>
            <p:cNvGrpSpPr/>
            <p:nvPr/>
          </p:nvGrpSpPr>
          <p:grpSpPr>
            <a:xfrm>
              <a:off x="9165688" y="330849"/>
              <a:ext cx="2860497" cy="994910"/>
              <a:chOff x="8147507" y="4736955"/>
              <a:chExt cx="2860497" cy="994910"/>
            </a:xfrm>
          </p:grpSpPr>
          <p:sp>
            <p:nvSpPr>
              <p:cNvPr id="145" name="직사각형 144">
                <a:extLst>
                  <a:ext uri="{FF2B5EF4-FFF2-40B4-BE49-F238E27FC236}">
                    <a16:creationId xmlns:a16="http://schemas.microsoft.com/office/drawing/2014/main" id="{EB1BBC9A-AE6C-DF4B-B160-558C7C1325AD}"/>
                  </a:ext>
                </a:extLst>
              </p:cNvPr>
              <p:cNvSpPr/>
              <p:nvPr/>
            </p:nvSpPr>
            <p:spPr>
              <a:xfrm>
                <a:off x="8147507" y="4736955"/>
                <a:ext cx="2860497" cy="994910"/>
              </a:xfrm>
              <a:prstGeom prst="rect">
                <a:avLst/>
              </a:prstGeom>
              <a:solidFill>
                <a:schemeClr val="tx1">
                  <a:lumMod val="65000"/>
                  <a:lumOff val="3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50"/>
              </a:p>
            </p:txBody>
          </p:sp>
          <p:grpSp>
            <p:nvGrpSpPr>
              <p:cNvPr id="146" name="그룹 145">
                <a:extLst>
                  <a:ext uri="{FF2B5EF4-FFF2-40B4-BE49-F238E27FC236}">
                    <a16:creationId xmlns:a16="http://schemas.microsoft.com/office/drawing/2014/main" id="{01C5D875-B540-832A-0900-29DA89AC9974}"/>
                  </a:ext>
                </a:extLst>
              </p:cNvPr>
              <p:cNvGrpSpPr/>
              <p:nvPr/>
            </p:nvGrpSpPr>
            <p:grpSpPr>
              <a:xfrm>
                <a:off x="8408334" y="4819650"/>
                <a:ext cx="2500334" cy="808179"/>
                <a:chOff x="8112248" y="4451227"/>
                <a:chExt cx="3529919" cy="1221760"/>
              </a:xfrm>
            </p:grpSpPr>
            <p:grpSp>
              <p:nvGrpSpPr>
                <p:cNvPr id="147" name="그룹 146">
                  <a:extLst>
                    <a:ext uri="{FF2B5EF4-FFF2-40B4-BE49-F238E27FC236}">
                      <a16:creationId xmlns:a16="http://schemas.microsoft.com/office/drawing/2014/main" id="{C89FFEC1-DE37-0D8E-3113-E7437CD73D42}"/>
                    </a:ext>
                  </a:extLst>
                </p:cNvPr>
                <p:cNvGrpSpPr/>
                <p:nvPr/>
              </p:nvGrpSpPr>
              <p:grpSpPr>
                <a:xfrm>
                  <a:off x="8112248" y="4451227"/>
                  <a:ext cx="796802" cy="1221760"/>
                  <a:chOff x="8112248" y="4451227"/>
                  <a:chExt cx="796802" cy="1221760"/>
                </a:xfrm>
              </p:grpSpPr>
              <p:grpSp>
                <p:nvGrpSpPr>
                  <p:cNvPr id="187" name="그룹 186">
                    <a:extLst>
                      <a:ext uri="{FF2B5EF4-FFF2-40B4-BE49-F238E27FC236}">
                        <a16:creationId xmlns:a16="http://schemas.microsoft.com/office/drawing/2014/main" id="{435CEA39-906C-C4C5-0F0B-840868CFA635}"/>
                      </a:ext>
                    </a:extLst>
                  </p:cNvPr>
                  <p:cNvGrpSpPr/>
                  <p:nvPr/>
                </p:nvGrpSpPr>
                <p:grpSpPr>
                  <a:xfrm>
                    <a:off x="8112248" y="4451227"/>
                    <a:ext cx="667506" cy="1221760"/>
                    <a:chOff x="8377382" y="4544293"/>
                    <a:chExt cx="667506" cy="1221760"/>
                  </a:xfrm>
                </p:grpSpPr>
                <p:grpSp>
                  <p:nvGrpSpPr>
                    <p:cNvPr id="189" name="그룹 188">
                      <a:extLst>
                        <a:ext uri="{FF2B5EF4-FFF2-40B4-BE49-F238E27FC236}">
                          <a16:creationId xmlns:a16="http://schemas.microsoft.com/office/drawing/2014/main" id="{61F94190-FEC0-9DD8-9570-60E2E8AD71DF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8377382" y="4544293"/>
                      <a:ext cx="667504" cy="666298"/>
                      <a:chOff x="8377382" y="4544293"/>
                      <a:chExt cx="667504" cy="666298"/>
                    </a:xfrm>
                  </p:grpSpPr>
                  <p:sp>
                    <p:nvSpPr>
                      <p:cNvPr id="195" name="직사각형 194">
                        <a:extLst>
                          <a:ext uri="{FF2B5EF4-FFF2-40B4-BE49-F238E27FC236}">
                            <a16:creationId xmlns:a16="http://schemas.microsoft.com/office/drawing/2014/main" id="{90F2FE1C-238F-2C14-2848-367CB8EE6C86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377382" y="4673601"/>
                        <a:ext cx="110836" cy="413936"/>
                      </a:xfrm>
                      <a:prstGeom prst="rect">
                        <a:avLst/>
                      </a:prstGeom>
                      <a:solidFill>
                        <a:schemeClr val="tx1"/>
                      </a:solidFill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ko-KR" altLang="en-US" sz="1000"/>
                      </a:p>
                    </p:txBody>
                  </p:sp>
                  <p:sp>
                    <p:nvSpPr>
                      <p:cNvPr id="196" name="직사각형 195">
                        <a:extLst>
                          <a:ext uri="{FF2B5EF4-FFF2-40B4-BE49-F238E27FC236}">
                            <a16:creationId xmlns:a16="http://schemas.microsoft.com/office/drawing/2014/main" id="{F92F4FB8-B63D-94C0-0AB0-F47A7481F346}"/>
                          </a:ext>
                        </a:extLst>
                      </p:cNvPr>
                      <p:cNvSpPr/>
                      <p:nvPr/>
                    </p:nvSpPr>
                    <p:spPr>
                      <a:xfrm rot="5400000">
                        <a:off x="8662428" y="4392743"/>
                        <a:ext cx="110836" cy="413936"/>
                      </a:xfrm>
                      <a:prstGeom prst="rect">
                        <a:avLst/>
                      </a:prstGeom>
                      <a:solidFill>
                        <a:schemeClr val="tx1"/>
                      </a:solidFill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ko-KR" altLang="en-US" sz="1000"/>
                      </a:p>
                    </p:txBody>
                  </p:sp>
                  <p:sp>
                    <p:nvSpPr>
                      <p:cNvPr id="197" name="직사각형 196">
                        <a:extLst>
                          <a:ext uri="{FF2B5EF4-FFF2-40B4-BE49-F238E27FC236}">
                            <a16:creationId xmlns:a16="http://schemas.microsoft.com/office/drawing/2014/main" id="{EAE97C14-C600-0344-96E0-7F8391D29F9C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934050" y="4673601"/>
                        <a:ext cx="110836" cy="413936"/>
                      </a:xfrm>
                      <a:prstGeom prst="rect">
                        <a:avLst/>
                      </a:prstGeom>
                      <a:solidFill>
                        <a:srgbClr val="FF0000"/>
                      </a:solidFill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ko-KR" altLang="en-US" sz="1000"/>
                      </a:p>
                    </p:txBody>
                  </p:sp>
                  <p:sp>
                    <p:nvSpPr>
                      <p:cNvPr id="198" name="직사각형 197">
                        <a:extLst>
                          <a:ext uri="{FF2B5EF4-FFF2-40B4-BE49-F238E27FC236}">
                            <a16:creationId xmlns:a16="http://schemas.microsoft.com/office/drawing/2014/main" id="{6C71303A-F066-8E26-623E-C6F5A7F10B03}"/>
                          </a:ext>
                        </a:extLst>
                      </p:cNvPr>
                      <p:cNvSpPr/>
                      <p:nvPr/>
                    </p:nvSpPr>
                    <p:spPr>
                      <a:xfrm rot="5400000">
                        <a:off x="8662428" y="4948205"/>
                        <a:ext cx="110836" cy="413936"/>
                      </a:xfrm>
                      <a:prstGeom prst="rect">
                        <a:avLst/>
                      </a:prstGeom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ko-KR" altLang="en-US" sz="1000"/>
                      </a:p>
                    </p:txBody>
                  </p:sp>
                </p:grpSp>
                <p:grpSp>
                  <p:nvGrpSpPr>
                    <p:cNvPr id="190" name="그룹 189">
                      <a:extLst>
                        <a:ext uri="{FF2B5EF4-FFF2-40B4-BE49-F238E27FC236}">
                          <a16:creationId xmlns:a16="http://schemas.microsoft.com/office/drawing/2014/main" id="{B73CC915-60A8-BD5C-CBFF-BCA58431658C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8377384" y="5099755"/>
                      <a:ext cx="667504" cy="666298"/>
                      <a:chOff x="8377382" y="4544293"/>
                      <a:chExt cx="667504" cy="666298"/>
                    </a:xfrm>
                  </p:grpSpPr>
                  <p:sp>
                    <p:nvSpPr>
                      <p:cNvPr id="191" name="직사각형 190">
                        <a:extLst>
                          <a:ext uri="{FF2B5EF4-FFF2-40B4-BE49-F238E27FC236}">
                            <a16:creationId xmlns:a16="http://schemas.microsoft.com/office/drawing/2014/main" id="{ACA08B71-0BC4-777A-363D-4CE75A49962A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377382" y="4673601"/>
                        <a:ext cx="110836" cy="413936"/>
                      </a:xfrm>
                      <a:prstGeom prst="rect">
                        <a:avLst/>
                      </a:prstGeom>
                      <a:solidFill>
                        <a:schemeClr val="tx1"/>
                      </a:solidFill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ko-KR" altLang="en-US" sz="1000"/>
                      </a:p>
                    </p:txBody>
                  </p:sp>
                  <p:sp>
                    <p:nvSpPr>
                      <p:cNvPr id="192" name="직사각형 191">
                        <a:extLst>
                          <a:ext uri="{FF2B5EF4-FFF2-40B4-BE49-F238E27FC236}">
                            <a16:creationId xmlns:a16="http://schemas.microsoft.com/office/drawing/2014/main" id="{7BEC4948-D8DC-2D11-0AEC-0F9FC614C352}"/>
                          </a:ext>
                        </a:extLst>
                      </p:cNvPr>
                      <p:cNvSpPr/>
                      <p:nvPr/>
                    </p:nvSpPr>
                    <p:spPr>
                      <a:xfrm rot="5400000">
                        <a:off x="8662428" y="4392743"/>
                        <a:ext cx="110836" cy="413936"/>
                      </a:xfrm>
                      <a:prstGeom prst="rect">
                        <a:avLst/>
                      </a:prstGeom>
                      <a:solidFill>
                        <a:schemeClr val="tx1"/>
                      </a:solidFill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ko-KR" altLang="en-US" sz="1000"/>
                      </a:p>
                    </p:txBody>
                  </p:sp>
                  <p:sp>
                    <p:nvSpPr>
                      <p:cNvPr id="193" name="직사각형 192">
                        <a:extLst>
                          <a:ext uri="{FF2B5EF4-FFF2-40B4-BE49-F238E27FC236}">
                            <a16:creationId xmlns:a16="http://schemas.microsoft.com/office/drawing/2014/main" id="{5EB99E85-9225-5FEA-DF38-4EACD342E74B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934050" y="4673601"/>
                        <a:ext cx="110836" cy="413936"/>
                      </a:xfrm>
                      <a:prstGeom prst="rect">
                        <a:avLst/>
                      </a:prstGeom>
                      <a:solidFill>
                        <a:srgbClr val="FF0000"/>
                      </a:solidFill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ko-KR" altLang="en-US" sz="1000"/>
                      </a:p>
                    </p:txBody>
                  </p:sp>
                  <p:sp>
                    <p:nvSpPr>
                      <p:cNvPr id="194" name="직사각형 193">
                        <a:extLst>
                          <a:ext uri="{FF2B5EF4-FFF2-40B4-BE49-F238E27FC236}">
                            <a16:creationId xmlns:a16="http://schemas.microsoft.com/office/drawing/2014/main" id="{E1F9CF05-45E3-7B3E-929D-5F731BEB6B74}"/>
                          </a:ext>
                        </a:extLst>
                      </p:cNvPr>
                      <p:cNvSpPr/>
                      <p:nvPr/>
                    </p:nvSpPr>
                    <p:spPr>
                      <a:xfrm rot="5400000">
                        <a:off x="8662428" y="4948205"/>
                        <a:ext cx="110836" cy="413936"/>
                      </a:xfrm>
                      <a:prstGeom prst="rect">
                        <a:avLst/>
                      </a:prstGeom>
                      <a:solidFill>
                        <a:schemeClr val="tx1"/>
                      </a:solidFill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ko-KR" altLang="en-US" sz="1000"/>
                      </a:p>
                    </p:txBody>
                  </p:sp>
                </p:grpSp>
              </p:grpSp>
              <p:sp>
                <p:nvSpPr>
                  <p:cNvPr id="188" name="직사각형 187">
                    <a:extLst>
                      <a:ext uri="{FF2B5EF4-FFF2-40B4-BE49-F238E27FC236}">
                        <a16:creationId xmlns:a16="http://schemas.microsoft.com/office/drawing/2014/main" id="{71405D0B-2743-E2DE-4B21-950929199DD8}"/>
                      </a:ext>
                    </a:extLst>
                  </p:cNvPr>
                  <p:cNvSpPr/>
                  <p:nvPr/>
                </p:nvSpPr>
                <p:spPr>
                  <a:xfrm>
                    <a:off x="8808029" y="5562151"/>
                    <a:ext cx="101021" cy="110836"/>
                  </a:xfrm>
                  <a:prstGeom prst="rect">
                    <a:avLst/>
                  </a:prstGeom>
                  <a:solidFill>
                    <a:schemeClr val="tx1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ko-KR" altLang="en-US" sz="1000"/>
                  </a:p>
                </p:txBody>
              </p:sp>
            </p:grpSp>
            <p:grpSp>
              <p:nvGrpSpPr>
                <p:cNvPr id="148" name="그룹 147">
                  <a:extLst>
                    <a:ext uri="{FF2B5EF4-FFF2-40B4-BE49-F238E27FC236}">
                      <a16:creationId xmlns:a16="http://schemas.microsoft.com/office/drawing/2014/main" id="{CF18233C-8AC3-2FB2-36A4-EE21E10E98DC}"/>
                    </a:ext>
                  </a:extLst>
                </p:cNvPr>
                <p:cNvGrpSpPr/>
                <p:nvPr/>
              </p:nvGrpSpPr>
              <p:grpSpPr>
                <a:xfrm>
                  <a:off x="9003883" y="4451227"/>
                  <a:ext cx="796802" cy="1221760"/>
                  <a:chOff x="8112248" y="4451227"/>
                  <a:chExt cx="796802" cy="1221760"/>
                </a:xfrm>
              </p:grpSpPr>
              <p:grpSp>
                <p:nvGrpSpPr>
                  <p:cNvPr id="175" name="그룹 174">
                    <a:extLst>
                      <a:ext uri="{FF2B5EF4-FFF2-40B4-BE49-F238E27FC236}">
                        <a16:creationId xmlns:a16="http://schemas.microsoft.com/office/drawing/2014/main" id="{B77627AA-8FAC-7F8C-79EA-B0762AF7D082}"/>
                      </a:ext>
                    </a:extLst>
                  </p:cNvPr>
                  <p:cNvGrpSpPr/>
                  <p:nvPr/>
                </p:nvGrpSpPr>
                <p:grpSpPr>
                  <a:xfrm>
                    <a:off x="8112248" y="4451227"/>
                    <a:ext cx="667506" cy="1221760"/>
                    <a:chOff x="8377382" y="4544293"/>
                    <a:chExt cx="667506" cy="1221760"/>
                  </a:xfrm>
                </p:grpSpPr>
                <p:grpSp>
                  <p:nvGrpSpPr>
                    <p:cNvPr id="177" name="그룹 176">
                      <a:extLst>
                        <a:ext uri="{FF2B5EF4-FFF2-40B4-BE49-F238E27FC236}">
                          <a16:creationId xmlns:a16="http://schemas.microsoft.com/office/drawing/2014/main" id="{99D69DEE-D30B-DF57-43F2-5744FDC22FEB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8377382" y="4544293"/>
                      <a:ext cx="667504" cy="666298"/>
                      <a:chOff x="8377382" y="4544293"/>
                      <a:chExt cx="667504" cy="666298"/>
                    </a:xfrm>
                  </p:grpSpPr>
                  <p:sp>
                    <p:nvSpPr>
                      <p:cNvPr id="183" name="직사각형 182">
                        <a:extLst>
                          <a:ext uri="{FF2B5EF4-FFF2-40B4-BE49-F238E27FC236}">
                            <a16:creationId xmlns:a16="http://schemas.microsoft.com/office/drawing/2014/main" id="{C15C8320-8995-6369-D9EF-2BD30DCEDDC8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377382" y="4673601"/>
                        <a:ext cx="110836" cy="413936"/>
                      </a:xfrm>
                      <a:prstGeom prst="rect">
                        <a:avLst/>
                      </a:prstGeom>
                      <a:solidFill>
                        <a:schemeClr val="tx1"/>
                      </a:solidFill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ko-KR" altLang="en-US" sz="1000"/>
                      </a:p>
                    </p:txBody>
                  </p:sp>
                  <p:sp>
                    <p:nvSpPr>
                      <p:cNvPr id="184" name="직사각형 183">
                        <a:extLst>
                          <a:ext uri="{FF2B5EF4-FFF2-40B4-BE49-F238E27FC236}">
                            <a16:creationId xmlns:a16="http://schemas.microsoft.com/office/drawing/2014/main" id="{33087ED8-B523-4210-41CB-A23C1028D4C6}"/>
                          </a:ext>
                        </a:extLst>
                      </p:cNvPr>
                      <p:cNvSpPr/>
                      <p:nvPr/>
                    </p:nvSpPr>
                    <p:spPr>
                      <a:xfrm rot="5400000">
                        <a:off x="8662428" y="4392743"/>
                        <a:ext cx="110836" cy="413936"/>
                      </a:xfrm>
                      <a:prstGeom prst="rect">
                        <a:avLst/>
                      </a:prstGeom>
                      <a:solidFill>
                        <a:srgbClr val="FF0000"/>
                      </a:solidFill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ko-KR" altLang="en-US" sz="1000"/>
                      </a:p>
                    </p:txBody>
                  </p:sp>
                  <p:sp>
                    <p:nvSpPr>
                      <p:cNvPr id="185" name="직사각형 184">
                        <a:extLst>
                          <a:ext uri="{FF2B5EF4-FFF2-40B4-BE49-F238E27FC236}">
                            <a16:creationId xmlns:a16="http://schemas.microsoft.com/office/drawing/2014/main" id="{8A656DB1-3C81-E844-1DE4-C940F46BD267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934050" y="4673601"/>
                        <a:ext cx="110836" cy="413936"/>
                      </a:xfrm>
                      <a:prstGeom prst="rect">
                        <a:avLst/>
                      </a:prstGeom>
                      <a:solidFill>
                        <a:srgbClr val="FF0000"/>
                      </a:solidFill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ko-KR" altLang="en-US" sz="1000"/>
                      </a:p>
                    </p:txBody>
                  </p:sp>
                  <p:sp>
                    <p:nvSpPr>
                      <p:cNvPr id="186" name="직사각형 185">
                        <a:extLst>
                          <a:ext uri="{FF2B5EF4-FFF2-40B4-BE49-F238E27FC236}">
                            <a16:creationId xmlns:a16="http://schemas.microsoft.com/office/drawing/2014/main" id="{5A05CA95-1B30-D387-4971-0E25E395D363}"/>
                          </a:ext>
                        </a:extLst>
                      </p:cNvPr>
                      <p:cNvSpPr/>
                      <p:nvPr/>
                    </p:nvSpPr>
                    <p:spPr>
                      <a:xfrm rot="5400000">
                        <a:off x="8662428" y="4948205"/>
                        <a:ext cx="110836" cy="413936"/>
                      </a:xfrm>
                      <a:prstGeom prst="rect">
                        <a:avLst/>
                      </a:prstGeom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ko-KR" altLang="en-US" sz="1000"/>
                      </a:p>
                    </p:txBody>
                  </p:sp>
                </p:grpSp>
                <p:grpSp>
                  <p:nvGrpSpPr>
                    <p:cNvPr id="178" name="그룹 177">
                      <a:extLst>
                        <a:ext uri="{FF2B5EF4-FFF2-40B4-BE49-F238E27FC236}">
                          <a16:creationId xmlns:a16="http://schemas.microsoft.com/office/drawing/2014/main" id="{A8BAD156-99E7-E346-32F6-2AD6495722BE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8377384" y="5099755"/>
                      <a:ext cx="667504" cy="666298"/>
                      <a:chOff x="8377382" y="4544293"/>
                      <a:chExt cx="667504" cy="666298"/>
                    </a:xfrm>
                  </p:grpSpPr>
                  <p:sp>
                    <p:nvSpPr>
                      <p:cNvPr id="179" name="직사각형 178">
                        <a:extLst>
                          <a:ext uri="{FF2B5EF4-FFF2-40B4-BE49-F238E27FC236}">
                            <a16:creationId xmlns:a16="http://schemas.microsoft.com/office/drawing/2014/main" id="{5A8B996E-C68E-A55D-2F34-B6523F4330F9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377382" y="4673601"/>
                        <a:ext cx="110836" cy="413936"/>
                      </a:xfrm>
                      <a:prstGeom prst="rect">
                        <a:avLst/>
                      </a:prstGeom>
                      <a:solidFill>
                        <a:srgbClr val="FF0000"/>
                      </a:solidFill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ko-KR" altLang="en-US" sz="1000"/>
                      </a:p>
                    </p:txBody>
                  </p:sp>
                  <p:sp>
                    <p:nvSpPr>
                      <p:cNvPr id="180" name="직사각형 179">
                        <a:extLst>
                          <a:ext uri="{FF2B5EF4-FFF2-40B4-BE49-F238E27FC236}">
                            <a16:creationId xmlns:a16="http://schemas.microsoft.com/office/drawing/2014/main" id="{DA3A52F2-3A2A-B5E1-0344-23D08786C274}"/>
                          </a:ext>
                        </a:extLst>
                      </p:cNvPr>
                      <p:cNvSpPr/>
                      <p:nvPr/>
                    </p:nvSpPr>
                    <p:spPr>
                      <a:xfrm rot="5400000">
                        <a:off x="8662428" y="4392743"/>
                        <a:ext cx="110836" cy="413936"/>
                      </a:xfrm>
                      <a:prstGeom prst="rect">
                        <a:avLst/>
                      </a:prstGeom>
                      <a:solidFill>
                        <a:srgbClr val="FF0000"/>
                      </a:solidFill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ko-KR" altLang="en-US" sz="1000"/>
                      </a:p>
                    </p:txBody>
                  </p:sp>
                  <p:sp>
                    <p:nvSpPr>
                      <p:cNvPr id="181" name="직사각형 180">
                        <a:extLst>
                          <a:ext uri="{FF2B5EF4-FFF2-40B4-BE49-F238E27FC236}">
                            <a16:creationId xmlns:a16="http://schemas.microsoft.com/office/drawing/2014/main" id="{3A0E8645-D69B-78B9-EC40-3713C52A9EFC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934050" y="4673601"/>
                        <a:ext cx="110836" cy="413936"/>
                      </a:xfrm>
                      <a:prstGeom prst="rect">
                        <a:avLst/>
                      </a:prstGeom>
                      <a:solidFill>
                        <a:schemeClr val="tx1"/>
                      </a:solidFill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ko-KR" altLang="en-US" sz="1000"/>
                      </a:p>
                    </p:txBody>
                  </p:sp>
                  <p:sp>
                    <p:nvSpPr>
                      <p:cNvPr id="182" name="직사각형 181">
                        <a:extLst>
                          <a:ext uri="{FF2B5EF4-FFF2-40B4-BE49-F238E27FC236}">
                            <a16:creationId xmlns:a16="http://schemas.microsoft.com/office/drawing/2014/main" id="{C7BB297B-BD90-1358-DA16-5A95D8C491FD}"/>
                          </a:ext>
                        </a:extLst>
                      </p:cNvPr>
                      <p:cNvSpPr/>
                      <p:nvPr/>
                    </p:nvSpPr>
                    <p:spPr>
                      <a:xfrm rot="5400000">
                        <a:off x="8662428" y="4948205"/>
                        <a:ext cx="110836" cy="413936"/>
                      </a:xfrm>
                      <a:prstGeom prst="rect">
                        <a:avLst/>
                      </a:prstGeom>
                      <a:solidFill>
                        <a:srgbClr val="FF0000"/>
                      </a:solidFill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ko-KR" altLang="en-US" sz="1000"/>
                      </a:p>
                    </p:txBody>
                  </p:sp>
                </p:grpSp>
              </p:grpSp>
              <p:sp>
                <p:nvSpPr>
                  <p:cNvPr id="176" name="직사각형 175">
                    <a:extLst>
                      <a:ext uri="{FF2B5EF4-FFF2-40B4-BE49-F238E27FC236}">
                        <a16:creationId xmlns:a16="http://schemas.microsoft.com/office/drawing/2014/main" id="{35F22E41-DC2E-0703-7605-7CA367FA11A0}"/>
                      </a:ext>
                    </a:extLst>
                  </p:cNvPr>
                  <p:cNvSpPr/>
                  <p:nvPr/>
                </p:nvSpPr>
                <p:spPr>
                  <a:xfrm>
                    <a:off x="8808029" y="5562151"/>
                    <a:ext cx="101021" cy="110836"/>
                  </a:xfrm>
                  <a:prstGeom prst="rect">
                    <a:avLst/>
                  </a:prstGeom>
                  <a:solidFill>
                    <a:srgbClr val="FF0000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ko-KR" altLang="en-US" sz="1000"/>
                  </a:p>
                </p:txBody>
              </p:sp>
            </p:grpSp>
            <p:grpSp>
              <p:nvGrpSpPr>
                <p:cNvPr id="149" name="그룹 148">
                  <a:extLst>
                    <a:ext uri="{FF2B5EF4-FFF2-40B4-BE49-F238E27FC236}">
                      <a16:creationId xmlns:a16="http://schemas.microsoft.com/office/drawing/2014/main" id="{6F1F3FE9-1559-D6C5-3220-F008FA0FCF7F}"/>
                    </a:ext>
                  </a:extLst>
                </p:cNvPr>
                <p:cNvGrpSpPr/>
                <p:nvPr/>
              </p:nvGrpSpPr>
              <p:grpSpPr>
                <a:xfrm>
                  <a:off x="9935853" y="4451227"/>
                  <a:ext cx="796802" cy="1221760"/>
                  <a:chOff x="8112248" y="4451227"/>
                  <a:chExt cx="796802" cy="1221760"/>
                </a:xfrm>
              </p:grpSpPr>
              <p:grpSp>
                <p:nvGrpSpPr>
                  <p:cNvPr id="163" name="그룹 162">
                    <a:extLst>
                      <a:ext uri="{FF2B5EF4-FFF2-40B4-BE49-F238E27FC236}">
                        <a16:creationId xmlns:a16="http://schemas.microsoft.com/office/drawing/2014/main" id="{6653B537-3B8A-6416-EF16-BA0BDB65C5B6}"/>
                      </a:ext>
                    </a:extLst>
                  </p:cNvPr>
                  <p:cNvGrpSpPr/>
                  <p:nvPr/>
                </p:nvGrpSpPr>
                <p:grpSpPr>
                  <a:xfrm>
                    <a:off x="8112248" y="4451227"/>
                    <a:ext cx="667506" cy="1221760"/>
                    <a:chOff x="8377382" y="4544293"/>
                    <a:chExt cx="667506" cy="1221760"/>
                  </a:xfrm>
                </p:grpSpPr>
                <p:grpSp>
                  <p:nvGrpSpPr>
                    <p:cNvPr id="165" name="그룹 164">
                      <a:extLst>
                        <a:ext uri="{FF2B5EF4-FFF2-40B4-BE49-F238E27FC236}">
                          <a16:creationId xmlns:a16="http://schemas.microsoft.com/office/drawing/2014/main" id="{01F07407-AD0D-C697-F73A-E21768A6327E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8377382" y="4544293"/>
                      <a:ext cx="667504" cy="666298"/>
                      <a:chOff x="8377382" y="4544293"/>
                      <a:chExt cx="667504" cy="666298"/>
                    </a:xfrm>
                  </p:grpSpPr>
                  <p:sp>
                    <p:nvSpPr>
                      <p:cNvPr id="171" name="직사각형 170">
                        <a:extLst>
                          <a:ext uri="{FF2B5EF4-FFF2-40B4-BE49-F238E27FC236}">
                            <a16:creationId xmlns:a16="http://schemas.microsoft.com/office/drawing/2014/main" id="{86AFFA5D-9742-CDF3-B1D3-5FCA2DEAF3E7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377382" y="4673601"/>
                        <a:ext cx="110836" cy="413936"/>
                      </a:xfrm>
                      <a:prstGeom prst="rect">
                        <a:avLst/>
                      </a:prstGeom>
                      <a:solidFill>
                        <a:srgbClr val="FF0000"/>
                      </a:solidFill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ko-KR" altLang="en-US" sz="1000"/>
                      </a:p>
                    </p:txBody>
                  </p:sp>
                  <p:sp>
                    <p:nvSpPr>
                      <p:cNvPr id="172" name="직사각형 171">
                        <a:extLst>
                          <a:ext uri="{FF2B5EF4-FFF2-40B4-BE49-F238E27FC236}">
                            <a16:creationId xmlns:a16="http://schemas.microsoft.com/office/drawing/2014/main" id="{1F6B84C7-8DB8-64E4-AA8C-A05618DF2257}"/>
                          </a:ext>
                        </a:extLst>
                      </p:cNvPr>
                      <p:cNvSpPr/>
                      <p:nvPr/>
                    </p:nvSpPr>
                    <p:spPr>
                      <a:xfrm rot="5400000">
                        <a:off x="8662428" y="4392743"/>
                        <a:ext cx="110836" cy="413936"/>
                      </a:xfrm>
                      <a:prstGeom prst="rect">
                        <a:avLst/>
                      </a:prstGeom>
                      <a:solidFill>
                        <a:srgbClr val="FF0000"/>
                      </a:solidFill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ko-KR" altLang="en-US" sz="1000"/>
                      </a:p>
                    </p:txBody>
                  </p:sp>
                  <p:sp>
                    <p:nvSpPr>
                      <p:cNvPr id="173" name="직사각형 172">
                        <a:extLst>
                          <a:ext uri="{FF2B5EF4-FFF2-40B4-BE49-F238E27FC236}">
                            <a16:creationId xmlns:a16="http://schemas.microsoft.com/office/drawing/2014/main" id="{A3B283FF-DC61-8581-AD3E-2558EC44D055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934050" y="4673601"/>
                        <a:ext cx="110836" cy="413936"/>
                      </a:xfrm>
                      <a:prstGeom prst="rect">
                        <a:avLst/>
                      </a:prstGeom>
                      <a:solidFill>
                        <a:srgbClr val="FF0000"/>
                      </a:solidFill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ko-KR" altLang="en-US" sz="1000"/>
                      </a:p>
                    </p:txBody>
                  </p:sp>
                  <p:sp>
                    <p:nvSpPr>
                      <p:cNvPr id="174" name="직사각형 173">
                        <a:extLst>
                          <a:ext uri="{FF2B5EF4-FFF2-40B4-BE49-F238E27FC236}">
                            <a16:creationId xmlns:a16="http://schemas.microsoft.com/office/drawing/2014/main" id="{00BCA290-5379-BE01-4946-3C2EFF77656E}"/>
                          </a:ext>
                        </a:extLst>
                      </p:cNvPr>
                      <p:cNvSpPr/>
                      <p:nvPr/>
                    </p:nvSpPr>
                    <p:spPr>
                      <a:xfrm rot="5400000">
                        <a:off x="8662428" y="4948205"/>
                        <a:ext cx="110836" cy="413936"/>
                      </a:xfrm>
                      <a:prstGeom prst="rect">
                        <a:avLst/>
                      </a:prstGeom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ko-KR" altLang="en-US" sz="1000"/>
                      </a:p>
                    </p:txBody>
                  </p:sp>
                </p:grpSp>
                <p:grpSp>
                  <p:nvGrpSpPr>
                    <p:cNvPr id="166" name="그룹 165">
                      <a:extLst>
                        <a:ext uri="{FF2B5EF4-FFF2-40B4-BE49-F238E27FC236}">
                          <a16:creationId xmlns:a16="http://schemas.microsoft.com/office/drawing/2014/main" id="{8E9B6DB3-3B4D-DE48-CA91-B7DF73B7CDCA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8377384" y="5099755"/>
                      <a:ext cx="667504" cy="666298"/>
                      <a:chOff x="8377382" y="4544293"/>
                      <a:chExt cx="667504" cy="666298"/>
                    </a:xfrm>
                  </p:grpSpPr>
                  <p:sp>
                    <p:nvSpPr>
                      <p:cNvPr id="167" name="직사각형 166">
                        <a:extLst>
                          <a:ext uri="{FF2B5EF4-FFF2-40B4-BE49-F238E27FC236}">
                            <a16:creationId xmlns:a16="http://schemas.microsoft.com/office/drawing/2014/main" id="{7D3D3C73-B7C0-BFC2-856A-CB0DF1069090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377382" y="4673601"/>
                        <a:ext cx="110836" cy="413936"/>
                      </a:xfrm>
                      <a:prstGeom prst="rect">
                        <a:avLst/>
                      </a:prstGeom>
                      <a:solidFill>
                        <a:srgbClr val="FF0000"/>
                      </a:solidFill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ko-KR" altLang="en-US" sz="1000"/>
                      </a:p>
                    </p:txBody>
                  </p:sp>
                  <p:sp>
                    <p:nvSpPr>
                      <p:cNvPr id="168" name="직사각형 167">
                        <a:extLst>
                          <a:ext uri="{FF2B5EF4-FFF2-40B4-BE49-F238E27FC236}">
                            <a16:creationId xmlns:a16="http://schemas.microsoft.com/office/drawing/2014/main" id="{062BF24B-804C-5C9D-242F-02F32F0F504A}"/>
                          </a:ext>
                        </a:extLst>
                      </p:cNvPr>
                      <p:cNvSpPr/>
                      <p:nvPr/>
                    </p:nvSpPr>
                    <p:spPr>
                      <a:xfrm rot="5400000">
                        <a:off x="8662428" y="4392743"/>
                        <a:ext cx="110836" cy="413936"/>
                      </a:xfrm>
                      <a:prstGeom prst="rect">
                        <a:avLst/>
                      </a:prstGeom>
                      <a:solidFill>
                        <a:schemeClr val="tx1"/>
                      </a:solidFill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ko-KR" altLang="en-US" sz="1000"/>
                      </a:p>
                    </p:txBody>
                  </p:sp>
                  <p:sp>
                    <p:nvSpPr>
                      <p:cNvPr id="169" name="직사각형 168">
                        <a:extLst>
                          <a:ext uri="{FF2B5EF4-FFF2-40B4-BE49-F238E27FC236}">
                            <a16:creationId xmlns:a16="http://schemas.microsoft.com/office/drawing/2014/main" id="{72F0D249-3327-5518-B7C0-A6D7BD8BC863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934050" y="4673601"/>
                        <a:ext cx="110836" cy="413936"/>
                      </a:xfrm>
                      <a:prstGeom prst="rect">
                        <a:avLst/>
                      </a:prstGeom>
                      <a:solidFill>
                        <a:srgbClr val="FF0000"/>
                      </a:solidFill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ko-KR" altLang="en-US" sz="1000"/>
                      </a:p>
                    </p:txBody>
                  </p:sp>
                  <p:sp>
                    <p:nvSpPr>
                      <p:cNvPr id="170" name="직사각형 169">
                        <a:extLst>
                          <a:ext uri="{FF2B5EF4-FFF2-40B4-BE49-F238E27FC236}">
                            <a16:creationId xmlns:a16="http://schemas.microsoft.com/office/drawing/2014/main" id="{E99BDD61-EEB4-0981-AE60-F5A10B537183}"/>
                          </a:ext>
                        </a:extLst>
                      </p:cNvPr>
                      <p:cNvSpPr/>
                      <p:nvPr/>
                    </p:nvSpPr>
                    <p:spPr>
                      <a:xfrm rot="5400000">
                        <a:off x="8662428" y="4948205"/>
                        <a:ext cx="110836" cy="413936"/>
                      </a:xfrm>
                      <a:prstGeom prst="rect">
                        <a:avLst/>
                      </a:prstGeom>
                      <a:solidFill>
                        <a:srgbClr val="FF0000"/>
                      </a:solidFill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ko-KR" altLang="en-US" sz="1000"/>
                      </a:p>
                    </p:txBody>
                  </p:sp>
                </p:grpSp>
              </p:grpSp>
              <p:sp>
                <p:nvSpPr>
                  <p:cNvPr id="164" name="직사각형 163">
                    <a:extLst>
                      <a:ext uri="{FF2B5EF4-FFF2-40B4-BE49-F238E27FC236}">
                        <a16:creationId xmlns:a16="http://schemas.microsoft.com/office/drawing/2014/main" id="{FC5A75EA-651E-577A-FF4E-1D115E70B357}"/>
                      </a:ext>
                    </a:extLst>
                  </p:cNvPr>
                  <p:cNvSpPr/>
                  <p:nvPr/>
                </p:nvSpPr>
                <p:spPr>
                  <a:xfrm>
                    <a:off x="8808029" y="5562151"/>
                    <a:ext cx="101021" cy="110836"/>
                  </a:xfrm>
                  <a:prstGeom prst="rect">
                    <a:avLst/>
                  </a:prstGeom>
                  <a:solidFill>
                    <a:schemeClr val="tx1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ko-KR" altLang="en-US" sz="1000"/>
                  </a:p>
                </p:txBody>
              </p:sp>
            </p:grpSp>
            <p:grpSp>
              <p:nvGrpSpPr>
                <p:cNvPr id="150" name="그룹 149">
                  <a:extLst>
                    <a:ext uri="{FF2B5EF4-FFF2-40B4-BE49-F238E27FC236}">
                      <a16:creationId xmlns:a16="http://schemas.microsoft.com/office/drawing/2014/main" id="{1C97EAAA-6F1A-C5E4-E22C-F35B0B13A49C}"/>
                    </a:ext>
                  </a:extLst>
                </p:cNvPr>
                <p:cNvGrpSpPr/>
                <p:nvPr/>
              </p:nvGrpSpPr>
              <p:grpSpPr>
                <a:xfrm>
                  <a:off x="10845365" y="4451227"/>
                  <a:ext cx="796802" cy="1221760"/>
                  <a:chOff x="8112248" y="4451227"/>
                  <a:chExt cx="796802" cy="1221760"/>
                </a:xfrm>
              </p:grpSpPr>
              <p:grpSp>
                <p:nvGrpSpPr>
                  <p:cNvPr id="151" name="그룹 150">
                    <a:extLst>
                      <a:ext uri="{FF2B5EF4-FFF2-40B4-BE49-F238E27FC236}">
                        <a16:creationId xmlns:a16="http://schemas.microsoft.com/office/drawing/2014/main" id="{A91A7336-02AD-C249-10A4-6E83CBEC3C65}"/>
                      </a:ext>
                    </a:extLst>
                  </p:cNvPr>
                  <p:cNvGrpSpPr/>
                  <p:nvPr/>
                </p:nvGrpSpPr>
                <p:grpSpPr>
                  <a:xfrm>
                    <a:off x="8112248" y="4451227"/>
                    <a:ext cx="667506" cy="1221760"/>
                    <a:chOff x="8377382" y="4544293"/>
                    <a:chExt cx="667506" cy="1221760"/>
                  </a:xfrm>
                </p:grpSpPr>
                <p:grpSp>
                  <p:nvGrpSpPr>
                    <p:cNvPr id="153" name="그룹 152">
                      <a:extLst>
                        <a:ext uri="{FF2B5EF4-FFF2-40B4-BE49-F238E27FC236}">
                          <a16:creationId xmlns:a16="http://schemas.microsoft.com/office/drawing/2014/main" id="{AFC5E4CD-D098-3542-4549-1DF14A8C936A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8377382" y="4544293"/>
                      <a:ext cx="667504" cy="666298"/>
                      <a:chOff x="8377382" y="4544293"/>
                      <a:chExt cx="667504" cy="666298"/>
                    </a:xfrm>
                  </p:grpSpPr>
                  <p:sp>
                    <p:nvSpPr>
                      <p:cNvPr id="159" name="직사각형 158">
                        <a:extLst>
                          <a:ext uri="{FF2B5EF4-FFF2-40B4-BE49-F238E27FC236}">
                            <a16:creationId xmlns:a16="http://schemas.microsoft.com/office/drawing/2014/main" id="{67115E90-BF11-D84C-545A-47E2B69DBC98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377382" y="4673601"/>
                        <a:ext cx="110836" cy="413936"/>
                      </a:xfrm>
                      <a:prstGeom prst="rect">
                        <a:avLst/>
                      </a:prstGeom>
                      <a:solidFill>
                        <a:srgbClr val="FF0000"/>
                      </a:solidFill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ko-KR" altLang="en-US" sz="1000"/>
                      </a:p>
                    </p:txBody>
                  </p:sp>
                  <p:sp>
                    <p:nvSpPr>
                      <p:cNvPr id="160" name="직사각형 159">
                        <a:extLst>
                          <a:ext uri="{FF2B5EF4-FFF2-40B4-BE49-F238E27FC236}">
                            <a16:creationId xmlns:a16="http://schemas.microsoft.com/office/drawing/2014/main" id="{BBBB18C8-9035-17E8-CBB7-332C24FD7D84}"/>
                          </a:ext>
                        </a:extLst>
                      </p:cNvPr>
                      <p:cNvSpPr/>
                      <p:nvPr/>
                    </p:nvSpPr>
                    <p:spPr>
                      <a:xfrm rot="5400000">
                        <a:off x="8662428" y="4392743"/>
                        <a:ext cx="110836" cy="413936"/>
                      </a:xfrm>
                      <a:prstGeom prst="rect">
                        <a:avLst/>
                      </a:prstGeom>
                      <a:solidFill>
                        <a:srgbClr val="FF0000"/>
                      </a:solidFill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ko-KR" altLang="en-US" sz="1000"/>
                      </a:p>
                    </p:txBody>
                  </p:sp>
                  <p:sp>
                    <p:nvSpPr>
                      <p:cNvPr id="161" name="직사각형 160">
                        <a:extLst>
                          <a:ext uri="{FF2B5EF4-FFF2-40B4-BE49-F238E27FC236}">
                            <a16:creationId xmlns:a16="http://schemas.microsoft.com/office/drawing/2014/main" id="{56172FF1-1B9A-9098-2457-675F6481A1C3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934050" y="4673601"/>
                        <a:ext cx="110836" cy="413936"/>
                      </a:xfrm>
                      <a:prstGeom prst="rect">
                        <a:avLst/>
                      </a:prstGeom>
                      <a:solidFill>
                        <a:srgbClr val="FF0000"/>
                      </a:solidFill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ko-KR" altLang="en-US" sz="1000"/>
                      </a:p>
                    </p:txBody>
                  </p:sp>
                  <p:sp>
                    <p:nvSpPr>
                      <p:cNvPr id="162" name="직사각형 161">
                        <a:extLst>
                          <a:ext uri="{FF2B5EF4-FFF2-40B4-BE49-F238E27FC236}">
                            <a16:creationId xmlns:a16="http://schemas.microsoft.com/office/drawing/2014/main" id="{A0056FBA-0295-345F-25FA-C84785856323}"/>
                          </a:ext>
                        </a:extLst>
                      </p:cNvPr>
                      <p:cNvSpPr/>
                      <p:nvPr/>
                    </p:nvSpPr>
                    <p:spPr>
                      <a:xfrm rot="5400000">
                        <a:off x="8662428" y="4948205"/>
                        <a:ext cx="110836" cy="413936"/>
                      </a:xfrm>
                      <a:prstGeom prst="rect">
                        <a:avLst/>
                      </a:prstGeom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ko-KR" altLang="en-US" sz="1000"/>
                      </a:p>
                    </p:txBody>
                  </p:sp>
                </p:grpSp>
                <p:grpSp>
                  <p:nvGrpSpPr>
                    <p:cNvPr id="154" name="그룹 153">
                      <a:extLst>
                        <a:ext uri="{FF2B5EF4-FFF2-40B4-BE49-F238E27FC236}">
                          <a16:creationId xmlns:a16="http://schemas.microsoft.com/office/drawing/2014/main" id="{28B919F8-37DE-9AA3-CF73-BE782B1540C7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8377384" y="5099755"/>
                      <a:ext cx="667504" cy="666298"/>
                      <a:chOff x="8377382" y="4544293"/>
                      <a:chExt cx="667504" cy="666298"/>
                    </a:xfrm>
                  </p:grpSpPr>
                  <p:sp>
                    <p:nvSpPr>
                      <p:cNvPr id="155" name="직사각형 154">
                        <a:extLst>
                          <a:ext uri="{FF2B5EF4-FFF2-40B4-BE49-F238E27FC236}">
                            <a16:creationId xmlns:a16="http://schemas.microsoft.com/office/drawing/2014/main" id="{968292F3-AAC3-A991-8D98-2BB92FCC2A03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377382" y="4673601"/>
                        <a:ext cx="110836" cy="413936"/>
                      </a:xfrm>
                      <a:prstGeom prst="rect">
                        <a:avLst/>
                      </a:prstGeom>
                      <a:solidFill>
                        <a:srgbClr val="FF0000"/>
                      </a:solidFill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ko-KR" altLang="en-US" sz="1000"/>
                      </a:p>
                    </p:txBody>
                  </p:sp>
                  <p:sp>
                    <p:nvSpPr>
                      <p:cNvPr id="156" name="직사각형 155">
                        <a:extLst>
                          <a:ext uri="{FF2B5EF4-FFF2-40B4-BE49-F238E27FC236}">
                            <a16:creationId xmlns:a16="http://schemas.microsoft.com/office/drawing/2014/main" id="{B8069464-46A8-F365-5A1B-DE8199A9FD92}"/>
                          </a:ext>
                        </a:extLst>
                      </p:cNvPr>
                      <p:cNvSpPr/>
                      <p:nvPr/>
                    </p:nvSpPr>
                    <p:spPr>
                      <a:xfrm rot="5400000">
                        <a:off x="8662428" y="4392743"/>
                        <a:ext cx="110836" cy="413936"/>
                      </a:xfrm>
                      <a:prstGeom prst="rect">
                        <a:avLst/>
                      </a:prstGeom>
                      <a:solidFill>
                        <a:schemeClr val="tx1"/>
                      </a:solidFill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ko-KR" altLang="en-US" sz="1000"/>
                      </a:p>
                    </p:txBody>
                  </p:sp>
                  <p:sp>
                    <p:nvSpPr>
                      <p:cNvPr id="157" name="직사각형 156">
                        <a:extLst>
                          <a:ext uri="{FF2B5EF4-FFF2-40B4-BE49-F238E27FC236}">
                            <a16:creationId xmlns:a16="http://schemas.microsoft.com/office/drawing/2014/main" id="{74604D46-29C2-11A1-3423-4285C65784B3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934050" y="4673601"/>
                        <a:ext cx="110836" cy="413936"/>
                      </a:xfrm>
                      <a:prstGeom prst="rect">
                        <a:avLst/>
                      </a:prstGeom>
                      <a:solidFill>
                        <a:srgbClr val="FF0000"/>
                      </a:solidFill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ko-KR" altLang="en-US" sz="1000"/>
                      </a:p>
                    </p:txBody>
                  </p:sp>
                  <p:sp>
                    <p:nvSpPr>
                      <p:cNvPr id="158" name="직사각형 157">
                        <a:extLst>
                          <a:ext uri="{FF2B5EF4-FFF2-40B4-BE49-F238E27FC236}">
                            <a16:creationId xmlns:a16="http://schemas.microsoft.com/office/drawing/2014/main" id="{970748A7-06E4-1E2F-26CF-E277112DE6A4}"/>
                          </a:ext>
                        </a:extLst>
                      </p:cNvPr>
                      <p:cNvSpPr/>
                      <p:nvPr/>
                    </p:nvSpPr>
                    <p:spPr>
                      <a:xfrm rot="5400000">
                        <a:off x="8662428" y="4948205"/>
                        <a:ext cx="110836" cy="413936"/>
                      </a:xfrm>
                      <a:prstGeom prst="rect">
                        <a:avLst/>
                      </a:prstGeom>
                      <a:solidFill>
                        <a:srgbClr val="FF0000"/>
                      </a:solidFill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ko-KR" altLang="en-US" sz="1000"/>
                      </a:p>
                    </p:txBody>
                  </p:sp>
                </p:grpSp>
              </p:grpSp>
              <p:sp>
                <p:nvSpPr>
                  <p:cNvPr id="152" name="직사각형 151">
                    <a:extLst>
                      <a:ext uri="{FF2B5EF4-FFF2-40B4-BE49-F238E27FC236}">
                        <a16:creationId xmlns:a16="http://schemas.microsoft.com/office/drawing/2014/main" id="{D77923C7-304F-90C6-6959-F3A4FB17A3E0}"/>
                      </a:ext>
                    </a:extLst>
                  </p:cNvPr>
                  <p:cNvSpPr/>
                  <p:nvPr/>
                </p:nvSpPr>
                <p:spPr>
                  <a:xfrm>
                    <a:off x="8808029" y="5562151"/>
                    <a:ext cx="101021" cy="110836"/>
                  </a:xfrm>
                  <a:prstGeom prst="rect">
                    <a:avLst/>
                  </a:prstGeom>
                  <a:solidFill>
                    <a:schemeClr val="tx1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ko-KR" altLang="en-US" sz="1000"/>
                  </a:p>
                </p:txBody>
              </p:sp>
            </p:grpSp>
          </p:grpSp>
        </p:grpSp>
        <p:sp>
          <p:nvSpPr>
            <p:cNvPr id="144" name="TextBox 143">
              <a:extLst>
                <a:ext uri="{FF2B5EF4-FFF2-40B4-BE49-F238E27FC236}">
                  <a16:creationId xmlns:a16="http://schemas.microsoft.com/office/drawing/2014/main" id="{327381DB-DF09-E1BA-1E55-000655DB9271}"/>
                </a:ext>
              </a:extLst>
            </p:cNvPr>
            <p:cNvSpPr txBox="1"/>
            <p:nvPr/>
          </p:nvSpPr>
          <p:spPr>
            <a:xfrm>
              <a:off x="10022865" y="1501843"/>
              <a:ext cx="2336798" cy="58002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050"/>
                <a:t>cursor x</a:t>
              </a:r>
              <a:endParaRPr lang="ko-KR" altLang="en-US" sz="1050"/>
            </a:p>
          </p:txBody>
        </p:sp>
      </p:grpSp>
    </p:spTree>
    <p:extLst>
      <p:ext uri="{BB962C8B-B14F-4D97-AF65-F5344CB8AC3E}">
        <p14:creationId xmlns:p14="http://schemas.microsoft.com/office/powerpoint/2010/main" val="186566215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1426EB-F1E3-84E6-B986-D777F8D679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TextBox 38">
            <a:extLst>
              <a:ext uri="{FF2B5EF4-FFF2-40B4-BE49-F238E27FC236}">
                <a16:creationId xmlns:a16="http://schemas.microsoft.com/office/drawing/2014/main" id="{34BAB359-65B0-4941-3766-41FDF004C966}"/>
              </a:ext>
            </a:extLst>
          </p:cNvPr>
          <p:cNvSpPr txBox="1"/>
          <p:nvPr/>
        </p:nvSpPr>
        <p:spPr>
          <a:xfrm>
            <a:off x="435098" y="102641"/>
            <a:ext cx="939470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/>
              <a:t>검증 시나리오 </a:t>
            </a:r>
            <a:r>
              <a:rPr lang="en-US" altLang="ko-KR"/>
              <a:t>1. </a:t>
            </a:r>
            <a:r>
              <a:rPr lang="ko-KR" altLang="en-US"/>
              <a:t>버튼 동작 확인</a:t>
            </a:r>
            <a:endParaRPr lang="en-US" altLang="ko-KR"/>
          </a:p>
          <a:p>
            <a:r>
              <a:rPr lang="en-US" altLang="ko-KR"/>
              <a:t>P3 – SW_2 </a:t>
            </a:r>
            <a:r>
              <a:rPr lang="ko-KR" altLang="en-US"/>
              <a:t>인가 이후 </a:t>
            </a:r>
            <a:r>
              <a:rPr lang="en-US" altLang="ko-KR"/>
              <a:t>State </a:t>
            </a:r>
            <a:r>
              <a:rPr lang="ko-KR" altLang="en-US"/>
              <a:t>천이</a:t>
            </a:r>
            <a:endParaRPr lang="en-US" altLang="ko-KR"/>
          </a:p>
          <a:p>
            <a:r>
              <a:rPr lang="en-US" altLang="ko-KR"/>
              <a:t>      </a:t>
            </a:r>
            <a:endParaRPr lang="ko-KR" altLang="en-US"/>
          </a:p>
        </p:txBody>
      </p:sp>
      <p:grpSp>
        <p:nvGrpSpPr>
          <p:cNvPr id="6" name="그룹 5">
            <a:extLst>
              <a:ext uri="{FF2B5EF4-FFF2-40B4-BE49-F238E27FC236}">
                <a16:creationId xmlns:a16="http://schemas.microsoft.com/office/drawing/2014/main" id="{186584B9-201D-075E-5961-8D8FC4ADDC7C}"/>
              </a:ext>
            </a:extLst>
          </p:cNvPr>
          <p:cNvGrpSpPr/>
          <p:nvPr/>
        </p:nvGrpSpPr>
        <p:grpSpPr>
          <a:xfrm>
            <a:off x="320242" y="1037092"/>
            <a:ext cx="7482638" cy="4601708"/>
            <a:chOff x="373582" y="1293963"/>
            <a:chExt cx="8046006" cy="5301267"/>
          </a:xfrm>
        </p:grpSpPr>
        <p:pic>
          <p:nvPicPr>
            <p:cNvPr id="45" name="그림 44">
              <a:extLst>
                <a:ext uri="{FF2B5EF4-FFF2-40B4-BE49-F238E27FC236}">
                  <a16:creationId xmlns:a16="http://schemas.microsoft.com/office/drawing/2014/main" id="{610448FC-1CD3-F736-396D-6A13C0E7381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73582" y="1293963"/>
              <a:ext cx="8046006" cy="5181600"/>
            </a:xfrm>
            <a:prstGeom prst="rect">
              <a:avLst/>
            </a:prstGeom>
          </p:spPr>
        </p:pic>
        <p:sp>
          <p:nvSpPr>
            <p:cNvPr id="47" name="타원 46">
              <a:extLst>
                <a:ext uri="{FF2B5EF4-FFF2-40B4-BE49-F238E27FC236}">
                  <a16:creationId xmlns:a16="http://schemas.microsoft.com/office/drawing/2014/main" id="{53376058-D7F0-71D4-F98A-AD20E5349D71}"/>
                </a:ext>
              </a:extLst>
            </p:cNvPr>
            <p:cNvSpPr/>
            <p:nvPr/>
          </p:nvSpPr>
          <p:spPr>
            <a:xfrm>
              <a:off x="3986134" y="2390781"/>
              <a:ext cx="199626" cy="247477"/>
            </a:xfrm>
            <a:prstGeom prst="ellipse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49" name="직선 화살표 연결선 48">
              <a:extLst>
                <a:ext uri="{FF2B5EF4-FFF2-40B4-BE49-F238E27FC236}">
                  <a16:creationId xmlns:a16="http://schemas.microsoft.com/office/drawing/2014/main" id="{FC36C0E3-9098-637A-A68B-89BDA8A97D69}"/>
                </a:ext>
              </a:extLst>
            </p:cNvPr>
            <p:cNvCxnSpPr>
              <a:cxnSpLocks/>
            </p:cNvCxnSpPr>
            <p:nvPr/>
          </p:nvCxnSpPr>
          <p:spPr>
            <a:xfrm>
              <a:off x="4085947" y="2638258"/>
              <a:ext cx="0" cy="1694063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직선 화살표 연결선 50">
              <a:extLst>
                <a:ext uri="{FF2B5EF4-FFF2-40B4-BE49-F238E27FC236}">
                  <a16:creationId xmlns:a16="http://schemas.microsoft.com/office/drawing/2014/main" id="{21A0F0EB-3FF6-C634-DD8C-730323369A1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41916" y="1626067"/>
              <a:ext cx="0" cy="166254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2" name="TextBox 51">
              <a:extLst>
                <a:ext uri="{FF2B5EF4-FFF2-40B4-BE49-F238E27FC236}">
                  <a16:creationId xmlns:a16="http://schemas.microsoft.com/office/drawing/2014/main" id="{CEBEE976-DB34-D9E5-9DD8-21CAF321F314}"/>
                </a:ext>
              </a:extLst>
            </p:cNvPr>
            <p:cNvSpPr txBox="1"/>
            <p:nvPr/>
          </p:nvSpPr>
          <p:spPr>
            <a:xfrm>
              <a:off x="2234950" y="4070711"/>
              <a:ext cx="3502367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050">
                  <a:highlight>
                    <a:srgbClr val="FFFF00"/>
                  </a:highlight>
                </a:rPr>
                <a:t>1. sw2 </a:t>
              </a:r>
              <a:r>
                <a:rPr lang="ko-KR" altLang="en-US" sz="1050">
                  <a:highlight>
                    <a:srgbClr val="FFFF00"/>
                  </a:highlight>
                </a:rPr>
                <a:t>인가시</a:t>
              </a:r>
              <a:r>
                <a:rPr lang="en-US" altLang="ko-KR" sz="1050">
                  <a:highlight>
                    <a:srgbClr val="FFFF00"/>
                  </a:highlight>
                </a:rPr>
                <a:t>, n_state </a:t>
              </a:r>
              <a:r>
                <a:rPr lang="ko-KR" altLang="en-US" sz="1050">
                  <a:highlight>
                    <a:srgbClr val="FFFF00"/>
                  </a:highlight>
                </a:rPr>
                <a:t>바뀜</a:t>
              </a:r>
              <a:r>
                <a:rPr lang="en-US" altLang="ko-KR" sz="1050">
                  <a:highlight>
                    <a:srgbClr val="FFFF00"/>
                  </a:highlight>
                </a:rPr>
                <a:t> </a:t>
              </a:r>
              <a:endParaRPr lang="ko-KR" altLang="en-US" sz="1050">
                <a:highlight>
                  <a:srgbClr val="FFFF00"/>
                </a:highlight>
              </a:endParaRPr>
            </a:p>
          </p:txBody>
        </p:sp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9BC11234-FA12-801F-A045-089988B9CBDF}"/>
                </a:ext>
              </a:extLst>
            </p:cNvPr>
            <p:cNvSpPr txBox="1"/>
            <p:nvPr/>
          </p:nvSpPr>
          <p:spPr>
            <a:xfrm>
              <a:off x="4595736" y="4735325"/>
              <a:ext cx="3502367" cy="25391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000">
                  <a:highlight>
                    <a:srgbClr val="FFFF00"/>
                  </a:highlight>
                </a:rPr>
                <a:t>2. posedge clock </a:t>
              </a:r>
              <a:r>
                <a:rPr lang="ko-KR" altLang="en-US" sz="1000">
                  <a:highlight>
                    <a:srgbClr val="FFFF00"/>
                  </a:highlight>
                </a:rPr>
                <a:t>이 후 </a:t>
              </a:r>
              <a:r>
                <a:rPr lang="en-US" altLang="ko-KR" sz="1000">
                  <a:highlight>
                    <a:srgbClr val="FFFF00"/>
                  </a:highlight>
                </a:rPr>
                <a:t>‘</a:t>
              </a:r>
              <a:r>
                <a:rPr lang="ko-KR" altLang="en-US" sz="1000">
                  <a:highlight>
                    <a:srgbClr val="FFFF00"/>
                  </a:highlight>
                </a:rPr>
                <a:t>커서 값 </a:t>
              </a:r>
              <a:r>
                <a:rPr lang="en-US" altLang="ko-KR" sz="1000">
                  <a:highlight>
                    <a:srgbClr val="FFFF00"/>
                  </a:highlight>
                </a:rPr>
                <a:t> = 0‘ </a:t>
              </a:r>
              <a:endParaRPr lang="ko-KR" altLang="en-US" sz="1000">
                <a:highlight>
                  <a:srgbClr val="FFFF00"/>
                </a:highlight>
              </a:endParaRPr>
            </a:p>
          </p:txBody>
        </p:sp>
        <p:cxnSp>
          <p:nvCxnSpPr>
            <p:cNvPr id="56" name="직선 연결선 55">
              <a:extLst>
                <a:ext uri="{FF2B5EF4-FFF2-40B4-BE49-F238E27FC236}">
                  <a16:creationId xmlns:a16="http://schemas.microsoft.com/office/drawing/2014/main" id="{08DE83C2-CC30-9F85-CD84-BDD4BB52A4B0}"/>
                </a:ext>
              </a:extLst>
            </p:cNvPr>
            <p:cNvCxnSpPr>
              <a:cxnSpLocks/>
            </p:cNvCxnSpPr>
            <p:nvPr/>
          </p:nvCxnSpPr>
          <p:spPr>
            <a:xfrm>
              <a:off x="4641916" y="1718430"/>
              <a:ext cx="0" cy="4876800"/>
            </a:xfrm>
            <a:prstGeom prst="line">
              <a:avLst/>
            </a:prstGeom>
            <a:ln>
              <a:solidFill>
                <a:srgbClr val="FF0000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59" name="타원 58">
            <a:extLst>
              <a:ext uri="{FF2B5EF4-FFF2-40B4-BE49-F238E27FC236}">
                <a16:creationId xmlns:a16="http://schemas.microsoft.com/office/drawing/2014/main" id="{D8FF7A0F-CAF8-6A97-4DEC-18BA136221A0}"/>
              </a:ext>
            </a:extLst>
          </p:cNvPr>
          <p:cNvSpPr/>
          <p:nvPr/>
        </p:nvSpPr>
        <p:spPr>
          <a:xfrm flipH="1" flipV="1">
            <a:off x="6228280" y="3917014"/>
            <a:ext cx="523033" cy="108655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1963F39E-0DF0-A5D0-33D5-83090AA7EA8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5985" t="2697"/>
          <a:stretch>
            <a:fillRect/>
          </a:stretch>
        </p:blipFill>
        <p:spPr>
          <a:xfrm>
            <a:off x="7793625" y="1889760"/>
            <a:ext cx="4268835" cy="3598782"/>
          </a:xfrm>
          <a:prstGeom prst="rect">
            <a:avLst/>
          </a:prstGeom>
        </p:spPr>
      </p:pic>
      <p:grpSp>
        <p:nvGrpSpPr>
          <p:cNvPr id="7" name="그룹 6">
            <a:extLst>
              <a:ext uri="{FF2B5EF4-FFF2-40B4-BE49-F238E27FC236}">
                <a16:creationId xmlns:a16="http://schemas.microsoft.com/office/drawing/2014/main" id="{F4E64249-4CC9-1FE7-D884-483FE0F4E6C4}"/>
              </a:ext>
            </a:extLst>
          </p:cNvPr>
          <p:cNvGrpSpPr/>
          <p:nvPr/>
        </p:nvGrpSpPr>
        <p:grpSpPr>
          <a:xfrm>
            <a:off x="10379159" y="4426188"/>
            <a:ext cx="1812841" cy="1062354"/>
            <a:chOff x="9165688" y="310942"/>
            <a:chExt cx="4277095" cy="2552981"/>
          </a:xfrm>
        </p:grpSpPr>
        <p:grpSp>
          <p:nvGrpSpPr>
            <p:cNvPr id="60" name="그룹 59">
              <a:extLst>
                <a:ext uri="{FF2B5EF4-FFF2-40B4-BE49-F238E27FC236}">
                  <a16:creationId xmlns:a16="http://schemas.microsoft.com/office/drawing/2014/main" id="{B0B8B1A7-C1D4-FCCB-366D-1D00C6D96CB9}"/>
                </a:ext>
              </a:extLst>
            </p:cNvPr>
            <p:cNvGrpSpPr/>
            <p:nvPr/>
          </p:nvGrpSpPr>
          <p:grpSpPr>
            <a:xfrm>
              <a:off x="9165688" y="310942"/>
              <a:ext cx="2860497" cy="994910"/>
              <a:chOff x="8147507" y="4717048"/>
              <a:chExt cx="2860497" cy="994910"/>
            </a:xfrm>
          </p:grpSpPr>
          <p:sp>
            <p:nvSpPr>
              <p:cNvPr id="61" name="직사각형 60">
                <a:extLst>
                  <a:ext uri="{FF2B5EF4-FFF2-40B4-BE49-F238E27FC236}">
                    <a16:creationId xmlns:a16="http://schemas.microsoft.com/office/drawing/2014/main" id="{E40C858C-7054-A8F9-3B14-E1F2D6526CAC}"/>
                  </a:ext>
                </a:extLst>
              </p:cNvPr>
              <p:cNvSpPr/>
              <p:nvPr/>
            </p:nvSpPr>
            <p:spPr>
              <a:xfrm>
                <a:off x="8147507" y="4717048"/>
                <a:ext cx="2860497" cy="994910"/>
              </a:xfrm>
              <a:prstGeom prst="rect">
                <a:avLst/>
              </a:prstGeom>
              <a:solidFill>
                <a:schemeClr val="tx1">
                  <a:lumMod val="65000"/>
                  <a:lumOff val="3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grpSp>
            <p:nvGrpSpPr>
              <p:cNvPr id="62" name="그룹 61">
                <a:extLst>
                  <a:ext uri="{FF2B5EF4-FFF2-40B4-BE49-F238E27FC236}">
                    <a16:creationId xmlns:a16="http://schemas.microsoft.com/office/drawing/2014/main" id="{FE79B54C-9F13-F2C4-C0E1-86D64295F2FD}"/>
                  </a:ext>
                </a:extLst>
              </p:cNvPr>
              <p:cNvGrpSpPr/>
              <p:nvPr/>
            </p:nvGrpSpPr>
            <p:grpSpPr>
              <a:xfrm>
                <a:off x="8408334" y="4819650"/>
                <a:ext cx="2500334" cy="808179"/>
                <a:chOff x="8112248" y="4451227"/>
                <a:chExt cx="3529919" cy="1221760"/>
              </a:xfrm>
            </p:grpSpPr>
            <p:grpSp>
              <p:nvGrpSpPr>
                <p:cNvPr id="63" name="그룹 62">
                  <a:extLst>
                    <a:ext uri="{FF2B5EF4-FFF2-40B4-BE49-F238E27FC236}">
                      <a16:creationId xmlns:a16="http://schemas.microsoft.com/office/drawing/2014/main" id="{49E2992E-D7E7-8CBE-0B53-351D2CC50978}"/>
                    </a:ext>
                  </a:extLst>
                </p:cNvPr>
                <p:cNvGrpSpPr/>
                <p:nvPr/>
              </p:nvGrpSpPr>
              <p:grpSpPr>
                <a:xfrm>
                  <a:off x="8112248" y="4451227"/>
                  <a:ext cx="796802" cy="1221760"/>
                  <a:chOff x="8112248" y="4451227"/>
                  <a:chExt cx="796802" cy="1221760"/>
                </a:xfrm>
              </p:grpSpPr>
              <p:grpSp>
                <p:nvGrpSpPr>
                  <p:cNvPr id="103" name="그룹 102">
                    <a:extLst>
                      <a:ext uri="{FF2B5EF4-FFF2-40B4-BE49-F238E27FC236}">
                        <a16:creationId xmlns:a16="http://schemas.microsoft.com/office/drawing/2014/main" id="{4E2E9EE2-9611-56A0-3A6D-58036F617680}"/>
                      </a:ext>
                    </a:extLst>
                  </p:cNvPr>
                  <p:cNvGrpSpPr/>
                  <p:nvPr/>
                </p:nvGrpSpPr>
                <p:grpSpPr>
                  <a:xfrm>
                    <a:off x="8112248" y="4451227"/>
                    <a:ext cx="667506" cy="1221760"/>
                    <a:chOff x="8377382" y="4544293"/>
                    <a:chExt cx="667506" cy="1221760"/>
                  </a:xfrm>
                </p:grpSpPr>
                <p:grpSp>
                  <p:nvGrpSpPr>
                    <p:cNvPr id="105" name="그룹 104">
                      <a:extLst>
                        <a:ext uri="{FF2B5EF4-FFF2-40B4-BE49-F238E27FC236}">
                          <a16:creationId xmlns:a16="http://schemas.microsoft.com/office/drawing/2014/main" id="{E076AA38-B546-71E9-1436-D7AD584B29C7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8377382" y="4544293"/>
                      <a:ext cx="667504" cy="666298"/>
                      <a:chOff x="8377382" y="4544293"/>
                      <a:chExt cx="667504" cy="666298"/>
                    </a:xfrm>
                  </p:grpSpPr>
                  <p:sp>
                    <p:nvSpPr>
                      <p:cNvPr id="111" name="직사각형 110">
                        <a:extLst>
                          <a:ext uri="{FF2B5EF4-FFF2-40B4-BE49-F238E27FC236}">
                            <a16:creationId xmlns:a16="http://schemas.microsoft.com/office/drawing/2014/main" id="{AE709105-5B17-0B76-1E7B-0CAC509BC2A3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377382" y="4673601"/>
                        <a:ext cx="110836" cy="413936"/>
                      </a:xfrm>
                      <a:prstGeom prst="rect">
                        <a:avLst/>
                      </a:prstGeom>
                      <a:solidFill>
                        <a:schemeClr val="tx1"/>
                      </a:solidFill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ko-KR" altLang="en-US" sz="1600"/>
                      </a:p>
                    </p:txBody>
                  </p:sp>
                  <p:sp>
                    <p:nvSpPr>
                      <p:cNvPr id="112" name="직사각형 111">
                        <a:extLst>
                          <a:ext uri="{FF2B5EF4-FFF2-40B4-BE49-F238E27FC236}">
                            <a16:creationId xmlns:a16="http://schemas.microsoft.com/office/drawing/2014/main" id="{273F55DE-7CE8-02C9-74CB-09AEACDCB811}"/>
                          </a:ext>
                        </a:extLst>
                      </p:cNvPr>
                      <p:cNvSpPr/>
                      <p:nvPr/>
                    </p:nvSpPr>
                    <p:spPr>
                      <a:xfrm rot="5400000">
                        <a:off x="8662428" y="4392743"/>
                        <a:ext cx="110836" cy="413936"/>
                      </a:xfrm>
                      <a:prstGeom prst="rect">
                        <a:avLst/>
                      </a:prstGeom>
                      <a:solidFill>
                        <a:schemeClr val="tx1"/>
                      </a:solidFill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ko-KR" altLang="en-US" sz="1600"/>
                      </a:p>
                    </p:txBody>
                  </p:sp>
                  <p:sp>
                    <p:nvSpPr>
                      <p:cNvPr id="113" name="직사각형 112">
                        <a:extLst>
                          <a:ext uri="{FF2B5EF4-FFF2-40B4-BE49-F238E27FC236}">
                            <a16:creationId xmlns:a16="http://schemas.microsoft.com/office/drawing/2014/main" id="{BA36425D-6FE7-9E24-D256-AABB845BC0E5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934050" y="4673601"/>
                        <a:ext cx="110836" cy="413936"/>
                      </a:xfrm>
                      <a:prstGeom prst="rect">
                        <a:avLst/>
                      </a:prstGeom>
                      <a:solidFill>
                        <a:srgbClr val="FF0000"/>
                      </a:solidFill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ko-KR" altLang="en-US" sz="1600"/>
                      </a:p>
                    </p:txBody>
                  </p:sp>
                  <p:sp>
                    <p:nvSpPr>
                      <p:cNvPr id="114" name="직사각형 113">
                        <a:extLst>
                          <a:ext uri="{FF2B5EF4-FFF2-40B4-BE49-F238E27FC236}">
                            <a16:creationId xmlns:a16="http://schemas.microsoft.com/office/drawing/2014/main" id="{C0235F63-6D29-5EFA-4551-84D1B83D2798}"/>
                          </a:ext>
                        </a:extLst>
                      </p:cNvPr>
                      <p:cNvSpPr/>
                      <p:nvPr/>
                    </p:nvSpPr>
                    <p:spPr>
                      <a:xfrm rot="5400000">
                        <a:off x="8662428" y="4948205"/>
                        <a:ext cx="110836" cy="413936"/>
                      </a:xfrm>
                      <a:prstGeom prst="rect">
                        <a:avLst/>
                      </a:prstGeom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ko-KR" altLang="en-US" sz="1600"/>
                      </a:p>
                    </p:txBody>
                  </p:sp>
                </p:grpSp>
                <p:grpSp>
                  <p:nvGrpSpPr>
                    <p:cNvPr id="106" name="그룹 105">
                      <a:extLst>
                        <a:ext uri="{FF2B5EF4-FFF2-40B4-BE49-F238E27FC236}">
                          <a16:creationId xmlns:a16="http://schemas.microsoft.com/office/drawing/2014/main" id="{52FFEC99-35D9-09E6-DF6D-A482836C8A37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8377384" y="5099755"/>
                      <a:ext cx="667504" cy="666298"/>
                      <a:chOff x="8377382" y="4544293"/>
                      <a:chExt cx="667504" cy="666298"/>
                    </a:xfrm>
                  </p:grpSpPr>
                  <p:sp>
                    <p:nvSpPr>
                      <p:cNvPr id="107" name="직사각형 106">
                        <a:extLst>
                          <a:ext uri="{FF2B5EF4-FFF2-40B4-BE49-F238E27FC236}">
                            <a16:creationId xmlns:a16="http://schemas.microsoft.com/office/drawing/2014/main" id="{F7AED506-3CD2-2835-D74C-C5A77B528899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377382" y="4673601"/>
                        <a:ext cx="110836" cy="413936"/>
                      </a:xfrm>
                      <a:prstGeom prst="rect">
                        <a:avLst/>
                      </a:prstGeom>
                      <a:solidFill>
                        <a:schemeClr val="tx1"/>
                      </a:solidFill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ko-KR" altLang="en-US" sz="1600"/>
                      </a:p>
                    </p:txBody>
                  </p:sp>
                  <p:sp>
                    <p:nvSpPr>
                      <p:cNvPr id="108" name="직사각형 107">
                        <a:extLst>
                          <a:ext uri="{FF2B5EF4-FFF2-40B4-BE49-F238E27FC236}">
                            <a16:creationId xmlns:a16="http://schemas.microsoft.com/office/drawing/2014/main" id="{2310B0A0-08BD-D98A-5F8A-6C1C46F694A2}"/>
                          </a:ext>
                        </a:extLst>
                      </p:cNvPr>
                      <p:cNvSpPr/>
                      <p:nvPr/>
                    </p:nvSpPr>
                    <p:spPr>
                      <a:xfrm rot="5400000">
                        <a:off x="8662428" y="4392743"/>
                        <a:ext cx="110836" cy="413936"/>
                      </a:xfrm>
                      <a:prstGeom prst="rect">
                        <a:avLst/>
                      </a:prstGeom>
                      <a:solidFill>
                        <a:schemeClr val="tx1"/>
                      </a:solidFill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ko-KR" altLang="en-US" sz="1600"/>
                      </a:p>
                    </p:txBody>
                  </p:sp>
                  <p:sp>
                    <p:nvSpPr>
                      <p:cNvPr id="109" name="직사각형 108">
                        <a:extLst>
                          <a:ext uri="{FF2B5EF4-FFF2-40B4-BE49-F238E27FC236}">
                            <a16:creationId xmlns:a16="http://schemas.microsoft.com/office/drawing/2014/main" id="{E23C7247-AE21-5E41-E846-653CD32302D5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934050" y="4673601"/>
                        <a:ext cx="110836" cy="413936"/>
                      </a:xfrm>
                      <a:prstGeom prst="rect">
                        <a:avLst/>
                      </a:prstGeom>
                      <a:solidFill>
                        <a:srgbClr val="FF0000"/>
                      </a:solidFill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ko-KR" altLang="en-US" sz="1600"/>
                      </a:p>
                    </p:txBody>
                  </p:sp>
                  <p:sp>
                    <p:nvSpPr>
                      <p:cNvPr id="110" name="직사각형 109">
                        <a:extLst>
                          <a:ext uri="{FF2B5EF4-FFF2-40B4-BE49-F238E27FC236}">
                            <a16:creationId xmlns:a16="http://schemas.microsoft.com/office/drawing/2014/main" id="{4686EB47-A0D3-B72C-CA19-8C97CCC4EE98}"/>
                          </a:ext>
                        </a:extLst>
                      </p:cNvPr>
                      <p:cNvSpPr/>
                      <p:nvPr/>
                    </p:nvSpPr>
                    <p:spPr>
                      <a:xfrm rot="5400000">
                        <a:off x="8662428" y="4948205"/>
                        <a:ext cx="110836" cy="413936"/>
                      </a:xfrm>
                      <a:prstGeom prst="rect">
                        <a:avLst/>
                      </a:prstGeom>
                      <a:solidFill>
                        <a:schemeClr val="tx1"/>
                      </a:solidFill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ko-KR" altLang="en-US" sz="1600"/>
                      </a:p>
                    </p:txBody>
                  </p:sp>
                </p:grpSp>
              </p:grpSp>
              <p:sp>
                <p:nvSpPr>
                  <p:cNvPr id="104" name="직사각형 103">
                    <a:extLst>
                      <a:ext uri="{FF2B5EF4-FFF2-40B4-BE49-F238E27FC236}">
                        <a16:creationId xmlns:a16="http://schemas.microsoft.com/office/drawing/2014/main" id="{1D2D3DFB-8F1C-A470-CE82-239C8756C467}"/>
                      </a:ext>
                    </a:extLst>
                  </p:cNvPr>
                  <p:cNvSpPr/>
                  <p:nvPr/>
                </p:nvSpPr>
                <p:spPr>
                  <a:xfrm>
                    <a:off x="8808029" y="5562151"/>
                    <a:ext cx="101021" cy="110836"/>
                  </a:xfrm>
                  <a:prstGeom prst="rect">
                    <a:avLst/>
                  </a:prstGeom>
                  <a:solidFill>
                    <a:schemeClr val="tx1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ko-KR" altLang="en-US" sz="1600"/>
                  </a:p>
                </p:txBody>
              </p:sp>
            </p:grpSp>
            <p:grpSp>
              <p:nvGrpSpPr>
                <p:cNvPr id="64" name="그룹 63">
                  <a:extLst>
                    <a:ext uri="{FF2B5EF4-FFF2-40B4-BE49-F238E27FC236}">
                      <a16:creationId xmlns:a16="http://schemas.microsoft.com/office/drawing/2014/main" id="{CAB72A4C-A930-A1D8-BE08-718F00B8837A}"/>
                    </a:ext>
                  </a:extLst>
                </p:cNvPr>
                <p:cNvGrpSpPr/>
                <p:nvPr/>
              </p:nvGrpSpPr>
              <p:grpSpPr>
                <a:xfrm>
                  <a:off x="9003883" y="4451227"/>
                  <a:ext cx="796802" cy="1221760"/>
                  <a:chOff x="8112248" y="4451227"/>
                  <a:chExt cx="796802" cy="1221760"/>
                </a:xfrm>
              </p:grpSpPr>
              <p:grpSp>
                <p:nvGrpSpPr>
                  <p:cNvPr id="91" name="그룹 90">
                    <a:extLst>
                      <a:ext uri="{FF2B5EF4-FFF2-40B4-BE49-F238E27FC236}">
                        <a16:creationId xmlns:a16="http://schemas.microsoft.com/office/drawing/2014/main" id="{84310074-349E-3FF8-59A4-1A31AC53C54D}"/>
                      </a:ext>
                    </a:extLst>
                  </p:cNvPr>
                  <p:cNvGrpSpPr/>
                  <p:nvPr/>
                </p:nvGrpSpPr>
                <p:grpSpPr>
                  <a:xfrm>
                    <a:off x="8112248" y="4451227"/>
                    <a:ext cx="667506" cy="1221760"/>
                    <a:chOff x="8377382" y="4544293"/>
                    <a:chExt cx="667506" cy="1221760"/>
                  </a:xfrm>
                </p:grpSpPr>
                <p:grpSp>
                  <p:nvGrpSpPr>
                    <p:cNvPr id="93" name="그룹 92">
                      <a:extLst>
                        <a:ext uri="{FF2B5EF4-FFF2-40B4-BE49-F238E27FC236}">
                          <a16:creationId xmlns:a16="http://schemas.microsoft.com/office/drawing/2014/main" id="{45FFDF9F-1ABC-B768-BC16-83A5C9FCF92A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8377382" y="4544293"/>
                      <a:ext cx="667504" cy="666298"/>
                      <a:chOff x="8377382" y="4544293"/>
                      <a:chExt cx="667504" cy="666298"/>
                    </a:xfrm>
                  </p:grpSpPr>
                  <p:sp>
                    <p:nvSpPr>
                      <p:cNvPr id="99" name="직사각형 98">
                        <a:extLst>
                          <a:ext uri="{FF2B5EF4-FFF2-40B4-BE49-F238E27FC236}">
                            <a16:creationId xmlns:a16="http://schemas.microsoft.com/office/drawing/2014/main" id="{1FDF07E3-DFC9-BD68-D3CE-AE46E629F556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377382" y="4673601"/>
                        <a:ext cx="110836" cy="413936"/>
                      </a:xfrm>
                      <a:prstGeom prst="rect">
                        <a:avLst/>
                      </a:prstGeom>
                      <a:solidFill>
                        <a:schemeClr val="tx1"/>
                      </a:solidFill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ko-KR" altLang="en-US" sz="1600"/>
                      </a:p>
                    </p:txBody>
                  </p:sp>
                  <p:sp>
                    <p:nvSpPr>
                      <p:cNvPr id="100" name="직사각형 99">
                        <a:extLst>
                          <a:ext uri="{FF2B5EF4-FFF2-40B4-BE49-F238E27FC236}">
                            <a16:creationId xmlns:a16="http://schemas.microsoft.com/office/drawing/2014/main" id="{126A79D1-F487-058C-AC74-B2477D546CC8}"/>
                          </a:ext>
                        </a:extLst>
                      </p:cNvPr>
                      <p:cNvSpPr/>
                      <p:nvPr/>
                    </p:nvSpPr>
                    <p:spPr>
                      <a:xfrm rot="5400000">
                        <a:off x="8662428" y="4392743"/>
                        <a:ext cx="110836" cy="413936"/>
                      </a:xfrm>
                      <a:prstGeom prst="rect">
                        <a:avLst/>
                      </a:prstGeom>
                      <a:solidFill>
                        <a:srgbClr val="FF0000"/>
                      </a:solidFill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ko-KR" altLang="en-US" sz="1600"/>
                      </a:p>
                    </p:txBody>
                  </p:sp>
                  <p:sp>
                    <p:nvSpPr>
                      <p:cNvPr id="101" name="직사각형 100">
                        <a:extLst>
                          <a:ext uri="{FF2B5EF4-FFF2-40B4-BE49-F238E27FC236}">
                            <a16:creationId xmlns:a16="http://schemas.microsoft.com/office/drawing/2014/main" id="{B1D42121-26BB-3234-34F4-853931647129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934050" y="4673601"/>
                        <a:ext cx="110836" cy="413936"/>
                      </a:xfrm>
                      <a:prstGeom prst="rect">
                        <a:avLst/>
                      </a:prstGeom>
                      <a:solidFill>
                        <a:srgbClr val="FF0000"/>
                      </a:solidFill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ko-KR" altLang="en-US" sz="1600"/>
                      </a:p>
                    </p:txBody>
                  </p:sp>
                  <p:sp>
                    <p:nvSpPr>
                      <p:cNvPr id="102" name="직사각형 101">
                        <a:extLst>
                          <a:ext uri="{FF2B5EF4-FFF2-40B4-BE49-F238E27FC236}">
                            <a16:creationId xmlns:a16="http://schemas.microsoft.com/office/drawing/2014/main" id="{A1145102-0980-AF29-9E54-FCD683AC739A}"/>
                          </a:ext>
                        </a:extLst>
                      </p:cNvPr>
                      <p:cNvSpPr/>
                      <p:nvPr/>
                    </p:nvSpPr>
                    <p:spPr>
                      <a:xfrm rot="5400000">
                        <a:off x="8662428" y="4948205"/>
                        <a:ext cx="110836" cy="413936"/>
                      </a:xfrm>
                      <a:prstGeom prst="rect">
                        <a:avLst/>
                      </a:prstGeom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ko-KR" altLang="en-US" sz="1600"/>
                      </a:p>
                    </p:txBody>
                  </p:sp>
                </p:grpSp>
                <p:grpSp>
                  <p:nvGrpSpPr>
                    <p:cNvPr id="94" name="그룹 93">
                      <a:extLst>
                        <a:ext uri="{FF2B5EF4-FFF2-40B4-BE49-F238E27FC236}">
                          <a16:creationId xmlns:a16="http://schemas.microsoft.com/office/drawing/2014/main" id="{77C3C841-6CCA-2A2B-2B8F-C30CFC204B5B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8377384" y="5099755"/>
                      <a:ext cx="667504" cy="666298"/>
                      <a:chOff x="8377382" y="4544293"/>
                      <a:chExt cx="667504" cy="666298"/>
                    </a:xfrm>
                  </p:grpSpPr>
                  <p:sp>
                    <p:nvSpPr>
                      <p:cNvPr id="95" name="직사각형 94">
                        <a:extLst>
                          <a:ext uri="{FF2B5EF4-FFF2-40B4-BE49-F238E27FC236}">
                            <a16:creationId xmlns:a16="http://schemas.microsoft.com/office/drawing/2014/main" id="{1B9292ED-1ABD-0037-7B8E-E4985791B5D6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377382" y="4673601"/>
                        <a:ext cx="110836" cy="413936"/>
                      </a:xfrm>
                      <a:prstGeom prst="rect">
                        <a:avLst/>
                      </a:prstGeom>
                      <a:solidFill>
                        <a:srgbClr val="FF0000"/>
                      </a:solidFill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ko-KR" altLang="en-US" sz="1600"/>
                      </a:p>
                    </p:txBody>
                  </p:sp>
                  <p:sp>
                    <p:nvSpPr>
                      <p:cNvPr id="96" name="직사각형 95">
                        <a:extLst>
                          <a:ext uri="{FF2B5EF4-FFF2-40B4-BE49-F238E27FC236}">
                            <a16:creationId xmlns:a16="http://schemas.microsoft.com/office/drawing/2014/main" id="{6F58ADC1-87D8-E006-4505-2E0A4BF43ED2}"/>
                          </a:ext>
                        </a:extLst>
                      </p:cNvPr>
                      <p:cNvSpPr/>
                      <p:nvPr/>
                    </p:nvSpPr>
                    <p:spPr>
                      <a:xfrm rot="5400000">
                        <a:off x="8662428" y="4392743"/>
                        <a:ext cx="110836" cy="413936"/>
                      </a:xfrm>
                      <a:prstGeom prst="rect">
                        <a:avLst/>
                      </a:prstGeom>
                      <a:solidFill>
                        <a:srgbClr val="FF0000"/>
                      </a:solidFill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ko-KR" altLang="en-US" sz="1600"/>
                      </a:p>
                    </p:txBody>
                  </p:sp>
                  <p:sp>
                    <p:nvSpPr>
                      <p:cNvPr id="97" name="직사각형 96">
                        <a:extLst>
                          <a:ext uri="{FF2B5EF4-FFF2-40B4-BE49-F238E27FC236}">
                            <a16:creationId xmlns:a16="http://schemas.microsoft.com/office/drawing/2014/main" id="{F0F2EE3E-0170-9A3F-EA16-A29AA0C17E69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934050" y="4673601"/>
                        <a:ext cx="110836" cy="413936"/>
                      </a:xfrm>
                      <a:prstGeom prst="rect">
                        <a:avLst/>
                      </a:prstGeom>
                      <a:solidFill>
                        <a:schemeClr val="tx1"/>
                      </a:solidFill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ko-KR" altLang="en-US" sz="1600"/>
                      </a:p>
                    </p:txBody>
                  </p:sp>
                  <p:sp>
                    <p:nvSpPr>
                      <p:cNvPr id="98" name="직사각형 97">
                        <a:extLst>
                          <a:ext uri="{FF2B5EF4-FFF2-40B4-BE49-F238E27FC236}">
                            <a16:creationId xmlns:a16="http://schemas.microsoft.com/office/drawing/2014/main" id="{0E3ADCBD-6553-88C2-EC13-DBD48F9BAD08}"/>
                          </a:ext>
                        </a:extLst>
                      </p:cNvPr>
                      <p:cNvSpPr/>
                      <p:nvPr/>
                    </p:nvSpPr>
                    <p:spPr>
                      <a:xfrm rot="5400000">
                        <a:off x="8662428" y="4948205"/>
                        <a:ext cx="110836" cy="413936"/>
                      </a:xfrm>
                      <a:prstGeom prst="rect">
                        <a:avLst/>
                      </a:prstGeom>
                      <a:solidFill>
                        <a:srgbClr val="FF0000"/>
                      </a:solidFill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ko-KR" altLang="en-US" sz="1600"/>
                      </a:p>
                    </p:txBody>
                  </p:sp>
                </p:grpSp>
              </p:grpSp>
              <p:sp>
                <p:nvSpPr>
                  <p:cNvPr id="92" name="직사각형 91">
                    <a:extLst>
                      <a:ext uri="{FF2B5EF4-FFF2-40B4-BE49-F238E27FC236}">
                        <a16:creationId xmlns:a16="http://schemas.microsoft.com/office/drawing/2014/main" id="{7F9C8239-D9AD-00A8-76E3-EB976755CEBC}"/>
                      </a:ext>
                    </a:extLst>
                  </p:cNvPr>
                  <p:cNvSpPr/>
                  <p:nvPr/>
                </p:nvSpPr>
                <p:spPr>
                  <a:xfrm>
                    <a:off x="8808029" y="5562151"/>
                    <a:ext cx="101021" cy="110836"/>
                  </a:xfrm>
                  <a:prstGeom prst="rect">
                    <a:avLst/>
                  </a:prstGeom>
                  <a:solidFill>
                    <a:srgbClr val="FF0000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ko-KR" altLang="en-US" sz="1600"/>
                  </a:p>
                </p:txBody>
              </p:sp>
            </p:grpSp>
            <p:grpSp>
              <p:nvGrpSpPr>
                <p:cNvPr id="65" name="그룹 64">
                  <a:extLst>
                    <a:ext uri="{FF2B5EF4-FFF2-40B4-BE49-F238E27FC236}">
                      <a16:creationId xmlns:a16="http://schemas.microsoft.com/office/drawing/2014/main" id="{9E8DBFB4-BB53-AC0A-7E1D-F94FC14DFD8E}"/>
                    </a:ext>
                  </a:extLst>
                </p:cNvPr>
                <p:cNvGrpSpPr/>
                <p:nvPr/>
              </p:nvGrpSpPr>
              <p:grpSpPr>
                <a:xfrm>
                  <a:off x="9935853" y="4451227"/>
                  <a:ext cx="796802" cy="1221760"/>
                  <a:chOff x="8112248" y="4451227"/>
                  <a:chExt cx="796802" cy="1221760"/>
                </a:xfrm>
              </p:grpSpPr>
              <p:grpSp>
                <p:nvGrpSpPr>
                  <p:cNvPr id="79" name="그룹 78">
                    <a:extLst>
                      <a:ext uri="{FF2B5EF4-FFF2-40B4-BE49-F238E27FC236}">
                        <a16:creationId xmlns:a16="http://schemas.microsoft.com/office/drawing/2014/main" id="{E00A813F-252E-1571-E95A-9C126CB86D8A}"/>
                      </a:ext>
                    </a:extLst>
                  </p:cNvPr>
                  <p:cNvGrpSpPr/>
                  <p:nvPr/>
                </p:nvGrpSpPr>
                <p:grpSpPr>
                  <a:xfrm>
                    <a:off x="8112248" y="4451227"/>
                    <a:ext cx="667506" cy="1221760"/>
                    <a:chOff x="8377382" y="4544293"/>
                    <a:chExt cx="667506" cy="1221760"/>
                  </a:xfrm>
                </p:grpSpPr>
                <p:grpSp>
                  <p:nvGrpSpPr>
                    <p:cNvPr id="81" name="그룹 80">
                      <a:extLst>
                        <a:ext uri="{FF2B5EF4-FFF2-40B4-BE49-F238E27FC236}">
                          <a16:creationId xmlns:a16="http://schemas.microsoft.com/office/drawing/2014/main" id="{AFF0010F-1CCE-4CBC-1416-7CF9FFE753AE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8377382" y="4544293"/>
                      <a:ext cx="667504" cy="666298"/>
                      <a:chOff x="8377382" y="4544293"/>
                      <a:chExt cx="667504" cy="666298"/>
                    </a:xfrm>
                  </p:grpSpPr>
                  <p:sp>
                    <p:nvSpPr>
                      <p:cNvPr id="87" name="직사각형 86">
                        <a:extLst>
                          <a:ext uri="{FF2B5EF4-FFF2-40B4-BE49-F238E27FC236}">
                            <a16:creationId xmlns:a16="http://schemas.microsoft.com/office/drawing/2014/main" id="{D6345A78-38A7-2EDA-D080-84A4C24B71F0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377382" y="4673601"/>
                        <a:ext cx="110836" cy="413936"/>
                      </a:xfrm>
                      <a:prstGeom prst="rect">
                        <a:avLst/>
                      </a:prstGeom>
                      <a:solidFill>
                        <a:srgbClr val="FF0000"/>
                      </a:solidFill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ko-KR" altLang="en-US" sz="1600"/>
                      </a:p>
                    </p:txBody>
                  </p:sp>
                  <p:sp>
                    <p:nvSpPr>
                      <p:cNvPr id="88" name="직사각형 87">
                        <a:extLst>
                          <a:ext uri="{FF2B5EF4-FFF2-40B4-BE49-F238E27FC236}">
                            <a16:creationId xmlns:a16="http://schemas.microsoft.com/office/drawing/2014/main" id="{7BC988F4-5580-4AF9-6A83-7E12D0B7AD67}"/>
                          </a:ext>
                        </a:extLst>
                      </p:cNvPr>
                      <p:cNvSpPr/>
                      <p:nvPr/>
                    </p:nvSpPr>
                    <p:spPr>
                      <a:xfrm rot="5400000">
                        <a:off x="8662428" y="4392743"/>
                        <a:ext cx="110836" cy="413936"/>
                      </a:xfrm>
                      <a:prstGeom prst="rect">
                        <a:avLst/>
                      </a:prstGeom>
                      <a:solidFill>
                        <a:srgbClr val="FF0000"/>
                      </a:solidFill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ko-KR" altLang="en-US" sz="1600"/>
                      </a:p>
                    </p:txBody>
                  </p:sp>
                  <p:sp>
                    <p:nvSpPr>
                      <p:cNvPr id="89" name="직사각형 88">
                        <a:extLst>
                          <a:ext uri="{FF2B5EF4-FFF2-40B4-BE49-F238E27FC236}">
                            <a16:creationId xmlns:a16="http://schemas.microsoft.com/office/drawing/2014/main" id="{88D4F917-9FA1-D442-FD97-6BA662F804EE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934050" y="4673601"/>
                        <a:ext cx="110836" cy="413936"/>
                      </a:xfrm>
                      <a:prstGeom prst="rect">
                        <a:avLst/>
                      </a:prstGeom>
                      <a:solidFill>
                        <a:srgbClr val="FF0000"/>
                      </a:solidFill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ko-KR" altLang="en-US" sz="1600"/>
                      </a:p>
                    </p:txBody>
                  </p:sp>
                  <p:sp>
                    <p:nvSpPr>
                      <p:cNvPr id="90" name="직사각형 89">
                        <a:extLst>
                          <a:ext uri="{FF2B5EF4-FFF2-40B4-BE49-F238E27FC236}">
                            <a16:creationId xmlns:a16="http://schemas.microsoft.com/office/drawing/2014/main" id="{8B3C4995-8B03-BA02-7563-0ABEA4CC70E5}"/>
                          </a:ext>
                        </a:extLst>
                      </p:cNvPr>
                      <p:cNvSpPr/>
                      <p:nvPr/>
                    </p:nvSpPr>
                    <p:spPr>
                      <a:xfrm rot="5400000">
                        <a:off x="8662428" y="4948205"/>
                        <a:ext cx="110836" cy="413936"/>
                      </a:xfrm>
                      <a:prstGeom prst="rect">
                        <a:avLst/>
                      </a:prstGeom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ko-KR" altLang="en-US" sz="1600"/>
                      </a:p>
                    </p:txBody>
                  </p:sp>
                </p:grpSp>
                <p:grpSp>
                  <p:nvGrpSpPr>
                    <p:cNvPr id="82" name="그룹 81">
                      <a:extLst>
                        <a:ext uri="{FF2B5EF4-FFF2-40B4-BE49-F238E27FC236}">
                          <a16:creationId xmlns:a16="http://schemas.microsoft.com/office/drawing/2014/main" id="{637BD6D5-6587-59A8-E93F-A529C34E17B2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8377384" y="5099755"/>
                      <a:ext cx="667504" cy="666298"/>
                      <a:chOff x="8377382" y="4544293"/>
                      <a:chExt cx="667504" cy="666298"/>
                    </a:xfrm>
                  </p:grpSpPr>
                  <p:sp>
                    <p:nvSpPr>
                      <p:cNvPr id="83" name="직사각형 82">
                        <a:extLst>
                          <a:ext uri="{FF2B5EF4-FFF2-40B4-BE49-F238E27FC236}">
                            <a16:creationId xmlns:a16="http://schemas.microsoft.com/office/drawing/2014/main" id="{F00A4EAE-858C-DA52-600D-5525BAA23980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377382" y="4673601"/>
                        <a:ext cx="110836" cy="413936"/>
                      </a:xfrm>
                      <a:prstGeom prst="rect">
                        <a:avLst/>
                      </a:prstGeom>
                      <a:solidFill>
                        <a:srgbClr val="FF0000"/>
                      </a:solidFill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ko-KR" altLang="en-US" sz="1600"/>
                      </a:p>
                    </p:txBody>
                  </p:sp>
                  <p:sp>
                    <p:nvSpPr>
                      <p:cNvPr id="84" name="직사각형 83">
                        <a:extLst>
                          <a:ext uri="{FF2B5EF4-FFF2-40B4-BE49-F238E27FC236}">
                            <a16:creationId xmlns:a16="http://schemas.microsoft.com/office/drawing/2014/main" id="{BAD4FFC9-B893-FEEB-A053-90525D1F7EC7}"/>
                          </a:ext>
                        </a:extLst>
                      </p:cNvPr>
                      <p:cNvSpPr/>
                      <p:nvPr/>
                    </p:nvSpPr>
                    <p:spPr>
                      <a:xfrm rot="5400000">
                        <a:off x="8662428" y="4392743"/>
                        <a:ext cx="110836" cy="413936"/>
                      </a:xfrm>
                      <a:prstGeom prst="rect">
                        <a:avLst/>
                      </a:prstGeom>
                      <a:solidFill>
                        <a:schemeClr val="tx1"/>
                      </a:solidFill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ko-KR" altLang="en-US" sz="1600"/>
                      </a:p>
                    </p:txBody>
                  </p:sp>
                  <p:sp>
                    <p:nvSpPr>
                      <p:cNvPr id="85" name="직사각형 84">
                        <a:extLst>
                          <a:ext uri="{FF2B5EF4-FFF2-40B4-BE49-F238E27FC236}">
                            <a16:creationId xmlns:a16="http://schemas.microsoft.com/office/drawing/2014/main" id="{FCC63DE3-AB57-A589-10E7-F2D3A2D7D9AC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934050" y="4673601"/>
                        <a:ext cx="110836" cy="413936"/>
                      </a:xfrm>
                      <a:prstGeom prst="rect">
                        <a:avLst/>
                      </a:prstGeom>
                      <a:solidFill>
                        <a:srgbClr val="FF0000"/>
                      </a:solidFill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ko-KR" altLang="en-US" sz="1600"/>
                      </a:p>
                    </p:txBody>
                  </p:sp>
                  <p:sp>
                    <p:nvSpPr>
                      <p:cNvPr id="86" name="직사각형 85">
                        <a:extLst>
                          <a:ext uri="{FF2B5EF4-FFF2-40B4-BE49-F238E27FC236}">
                            <a16:creationId xmlns:a16="http://schemas.microsoft.com/office/drawing/2014/main" id="{83ABE2C4-5FBA-2EFF-1D09-ECA7660AA5EA}"/>
                          </a:ext>
                        </a:extLst>
                      </p:cNvPr>
                      <p:cNvSpPr/>
                      <p:nvPr/>
                    </p:nvSpPr>
                    <p:spPr>
                      <a:xfrm rot="5400000">
                        <a:off x="8662428" y="4948205"/>
                        <a:ext cx="110836" cy="413936"/>
                      </a:xfrm>
                      <a:prstGeom prst="rect">
                        <a:avLst/>
                      </a:prstGeom>
                      <a:solidFill>
                        <a:srgbClr val="FF0000"/>
                      </a:solidFill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ko-KR" altLang="en-US" sz="1600"/>
                      </a:p>
                    </p:txBody>
                  </p:sp>
                </p:grpSp>
              </p:grpSp>
              <p:sp>
                <p:nvSpPr>
                  <p:cNvPr id="80" name="직사각형 79">
                    <a:extLst>
                      <a:ext uri="{FF2B5EF4-FFF2-40B4-BE49-F238E27FC236}">
                        <a16:creationId xmlns:a16="http://schemas.microsoft.com/office/drawing/2014/main" id="{700E512C-6EF1-0FF9-D213-5E8E072870FF}"/>
                      </a:ext>
                    </a:extLst>
                  </p:cNvPr>
                  <p:cNvSpPr/>
                  <p:nvPr/>
                </p:nvSpPr>
                <p:spPr>
                  <a:xfrm>
                    <a:off x="8808029" y="5562151"/>
                    <a:ext cx="101021" cy="110836"/>
                  </a:xfrm>
                  <a:prstGeom prst="rect">
                    <a:avLst/>
                  </a:prstGeom>
                  <a:solidFill>
                    <a:schemeClr val="tx1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ko-KR" altLang="en-US" sz="1600"/>
                  </a:p>
                </p:txBody>
              </p:sp>
            </p:grpSp>
            <p:grpSp>
              <p:nvGrpSpPr>
                <p:cNvPr id="66" name="그룹 65">
                  <a:extLst>
                    <a:ext uri="{FF2B5EF4-FFF2-40B4-BE49-F238E27FC236}">
                      <a16:creationId xmlns:a16="http://schemas.microsoft.com/office/drawing/2014/main" id="{207CB5E1-0CB6-8DC9-6091-221D3AD473E9}"/>
                    </a:ext>
                  </a:extLst>
                </p:cNvPr>
                <p:cNvGrpSpPr/>
                <p:nvPr/>
              </p:nvGrpSpPr>
              <p:grpSpPr>
                <a:xfrm>
                  <a:off x="10845365" y="4451227"/>
                  <a:ext cx="796802" cy="1221760"/>
                  <a:chOff x="8112248" y="4451227"/>
                  <a:chExt cx="796802" cy="1221760"/>
                </a:xfrm>
              </p:grpSpPr>
              <p:grpSp>
                <p:nvGrpSpPr>
                  <p:cNvPr id="67" name="그룹 66">
                    <a:extLst>
                      <a:ext uri="{FF2B5EF4-FFF2-40B4-BE49-F238E27FC236}">
                        <a16:creationId xmlns:a16="http://schemas.microsoft.com/office/drawing/2014/main" id="{92A6BA00-8360-D0A9-EF1B-703C61D506A0}"/>
                      </a:ext>
                    </a:extLst>
                  </p:cNvPr>
                  <p:cNvGrpSpPr/>
                  <p:nvPr/>
                </p:nvGrpSpPr>
                <p:grpSpPr>
                  <a:xfrm>
                    <a:off x="8112248" y="4451227"/>
                    <a:ext cx="667506" cy="1221760"/>
                    <a:chOff x="8377382" y="4544293"/>
                    <a:chExt cx="667506" cy="1221760"/>
                  </a:xfrm>
                </p:grpSpPr>
                <p:grpSp>
                  <p:nvGrpSpPr>
                    <p:cNvPr id="69" name="그룹 68">
                      <a:extLst>
                        <a:ext uri="{FF2B5EF4-FFF2-40B4-BE49-F238E27FC236}">
                          <a16:creationId xmlns:a16="http://schemas.microsoft.com/office/drawing/2014/main" id="{18D7505B-5D01-44F7-F6A5-591E15844E80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8377382" y="4544293"/>
                      <a:ext cx="667504" cy="666298"/>
                      <a:chOff x="8377382" y="4544293"/>
                      <a:chExt cx="667504" cy="666298"/>
                    </a:xfrm>
                  </p:grpSpPr>
                  <p:sp>
                    <p:nvSpPr>
                      <p:cNvPr id="75" name="직사각형 74">
                        <a:extLst>
                          <a:ext uri="{FF2B5EF4-FFF2-40B4-BE49-F238E27FC236}">
                            <a16:creationId xmlns:a16="http://schemas.microsoft.com/office/drawing/2014/main" id="{3CE14CF9-93DB-59BE-0658-8D519DCAB395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377382" y="4673601"/>
                        <a:ext cx="110836" cy="413936"/>
                      </a:xfrm>
                      <a:prstGeom prst="rect">
                        <a:avLst/>
                      </a:prstGeom>
                      <a:solidFill>
                        <a:srgbClr val="FF0000"/>
                      </a:solidFill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ko-KR" altLang="en-US" sz="1600"/>
                      </a:p>
                    </p:txBody>
                  </p:sp>
                  <p:sp>
                    <p:nvSpPr>
                      <p:cNvPr id="76" name="직사각형 75">
                        <a:extLst>
                          <a:ext uri="{FF2B5EF4-FFF2-40B4-BE49-F238E27FC236}">
                            <a16:creationId xmlns:a16="http://schemas.microsoft.com/office/drawing/2014/main" id="{75800A46-7E9C-17F3-BD81-2C768B62AA7D}"/>
                          </a:ext>
                        </a:extLst>
                      </p:cNvPr>
                      <p:cNvSpPr/>
                      <p:nvPr/>
                    </p:nvSpPr>
                    <p:spPr>
                      <a:xfrm rot="5400000">
                        <a:off x="8662428" y="4392743"/>
                        <a:ext cx="110836" cy="413936"/>
                      </a:xfrm>
                      <a:prstGeom prst="rect">
                        <a:avLst/>
                      </a:prstGeom>
                      <a:solidFill>
                        <a:srgbClr val="FF0000"/>
                      </a:solidFill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ko-KR" altLang="en-US" sz="1600"/>
                      </a:p>
                    </p:txBody>
                  </p:sp>
                  <p:sp>
                    <p:nvSpPr>
                      <p:cNvPr id="77" name="직사각형 76">
                        <a:extLst>
                          <a:ext uri="{FF2B5EF4-FFF2-40B4-BE49-F238E27FC236}">
                            <a16:creationId xmlns:a16="http://schemas.microsoft.com/office/drawing/2014/main" id="{B7090746-88A5-6BC8-3824-F91CE7256C72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934050" y="4673601"/>
                        <a:ext cx="110836" cy="413936"/>
                      </a:xfrm>
                      <a:prstGeom prst="rect">
                        <a:avLst/>
                      </a:prstGeom>
                      <a:solidFill>
                        <a:srgbClr val="FF0000"/>
                      </a:solidFill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ko-KR" altLang="en-US" sz="1600"/>
                      </a:p>
                    </p:txBody>
                  </p:sp>
                  <p:sp>
                    <p:nvSpPr>
                      <p:cNvPr id="78" name="직사각형 77">
                        <a:extLst>
                          <a:ext uri="{FF2B5EF4-FFF2-40B4-BE49-F238E27FC236}">
                            <a16:creationId xmlns:a16="http://schemas.microsoft.com/office/drawing/2014/main" id="{9ECD7E17-8A18-1A40-71AB-BB7CFF37EB72}"/>
                          </a:ext>
                        </a:extLst>
                      </p:cNvPr>
                      <p:cNvSpPr/>
                      <p:nvPr/>
                    </p:nvSpPr>
                    <p:spPr>
                      <a:xfrm rot="5400000">
                        <a:off x="8662428" y="4948205"/>
                        <a:ext cx="110836" cy="413936"/>
                      </a:xfrm>
                      <a:prstGeom prst="rect">
                        <a:avLst/>
                      </a:prstGeom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ko-KR" altLang="en-US" sz="1600"/>
                      </a:p>
                    </p:txBody>
                  </p:sp>
                </p:grpSp>
                <p:grpSp>
                  <p:nvGrpSpPr>
                    <p:cNvPr id="70" name="그룹 69">
                      <a:extLst>
                        <a:ext uri="{FF2B5EF4-FFF2-40B4-BE49-F238E27FC236}">
                          <a16:creationId xmlns:a16="http://schemas.microsoft.com/office/drawing/2014/main" id="{52F527EC-FF54-13CF-F66F-76795E8AD910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8377384" y="5099755"/>
                      <a:ext cx="667504" cy="666298"/>
                      <a:chOff x="8377382" y="4544293"/>
                      <a:chExt cx="667504" cy="666298"/>
                    </a:xfrm>
                  </p:grpSpPr>
                  <p:sp>
                    <p:nvSpPr>
                      <p:cNvPr id="71" name="직사각형 70">
                        <a:extLst>
                          <a:ext uri="{FF2B5EF4-FFF2-40B4-BE49-F238E27FC236}">
                            <a16:creationId xmlns:a16="http://schemas.microsoft.com/office/drawing/2014/main" id="{401E28F8-53D3-FE35-9605-CBA19060417B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377382" y="4673601"/>
                        <a:ext cx="110836" cy="413936"/>
                      </a:xfrm>
                      <a:prstGeom prst="rect">
                        <a:avLst/>
                      </a:prstGeom>
                      <a:solidFill>
                        <a:srgbClr val="FF0000"/>
                      </a:solidFill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ko-KR" altLang="en-US" sz="1600"/>
                      </a:p>
                    </p:txBody>
                  </p:sp>
                  <p:sp>
                    <p:nvSpPr>
                      <p:cNvPr id="72" name="직사각형 71">
                        <a:extLst>
                          <a:ext uri="{FF2B5EF4-FFF2-40B4-BE49-F238E27FC236}">
                            <a16:creationId xmlns:a16="http://schemas.microsoft.com/office/drawing/2014/main" id="{8CF9ADC1-068C-9BF6-E9F4-349D612FF71C}"/>
                          </a:ext>
                        </a:extLst>
                      </p:cNvPr>
                      <p:cNvSpPr/>
                      <p:nvPr/>
                    </p:nvSpPr>
                    <p:spPr>
                      <a:xfrm rot="5400000">
                        <a:off x="8662428" y="4392743"/>
                        <a:ext cx="110836" cy="413936"/>
                      </a:xfrm>
                      <a:prstGeom prst="rect">
                        <a:avLst/>
                      </a:prstGeom>
                      <a:solidFill>
                        <a:schemeClr val="tx1"/>
                      </a:solidFill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ko-KR" altLang="en-US" sz="1600"/>
                      </a:p>
                    </p:txBody>
                  </p:sp>
                  <p:sp>
                    <p:nvSpPr>
                      <p:cNvPr id="73" name="직사각형 72">
                        <a:extLst>
                          <a:ext uri="{FF2B5EF4-FFF2-40B4-BE49-F238E27FC236}">
                            <a16:creationId xmlns:a16="http://schemas.microsoft.com/office/drawing/2014/main" id="{39F308A7-2AE7-FFC1-E474-36C3F8EC1C2D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934050" y="4673601"/>
                        <a:ext cx="110836" cy="413936"/>
                      </a:xfrm>
                      <a:prstGeom prst="rect">
                        <a:avLst/>
                      </a:prstGeom>
                      <a:solidFill>
                        <a:srgbClr val="FF0000"/>
                      </a:solidFill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ko-KR" altLang="en-US" sz="1600"/>
                      </a:p>
                    </p:txBody>
                  </p:sp>
                  <p:sp>
                    <p:nvSpPr>
                      <p:cNvPr id="74" name="직사각형 73">
                        <a:extLst>
                          <a:ext uri="{FF2B5EF4-FFF2-40B4-BE49-F238E27FC236}">
                            <a16:creationId xmlns:a16="http://schemas.microsoft.com/office/drawing/2014/main" id="{1F8CEF49-3ADE-5428-743F-1E9C4C805872}"/>
                          </a:ext>
                        </a:extLst>
                      </p:cNvPr>
                      <p:cNvSpPr/>
                      <p:nvPr/>
                    </p:nvSpPr>
                    <p:spPr>
                      <a:xfrm rot="5400000">
                        <a:off x="8662428" y="4948205"/>
                        <a:ext cx="110836" cy="413936"/>
                      </a:xfrm>
                      <a:prstGeom prst="rect">
                        <a:avLst/>
                      </a:prstGeom>
                      <a:solidFill>
                        <a:srgbClr val="FF0000"/>
                      </a:solidFill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ko-KR" altLang="en-US" sz="1600"/>
                      </a:p>
                    </p:txBody>
                  </p:sp>
                </p:grpSp>
              </p:grpSp>
              <p:sp>
                <p:nvSpPr>
                  <p:cNvPr id="68" name="직사각형 67">
                    <a:extLst>
                      <a:ext uri="{FF2B5EF4-FFF2-40B4-BE49-F238E27FC236}">
                        <a16:creationId xmlns:a16="http://schemas.microsoft.com/office/drawing/2014/main" id="{4E7D2F98-4722-7D4E-8351-0060CA970F4B}"/>
                      </a:ext>
                    </a:extLst>
                  </p:cNvPr>
                  <p:cNvSpPr/>
                  <p:nvPr/>
                </p:nvSpPr>
                <p:spPr>
                  <a:xfrm>
                    <a:off x="8808029" y="5562151"/>
                    <a:ext cx="101021" cy="110836"/>
                  </a:xfrm>
                  <a:prstGeom prst="rect">
                    <a:avLst/>
                  </a:prstGeom>
                  <a:solidFill>
                    <a:schemeClr val="tx1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ko-KR" altLang="en-US" sz="1600"/>
                  </a:p>
                </p:txBody>
              </p:sp>
            </p:grpSp>
          </p:grpSp>
        </p:grpSp>
        <p:cxnSp>
          <p:nvCxnSpPr>
            <p:cNvPr id="116" name="직선 화살표 연결선 115">
              <a:extLst>
                <a:ext uri="{FF2B5EF4-FFF2-40B4-BE49-F238E27FC236}">
                  <a16:creationId xmlns:a16="http://schemas.microsoft.com/office/drawing/2014/main" id="{92D915EA-400A-21D7-1222-A30F139522C1}"/>
                </a:ext>
              </a:extLst>
            </p:cNvPr>
            <p:cNvCxnSpPr/>
            <p:nvPr/>
          </p:nvCxnSpPr>
          <p:spPr>
            <a:xfrm flipV="1">
              <a:off x="11603612" y="1465226"/>
              <a:ext cx="0" cy="770014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8" name="TextBox 117">
              <a:extLst>
                <a:ext uri="{FF2B5EF4-FFF2-40B4-BE49-F238E27FC236}">
                  <a16:creationId xmlns:a16="http://schemas.microsoft.com/office/drawing/2014/main" id="{1157A16C-E35E-23D5-3549-D9A3D51550CF}"/>
                </a:ext>
              </a:extLst>
            </p:cNvPr>
            <p:cNvSpPr txBox="1"/>
            <p:nvPr/>
          </p:nvSpPr>
          <p:spPr>
            <a:xfrm>
              <a:off x="11105982" y="2235239"/>
              <a:ext cx="2336801" cy="62868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100"/>
                <a:t>cursor 0</a:t>
              </a:r>
              <a:endParaRPr lang="ko-KR" altLang="en-US" sz="1100"/>
            </a:p>
          </p:txBody>
        </p:sp>
      </p:grpSp>
      <p:grpSp>
        <p:nvGrpSpPr>
          <p:cNvPr id="16" name="그룹 15">
            <a:extLst>
              <a:ext uri="{FF2B5EF4-FFF2-40B4-BE49-F238E27FC236}">
                <a16:creationId xmlns:a16="http://schemas.microsoft.com/office/drawing/2014/main" id="{7384D805-58FD-4CFC-B937-7B7E869FC5E0}"/>
              </a:ext>
            </a:extLst>
          </p:cNvPr>
          <p:cNvGrpSpPr/>
          <p:nvPr/>
        </p:nvGrpSpPr>
        <p:grpSpPr>
          <a:xfrm>
            <a:off x="9799957" y="2811720"/>
            <a:ext cx="1767263" cy="1494720"/>
            <a:chOff x="9799957" y="2811720"/>
            <a:chExt cx="1767263" cy="14947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">
              <p14:nvContentPartPr>
                <p14:cNvPr id="8" name="잉크 7">
                  <a:extLst>
                    <a:ext uri="{FF2B5EF4-FFF2-40B4-BE49-F238E27FC236}">
                      <a16:creationId xmlns:a16="http://schemas.microsoft.com/office/drawing/2014/main" id="{1DBDC072-5D29-609C-4C53-C18566A386ED}"/>
                    </a:ext>
                  </a:extLst>
                </p14:cNvPr>
                <p14:cNvContentPartPr/>
                <p14:nvPr/>
              </p14:nvContentPartPr>
              <p14:xfrm>
                <a:off x="10561717" y="4048529"/>
                <a:ext cx="360" cy="360"/>
              </p14:xfrm>
            </p:contentPart>
          </mc:Choice>
          <mc:Fallback>
            <p:pic>
              <p:nvPicPr>
                <p:cNvPr id="8" name="잉크 7">
                  <a:extLst>
                    <a:ext uri="{FF2B5EF4-FFF2-40B4-BE49-F238E27FC236}">
                      <a16:creationId xmlns:a16="http://schemas.microsoft.com/office/drawing/2014/main" id="{1DBDC072-5D29-609C-4C53-C18566A386ED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10555597" y="4042409"/>
                  <a:ext cx="12600" cy="1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">
              <p14:nvContentPartPr>
                <p14:cNvPr id="9" name="잉크 8">
                  <a:extLst>
                    <a:ext uri="{FF2B5EF4-FFF2-40B4-BE49-F238E27FC236}">
                      <a16:creationId xmlns:a16="http://schemas.microsoft.com/office/drawing/2014/main" id="{F2AF0870-9B06-CFE2-3D95-C1F7113529E2}"/>
                    </a:ext>
                  </a:extLst>
                </p14:cNvPr>
                <p14:cNvContentPartPr/>
                <p14:nvPr/>
              </p14:nvContentPartPr>
              <p14:xfrm>
                <a:off x="9799957" y="3664049"/>
                <a:ext cx="360" cy="360"/>
              </p14:xfrm>
            </p:contentPart>
          </mc:Choice>
          <mc:Fallback>
            <p:pic>
              <p:nvPicPr>
                <p:cNvPr id="9" name="잉크 8">
                  <a:extLst>
                    <a:ext uri="{FF2B5EF4-FFF2-40B4-BE49-F238E27FC236}">
                      <a16:creationId xmlns:a16="http://schemas.microsoft.com/office/drawing/2014/main" id="{F2AF0870-9B06-CFE2-3D95-C1F7113529E2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9793837" y="3657929"/>
                  <a:ext cx="12600" cy="1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">
              <p14:nvContentPartPr>
                <p14:cNvPr id="12" name="잉크 11">
                  <a:extLst>
                    <a:ext uri="{FF2B5EF4-FFF2-40B4-BE49-F238E27FC236}">
                      <a16:creationId xmlns:a16="http://schemas.microsoft.com/office/drawing/2014/main" id="{48197001-18B3-210D-B26E-9F42ABC270EE}"/>
                    </a:ext>
                  </a:extLst>
                </p14:cNvPr>
                <p14:cNvContentPartPr/>
                <p14:nvPr/>
              </p14:nvContentPartPr>
              <p14:xfrm>
                <a:off x="10103820" y="2811720"/>
                <a:ext cx="770040" cy="850320"/>
              </p14:xfrm>
            </p:contentPart>
          </mc:Choice>
          <mc:Fallback>
            <p:pic>
              <p:nvPicPr>
                <p:cNvPr id="12" name="잉크 11">
                  <a:extLst>
                    <a:ext uri="{FF2B5EF4-FFF2-40B4-BE49-F238E27FC236}">
                      <a16:creationId xmlns:a16="http://schemas.microsoft.com/office/drawing/2014/main" id="{48197001-18B3-210D-B26E-9F42ABC270EE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10097700" y="2805600"/>
                  <a:ext cx="782280" cy="86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">
              <p14:nvContentPartPr>
                <p14:cNvPr id="13" name="잉크 12">
                  <a:extLst>
                    <a:ext uri="{FF2B5EF4-FFF2-40B4-BE49-F238E27FC236}">
                      <a16:creationId xmlns:a16="http://schemas.microsoft.com/office/drawing/2014/main" id="{DB3F4039-FF98-CA62-DAFC-ABE01DFAA04B}"/>
                    </a:ext>
                  </a:extLst>
                </p14:cNvPr>
                <p14:cNvContentPartPr/>
                <p14:nvPr/>
              </p14:nvContentPartPr>
              <p14:xfrm>
                <a:off x="10751820" y="3561240"/>
                <a:ext cx="155160" cy="124200"/>
              </p14:xfrm>
            </p:contentPart>
          </mc:Choice>
          <mc:Fallback>
            <p:pic>
              <p:nvPicPr>
                <p:cNvPr id="13" name="잉크 12">
                  <a:extLst>
                    <a:ext uri="{FF2B5EF4-FFF2-40B4-BE49-F238E27FC236}">
                      <a16:creationId xmlns:a16="http://schemas.microsoft.com/office/drawing/2014/main" id="{DB3F4039-FF98-CA62-DAFC-ABE01DFAA04B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10745340" y="3555120"/>
                  <a:ext cx="167400" cy="13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">
              <p14:nvContentPartPr>
                <p14:cNvPr id="15" name="잉크 14">
                  <a:extLst>
                    <a:ext uri="{FF2B5EF4-FFF2-40B4-BE49-F238E27FC236}">
                      <a16:creationId xmlns:a16="http://schemas.microsoft.com/office/drawing/2014/main" id="{52F3C085-506C-6A1F-5F67-958A55A5FEE2}"/>
                    </a:ext>
                  </a:extLst>
                </p14:cNvPr>
                <p14:cNvContentPartPr/>
                <p14:nvPr/>
              </p14:nvContentPartPr>
              <p14:xfrm>
                <a:off x="10827780" y="3603720"/>
                <a:ext cx="739440" cy="702720"/>
              </p14:xfrm>
            </p:contentPart>
          </mc:Choice>
          <mc:Fallback>
            <p:pic>
              <p:nvPicPr>
                <p:cNvPr id="15" name="잉크 14">
                  <a:extLst>
                    <a:ext uri="{FF2B5EF4-FFF2-40B4-BE49-F238E27FC236}">
                      <a16:creationId xmlns:a16="http://schemas.microsoft.com/office/drawing/2014/main" id="{52F3C085-506C-6A1F-5F67-958A55A5FEE2}"/>
                    </a:ext>
                  </a:extLst>
                </p:cNvPr>
                <p:cNvPicPr/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10821660" y="3597600"/>
                  <a:ext cx="751680" cy="7149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13">
            <p14:nvContentPartPr>
              <p14:cNvPr id="17" name="잉크 16">
                <a:extLst>
                  <a:ext uri="{FF2B5EF4-FFF2-40B4-BE49-F238E27FC236}">
                    <a16:creationId xmlns:a16="http://schemas.microsoft.com/office/drawing/2014/main" id="{2B47CC48-C00D-A2C4-C35F-6004D11AB3E5}"/>
                  </a:ext>
                </a:extLst>
              </p14:cNvPr>
              <p14:cNvContentPartPr/>
              <p14:nvPr/>
            </p14:nvContentPartPr>
            <p14:xfrm>
              <a:off x="12376140" y="1211520"/>
              <a:ext cx="14040" cy="9360"/>
            </p14:xfrm>
          </p:contentPart>
        </mc:Choice>
        <mc:Fallback>
          <p:pic>
            <p:nvPicPr>
              <p:cNvPr id="17" name="잉크 16">
                <a:extLst>
                  <a:ext uri="{FF2B5EF4-FFF2-40B4-BE49-F238E27FC236}">
                    <a16:creationId xmlns:a16="http://schemas.microsoft.com/office/drawing/2014/main" id="{2B47CC48-C00D-A2C4-C35F-6004D11AB3E5}"/>
                  </a:ext>
                </a:extLst>
              </p:cNvPr>
              <p:cNvPicPr/>
              <p:nvPr/>
            </p:nvPicPr>
            <p:blipFill>
              <a:blip r:embed="rId14"/>
              <a:stretch>
                <a:fillRect/>
              </a:stretch>
            </p:blipFill>
            <p:spPr>
              <a:xfrm>
                <a:off x="12370020" y="1205400"/>
                <a:ext cx="26280" cy="216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47686978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061B8E-32BC-F97A-61FF-D4F25492DA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TextBox 38">
            <a:extLst>
              <a:ext uri="{FF2B5EF4-FFF2-40B4-BE49-F238E27FC236}">
                <a16:creationId xmlns:a16="http://schemas.microsoft.com/office/drawing/2014/main" id="{7600C8E3-A42A-9C82-5A89-D6609AF5C20B}"/>
              </a:ext>
            </a:extLst>
          </p:cNvPr>
          <p:cNvSpPr txBox="1"/>
          <p:nvPr/>
        </p:nvSpPr>
        <p:spPr>
          <a:xfrm>
            <a:off x="435098" y="334135"/>
            <a:ext cx="939470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/>
              <a:t>검증 시나리오 </a:t>
            </a:r>
            <a:r>
              <a:rPr lang="en-US" altLang="ko-KR"/>
              <a:t>1. </a:t>
            </a:r>
            <a:r>
              <a:rPr lang="ko-KR" altLang="en-US"/>
              <a:t>버튼 동작 확인</a:t>
            </a:r>
            <a:endParaRPr lang="en-US" altLang="ko-KR"/>
          </a:p>
          <a:p>
            <a:r>
              <a:rPr lang="en-US" altLang="ko-KR"/>
              <a:t>P3 – Tick </a:t>
            </a:r>
            <a:r>
              <a:rPr lang="ko-KR" altLang="en-US"/>
              <a:t>버튼 이후 스테이트 변화 </a:t>
            </a:r>
            <a:endParaRPr lang="en-US" altLang="ko-KR"/>
          </a:p>
          <a:p>
            <a:r>
              <a:rPr lang="en-US" altLang="ko-KR"/>
              <a:t>      </a:t>
            </a:r>
            <a:endParaRPr lang="ko-KR" altLang="en-US"/>
          </a:p>
        </p:txBody>
      </p:sp>
      <p:pic>
        <p:nvPicPr>
          <p:cNvPr id="15" name="그림 14">
            <a:extLst>
              <a:ext uri="{FF2B5EF4-FFF2-40B4-BE49-F238E27FC236}">
                <a16:creationId xmlns:a16="http://schemas.microsoft.com/office/drawing/2014/main" id="{C7341877-51D8-8450-FAB2-7D99C31F3EF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46667"/>
          <a:stretch>
            <a:fillRect/>
          </a:stretch>
        </p:blipFill>
        <p:spPr>
          <a:xfrm>
            <a:off x="300895" y="1455868"/>
            <a:ext cx="4317288" cy="4153272"/>
          </a:xfrm>
          <a:prstGeom prst="rect">
            <a:avLst/>
          </a:prstGeom>
        </p:spPr>
      </p:pic>
      <p:cxnSp>
        <p:nvCxnSpPr>
          <p:cNvPr id="17" name="직선 화살표 연결선 16">
            <a:extLst>
              <a:ext uri="{FF2B5EF4-FFF2-40B4-BE49-F238E27FC236}">
                <a16:creationId xmlns:a16="http://schemas.microsoft.com/office/drawing/2014/main" id="{52EFEF39-6475-00A4-188A-518A1C1205B5}"/>
              </a:ext>
            </a:extLst>
          </p:cNvPr>
          <p:cNvCxnSpPr/>
          <p:nvPr/>
        </p:nvCxnSpPr>
        <p:spPr>
          <a:xfrm>
            <a:off x="2835563" y="3241964"/>
            <a:ext cx="0" cy="683491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3" name="그림 22">
            <a:extLst>
              <a:ext uri="{FF2B5EF4-FFF2-40B4-BE49-F238E27FC236}">
                <a16:creationId xmlns:a16="http://schemas.microsoft.com/office/drawing/2014/main" id="{65FE698A-D81A-5A7F-464C-2CACD0E9F9A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1606"/>
          <a:stretch>
            <a:fillRect/>
          </a:stretch>
        </p:blipFill>
        <p:spPr>
          <a:xfrm>
            <a:off x="5551787" y="567942"/>
            <a:ext cx="5917740" cy="3282387"/>
          </a:xfrm>
          <a:prstGeom prst="rect">
            <a:avLst/>
          </a:prstGeom>
        </p:spPr>
      </p:pic>
      <p:sp>
        <p:nvSpPr>
          <p:cNvPr id="24" name="직사각형 23">
            <a:extLst>
              <a:ext uri="{FF2B5EF4-FFF2-40B4-BE49-F238E27FC236}">
                <a16:creationId xmlns:a16="http://schemas.microsoft.com/office/drawing/2014/main" id="{AA1CCD7F-3192-9516-FF20-481BEDC4BD3B}"/>
              </a:ext>
            </a:extLst>
          </p:cNvPr>
          <p:cNvSpPr/>
          <p:nvPr/>
        </p:nvSpPr>
        <p:spPr>
          <a:xfrm>
            <a:off x="2290618" y="2770909"/>
            <a:ext cx="2152073" cy="1616364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6" name="직선 연결선 25">
            <a:extLst>
              <a:ext uri="{FF2B5EF4-FFF2-40B4-BE49-F238E27FC236}">
                <a16:creationId xmlns:a16="http://schemas.microsoft.com/office/drawing/2014/main" id="{35E5099D-2E89-92CF-76ED-CB23ECB1F514}"/>
              </a:ext>
            </a:extLst>
          </p:cNvPr>
          <p:cNvCxnSpPr>
            <a:cxnSpLocks/>
          </p:cNvCxnSpPr>
          <p:nvPr/>
        </p:nvCxnSpPr>
        <p:spPr>
          <a:xfrm flipV="1">
            <a:off x="4442691" y="560322"/>
            <a:ext cx="1109095" cy="2210587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직선 연결선 27">
            <a:extLst>
              <a:ext uri="{FF2B5EF4-FFF2-40B4-BE49-F238E27FC236}">
                <a16:creationId xmlns:a16="http://schemas.microsoft.com/office/drawing/2014/main" id="{E51C50DC-2343-9410-B411-04218352E88A}"/>
              </a:ext>
            </a:extLst>
          </p:cNvPr>
          <p:cNvCxnSpPr>
            <a:cxnSpLocks/>
          </p:cNvCxnSpPr>
          <p:nvPr/>
        </p:nvCxnSpPr>
        <p:spPr>
          <a:xfrm flipV="1">
            <a:off x="4442691" y="3842709"/>
            <a:ext cx="1109095" cy="548041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직선 화살표 연결선 32">
            <a:extLst>
              <a:ext uri="{FF2B5EF4-FFF2-40B4-BE49-F238E27FC236}">
                <a16:creationId xmlns:a16="http://schemas.microsoft.com/office/drawing/2014/main" id="{C26210DB-134A-4947-473B-00F5F0430BBB}"/>
              </a:ext>
            </a:extLst>
          </p:cNvPr>
          <p:cNvCxnSpPr/>
          <p:nvPr/>
        </p:nvCxnSpPr>
        <p:spPr>
          <a:xfrm flipV="1">
            <a:off x="8091054" y="924018"/>
            <a:ext cx="0" cy="193964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직선 화살표 연결선 34">
            <a:extLst>
              <a:ext uri="{FF2B5EF4-FFF2-40B4-BE49-F238E27FC236}">
                <a16:creationId xmlns:a16="http://schemas.microsoft.com/office/drawing/2014/main" id="{DB428C56-D75B-0FD3-08B9-AA9A5BBFC1E9}"/>
              </a:ext>
            </a:extLst>
          </p:cNvPr>
          <p:cNvCxnSpPr/>
          <p:nvPr/>
        </p:nvCxnSpPr>
        <p:spPr>
          <a:xfrm flipV="1">
            <a:off x="7809346" y="924018"/>
            <a:ext cx="0" cy="193964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A2848C32-BFCA-CF21-4584-B67439A681FD}"/>
              </a:ext>
            </a:extLst>
          </p:cNvPr>
          <p:cNvSpPr txBox="1"/>
          <p:nvPr/>
        </p:nvSpPr>
        <p:spPr>
          <a:xfrm>
            <a:off x="6516986" y="2120737"/>
            <a:ext cx="1301596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>
                <a:highlight>
                  <a:srgbClr val="FFFF00"/>
                </a:highlight>
              </a:rPr>
              <a:t>1. L </a:t>
            </a:r>
            <a:r>
              <a:rPr lang="ko-KR" altLang="en-US" sz="1000">
                <a:highlight>
                  <a:srgbClr val="FFFF00"/>
                </a:highlight>
              </a:rPr>
              <a:t>버튼 </a:t>
            </a:r>
            <a:r>
              <a:rPr lang="en-US" altLang="ko-KR" sz="1000">
                <a:highlight>
                  <a:srgbClr val="FFFF00"/>
                </a:highlight>
              </a:rPr>
              <a:t>Tick </a:t>
            </a:r>
            <a:r>
              <a:rPr lang="ko-KR" altLang="en-US" sz="1000">
                <a:highlight>
                  <a:srgbClr val="FFFF00"/>
                </a:highlight>
              </a:rPr>
              <a:t>발생</a:t>
            </a:r>
            <a:r>
              <a:rPr lang="en-US" altLang="ko-KR" sz="1000">
                <a:highlight>
                  <a:srgbClr val="FFFF00"/>
                </a:highlight>
              </a:rPr>
              <a:t> </a:t>
            </a:r>
            <a:endParaRPr lang="ko-KR" altLang="en-US" sz="1000">
              <a:highlight>
                <a:srgbClr val="FFFF00"/>
              </a:highlight>
            </a:endParaRPr>
          </a:p>
        </p:txBody>
      </p:sp>
      <p:cxnSp>
        <p:nvCxnSpPr>
          <p:cNvPr id="44" name="직선 화살표 연결선 43">
            <a:extLst>
              <a:ext uri="{FF2B5EF4-FFF2-40B4-BE49-F238E27FC236}">
                <a16:creationId xmlns:a16="http://schemas.microsoft.com/office/drawing/2014/main" id="{6A471DA0-3A14-DA05-59BE-ADB7D286C9AF}"/>
              </a:ext>
            </a:extLst>
          </p:cNvPr>
          <p:cNvCxnSpPr>
            <a:cxnSpLocks/>
          </p:cNvCxnSpPr>
          <p:nvPr/>
        </p:nvCxnSpPr>
        <p:spPr>
          <a:xfrm flipH="1">
            <a:off x="7813964" y="2346418"/>
            <a:ext cx="4618" cy="932872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>
            <a:extLst>
              <a:ext uri="{FF2B5EF4-FFF2-40B4-BE49-F238E27FC236}">
                <a16:creationId xmlns:a16="http://schemas.microsoft.com/office/drawing/2014/main" id="{DC34A22C-72AC-C44C-3A1B-39A570D85A26}"/>
              </a:ext>
            </a:extLst>
          </p:cNvPr>
          <p:cNvSpPr txBox="1"/>
          <p:nvPr/>
        </p:nvSpPr>
        <p:spPr>
          <a:xfrm>
            <a:off x="6258364" y="2967098"/>
            <a:ext cx="217905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>
                <a:highlight>
                  <a:srgbClr val="FFFF00"/>
                </a:highlight>
              </a:rPr>
              <a:t>2. n_state : SET_MIN_10</a:t>
            </a:r>
            <a:endParaRPr lang="ko-KR" altLang="en-US" sz="1000">
              <a:highlight>
                <a:srgbClr val="FFFF00"/>
              </a:highlight>
            </a:endParaRPr>
          </a:p>
        </p:txBody>
      </p:sp>
      <p:cxnSp>
        <p:nvCxnSpPr>
          <p:cNvPr id="60" name="직선 화살표 연결선 59">
            <a:extLst>
              <a:ext uri="{FF2B5EF4-FFF2-40B4-BE49-F238E27FC236}">
                <a16:creationId xmlns:a16="http://schemas.microsoft.com/office/drawing/2014/main" id="{0622C7DF-A30C-C2A6-8B8E-1B0D4909B91F}"/>
              </a:ext>
            </a:extLst>
          </p:cNvPr>
          <p:cNvCxnSpPr/>
          <p:nvPr/>
        </p:nvCxnSpPr>
        <p:spPr>
          <a:xfrm>
            <a:off x="7816273" y="3279290"/>
            <a:ext cx="274781" cy="101600"/>
          </a:xfrm>
          <a:prstGeom prst="straightConnector1">
            <a:avLst/>
          </a:prstGeom>
          <a:ln>
            <a:solidFill>
              <a:srgbClr val="FFFF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TextBox 61">
            <a:extLst>
              <a:ext uri="{FF2B5EF4-FFF2-40B4-BE49-F238E27FC236}">
                <a16:creationId xmlns:a16="http://schemas.microsoft.com/office/drawing/2014/main" id="{73A7F7A6-3CB3-A0F8-2175-EFD7BEFF04D5}"/>
              </a:ext>
            </a:extLst>
          </p:cNvPr>
          <p:cNvSpPr txBox="1"/>
          <p:nvPr/>
        </p:nvSpPr>
        <p:spPr>
          <a:xfrm>
            <a:off x="8054466" y="2959177"/>
            <a:ext cx="217905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>
                <a:highlight>
                  <a:srgbClr val="FFFF00"/>
                </a:highlight>
              </a:rPr>
              <a:t>3. </a:t>
            </a:r>
            <a:r>
              <a:rPr lang="ko-KR" altLang="en-US" sz="1000">
                <a:highlight>
                  <a:srgbClr val="FFFF00"/>
                </a:highlight>
              </a:rPr>
              <a:t>다음 </a:t>
            </a:r>
            <a:r>
              <a:rPr lang="en-US" altLang="ko-KR" sz="1000">
                <a:highlight>
                  <a:srgbClr val="FFFF00"/>
                </a:highlight>
              </a:rPr>
              <a:t>Posedge </a:t>
            </a:r>
            <a:r>
              <a:rPr lang="ko-KR" altLang="en-US" sz="1000">
                <a:highlight>
                  <a:srgbClr val="FFFF00"/>
                </a:highlight>
              </a:rPr>
              <a:t>이후 </a:t>
            </a:r>
          </a:p>
        </p:txBody>
      </p:sp>
      <p:grpSp>
        <p:nvGrpSpPr>
          <p:cNvPr id="142" name="그룹 141">
            <a:extLst>
              <a:ext uri="{FF2B5EF4-FFF2-40B4-BE49-F238E27FC236}">
                <a16:creationId xmlns:a16="http://schemas.microsoft.com/office/drawing/2014/main" id="{63E171AE-B771-2DF4-38BC-DD6DE2980749}"/>
              </a:ext>
            </a:extLst>
          </p:cNvPr>
          <p:cNvGrpSpPr/>
          <p:nvPr/>
        </p:nvGrpSpPr>
        <p:grpSpPr>
          <a:xfrm>
            <a:off x="5896806" y="4116729"/>
            <a:ext cx="4388496" cy="1959566"/>
            <a:chOff x="7257515" y="4276053"/>
            <a:chExt cx="4388496" cy="1959566"/>
          </a:xfrm>
        </p:grpSpPr>
        <p:grpSp>
          <p:nvGrpSpPr>
            <p:cNvPr id="75" name="그룹 74">
              <a:extLst>
                <a:ext uri="{FF2B5EF4-FFF2-40B4-BE49-F238E27FC236}">
                  <a16:creationId xmlns:a16="http://schemas.microsoft.com/office/drawing/2014/main" id="{C7F5E785-768D-C093-3E92-C6D6AA6F4B57}"/>
                </a:ext>
              </a:extLst>
            </p:cNvPr>
            <p:cNvGrpSpPr/>
            <p:nvPr/>
          </p:nvGrpSpPr>
          <p:grpSpPr>
            <a:xfrm>
              <a:off x="7257515" y="4276053"/>
              <a:ext cx="2860497" cy="994910"/>
              <a:chOff x="8147507" y="4717048"/>
              <a:chExt cx="2860497" cy="994910"/>
            </a:xfrm>
          </p:grpSpPr>
          <p:sp>
            <p:nvSpPr>
              <p:cNvPr id="76" name="직사각형 75">
                <a:extLst>
                  <a:ext uri="{FF2B5EF4-FFF2-40B4-BE49-F238E27FC236}">
                    <a16:creationId xmlns:a16="http://schemas.microsoft.com/office/drawing/2014/main" id="{BF55CBF3-274D-AFD5-37FA-D2333CAE0500}"/>
                  </a:ext>
                </a:extLst>
              </p:cNvPr>
              <p:cNvSpPr/>
              <p:nvPr/>
            </p:nvSpPr>
            <p:spPr>
              <a:xfrm>
                <a:off x="8147507" y="4717048"/>
                <a:ext cx="2860497" cy="994910"/>
              </a:xfrm>
              <a:prstGeom prst="rect">
                <a:avLst/>
              </a:prstGeom>
              <a:solidFill>
                <a:schemeClr val="tx1">
                  <a:lumMod val="65000"/>
                  <a:lumOff val="3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grpSp>
            <p:nvGrpSpPr>
              <p:cNvPr id="77" name="그룹 76">
                <a:extLst>
                  <a:ext uri="{FF2B5EF4-FFF2-40B4-BE49-F238E27FC236}">
                    <a16:creationId xmlns:a16="http://schemas.microsoft.com/office/drawing/2014/main" id="{21C601B1-F1A5-6EE8-FF36-E174638F3D2B}"/>
                  </a:ext>
                </a:extLst>
              </p:cNvPr>
              <p:cNvGrpSpPr/>
              <p:nvPr/>
            </p:nvGrpSpPr>
            <p:grpSpPr>
              <a:xfrm>
                <a:off x="8408334" y="4819650"/>
                <a:ext cx="2500334" cy="808179"/>
                <a:chOff x="8112248" y="4451227"/>
                <a:chExt cx="3529919" cy="1221760"/>
              </a:xfrm>
            </p:grpSpPr>
            <p:grpSp>
              <p:nvGrpSpPr>
                <p:cNvPr id="78" name="그룹 77">
                  <a:extLst>
                    <a:ext uri="{FF2B5EF4-FFF2-40B4-BE49-F238E27FC236}">
                      <a16:creationId xmlns:a16="http://schemas.microsoft.com/office/drawing/2014/main" id="{9D138510-D770-1F29-9A10-1FBC291E3296}"/>
                    </a:ext>
                  </a:extLst>
                </p:cNvPr>
                <p:cNvGrpSpPr/>
                <p:nvPr/>
              </p:nvGrpSpPr>
              <p:grpSpPr>
                <a:xfrm>
                  <a:off x="8112248" y="4451227"/>
                  <a:ext cx="796802" cy="1221760"/>
                  <a:chOff x="8112248" y="4451227"/>
                  <a:chExt cx="796802" cy="1221760"/>
                </a:xfrm>
              </p:grpSpPr>
              <p:grpSp>
                <p:nvGrpSpPr>
                  <p:cNvPr id="118" name="그룹 117">
                    <a:extLst>
                      <a:ext uri="{FF2B5EF4-FFF2-40B4-BE49-F238E27FC236}">
                        <a16:creationId xmlns:a16="http://schemas.microsoft.com/office/drawing/2014/main" id="{AD2EF2CA-C1E8-66CB-BDCB-FF3BA4713BEF}"/>
                      </a:ext>
                    </a:extLst>
                  </p:cNvPr>
                  <p:cNvGrpSpPr/>
                  <p:nvPr/>
                </p:nvGrpSpPr>
                <p:grpSpPr>
                  <a:xfrm>
                    <a:off x="8112248" y="4451227"/>
                    <a:ext cx="667506" cy="1221760"/>
                    <a:chOff x="8377382" y="4544293"/>
                    <a:chExt cx="667506" cy="1221760"/>
                  </a:xfrm>
                </p:grpSpPr>
                <p:grpSp>
                  <p:nvGrpSpPr>
                    <p:cNvPr id="120" name="그룹 119">
                      <a:extLst>
                        <a:ext uri="{FF2B5EF4-FFF2-40B4-BE49-F238E27FC236}">
                          <a16:creationId xmlns:a16="http://schemas.microsoft.com/office/drawing/2014/main" id="{9BC2B708-B4C2-C502-B6E4-4E2E29E5FFCD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8377382" y="4544293"/>
                      <a:ext cx="667504" cy="666298"/>
                      <a:chOff x="8377382" y="4544293"/>
                      <a:chExt cx="667504" cy="666298"/>
                    </a:xfrm>
                  </p:grpSpPr>
                  <p:sp>
                    <p:nvSpPr>
                      <p:cNvPr id="126" name="직사각형 125">
                        <a:extLst>
                          <a:ext uri="{FF2B5EF4-FFF2-40B4-BE49-F238E27FC236}">
                            <a16:creationId xmlns:a16="http://schemas.microsoft.com/office/drawing/2014/main" id="{49E3B673-E593-557C-DB04-C1DEACFD31A2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377382" y="4673601"/>
                        <a:ext cx="110836" cy="413936"/>
                      </a:xfrm>
                      <a:prstGeom prst="rect">
                        <a:avLst/>
                      </a:prstGeom>
                      <a:solidFill>
                        <a:schemeClr val="tx1"/>
                      </a:solidFill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ko-KR" altLang="en-US" sz="1600"/>
                      </a:p>
                    </p:txBody>
                  </p:sp>
                  <p:sp>
                    <p:nvSpPr>
                      <p:cNvPr id="127" name="직사각형 126">
                        <a:extLst>
                          <a:ext uri="{FF2B5EF4-FFF2-40B4-BE49-F238E27FC236}">
                            <a16:creationId xmlns:a16="http://schemas.microsoft.com/office/drawing/2014/main" id="{4859E317-C375-6027-DFF5-0A1FDCCB616E}"/>
                          </a:ext>
                        </a:extLst>
                      </p:cNvPr>
                      <p:cNvSpPr/>
                      <p:nvPr/>
                    </p:nvSpPr>
                    <p:spPr>
                      <a:xfrm rot="5400000">
                        <a:off x="8662428" y="4392743"/>
                        <a:ext cx="110836" cy="413936"/>
                      </a:xfrm>
                      <a:prstGeom prst="rect">
                        <a:avLst/>
                      </a:prstGeom>
                      <a:solidFill>
                        <a:schemeClr val="tx1"/>
                      </a:solidFill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ko-KR" altLang="en-US" sz="1600"/>
                      </a:p>
                    </p:txBody>
                  </p:sp>
                  <p:sp>
                    <p:nvSpPr>
                      <p:cNvPr id="128" name="직사각형 127">
                        <a:extLst>
                          <a:ext uri="{FF2B5EF4-FFF2-40B4-BE49-F238E27FC236}">
                            <a16:creationId xmlns:a16="http://schemas.microsoft.com/office/drawing/2014/main" id="{97A8D982-98F1-C82A-EE8D-2FDE0D20A54B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934050" y="4673601"/>
                        <a:ext cx="110836" cy="413936"/>
                      </a:xfrm>
                      <a:prstGeom prst="rect">
                        <a:avLst/>
                      </a:prstGeom>
                      <a:solidFill>
                        <a:srgbClr val="FF0000"/>
                      </a:solidFill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ko-KR" altLang="en-US" sz="1600"/>
                      </a:p>
                    </p:txBody>
                  </p:sp>
                  <p:sp>
                    <p:nvSpPr>
                      <p:cNvPr id="129" name="직사각형 128">
                        <a:extLst>
                          <a:ext uri="{FF2B5EF4-FFF2-40B4-BE49-F238E27FC236}">
                            <a16:creationId xmlns:a16="http://schemas.microsoft.com/office/drawing/2014/main" id="{E4813229-6641-8BAB-622E-E0CA55489B83}"/>
                          </a:ext>
                        </a:extLst>
                      </p:cNvPr>
                      <p:cNvSpPr/>
                      <p:nvPr/>
                    </p:nvSpPr>
                    <p:spPr>
                      <a:xfrm rot="5400000">
                        <a:off x="8662428" y="4948205"/>
                        <a:ext cx="110836" cy="413936"/>
                      </a:xfrm>
                      <a:prstGeom prst="rect">
                        <a:avLst/>
                      </a:prstGeom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ko-KR" altLang="en-US" sz="1600"/>
                      </a:p>
                    </p:txBody>
                  </p:sp>
                </p:grpSp>
                <p:grpSp>
                  <p:nvGrpSpPr>
                    <p:cNvPr id="121" name="그룹 120">
                      <a:extLst>
                        <a:ext uri="{FF2B5EF4-FFF2-40B4-BE49-F238E27FC236}">
                          <a16:creationId xmlns:a16="http://schemas.microsoft.com/office/drawing/2014/main" id="{61447671-7565-128E-C0BD-F163A643E05D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8377384" y="5099755"/>
                      <a:ext cx="667504" cy="666298"/>
                      <a:chOff x="8377382" y="4544293"/>
                      <a:chExt cx="667504" cy="666298"/>
                    </a:xfrm>
                  </p:grpSpPr>
                  <p:sp>
                    <p:nvSpPr>
                      <p:cNvPr id="122" name="직사각형 121">
                        <a:extLst>
                          <a:ext uri="{FF2B5EF4-FFF2-40B4-BE49-F238E27FC236}">
                            <a16:creationId xmlns:a16="http://schemas.microsoft.com/office/drawing/2014/main" id="{41B0DE75-FFCC-5118-9F3A-582288FF9257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377382" y="4673601"/>
                        <a:ext cx="110836" cy="413936"/>
                      </a:xfrm>
                      <a:prstGeom prst="rect">
                        <a:avLst/>
                      </a:prstGeom>
                      <a:solidFill>
                        <a:schemeClr val="tx1"/>
                      </a:solidFill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ko-KR" altLang="en-US" sz="1600"/>
                      </a:p>
                    </p:txBody>
                  </p:sp>
                  <p:sp>
                    <p:nvSpPr>
                      <p:cNvPr id="123" name="직사각형 122">
                        <a:extLst>
                          <a:ext uri="{FF2B5EF4-FFF2-40B4-BE49-F238E27FC236}">
                            <a16:creationId xmlns:a16="http://schemas.microsoft.com/office/drawing/2014/main" id="{72B305C0-6AA2-1BC6-9B08-A2713C035331}"/>
                          </a:ext>
                        </a:extLst>
                      </p:cNvPr>
                      <p:cNvSpPr/>
                      <p:nvPr/>
                    </p:nvSpPr>
                    <p:spPr>
                      <a:xfrm rot="5400000">
                        <a:off x="8662428" y="4392743"/>
                        <a:ext cx="110836" cy="413936"/>
                      </a:xfrm>
                      <a:prstGeom prst="rect">
                        <a:avLst/>
                      </a:prstGeom>
                      <a:solidFill>
                        <a:schemeClr val="tx1"/>
                      </a:solidFill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ko-KR" altLang="en-US" sz="1600"/>
                      </a:p>
                    </p:txBody>
                  </p:sp>
                  <p:sp>
                    <p:nvSpPr>
                      <p:cNvPr id="124" name="직사각형 123">
                        <a:extLst>
                          <a:ext uri="{FF2B5EF4-FFF2-40B4-BE49-F238E27FC236}">
                            <a16:creationId xmlns:a16="http://schemas.microsoft.com/office/drawing/2014/main" id="{B02E8632-A345-0BBF-30A3-5866D69864F7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934050" y="4673601"/>
                        <a:ext cx="110836" cy="413936"/>
                      </a:xfrm>
                      <a:prstGeom prst="rect">
                        <a:avLst/>
                      </a:prstGeom>
                      <a:solidFill>
                        <a:srgbClr val="FF0000"/>
                      </a:solidFill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ko-KR" altLang="en-US" sz="1600"/>
                      </a:p>
                    </p:txBody>
                  </p:sp>
                  <p:sp>
                    <p:nvSpPr>
                      <p:cNvPr id="125" name="직사각형 124">
                        <a:extLst>
                          <a:ext uri="{FF2B5EF4-FFF2-40B4-BE49-F238E27FC236}">
                            <a16:creationId xmlns:a16="http://schemas.microsoft.com/office/drawing/2014/main" id="{D4466624-1C41-7E19-C5D0-1F4AC0CCEB29}"/>
                          </a:ext>
                        </a:extLst>
                      </p:cNvPr>
                      <p:cNvSpPr/>
                      <p:nvPr/>
                    </p:nvSpPr>
                    <p:spPr>
                      <a:xfrm rot="5400000">
                        <a:off x="8662428" y="4948205"/>
                        <a:ext cx="110836" cy="413936"/>
                      </a:xfrm>
                      <a:prstGeom prst="rect">
                        <a:avLst/>
                      </a:prstGeom>
                      <a:solidFill>
                        <a:schemeClr val="tx1"/>
                      </a:solidFill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ko-KR" altLang="en-US" sz="1600"/>
                      </a:p>
                    </p:txBody>
                  </p:sp>
                </p:grpSp>
              </p:grpSp>
              <p:sp>
                <p:nvSpPr>
                  <p:cNvPr id="119" name="직사각형 118">
                    <a:extLst>
                      <a:ext uri="{FF2B5EF4-FFF2-40B4-BE49-F238E27FC236}">
                        <a16:creationId xmlns:a16="http://schemas.microsoft.com/office/drawing/2014/main" id="{33EA2C0D-F1FD-9B6A-7F0C-77116D987EFF}"/>
                      </a:ext>
                    </a:extLst>
                  </p:cNvPr>
                  <p:cNvSpPr/>
                  <p:nvPr/>
                </p:nvSpPr>
                <p:spPr>
                  <a:xfrm>
                    <a:off x="8808029" y="5562151"/>
                    <a:ext cx="101021" cy="110836"/>
                  </a:xfrm>
                  <a:prstGeom prst="rect">
                    <a:avLst/>
                  </a:prstGeom>
                  <a:solidFill>
                    <a:schemeClr val="tx1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ko-KR" altLang="en-US" sz="1600"/>
                  </a:p>
                </p:txBody>
              </p:sp>
            </p:grpSp>
            <p:grpSp>
              <p:nvGrpSpPr>
                <p:cNvPr id="79" name="그룹 78">
                  <a:extLst>
                    <a:ext uri="{FF2B5EF4-FFF2-40B4-BE49-F238E27FC236}">
                      <a16:creationId xmlns:a16="http://schemas.microsoft.com/office/drawing/2014/main" id="{34098D33-60B6-50CE-EECA-4FBB9F415EBB}"/>
                    </a:ext>
                  </a:extLst>
                </p:cNvPr>
                <p:cNvGrpSpPr/>
                <p:nvPr/>
              </p:nvGrpSpPr>
              <p:grpSpPr>
                <a:xfrm>
                  <a:off x="9003883" y="4451227"/>
                  <a:ext cx="796802" cy="1221760"/>
                  <a:chOff x="8112248" y="4451227"/>
                  <a:chExt cx="796802" cy="1221760"/>
                </a:xfrm>
              </p:grpSpPr>
              <p:grpSp>
                <p:nvGrpSpPr>
                  <p:cNvPr id="106" name="그룹 105">
                    <a:extLst>
                      <a:ext uri="{FF2B5EF4-FFF2-40B4-BE49-F238E27FC236}">
                        <a16:creationId xmlns:a16="http://schemas.microsoft.com/office/drawing/2014/main" id="{B5DB466F-1DBF-4BCA-65E5-17ACC5405286}"/>
                      </a:ext>
                    </a:extLst>
                  </p:cNvPr>
                  <p:cNvGrpSpPr/>
                  <p:nvPr/>
                </p:nvGrpSpPr>
                <p:grpSpPr>
                  <a:xfrm>
                    <a:off x="8112248" y="4451227"/>
                    <a:ext cx="667506" cy="1221760"/>
                    <a:chOff x="8377382" y="4544293"/>
                    <a:chExt cx="667506" cy="1221760"/>
                  </a:xfrm>
                </p:grpSpPr>
                <p:grpSp>
                  <p:nvGrpSpPr>
                    <p:cNvPr id="108" name="그룹 107">
                      <a:extLst>
                        <a:ext uri="{FF2B5EF4-FFF2-40B4-BE49-F238E27FC236}">
                          <a16:creationId xmlns:a16="http://schemas.microsoft.com/office/drawing/2014/main" id="{DC018F4F-2F00-8310-7A04-732237FDD378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8377382" y="4544293"/>
                      <a:ext cx="667504" cy="666298"/>
                      <a:chOff x="8377382" y="4544293"/>
                      <a:chExt cx="667504" cy="666298"/>
                    </a:xfrm>
                  </p:grpSpPr>
                  <p:sp>
                    <p:nvSpPr>
                      <p:cNvPr id="114" name="직사각형 113">
                        <a:extLst>
                          <a:ext uri="{FF2B5EF4-FFF2-40B4-BE49-F238E27FC236}">
                            <a16:creationId xmlns:a16="http://schemas.microsoft.com/office/drawing/2014/main" id="{79D03690-1D2E-D416-5166-63163D20E0F3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377382" y="4673601"/>
                        <a:ext cx="110836" cy="413936"/>
                      </a:xfrm>
                      <a:prstGeom prst="rect">
                        <a:avLst/>
                      </a:prstGeom>
                      <a:solidFill>
                        <a:schemeClr val="tx1"/>
                      </a:solidFill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ko-KR" altLang="en-US" sz="1600"/>
                      </a:p>
                    </p:txBody>
                  </p:sp>
                  <p:sp>
                    <p:nvSpPr>
                      <p:cNvPr id="115" name="직사각형 114">
                        <a:extLst>
                          <a:ext uri="{FF2B5EF4-FFF2-40B4-BE49-F238E27FC236}">
                            <a16:creationId xmlns:a16="http://schemas.microsoft.com/office/drawing/2014/main" id="{54C6A89E-87F0-B4A3-FB0C-B8F05EB0EC93}"/>
                          </a:ext>
                        </a:extLst>
                      </p:cNvPr>
                      <p:cNvSpPr/>
                      <p:nvPr/>
                    </p:nvSpPr>
                    <p:spPr>
                      <a:xfrm rot="5400000">
                        <a:off x="8662428" y="4392743"/>
                        <a:ext cx="110836" cy="413936"/>
                      </a:xfrm>
                      <a:prstGeom prst="rect">
                        <a:avLst/>
                      </a:prstGeom>
                      <a:solidFill>
                        <a:srgbClr val="FF0000"/>
                      </a:solidFill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ko-KR" altLang="en-US" sz="1600"/>
                      </a:p>
                    </p:txBody>
                  </p:sp>
                  <p:sp>
                    <p:nvSpPr>
                      <p:cNvPr id="116" name="직사각형 115">
                        <a:extLst>
                          <a:ext uri="{FF2B5EF4-FFF2-40B4-BE49-F238E27FC236}">
                            <a16:creationId xmlns:a16="http://schemas.microsoft.com/office/drawing/2014/main" id="{178DE33C-33C7-10E6-3826-7F95D830BDF1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934050" y="4673601"/>
                        <a:ext cx="110836" cy="413936"/>
                      </a:xfrm>
                      <a:prstGeom prst="rect">
                        <a:avLst/>
                      </a:prstGeom>
                      <a:solidFill>
                        <a:srgbClr val="FF0000"/>
                      </a:solidFill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ko-KR" altLang="en-US" sz="1600"/>
                      </a:p>
                    </p:txBody>
                  </p:sp>
                  <p:sp>
                    <p:nvSpPr>
                      <p:cNvPr id="117" name="직사각형 116">
                        <a:extLst>
                          <a:ext uri="{FF2B5EF4-FFF2-40B4-BE49-F238E27FC236}">
                            <a16:creationId xmlns:a16="http://schemas.microsoft.com/office/drawing/2014/main" id="{E8FCCFB1-DB90-3DB8-25CD-C038577DD868}"/>
                          </a:ext>
                        </a:extLst>
                      </p:cNvPr>
                      <p:cNvSpPr/>
                      <p:nvPr/>
                    </p:nvSpPr>
                    <p:spPr>
                      <a:xfrm rot="5400000">
                        <a:off x="8662428" y="4948205"/>
                        <a:ext cx="110836" cy="413936"/>
                      </a:xfrm>
                      <a:prstGeom prst="rect">
                        <a:avLst/>
                      </a:prstGeom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ko-KR" altLang="en-US" sz="1600"/>
                      </a:p>
                    </p:txBody>
                  </p:sp>
                </p:grpSp>
                <p:grpSp>
                  <p:nvGrpSpPr>
                    <p:cNvPr id="109" name="그룹 108">
                      <a:extLst>
                        <a:ext uri="{FF2B5EF4-FFF2-40B4-BE49-F238E27FC236}">
                          <a16:creationId xmlns:a16="http://schemas.microsoft.com/office/drawing/2014/main" id="{6AEC8A89-645A-442F-5A5D-308065C95F12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8377384" y="5099755"/>
                      <a:ext cx="667504" cy="666298"/>
                      <a:chOff x="8377382" y="4544293"/>
                      <a:chExt cx="667504" cy="666298"/>
                    </a:xfrm>
                  </p:grpSpPr>
                  <p:sp>
                    <p:nvSpPr>
                      <p:cNvPr id="110" name="직사각형 109">
                        <a:extLst>
                          <a:ext uri="{FF2B5EF4-FFF2-40B4-BE49-F238E27FC236}">
                            <a16:creationId xmlns:a16="http://schemas.microsoft.com/office/drawing/2014/main" id="{38337645-77B8-D149-DDD3-1205E0B44B25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377382" y="4673601"/>
                        <a:ext cx="110836" cy="413936"/>
                      </a:xfrm>
                      <a:prstGeom prst="rect">
                        <a:avLst/>
                      </a:prstGeom>
                      <a:solidFill>
                        <a:srgbClr val="FF0000"/>
                      </a:solidFill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ko-KR" altLang="en-US" sz="1600"/>
                      </a:p>
                    </p:txBody>
                  </p:sp>
                  <p:sp>
                    <p:nvSpPr>
                      <p:cNvPr id="111" name="직사각형 110">
                        <a:extLst>
                          <a:ext uri="{FF2B5EF4-FFF2-40B4-BE49-F238E27FC236}">
                            <a16:creationId xmlns:a16="http://schemas.microsoft.com/office/drawing/2014/main" id="{C4996B16-A841-77C7-88A3-B54548FD6C44}"/>
                          </a:ext>
                        </a:extLst>
                      </p:cNvPr>
                      <p:cNvSpPr/>
                      <p:nvPr/>
                    </p:nvSpPr>
                    <p:spPr>
                      <a:xfrm rot="5400000">
                        <a:off x="8662428" y="4392743"/>
                        <a:ext cx="110836" cy="413936"/>
                      </a:xfrm>
                      <a:prstGeom prst="rect">
                        <a:avLst/>
                      </a:prstGeom>
                      <a:solidFill>
                        <a:srgbClr val="FF0000"/>
                      </a:solidFill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ko-KR" altLang="en-US" sz="1600"/>
                      </a:p>
                    </p:txBody>
                  </p:sp>
                  <p:sp>
                    <p:nvSpPr>
                      <p:cNvPr id="112" name="직사각형 111">
                        <a:extLst>
                          <a:ext uri="{FF2B5EF4-FFF2-40B4-BE49-F238E27FC236}">
                            <a16:creationId xmlns:a16="http://schemas.microsoft.com/office/drawing/2014/main" id="{A123EA3F-D3AE-DB31-33A5-5922A05B88CA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934050" y="4673601"/>
                        <a:ext cx="110836" cy="413936"/>
                      </a:xfrm>
                      <a:prstGeom prst="rect">
                        <a:avLst/>
                      </a:prstGeom>
                      <a:solidFill>
                        <a:schemeClr val="tx1"/>
                      </a:solidFill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ko-KR" altLang="en-US" sz="1600"/>
                      </a:p>
                    </p:txBody>
                  </p:sp>
                  <p:sp>
                    <p:nvSpPr>
                      <p:cNvPr id="113" name="직사각형 112">
                        <a:extLst>
                          <a:ext uri="{FF2B5EF4-FFF2-40B4-BE49-F238E27FC236}">
                            <a16:creationId xmlns:a16="http://schemas.microsoft.com/office/drawing/2014/main" id="{6B4454D5-0D01-BFD5-535A-FE7D30E4EAE3}"/>
                          </a:ext>
                        </a:extLst>
                      </p:cNvPr>
                      <p:cNvSpPr/>
                      <p:nvPr/>
                    </p:nvSpPr>
                    <p:spPr>
                      <a:xfrm rot="5400000">
                        <a:off x="8662428" y="4948205"/>
                        <a:ext cx="110836" cy="413936"/>
                      </a:xfrm>
                      <a:prstGeom prst="rect">
                        <a:avLst/>
                      </a:prstGeom>
                      <a:solidFill>
                        <a:srgbClr val="FF0000"/>
                      </a:solidFill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ko-KR" altLang="en-US" sz="1600"/>
                      </a:p>
                    </p:txBody>
                  </p:sp>
                </p:grpSp>
              </p:grpSp>
              <p:sp>
                <p:nvSpPr>
                  <p:cNvPr id="107" name="직사각형 106">
                    <a:extLst>
                      <a:ext uri="{FF2B5EF4-FFF2-40B4-BE49-F238E27FC236}">
                        <a16:creationId xmlns:a16="http://schemas.microsoft.com/office/drawing/2014/main" id="{D5650161-E7A4-A9AE-704A-7D35775A80EA}"/>
                      </a:ext>
                    </a:extLst>
                  </p:cNvPr>
                  <p:cNvSpPr/>
                  <p:nvPr/>
                </p:nvSpPr>
                <p:spPr>
                  <a:xfrm>
                    <a:off x="8808029" y="5562151"/>
                    <a:ext cx="101021" cy="110836"/>
                  </a:xfrm>
                  <a:prstGeom prst="rect">
                    <a:avLst/>
                  </a:prstGeom>
                  <a:solidFill>
                    <a:srgbClr val="FF0000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ko-KR" altLang="en-US" sz="1600"/>
                  </a:p>
                </p:txBody>
              </p:sp>
            </p:grpSp>
            <p:grpSp>
              <p:nvGrpSpPr>
                <p:cNvPr id="80" name="그룹 79">
                  <a:extLst>
                    <a:ext uri="{FF2B5EF4-FFF2-40B4-BE49-F238E27FC236}">
                      <a16:creationId xmlns:a16="http://schemas.microsoft.com/office/drawing/2014/main" id="{FA21D9DB-8083-5E2E-A5AE-8EFDADF88780}"/>
                    </a:ext>
                  </a:extLst>
                </p:cNvPr>
                <p:cNvGrpSpPr/>
                <p:nvPr/>
              </p:nvGrpSpPr>
              <p:grpSpPr>
                <a:xfrm>
                  <a:off x="9935853" y="4451227"/>
                  <a:ext cx="796802" cy="1221760"/>
                  <a:chOff x="8112248" y="4451227"/>
                  <a:chExt cx="796802" cy="1221760"/>
                </a:xfrm>
              </p:grpSpPr>
              <p:grpSp>
                <p:nvGrpSpPr>
                  <p:cNvPr id="94" name="그룹 93">
                    <a:extLst>
                      <a:ext uri="{FF2B5EF4-FFF2-40B4-BE49-F238E27FC236}">
                        <a16:creationId xmlns:a16="http://schemas.microsoft.com/office/drawing/2014/main" id="{6B0033C5-58EF-1FCA-D8EA-1095280980BA}"/>
                      </a:ext>
                    </a:extLst>
                  </p:cNvPr>
                  <p:cNvGrpSpPr/>
                  <p:nvPr/>
                </p:nvGrpSpPr>
                <p:grpSpPr>
                  <a:xfrm>
                    <a:off x="8112248" y="4451227"/>
                    <a:ext cx="667506" cy="1221760"/>
                    <a:chOff x="8377382" y="4544293"/>
                    <a:chExt cx="667506" cy="1221760"/>
                  </a:xfrm>
                </p:grpSpPr>
                <p:grpSp>
                  <p:nvGrpSpPr>
                    <p:cNvPr id="96" name="그룹 95">
                      <a:extLst>
                        <a:ext uri="{FF2B5EF4-FFF2-40B4-BE49-F238E27FC236}">
                          <a16:creationId xmlns:a16="http://schemas.microsoft.com/office/drawing/2014/main" id="{B5D8BB2B-5913-5798-D567-3FBC14CA4316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8377382" y="4544293"/>
                      <a:ext cx="667504" cy="666298"/>
                      <a:chOff x="8377382" y="4544293"/>
                      <a:chExt cx="667504" cy="666298"/>
                    </a:xfrm>
                  </p:grpSpPr>
                  <p:sp>
                    <p:nvSpPr>
                      <p:cNvPr id="102" name="직사각형 101">
                        <a:extLst>
                          <a:ext uri="{FF2B5EF4-FFF2-40B4-BE49-F238E27FC236}">
                            <a16:creationId xmlns:a16="http://schemas.microsoft.com/office/drawing/2014/main" id="{95F4F0D7-9748-51D2-7DBF-1EDDB6D75169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377382" y="4673601"/>
                        <a:ext cx="110836" cy="413936"/>
                      </a:xfrm>
                      <a:prstGeom prst="rect">
                        <a:avLst/>
                      </a:prstGeom>
                      <a:solidFill>
                        <a:srgbClr val="FF0000"/>
                      </a:solidFill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ko-KR" altLang="en-US" sz="1600"/>
                      </a:p>
                    </p:txBody>
                  </p:sp>
                  <p:sp>
                    <p:nvSpPr>
                      <p:cNvPr id="103" name="직사각형 102">
                        <a:extLst>
                          <a:ext uri="{FF2B5EF4-FFF2-40B4-BE49-F238E27FC236}">
                            <a16:creationId xmlns:a16="http://schemas.microsoft.com/office/drawing/2014/main" id="{30643696-DAF2-59A2-68D3-B20150AA37F6}"/>
                          </a:ext>
                        </a:extLst>
                      </p:cNvPr>
                      <p:cNvSpPr/>
                      <p:nvPr/>
                    </p:nvSpPr>
                    <p:spPr>
                      <a:xfrm rot="5400000">
                        <a:off x="8662428" y="4392743"/>
                        <a:ext cx="110836" cy="413936"/>
                      </a:xfrm>
                      <a:prstGeom prst="rect">
                        <a:avLst/>
                      </a:prstGeom>
                      <a:solidFill>
                        <a:srgbClr val="FF0000"/>
                      </a:solidFill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ko-KR" altLang="en-US" sz="1600"/>
                      </a:p>
                    </p:txBody>
                  </p:sp>
                  <p:sp>
                    <p:nvSpPr>
                      <p:cNvPr id="104" name="직사각형 103">
                        <a:extLst>
                          <a:ext uri="{FF2B5EF4-FFF2-40B4-BE49-F238E27FC236}">
                            <a16:creationId xmlns:a16="http://schemas.microsoft.com/office/drawing/2014/main" id="{1EBEEB3F-89E4-6920-8F76-3111E1C866A7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934050" y="4673601"/>
                        <a:ext cx="110836" cy="413936"/>
                      </a:xfrm>
                      <a:prstGeom prst="rect">
                        <a:avLst/>
                      </a:prstGeom>
                      <a:solidFill>
                        <a:srgbClr val="FF0000"/>
                      </a:solidFill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ko-KR" altLang="en-US" sz="1600"/>
                      </a:p>
                    </p:txBody>
                  </p:sp>
                  <p:sp>
                    <p:nvSpPr>
                      <p:cNvPr id="105" name="직사각형 104">
                        <a:extLst>
                          <a:ext uri="{FF2B5EF4-FFF2-40B4-BE49-F238E27FC236}">
                            <a16:creationId xmlns:a16="http://schemas.microsoft.com/office/drawing/2014/main" id="{588A98BF-0ABA-03AC-7335-ADDDDE61D04A}"/>
                          </a:ext>
                        </a:extLst>
                      </p:cNvPr>
                      <p:cNvSpPr/>
                      <p:nvPr/>
                    </p:nvSpPr>
                    <p:spPr>
                      <a:xfrm rot="5400000">
                        <a:off x="8662428" y="4948205"/>
                        <a:ext cx="110836" cy="413936"/>
                      </a:xfrm>
                      <a:prstGeom prst="rect">
                        <a:avLst/>
                      </a:prstGeom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ko-KR" altLang="en-US" sz="1600"/>
                      </a:p>
                    </p:txBody>
                  </p:sp>
                </p:grpSp>
                <p:grpSp>
                  <p:nvGrpSpPr>
                    <p:cNvPr id="97" name="그룹 96">
                      <a:extLst>
                        <a:ext uri="{FF2B5EF4-FFF2-40B4-BE49-F238E27FC236}">
                          <a16:creationId xmlns:a16="http://schemas.microsoft.com/office/drawing/2014/main" id="{4C9BB575-8D0B-4F20-8AB0-3FDD1041D9D8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8377384" y="5099755"/>
                      <a:ext cx="667504" cy="666298"/>
                      <a:chOff x="8377382" y="4544293"/>
                      <a:chExt cx="667504" cy="666298"/>
                    </a:xfrm>
                  </p:grpSpPr>
                  <p:sp>
                    <p:nvSpPr>
                      <p:cNvPr id="98" name="직사각형 97">
                        <a:extLst>
                          <a:ext uri="{FF2B5EF4-FFF2-40B4-BE49-F238E27FC236}">
                            <a16:creationId xmlns:a16="http://schemas.microsoft.com/office/drawing/2014/main" id="{944B4107-7167-B056-4E93-7A18B0E196FA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377382" y="4673601"/>
                        <a:ext cx="110836" cy="413936"/>
                      </a:xfrm>
                      <a:prstGeom prst="rect">
                        <a:avLst/>
                      </a:prstGeom>
                      <a:solidFill>
                        <a:srgbClr val="FF0000"/>
                      </a:solidFill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ko-KR" altLang="en-US" sz="1600"/>
                      </a:p>
                    </p:txBody>
                  </p:sp>
                  <p:sp>
                    <p:nvSpPr>
                      <p:cNvPr id="99" name="직사각형 98">
                        <a:extLst>
                          <a:ext uri="{FF2B5EF4-FFF2-40B4-BE49-F238E27FC236}">
                            <a16:creationId xmlns:a16="http://schemas.microsoft.com/office/drawing/2014/main" id="{0F58A8DB-999C-6F8F-F8A6-0153D4EDEAE9}"/>
                          </a:ext>
                        </a:extLst>
                      </p:cNvPr>
                      <p:cNvSpPr/>
                      <p:nvPr/>
                    </p:nvSpPr>
                    <p:spPr>
                      <a:xfrm rot="5400000">
                        <a:off x="8662428" y="4392743"/>
                        <a:ext cx="110836" cy="413936"/>
                      </a:xfrm>
                      <a:prstGeom prst="rect">
                        <a:avLst/>
                      </a:prstGeom>
                      <a:solidFill>
                        <a:schemeClr val="tx1"/>
                      </a:solidFill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ko-KR" altLang="en-US" sz="1600"/>
                      </a:p>
                    </p:txBody>
                  </p:sp>
                  <p:sp>
                    <p:nvSpPr>
                      <p:cNvPr id="100" name="직사각형 99">
                        <a:extLst>
                          <a:ext uri="{FF2B5EF4-FFF2-40B4-BE49-F238E27FC236}">
                            <a16:creationId xmlns:a16="http://schemas.microsoft.com/office/drawing/2014/main" id="{47E35C2E-AD18-1A4C-A25D-08DA5DBD3252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934050" y="4673601"/>
                        <a:ext cx="110836" cy="413936"/>
                      </a:xfrm>
                      <a:prstGeom prst="rect">
                        <a:avLst/>
                      </a:prstGeom>
                      <a:solidFill>
                        <a:srgbClr val="FF0000"/>
                      </a:solidFill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ko-KR" altLang="en-US" sz="1600"/>
                      </a:p>
                    </p:txBody>
                  </p:sp>
                  <p:sp>
                    <p:nvSpPr>
                      <p:cNvPr id="101" name="직사각형 100">
                        <a:extLst>
                          <a:ext uri="{FF2B5EF4-FFF2-40B4-BE49-F238E27FC236}">
                            <a16:creationId xmlns:a16="http://schemas.microsoft.com/office/drawing/2014/main" id="{ABF6FB4C-5F6C-4D03-ADC8-7D5EDE028B0A}"/>
                          </a:ext>
                        </a:extLst>
                      </p:cNvPr>
                      <p:cNvSpPr/>
                      <p:nvPr/>
                    </p:nvSpPr>
                    <p:spPr>
                      <a:xfrm rot="5400000">
                        <a:off x="8662428" y="4948205"/>
                        <a:ext cx="110836" cy="413936"/>
                      </a:xfrm>
                      <a:prstGeom prst="rect">
                        <a:avLst/>
                      </a:prstGeom>
                      <a:solidFill>
                        <a:srgbClr val="FF0000"/>
                      </a:solidFill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ko-KR" altLang="en-US" sz="1600"/>
                      </a:p>
                    </p:txBody>
                  </p:sp>
                </p:grpSp>
              </p:grpSp>
              <p:sp>
                <p:nvSpPr>
                  <p:cNvPr id="95" name="직사각형 94">
                    <a:extLst>
                      <a:ext uri="{FF2B5EF4-FFF2-40B4-BE49-F238E27FC236}">
                        <a16:creationId xmlns:a16="http://schemas.microsoft.com/office/drawing/2014/main" id="{D3FFE817-759E-6A8B-6C8E-BE82A3418D4C}"/>
                      </a:ext>
                    </a:extLst>
                  </p:cNvPr>
                  <p:cNvSpPr/>
                  <p:nvPr/>
                </p:nvSpPr>
                <p:spPr>
                  <a:xfrm>
                    <a:off x="8808029" y="5562151"/>
                    <a:ext cx="101021" cy="110836"/>
                  </a:xfrm>
                  <a:prstGeom prst="rect">
                    <a:avLst/>
                  </a:prstGeom>
                  <a:solidFill>
                    <a:schemeClr val="tx1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ko-KR" altLang="en-US" sz="1600"/>
                  </a:p>
                </p:txBody>
              </p:sp>
            </p:grpSp>
            <p:grpSp>
              <p:nvGrpSpPr>
                <p:cNvPr id="81" name="그룹 80">
                  <a:extLst>
                    <a:ext uri="{FF2B5EF4-FFF2-40B4-BE49-F238E27FC236}">
                      <a16:creationId xmlns:a16="http://schemas.microsoft.com/office/drawing/2014/main" id="{0835BD1A-5285-00A4-659E-A8E1B0F76F0A}"/>
                    </a:ext>
                  </a:extLst>
                </p:cNvPr>
                <p:cNvGrpSpPr/>
                <p:nvPr/>
              </p:nvGrpSpPr>
              <p:grpSpPr>
                <a:xfrm>
                  <a:off x="10845365" y="4451227"/>
                  <a:ext cx="796802" cy="1221760"/>
                  <a:chOff x="8112248" y="4451227"/>
                  <a:chExt cx="796802" cy="1221760"/>
                </a:xfrm>
              </p:grpSpPr>
              <p:grpSp>
                <p:nvGrpSpPr>
                  <p:cNvPr id="82" name="그룹 81">
                    <a:extLst>
                      <a:ext uri="{FF2B5EF4-FFF2-40B4-BE49-F238E27FC236}">
                        <a16:creationId xmlns:a16="http://schemas.microsoft.com/office/drawing/2014/main" id="{666A59F8-64CE-C530-7F72-4CEB38001588}"/>
                      </a:ext>
                    </a:extLst>
                  </p:cNvPr>
                  <p:cNvGrpSpPr/>
                  <p:nvPr/>
                </p:nvGrpSpPr>
                <p:grpSpPr>
                  <a:xfrm>
                    <a:off x="8112248" y="4451227"/>
                    <a:ext cx="667506" cy="1221760"/>
                    <a:chOff x="8377382" y="4544293"/>
                    <a:chExt cx="667506" cy="1221760"/>
                  </a:xfrm>
                </p:grpSpPr>
                <p:grpSp>
                  <p:nvGrpSpPr>
                    <p:cNvPr id="84" name="그룹 83">
                      <a:extLst>
                        <a:ext uri="{FF2B5EF4-FFF2-40B4-BE49-F238E27FC236}">
                          <a16:creationId xmlns:a16="http://schemas.microsoft.com/office/drawing/2014/main" id="{21B24D1E-AF24-F0F2-9DBF-66226E489E66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8377382" y="4544293"/>
                      <a:ext cx="667504" cy="666298"/>
                      <a:chOff x="8377382" y="4544293"/>
                      <a:chExt cx="667504" cy="666298"/>
                    </a:xfrm>
                  </p:grpSpPr>
                  <p:sp>
                    <p:nvSpPr>
                      <p:cNvPr id="90" name="직사각형 89">
                        <a:extLst>
                          <a:ext uri="{FF2B5EF4-FFF2-40B4-BE49-F238E27FC236}">
                            <a16:creationId xmlns:a16="http://schemas.microsoft.com/office/drawing/2014/main" id="{D1FAE0EE-1554-3533-A3F1-6801E1E6745E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377382" y="4673601"/>
                        <a:ext cx="110836" cy="413936"/>
                      </a:xfrm>
                      <a:prstGeom prst="rect">
                        <a:avLst/>
                      </a:prstGeom>
                      <a:solidFill>
                        <a:srgbClr val="FF0000"/>
                      </a:solidFill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ko-KR" altLang="en-US" sz="1600"/>
                      </a:p>
                    </p:txBody>
                  </p:sp>
                  <p:sp>
                    <p:nvSpPr>
                      <p:cNvPr id="91" name="직사각형 90">
                        <a:extLst>
                          <a:ext uri="{FF2B5EF4-FFF2-40B4-BE49-F238E27FC236}">
                            <a16:creationId xmlns:a16="http://schemas.microsoft.com/office/drawing/2014/main" id="{50573733-C8AF-EC22-D09E-4F21DA3D408F}"/>
                          </a:ext>
                        </a:extLst>
                      </p:cNvPr>
                      <p:cNvSpPr/>
                      <p:nvPr/>
                    </p:nvSpPr>
                    <p:spPr>
                      <a:xfrm rot="5400000">
                        <a:off x="8662428" y="4392743"/>
                        <a:ext cx="110836" cy="413936"/>
                      </a:xfrm>
                      <a:prstGeom prst="rect">
                        <a:avLst/>
                      </a:prstGeom>
                      <a:solidFill>
                        <a:srgbClr val="FF0000"/>
                      </a:solidFill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ko-KR" altLang="en-US" sz="1600"/>
                      </a:p>
                    </p:txBody>
                  </p:sp>
                  <p:sp>
                    <p:nvSpPr>
                      <p:cNvPr id="92" name="직사각형 91">
                        <a:extLst>
                          <a:ext uri="{FF2B5EF4-FFF2-40B4-BE49-F238E27FC236}">
                            <a16:creationId xmlns:a16="http://schemas.microsoft.com/office/drawing/2014/main" id="{1949CA7D-A96A-2D29-6B8E-D1AFEFF165C1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934050" y="4673601"/>
                        <a:ext cx="110836" cy="413936"/>
                      </a:xfrm>
                      <a:prstGeom prst="rect">
                        <a:avLst/>
                      </a:prstGeom>
                      <a:solidFill>
                        <a:srgbClr val="FF0000"/>
                      </a:solidFill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ko-KR" altLang="en-US" sz="1600"/>
                      </a:p>
                    </p:txBody>
                  </p:sp>
                  <p:sp>
                    <p:nvSpPr>
                      <p:cNvPr id="93" name="직사각형 92">
                        <a:extLst>
                          <a:ext uri="{FF2B5EF4-FFF2-40B4-BE49-F238E27FC236}">
                            <a16:creationId xmlns:a16="http://schemas.microsoft.com/office/drawing/2014/main" id="{E1FFB1B6-DE3C-5D93-F5E7-5F82B43A5D7C}"/>
                          </a:ext>
                        </a:extLst>
                      </p:cNvPr>
                      <p:cNvSpPr/>
                      <p:nvPr/>
                    </p:nvSpPr>
                    <p:spPr>
                      <a:xfrm rot="5400000">
                        <a:off x="8662428" y="4948205"/>
                        <a:ext cx="110836" cy="413936"/>
                      </a:xfrm>
                      <a:prstGeom prst="rect">
                        <a:avLst/>
                      </a:prstGeom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ko-KR" altLang="en-US" sz="1600"/>
                      </a:p>
                    </p:txBody>
                  </p:sp>
                </p:grpSp>
                <p:grpSp>
                  <p:nvGrpSpPr>
                    <p:cNvPr id="85" name="그룹 84">
                      <a:extLst>
                        <a:ext uri="{FF2B5EF4-FFF2-40B4-BE49-F238E27FC236}">
                          <a16:creationId xmlns:a16="http://schemas.microsoft.com/office/drawing/2014/main" id="{340FE5B2-8CFB-57E4-3CBB-DE1D3F3079F1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8377384" y="5099755"/>
                      <a:ext cx="667504" cy="666298"/>
                      <a:chOff x="8377382" y="4544293"/>
                      <a:chExt cx="667504" cy="666298"/>
                    </a:xfrm>
                  </p:grpSpPr>
                  <p:sp>
                    <p:nvSpPr>
                      <p:cNvPr id="86" name="직사각형 85">
                        <a:extLst>
                          <a:ext uri="{FF2B5EF4-FFF2-40B4-BE49-F238E27FC236}">
                            <a16:creationId xmlns:a16="http://schemas.microsoft.com/office/drawing/2014/main" id="{DD42BBAF-A711-A179-CC9B-E97916378136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377382" y="4673601"/>
                        <a:ext cx="110836" cy="413936"/>
                      </a:xfrm>
                      <a:prstGeom prst="rect">
                        <a:avLst/>
                      </a:prstGeom>
                      <a:solidFill>
                        <a:srgbClr val="FF0000"/>
                      </a:solidFill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ko-KR" altLang="en-US" sz="1600"/>
                      </a:p>
                    </p:txBody>
                  </p:sp>
                  <p:sp>
                    <p:nvSpPr>
                      <p:cNvPr id="87" name="직사각형 86">
                        <a:extLst>
                          <a:ext uri="{FF2B5EF4-FFF2-40B4-BE49-F238E27FC236}">
                            <a16:creationId xmlns:a16="http://schemas.microsoft.com/office/drawing/2014/main" id="{16DD59E7-D13F-EF82-C3F2-93E014CBDDC0}"/>
                          </a:ext>
                        </a:extLst>
                      </p:cNvPr>
                      <p:cNvSpPr/>
                      <p:nvPr/>
                    </p:nvSpPr>
                    <p:spPr>
                      <a:xfrm rot="5400000">
                        <a:off x="8662428" y="4392743"/>
                        <a:ext cx="110836" cy="413936"/>
                      </a:xfrm>
                      <a:prstGeom prst="rect">
                        <a:avLst/>
                      </a:prstGeom>
                      <a:solidFill>
                        <a:schemeClr val="tx1"/>
                      </a:solidFill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ko-KR" altLang="en-US" sz="1600"/>
                      </a:p>
                    </p:txBody>
                  </p:sp>
                  <p:sp>
                    <p:nvSpPr>
                      <p:cNvPr id="88" name="직사각형 87">
                        <a:extLst>
                          <a:ext uri="{FF2B5EF4-FFF2-40B4-BE49-F238E27FC236}">
                            <a16:creationId xmlns:a16="http://schemas.microsoft.com/office/drawing/2014/main" id="{EB5EB8EB-FC5E-2A56-9B33-14A38A5A11D3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934050" y="4673601"/>
                        <a:ext cx="110836" cy="413936"/>
                      </a:xfrm>
                      <a:prstGeom prst="rect">
                        <a:avLst/>
                      </a:prstGeom>
                      <a:solidFill>
                        <a:srgbClr val="FF0000"/>
                      </a:solidFill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ko-KR" altLang="en-US" sz="1600"/>
                      </a:p>
                    </p:txBody>
                  </p:sp>
                  <p:sp>
                    <p:nvSpPr>
                      <p:cNvPr id="89" name="직사각형 88">
                        <a:extLst>
                          <a:ext uri="{FF2B5EF4-FFF2-40B4-BE49-F238E27FC236}">
                            <a16:creationId xmlns:a16="http://schemas.microsoft.com/office/drawing/2014/main" id="{6E4C194B-02D3-B7F2-7986-2A8FB655AE89}"/>
                          </a:ext>
                        </a:extLst>
                      </p:cNvPr>
                      <p:cNvSpPr/>
                      <p:nvPr/>
                    </p:nvSpPr>
                    <p:spPr>
                      <a:xfrm rot="5400000">
                        <a:off x="8662428" y="4948205"/>
                        <a:ext cx="110836" cy="413936"/>
                      </a:xfrm>
                      <a:prstGeom prst="rect">
                        <a:avLst/>
                      </a:prstGeom>
                      <a:solidFill>
                        <a:srgbClr val="FF0000"/>
                      </a:solidFill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ko-KR" altLang="en-US" sz="1600"/>
                      </a:p>
                    </p:txBody>
                  </p:sp>
                </p:grpSp>
              </p:grpSp>
              <p:sp>
                <p:nvSpPr>
                  <p:cNvPr id="83" name="직사각형 82">
                    <a:extLst>
                      <a:ext uri="{FF2B5EF4-FFF2-40B4-BE49-F238E27FC236}">
                        <a16:creationId xmlns:a16="http://schemas.microsoft.com/office/drawing/2014/main" id="{15408A1E-FFDF-DC2C-3158-A64997A9BDC3}"/>
                      </a:ext>
                    </a:extLst>
                  </p:cNvPr>
                  <p:cNvSpPr/>
                  <p:nvPr/>
                </p:nvSpPr>
                <p:spPr>
                  <a:xfrm>
                    <a:off x="8808029" y="5562151"/>
                    <a:ext cx="101021" cy="110836"/>
                  </a:xfrm>
                  <a:prstGeom prst="rect">
                    <a:avLst/>
                  </a:prstGeom>
                  <a:solidFill>
                    <a:schemeClr val="tx1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ko-KR" altLang="en-US" sz="1600"/>
                  </a:p>
                </p:txBody>
              </p:sp>
            </p:grpSp>
          </p:grpSp>
        </p:grpSp>
        <p:cxnSp>
          <p:nvCxnSpPr>
            <p:cNvPr id="130" name="직선 화살표 연결선 129">
              <a:extLst>
                <a:ext uri="{FF2B5EF4-FFF2-40B4-BE49-F238E27FC236}">
                  <a16:creationId xmlns:a16="http://schemas.microsoft.com/office/drawing/2014/main" id="{D68BA09F-E54D-E032-379E-C9CA644F1FA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233516" y="5443695"/>
              <a:ext cx="347486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2" name="직선 화살표 연결선 131">
              <a:extLst>
                <a:ext uri="{FF2B5EF4-FFF2-40B4-BE49-F238E27FC236}">
                  <a16:creationId xmlns:a16="http://schemas.microsoft.com/office/drawing/2014/main" id="{C8928FDC-4C04-289E-1855-90888C7B878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076735" y="5338920"/>
              <a:ext cx="0" cy="560347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3" name="직선 화살표 연결선 132">
              <a:extLst>
                <a:ext uri="{FF2B5EF4-FFF2-40B4-BE49-F238E27FC236}">
                  <a16:creationId xmlns:a16="http://schemas.microsoft.com/office/drawing/2014/main" id="{257B8862-0211-48F5-1038-D2ABD270FFC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765841" y="5340548"/>
              <a:ext cx="0" cy="560347"/>
            </a:xfrm>
            <a:prstGeom prst="straightConnector1">
              <a:avLst/>
            </a:prstGeom>
            <a:ln>
              <a:solidFill>
                <a:srgbClr val="FF0000"/>
              </a:solidFill>
              <a:prstDash val="dash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35" name="TextBox 134">
              <a:extLst>
                <a:ext uri="{FF2B5EF4-FFF2-40B4-BE49-F238E27FC236}">
                  <a16:creationId xmlns:a16="http://schemas.microsoft.com/office/drawing/2014/main" id="{A18E63C3-CD79-9DAF-DEE6-0F743FFA82DA}"/>
                </a:ext>
              </a:extLst>
            </p:cNvPr>
            <p:cNvSpPr txBox="1"/>
            <p:nvPr/>
          </p:nvSpPr>
          <p:spPr>
            <a:xfrm>
              <a:off x="10623786" y="5239808"/>
              <a:ext cx="102222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/>
                <a:t>BtnL</a:t>
              </a:r>
              <a:endParaRPr lang="ko-KR" altLang="en-US"/>
            </a:p>
          </p:txBody>
        </p:sp>
        <p:sp>
          <p:nvSpPr>
            <p:cNvPr id="136" name="TextBox 135">
              <a:extLst>
                <a:ext uri="{FF2B5EF4-FFF2-40B4-BE49-F238E27FC236}">
                  <a16:creationId xmlns:a16="http://schemas.microsoft.com/office/drawing/2014/main" id="{B3D01A01-D8A9-39CB-BB56-ECF9302A53ED}"/>
                </a:ext>
              </a:extLst>
            </p:cNvPr>
            <p:cNvSpPr txBox="1"/>
            <p:nvPr/>
          </p:nvSpPr>
          <p:spPr>
            <a:xfrm>
              <a:off x="9648360" y="5927842"/>
              <a:ext cx="1623985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400"/>
                <a:t>0</a:t>
              </a:r>
              <a:endParaRPr lang="ko-KR" altLang="en-US" sz="1400"/>
            </a:p>
          </p:txBody>
        </p:sp>
        <p:sp>
          <p:nvSpPr>
            <p:cNvPr id="138" name="TextBox 137">
              <a:extLst>
                <a:ext uri="{FF2B5EF4-FFF2-40B4-BE49-F238E27FC236}">
                  <a16:creationId xmlns:a16="http://schemas.microsoft.com/office/drawing/2014/main" id="{19FDB2BB-57DA-FEE5-0737-92CC441E71EF}"/>
                </a:ext>
              </a:extLst>
            </p:cNvPr>
            <p:cNvSpPr txBox="1"/>
            <p:nvPr/>
          </p:nvSpPr>
          <p:spPr>
            <a:xfrm>
              <a:off x="9008883" y="5919428"/>
              <a:ext cx="406292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400"/>
                <a:t>1</a:t>
              </a:r>
              <a:endParaRPr lang="ko-KR" altLang="en-US" sz="1400"/>
            </a:p>
          </p:txBody>
        </p:sp>
        <p:cxnSp>
          <p:nvCxnSpPr>
            <p:cNvPr id="139" name="직선 화살표 연결선 138">
              <a:extLst>
                <a:ext uri="{FF2B5EF4-FFF2-40B4-BE49-F238E27FC236}">
                  <a16:creationId xmlns:a16="http://schemas.microsoft.com/office/drawing/2014/main" id="{AB6ACC47-50EA-AB5D-E3DE-79B385131D6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236509" y="5434170"/>
              <a:ext cx="347486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41" name="TextBox 140">
              <a:extLst>
                <a:ext uri="{FF2B5EF4-FFF2-40B4-BE49-F238E27FC236}">
                  <a16:creationId xmlns:a16="http://schemas.microsoft.com/office/drawing/2014/main" id="{F26AA323-92A5-FFC6-3268-0F3E7F252004}"/>
                </a:ext>
              </a:extLst>
            </p:cNvPr>
            <p:cNvSpPr txBox="1"/>
            <p:nvPr/>
          </p:nvSpPr>
          <p:spPr>
            <a:xfrm>
              <a:off x="9191616" y="5438535"/>
              <a:ext cx="1330394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400"/>
                <a:t>tick </a:t>
              </a:r>
            </a:p>
            <a:p>
              <a:r>
                <a:rPr lang="en-US" altLang="ko-KR" sz="1400"/>
                <a:t>BtnL</a:t>
              </a:r>
              <a:endParaRPr lang="ko-KR" altLang="en-US" sz="1400"/>
            </a:p>
          </p:txBody>
        </p:sp>
      </p:grpSp>
    </p:spTree>
    <p:extLst>
      <p:ext uri="{BB962C8B-B14F-4D97-AF65-F5344CB8AC3E}">
        <p14:creationId xmlns:p14="http://schemas.microsoft.com/office/powerpoint/2010/main" val="160268423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3AE9C6-6D71-749B-2901-69E3B45DA5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TextBox 38">
            <a:extLst>
              <a:ext uri="{FF2B5EF4-FFF2-40B4-BE49-F238E27FC236}">
                <a16:creationId xmlns:a16="http://schemas.microsoft.com/office/drawing/2014/main" id="{CE4B2918-4403-8A5C-C938-0803610110CF}"/>
              </a:ext>
            </a:extLst>
          </p:cNvPr>
          <p:cNvSpPr txBox="1"/>
          <p:nvPr/>
        </p:nvSpPr>
        <p:spPr>
          <a:xfrm>
            <a:off x="435098" y="334135"/>
            <a:ext cx="789927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/>
              <a:t>검증 시나리오 </a:t>
            </a:r>
            <a:r>
              <a:rPr lang="en-US" altLang="ko-KR"/>
              <a:t>1. </a:t>
            </a:r>
            <a:r>
              <a:rPr lang="ko-KR" altLang="en-US"/>
              <a:t>버튼 동작 확인</a:t>
            </a:r>
            <a:endParaRPr lang="en-US" altLang="ko-KR"/>
          </a:p>
          <a:p>
            <a:r>
              <a:rPr lang="en-US" altLang="ko-KR"/>
              <a:t>P3 – L </a:t>
            </a:r>
            <a:r>
              <a:rPr lang="ko-KR" altLang="en-US"/>
              <a:t>버튼 </a:t>
            </a:r>
            <a:r>
              <a:rPr lang="en-US" altLang="ko-KR"/>
              <a:t>3</a:t>
            </a:r>
            <a:r>
              <a:rPr lang="ko-KR" altLang="en-US"/>
              <a:t>번 </a:t>
            </a:r>
            <a:r>
              <a:rPr lang="en-US" altLang="ko-KR"/>
              <a:t>/ R </a:t>
            </a:r>
            <a:r>
              <a:rPr lang="ko-KR" altLang="en-US"/>
              <a:t>버튼 </a:t>
            </a:r>
            <a:r>
              <a:rPr lang="en-US" altLang="ko-KR"/>
              <a:t>3</a:t>
            </a:r>
            <a:r>
              <a:rPr lang="ko-KR" altLang="en-US"/>
              <a:t>번</a:t>
            </a:r>
            <a:endParaRPr lang="en-US" altLang="ko-KR"/>
          </a:p>
          <a:p>
            <a:r>
              <a:rPr lang="en-US" altLang="ko-KR"/>
              <a:t>      </a:t>
            </a:r>
            <a:endParaRPr lang="ko-KR" altLang="en-US"/>
          </a:p>
        </p:txBody>
      </p:sp>
      <p:grpSp>
        <p:nvGrpSpPr>
          <p:cNvPr id="2" name="그룹 1">
            <a:extLst>
              <a:ext uri="{FF2B5EF4-FFF2-40B4-BE49-F238E27FC236}">
                <a16:creationId xmlns:a16="http://schemas.microsoft.com/office/drawing/2014/main" id="{F7F2780F-1030-79C0-5757-786606EC419C}"/>
              </a:ext>
            </a:extLst>
          </p:cNvPr>
          <p:cNvGrpSpPr/>
          <p:nvPr/>
        </p:nvGrpSpPr>
        <p:grpSpPr>
          <a:xfrm>
            <a:off x="8896405" y="567536"/>
            <a:ext cx="2860497" cy="994910"/>
            <a:chOff x="8147507" y="4717048"/>
            <a:chExt cx="2860497" cy="994910"/>
          </a:xfrm>
        </p:grpSpPr>
        <p:sp>
          <p:nvSpPr>
            <p:cNvPr id="3" name="직사각형 2">
              <a:extLst>
                <a:ext uri="{FF2B5EF4-FFF2-40B4-BE49-F238E27FC236}">
                  <a16:creationId xmlns:a16="http://schemas.microsoft.com/office/drawing/2014/main" id="{0403DDC7-1AA5-EFFF-E062-A13FD0747C91}"/>
                </a:ext>
              </a:extLst>
            </p:cNvPr>
            <p:cNvSpPr/>
            <p:nvPr/>
          </p:nvSpPr>
          <p:spPr>
            <a:xfrm>
              <a:off x="8147507" y="4717048"/>
              <a:ext cx="2860497" cy="994910"/>
            </a:xfrm>
            <a:prstGeom prst="rect">
              <a:avLst/>
            </a:prstGeom>
            <a:solidFill>
              <a:schemeClr val="tx1">
                <a:lumMod val="65000"/>
                <a:lumOff val="3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4" name="그룹 3">
              <a:extLst>
                <a:ext uri="{FF2B5EF4-FFF2-40B4-BE49-F238E27FC236}">
                  <a16:creationId xmlns:a16="http://schemas.microsoft.com/office/drawing/2014/main" id="{B8EC7522-D0CA-5064-ADFC-4C19F39FC8AC}"/>
                </a:ext>
              </a:extLst>
            </p:cNvPr>
            <p:cNvGrpSpPr/>
            <p:nvPr/>
          </p:nvGrpSpPr>
          <p:grpSpPr>
            <a:xfrm>
              <a:off x="8408334" y="4819650"/>
              <a:ext cx="2500334" cy="808179"/>
              <a:chOff x="8112248" y="4451227"/>
              <a:chExt cx="3529919" cy="1221760"/>
            </a:xfrm>
          </p:grpSpPr>
          <p:grpSp>
            <p:nvGrpSpPr>
              <p:cNvPr id="5" name="그룹 4">
                <a:extLst>
                  <a:ext uri="{FF2B5EF4-FFF2-40B4-BE49-F238E27FC236}">
                    <a16:creationId xmlns:a16="http://schemas.microsoft.com/office/drawing/2014/main" id="{1287C291-1E54-BBE3-8F34-936BC8A2BC63}"/>
                  </a:ext>
                </a:extLst>
              </p:cNvPr>
              <p:cNvGrpSpPr/>
              <p:nvPr/>
            </p:nvGrpSpPr>
            <p:grpSpPr>
              <a:xfrm>
                <a:off x="8112248" y="4451227"/>
                <a:ext cx="796802" cy="1221760"/>
                <a:chOff x="8112248" y="4451227"/>
                <a:chExt cx="796802" cy="1221760"/>
              </a:xfrm>
            </p:grpSpPr>
            <p:grpSp>
              <p:nvGrpSpPr>
                <p:cNvPr id="50" name="그룹 49">
                  <a:extLst>
                    <a:ext uri="{FF2B5EF4-FFF2-40B4-BE49-F238E27FC236}">
                      <a16:creationId xmlns:a16="http://schemas.microsoft.com/office/drawing/2014/main" id="{BA02913A-1ECC-2BD2-2359-AD81CF32E9AC}"/>
                    </a:ext>
                  </a:extLst>
                </p:cNvPr>
                <p:cNvGrpSpPr/>
                <p:nvPr/>
              </p:nvGrpSpPr>
              <p:grpSpPr>
                <a:xfrm>
                  <a:off x="8112248" y="4451227"/>
                  <a:ext cx="667506" cy="1221760"/>
                  <a:chOff x="8377382" y="4544293"/>
                  <a:chExt cx="667506" cy="1221760"/>
                </a:xfrm>
              </p:grpSpPr>
              <p:grpSp>
                <p:nvGrpSpPr>
                  <p:cNvPr id="52" name="그룹 51">
                    <a:extLst>
                      <a:ext uri="{FF2B5EF4-FFF2-40B4-BE49-F238E27FC236}">
                        <a16:creationId xmlns:a16="http://schemas.microsoft.com/office/drawing/2014/main" id="{DD22D770-5B83-42AF-5AAC-A4C866AA534A}"/>
                      </a:ext>
                    </a:extLst>
                  </p:cNvPr>
                  <p:cNvGrpSpPr/>
                  <p:nvPr/>
                </p:nvGrpSpPr>
                <p:grpSpPr>
                  <a:xfrm>
                    <a:off x="8377382" y="4544293"/>
                    <a:ext cx="667504" cy="666298"/>
                    <a:chOff x="8377382" y="4544293"/>
                    <a:chExt cx="667504" cy="666298"/>
                  </a:xfrm>
                </p:grpSpPr>
                <p:sp>
                  <p:nvSpPr>
                    <p:cNvPr id="58" name="직사각형 57">
                      <a:extLst>
                        <a:ext uri="{FF2B5EF4-FFF2-40B4-BE49-F238E27FC236}">
                          <a16:creationId xmlns:a16="http://schemas.microsoft.com/office/drawing/2014/main" id="{998FB611-08E9-C98F-900C-C0BE2078161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77382" y="4673601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59" name="직사각형 58">
                      <a:extLst>
                        <a:ext uri="{FF2B5EF4-FFF2-40B4-BE49-F238E27FC236}">
                          <a16:creationId xmlns:a16="http://schemas.microsoft.com/office/drawing/2014/main" id="{185F8849-548C-7699-0194-DCF8575F27CD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392743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60" name="직사각형 59">
                      <a:extLst>
                        <a:ext uri="{FF2B5EF4-FFF2-40B4-BE49-F238E27FC236}">
                          <a16:creationId xmlns:a16="http://schemas.microsoft.com/office/drawing/2014/main" id="{139981D5-853A-E246-4D34-9A6C3E0AE600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34050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61" name="직사각형 60">
                      <a:extLst>
                        <a:ext uri="{FF2B5EF4-FFF2-40B4-BE49-F238E27FC236}">
                          <a16:creationId xmlns:a16="http://schemas.microsoft.com/office/drawing/2014/main" id="{CE5AF7EC-AB9B-DE48-3D61-A06EF154BF05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948205"/>
                      <a:ext cx="110836" cy="413936"/>
                    </a:xfrm>
                    <a:prstGeom prst="rect">
                      <a:avLst/>
                    </a:prstGeom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</p:grpSp>
              <p:grpSp>
                <p:nvGrpSpPr>
                  <p:cNvPr id="53" name="그룹 52">
                    <a:extLst>
                      <a:ext uri="{FF2B5EF4-FFF2-40B4-BE49-F238E27FC236}">
                        <a16:creationId xmlns:a16="http://schemas.microsoft.com/office/drawing/2014/main" id="{54C06BC1-4778-7773-44E4-F43F57669F9A}"/>
                      </a:ext>
                    </a:extLst>
                  </p:cNvPr>
                  <p:cNvGrpSpPr/>
                  <p:nvPr/>
                </p:nvGrpSpPr>
                <p:grpSpPr>
                  <a:xfrm>
                    <a:off x="8377384" y="5099755"/>
                    <a:ext cx="667504" cy="666298"/>
                    <a:chOff x="8377382" y="4544293"/>
                    <a:chExt cx="667504" cy="666298"/>
                  </a:xfrm>
                </p:grpSpPr>
                <p:sp>
                  <p:nvSpPr>
                    <p:cNvPr id="54" name="직사각형 53">
                      <a:extLst>
                        <a:ext uri="{FF2B5EF4-FFF2-40B4-BE49-F238E27FC236}">
                          <a16:creationId xmlns:a16="http://schemas.microsoft.com/office/drawing/2014/main" id="{48685DA4-72D5-2DCB-FE9D-8C33959AB46A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77382" y="4673601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55" name="직사각형 54">
                      <a:extLst>
                        <a:ext uri="{FF2B5EF4-FFF2-40B4-BE49-F238E27FC236}">
                          <a16:creationId xmlns:a16="http://schemas.microsoft.com/office/drawing/2014/main" id="{B8C76C0C-41A4-BE32-FB54-3B5AC278DD70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392743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56" name="직사각형 55">
                      <a:extLst>
                        <a:ext uri="{FF2B5EF4-FFF2-40B4-BE49-F238E27FC236}">
                          <a16:creationId xmlns:a16="http://schemas.microsoft.com/office/drawing/2014/main" id="{5B091EE0-DE2C-3075-8427-DC2D9056EFAC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34050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57" name="직사각형 56">
                      <a:extLst>
                        <a:ext uri="{FF2B5EF4-FFF2-40B4-BE49-F238E27FC236}">
                          <a16:creationId xmlns:a16="http://schemas.microsoft.com/office/drawing/2014/main" id="{1155A260-C58A-6B98-17B5-05D0514CC2F4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948205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</p:grpSp>
            </p:grpSp>
            <p:sp>
              <p:nvSpPr>
                <p:cNvPr id="51" name="직사각형 50">
                  <a:extLst>
                    <a:ext uri="{FF2B5EF4-FFF2-40B4-BE49-F238E27FC236}">
                      <a16:creationId xmlns:a16="http://schemas.microsoft.com/office/drawing/2014/main" id="{EFEE7C21-9BE9-C3C7-2D91-F182A28C283D}"/>
                    </a:ext>
                  </a:extLst>
                </p:cNvPr>
                <p:cNvSpPr/>
                <p:nvPr/>
              </p:nvSpPr>
              <p:spPr>
                <a:xfrm>
                  <a:off x="8808029" y="5562151"/>
                  <a:ext cx="101021" cy="110836"/>
                </a:xfrm>
                <a:prstGeom prst="rect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600"/>
                </a:p>
              </p:txBody>
            </p:sp>
          </p:grpSp>
          <p:grpSp>
            <p:nvGrpSpPr>
              <p:cNvPr id="6" name="그룹 5">
                <a:extLst>
                  <a:ext uri="{FF2B5EF4-FFF2-40B4-BE49-F238E27FC236}">
                    <a16:creationId xmlns:a16="http://schemas.microsoft.com/office/drawing/2014/main" id="{7C7A8CF7-20D2-D369-EE44-BE5B903CC018}"/>
                  </a:ext>
                </a:extLst>
              </p:cNvPr>
              <p:cNvGrpSpPr/>
              <p:nvPr/>
            </p:nvGrpSpPr>
            <p:grpSpPr>
              <a:xfrm>
                <a:off x="9003883" y="4451227"/>
                <a:ext cx="796802" cy="1221760"/>
                <a:chOff x="8112248" y="4451227"/>
                <a:chExt cx="796802" cy="1221760"/>
              </a:xfrm>
            </p:grpSpPr>
            <p:grpSp>
              <p:nvGrpSpPr>
                <p:cNvPr id="37" name="그룹 36">
                  <a:extLst>
                    <a:ext uri="{FF2B5EF4-FFF2-40B4-BE49-F238E27FC236}">
                      <a16:creationId xmlns:a16="http://schemas.microsoft.com/office/drawing/2014/main" id="{FBD7F13A-CC5D-E248-C796-5EC89472844F}"/>
                    </a:ext>
                  </a:extLst>
                </p:cNvPr>
                <p:cNvGrpSpPr/>
                <p:nvPr/>
              </p:nvGrpSpPr>
              <p:grpSpPr>
                <a:xfrm>
                  <a:off x="8112248" y="4451227"/>
                  <a:ext cx="667506" cy="1221760"/>
                  <a:chOff x="8377382" y="4544293"/>
                  <a:chExt cx="667506" cy="1221760"/>
                </a:xfrm>
              </p:grpSpPr>
              <p:grpSp>
                <p:nvGrpSpPr>
                  <p:cNvPr id="40" name="그룹 39">
                    <a:extLst>
                      <a:ext uri="{FF2B5EF4-FFF2-40B4-BE49-F238E27FC236}">
                        <a16:creationId xmlns:a16="http://schemas.microsoft.com/office/drawing/2014/main" id="{03975028-4959-6065-45BD-9314CF316087}"/>
                      </a:ext>
                    </a:extLst>
                  </p:cNvPr>
                  <p:cNvGrpSpPr/>
                  <p:nvPr/>
                </p:nvGrpSpPr>
                <p:grpSpPr>
                  <a:xfrm>
                    <a:off x="8377382" y="4544293"/>
                    <a:ext cx="667504" cy="666298"/>
                    <a:chOff x="8377382" y="4544293"/>
                    <a:chExt cx="667504" cy="666298"/>
                  </a:xfrm>
                </p:grpSpPr>
                <p:sp>
                  <p:nvSpPr>
                    <p:cNvPr id="46" name="직사각형 45">
                      <a:extLst>
                        <a:ext uri="{FF2B5EF4-FFF2-40B4-BE49-F238E27FC236}">
                          <a16:creationId xmlns:a16="http://schemas.microsoft.com/office/drawing/2014/main" id="{2DDC79AD-0670-5340-512C-7A31EB10FEC6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77382" y="4673601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47" name="직사각형 46">
                      <a:extLst>
                        <a:ext uri="{FF2B5EF4-FFF2-40B4-BE49-F238E27FC236}">
                          <a16:creationId xmlns:a16="http://schemas.microsoft.com/office/drawing/2014/main" id="{D323A4D1-70DE-8F85-7514-EE8739B3CD94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392743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48" name="직사각형 47">
                      <a:extLst>
                        <a:ext uri="{FF2B5EF4-FFF2-40B4-BE49-F238E27FC236}">
                          <a16:creationId xmlns:a16="http://schemas.microsoft.com/office/drawing/2014/main" id="{2505A4BF-01DA-5B68-7513-285C22779463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34050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49" name="직사각형 48">
                      <a:extLst>
                        <a:ext uri="{FF2B5EF4-FFF2-40B4-BE49-F238E27FC236}">
                          <a16:creationId xmlns:a16="http://schemas.microsoft.com/office/drawing/2014/main" id="{D7AE802E-B14E-BBBC-9CCA-657CA25EF53C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948205"/>
                      <a:ext cx="110836" cy="413936"/>
                    </a:xfrm>
                    <a:prstGeom prst="rect">
                      <a:avLst/>
                    </a:prstGeom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</p:grpSp>
              <p:grpSp>
                <p:nvGrpSpPr>
                  <p:cNvPr id="41" name="그룹 40">
                    <a:extLst>
                      <a:ext uri="{FF2B5EF4-FFF2-40B4-BE49-F238E27FC236}">
                        <a16:creationId xmlns:a16="http://schemas.microsoft.com/office/drawing/2014/main" id="{4B6E7158-0E7A-4160-789B-978D002FF7DB}"/>
                      </a:ext>
                    </a:extLst>
                  </p:cNvPr>
                  <p:cNvGrpSpPr/>
                  <p:nvPr/>
                </p:nvGrpSpPr>
                <p:grpSpPr>
                  <a:xfrm>
                    <a:off x="8377384" y="5099755"/>
                    <a:ext cx="667504" cy="666298"/>
                    <a:chOff x="8377382" y="4544293"/>
                    <a:chExt cx="667504" cy="666298"/>
                  </a:xfrm>
                </p:grpSpPr>
                <p:sp>
                  <p:nvSpPr>
                    <p:cNvPr id="42" name="직사각형 41">
                      <a:extLst>
                        <a:ext uri="{FF2B5EF4-FFF2-40B4-BE49-F238E27FC236}">
                          <a16:creationId xmlns:a16="http://schemas.microsoft.com/office/drawing/2014/main" id="{C0435B83-F95A-B736-7263-6FD71EFB9FD8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77382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43" name="직사각형 42">
                      <a:extLst>
                        <a:ext uri="{FF2B5EF4-FFF2-40B4-BE49-F238E27FC236}">
                          <a16:creationId xmlns:a16="http://schemas.microsoft.com/office/drawing/2014/main" id="{864961BD-E9ED-0CB9-F42D-3BCDF9AADC19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392743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44" name="직사각형 43">
                      <a:extLst>
                        <a:ext uri="{FF2B5EF4-FFF2-40B4-BE49-F238E27FC236}">
                          <a16:creationId xmlns:a16="http://schemas.microsoft.com/office/drawing/2014/main" id="{7589CC84-FC26-87D2-935A-006A590CC9D7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34050" y="4673601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45" name="직사각형 44">
                      <a:extLst>
                        <a:ext uri="{FF2B5EF4-FFF2-40B4-BE49-F238E27FC236}">
                          <a16:creationId xmlns:a16="http://schemas.microsoft.com/office/drawing/2014/main" id="{B06CB83F-AA2A-9E71-FE04-34C4D9583546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948205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</p:grpSp>
            </p:grpSp>
            <p:sp>
              <p:nvSpPr>
                <p:cNvPr id="38" name="직사각형 37">
                  <a:extLst>
                    <a:ext uri="{FF2B5EF4-FFF2-40B4-BE49-F238E27FC236}">
                      <a16:creationId xmlns:a16="http://schemas.microsoft.com/office/drawing/2014/main" id="{98E0FCDB-281D-F8F4-E5BB-A23CA9AFB99D}"/>
                    </a:ext>
                  </a:extLst>
                </p:cNvPr>
                <p:cNvSpPr/>
                <p:nvPr/>
              </p:nvSpPr>
              <p:spPr>
                <a:xfrm>
                  <a:off x="8808029" y="5562151"/>
                  <a:ext cx="101021" cy="110836"/>
                </a:xfrm>
                <a:prstGeom prst="rect">
                  <a:avLst/>
                </a:prstGeom>
                <a:solidFill>
                  <a:srgbClr val="FF0000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600"/>
                </a:p>
              </p:txBody>
            </p:sp>
          </p:grpSp>
          <p:grpSp>
            <p:nvGrpSpPr>
              <p:cNvPr id="7" name="그룹 6">
                <a:extLst>
                  <a:ext uri="{FF2B5EF4-FFF2-40B4-BE49-F238E27FC236}">
                    <a16:creationId xmlns:a16="http://schemas.microsoft.com/office/drawing/2014/main" id="{21F15F6B-DAF6-5198-E9D7-A3824E2CED35}"/>
                  </a:ext>
                </a:extLst>
              </p:cNvPr>
              <p:cNvGrpSpPr/>
              <p:nvPr/>
            </p:nvGrpSpPr>
            <p:grpSpPr>
              <a:xfrm>
                <a:off x="9935853" y="4451227"/>
                <a:ext cx="796802" cy="1221760"/>
                <a:chOff x="8112248" y="4451227"/>
                <a:chExt cx="796802" cy="1221760"/>
              </a:xfrm>
            </p:grpSpPr>
            <p:grpSp>
              <p:nvGrpSpPr>
                <p:cNvPr id="25" name="그룹 24">
                  <a:extLst>
                    <a:ext uri="{FF2B5EF4-FFF2-40B4-BE49-F238E27FC236}">
                      <a16:creationId xmlns:a16="http://schemas.microsoft.com/office/drawing/2014/main" id="{46401E6C-3C09-9E77-14C6-FD4D9F0D85C1}"/>
                    </a:ext>
                  </a:extLst>
                </p:cNvPr>
                <p:cNvGrpSpPr/>
                <p:nvPr/>
              </p:nvGrpSpPr>
              <p:grpSpPr>
                <a:xfrm>
                  <a:off x="8112248" y="4451227"/>
                  <a:ext cx="667506" cy="1221760"/>
                  <a:chOff x="8377382" y="4544293"/>
                  <a:chExt cx="667506" cy="1221760"/>
                </a:xfrm>
              </p:grpSpPr>
              <p:grpSp>
                <p:nvGrpSpPr>
                  <p:cNvPr id="27" name="그룹 26">
                    <a:extLst>
                      <a:ext uri="{FF2B5EF4-FFF2-40B4-BE49-F238E27FC236}">
                        <a16:creationId xmlns:a16="http://schemas.microsoft.com/office/drawing/2014/main" id="{1D611B34-7731-CC3A-0B2E-0EC8320E587F}"/>
                      </a:ext>
                    </a:extLst>
                  </p:cNvPr>
                  <p:cNvGrpSpPr/>
                  <p:nvPr/>
                </p:nvGrpSpPr>
                <p:grpSpPr>
                  <a:xfrm>
                    <a:off x="8377382" y="4544293"/>
                    <a:ext cx="667504" cy="666298"/>
                    <a:chOff x="8377382" y="4544293"/>
                    <a:chExt cx="667504" cy="666298"/>
                  </a:xfrm>
                </p:grpSpPr>
                <p:sp>
                  <p:nvSpPr>
                    <p:cNvPr id="33" name="직사각형 32">
                      <a:extLst>
                        <a:ext uri="{FF2B5EF4-FFF2-40B4-BE49-F238E27FC236}">
                          <a16:creationId xmlns:a16="http://schemas.microsoft.com/office/drawing/2014/main" id="{8E49F02C-C652-1FE0-C18C-F7DA1E4331DC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77382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34" name="직사각형 33">
                      <a:extLst>
                        <a:ext uri="{FF2B5EF4-FFF2-40B4-BE49-F238E27FC236}">
                          <a16:creationId xmlns:a16="http://schemas.microsoft.com/office/drawing/2014/main" id="{A0B65D39-EDB5-78D0-C41C-5D73400BF9FE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392743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35" name="직사각형 34">
                      <a:extLst>
                        <a:ext uri="{FF2B5EF4-FFF2-40B4-BE49-F238E27FC236}">
                          <a16:creationId xmlns:a16="http://schemas.microsoft.com/office/drawing/2014/main" id="{5AAC602D-5BEF-848D-6AF5-ED357F34DB37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34050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36" name="직사각형 35">
                      <a:extLst>
                        <a:ext uri="{FF2B5EF4-FFF2-40B4-BE49-F238E27FC236}">
                          <a16:creationId xmlns:a16="http://schemas.microsoft.com/office/drawing/2014/main" id="{CCBBAF80-0EDE-B31E-CC1A-5906F4F6840A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948205"/>
                      <a:ext cx="110836" cy="413936"/>
                    </a:xfrm>
                    <a:prstGeom prst="rect">
                      <a:avLst/>
                    </a:prstGeom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</p:grpSp>
              <p:grpSp>
                <p:nvGrpSpPr>
                  <p:cNvPr id="28" name="그룹 27">
                    <a:extLst>
                      <a:ext uri="{FF2B5EF4-FFF2-40B4-BE49-F238E27FC236}">
                        <a16:creationId xmlns:a16="http://schemas.microsoft.com/office/drawing/2014/main" id="{55CD4184-43B4-4F22-C772-0175B6B7B797}"/>
                      </a:ext>
                    </a:extLst>
                  </p:cNvPr>
                  <p:cNvGrpSpPr/>
                  <p:nvPr/>
                </p:nvGrpSpPr>
                <p:grpSpPr>
                  <a:xfrm>
                    <a:off x="8377384" y="5099755"/>
                    <a:ext cx="667504" cy="666298"/>
                    <a:chOff x="8377382" y="4544293"/>
                    <a:chExt cx="667504" cy="666298"/>
                  </a:xfrm>
                </p:grpSpPr>
                <p:sp>
                  <p:nvSpPr>
                    <p:cNvPr id="29" name="직사각형 28">
                      <a:extLst>
                        <a:ext uri="{FF2B5EF4-FFF2-40B4-BE49-F238E27FC236}">
                          <a16:creationId xmlns:a16="http://schemas.microsoft.com/office/drawing/2014/main" id="{AA29D369-E54F-2959-6ECA-5FF6E07A4F14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77382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30" name="직사각형 29">
                      <a:extLst>
                        <a:ext uri="{FF2B5EF4-FFF2-40B4-BE49-F238E27FC236}">
                          <a16:creationId xmlns:a16="http://schemas.microsoft.com/office/drawing/2014/main" id="{174DA2AA-325B-A538-611D-4D2518A0BF2F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392743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31" name="직사각형 30">
                      <a:extLst>
                        <a:ext uri="{FF2B5EF4-FFF2-40B4-BE49-F238E27FC236}">
                          <a16:creationId xmlns:a16="http://schemas.microsoft.com/office/drawing/2014/main" id="{1707BD88-46D9-6ABC-3275-030A1981B4E4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34050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32" name="직사각형 31">
                      <a:extLst>
                        <a:ext uri="{FF2B5EF4-FFF2-40B4-BE49-F238E27FC236}">
                          <a16:creationId xmlns:a16="http://schemas.microsoft.com/office/drawing/2014/main" id="{47B74351-DA1B-694A-B020-6D79659CB3F7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948205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</p:grpSp>
            </p:grpSp>
            <p:sp>
              <p:nvSpPr>
                <p:cNvPr id="26" name="직사각형 25">
                  <a:extLst>
                    <a:ext uri="{FF2B5EF4-FFF2-40B4-BE49-F238E27FC236}">
                      <a16:creationId xmlns:a16="http://schemas.microsoft.com/office/drawing/2014/main" id="{719BD912-A503-B980-A343-06B14F68F28A}"/>
                    </a:ext>
                  </a:extLst>
                </p:cNvPr>
                <p:cNvSpPr/>
                <p:nvPr/>
              </p:nvSpPr>
              <p:spPr>
                <a:xfrm>
                  <a:off x="8808029" y="5562151"/>
                  <a:ext cx="101021" cy="110836"/>
                </a:xfrm>
                <a:prstGeom prst="rect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600"/>
                </a:p>
              </p:txBody>
            </p:sp>
          </p:grpSp>
          <p:grpSp>
            <p:nvGrpSpPr>
              <p:cNvPr id="8" name="그룹 7">
                <a:extLst>
                  <a:ext uri="{FF2B5EF4-FFF2-40B4-BE49-F238E27FC236}">
                    <a16:creationId xmlns:a16="http://schemas.microsoft.com/office/drawing/2014/main" id="{78B42CBE-7F43-9C52-6AA2-A4E09B11434C}"/>
                  </a:ext>
                </a:extLst>
              </p:cNvPr>
              <p:cNvGrpSpPr/>
              <p:nvPr/>
            </p:nvGrpSpPr>
            <p:grpSpPr>
              <a:xfrm>
                <a:off x="10845365" y="4451227"/>
                <a:ext cx="796802" cy="1221760"/>
                <a:chOff x="8112248" y="4451227"/>
                <a:chExt cx="796802" cy="1221760"/>
              </a:xfrm>
            </p:grpSpPr>
            <p:grpSp>
              <p:nvGrpSpPr>
                <p:cNvPr id="9" name="그룹 8">
                  <a:extLst>
                    <a:ext uri="{FF2B5EF4-FFF2-40B4-BE49-F238E27FC236}">
                      <a16:creationId xmlns:a16="http://schemas.microsoft.com/office/drawing/2014/main" id="{9F1AC7F5-20DF-B286-F848-B683AF8A3C76}"/>
                    </a:ext>
                  </a:extLst>
                </p:cNvPr>
                <p:cNvGrpSpPr/>
                <p:nvPr/>
              </p:nvGrpSpPr>
              <p:grpSpPr>
                <a:xfrm>
                  <a:off x="8112248" y="4451227"/>
                  <a:ext cx="667506" cy="1221760"/>
                  <a:chOff x="8377382" y="4544293"/>
                  <a:chExt cx="667506" cy="1221760"/>
                </a:xfrm>
              </p:grpSpPr>
              <p:grpSp>
                <p:nvGrpSpPr>
                  <p:cNvPr id="11" name="그룹 10">
                    <a:extLst>
                      <a:ext uri="{FF2B5EF4-FFF2-40B4-BE49-F238E27FC236}">
                        <a16:creationId xmlns:a16="http://schemas.microsoft.com/office/drawing/2014/main" id="{CBBE92B1-12FE-158E-8DBF-EDA55E0E74AF}"/>
                      </a:ext>
                    </a:extLst>
                  </p:cNvPr>
                  <p:cNvGrpSpPr/>
                  <p:nvPr/>
                </p:nvGrpSpPr>
                <p:grpSpPr>
                  <a:xfrm>
                    <a:off x="8377382" y="4544293"/>
                    <a:ext cx="667504" cy="666298"/>
                    <a:chOff x="8377382" y="4544293"/>
                    <a:chExt cx="667504" cy="666298"/>
                  </a:xfrm>
                </p:grpSpPr>
                <p:sp>
                  <p:nvSpPr>
                    <p:cNvPr id="21" name="직사각형 20">
                      <a:extLst>
                        <a:ext uri="{FF2B5EF4-FFF2-40B4-BE49-F238E27FC236}">
                          <a16:creationId xmlns:a16="http://schemas.microsoft.com/office/drawing/2014/main" id="{6357717B-7D9B-4178-CA85-27F9430A9EF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77382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22" name="직사각형 21">
                      <a:extLst>
                        <a:ext uri="{FF2B5EF4-FFF2-40B4-BE49-F238E27FC236}">
                          <a16:creationId xmlns:a16="http://schemas.microsoft.com/office/drawing/2014/main" id="{704F0DA4-8B31-CBB0-63F3-F085827969A0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392743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23" name="직사각형 22">
                      <a:extLst>
                        <a:ext uri="{FF2B5EF4-FFF2-40B4-BE49-F238E27FC236}">
                          <a16:creationId xmlns:a16="http://schemas.microsoft.com/office/drawing/2014/main" id="{0A16476E-8791-E2BB-D2C6-071D78F185A4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34050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24" name="직사각형 23">
                      <a:extLst>
                        <a:ext uri="{FF2B5EF4-FFF2-40B4-BE49-F238E27FC236}">
                          <a16:creationId xmlns:a16="http://schemas.microsoft.com/office/drawing/2014/main" id="{7A8CC7C7-2B55-7769-D269-AC771C40713B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948205"/>
                      <a:ext cx="110836" cy="413936"/>
                    </a:xfrm>
                    <a:prstGeom prst="rect">
                      <a:avLst/>
                    </a:prstGeom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</p:grpSp>
              <p:grpSp>
                <p:nvGrpSpPr>
                  <p:cNvPr id="12" name="그룹 11">
                    <a:extLst>
                      <a:ext uri="{FF2B5EF4-FFF2-40B4-BE49-F238E27FC236}">
                        <a16:creationId xmlns:a16="http://schemas.microsoft.com/office/drawing/2014/main" id="{5751BAC6-CB4B-3299-4A3F-C7CF45A79D09}"/>
                      </a:ext>
                    </a:extLst>
                  </p:cNvPr>
                  <p:cNvGrpSpPr/>
                  <p:nvPr/>
                </p:nvGrpSpPr>
                <p:grpSpPr>
                  <a:xfrm>
                    <a:off x="8377384" y="5099755"/>
                    <a:ext cx="667504" cy="666298"/>
                    <a:chOff x="8377382" y="4544293"/>
                    <a:chExt cx="667504" cy="666298"/>
                  </a:xfrm>
                </p:grpSpPr>
                <p:sp>
                  <p:nvSpPr>
                    <p:cNvPr id="13" name="직사각형 12">
                      <a:extLst>
                        <a:ext uri="{FF2B5EF4-FFF2-40B4-BE49-F238E27FC236}">
                          <a16:creationId xmlns:a16="http://schemas.microsoft.com/office/drawing/2014/main" id="{76B7A22B-F0A7-B6AA-51EF-F9A4BE38C617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77382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14" name="직사각형 13">
                      <a:extLst>
                        <a:ext uri="{FF2B5EF4-FFF2-40B4-BE49-F238E27FC236}">
                          <a16:creationId xmlns:a16="http://schemas.microsoft.com/office/drawing/2014/main" id="{FDA647CC-DEE9-A080-17AF-4C9B310AA2D1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392743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16" name="직사각형 15">
                      <a:extLst>
                        <a:ext uri="{FF2B5EF4-FFF2-40B4-BE49-F238E27FC236}">
                          <a16:creationId xmlns:a16="http://schemas.microsoft.com/office/drawing/2014/main" id="{DABFC0CA-90C0-04B6-E46E-4E7980ADADCB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34050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20" name="직사각형 19">
                      <a:extLst>
                        <a:ext uri="{FF2B5EF4-FFF2-40B4-BE49-F238E27FC236}">
                          <a16:creationId xmlns:a16="http://schemas.microsoft.com/office/drawing/2014/main" id="{9F55BFF3-3BFD-E44F-F304-8B497F59BAD9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948205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</p:grpSp>
            </p:grpSp>
            <p:sp>
              <p:nvSpPr>
                <p:cNvPr id="10" name="직사각형 9">
                  <a:extLst>
                    <a:ext uri="{FF2B5EF4-FFF2-40B4-BE49-F238E27FC236}">
                      <a16:creationId xmlns:a16="http://schemas.microsoft.com/office/drawing/2014/main" id="{0352F7D1-107B-CDD0-C1F4-44F47A4D5297}"/>
                    </a:ext>
                  </a:extLst>
                </p:cNvPr>
                <p:cNvSpPr/>
                <p:nvPr/>
              </p:nvSpPr>
              <p:spPr>
                <a:xfrm>
                  <a:off x="8808029" y="5562151"/>
                  <a:ext cx="101021" cy="110836"/>
                </a:xfrm>
                <a:prstGeom prst="rect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600"/>
                </a:p>
              </p:txBody>
            </p:sp>
          </p:grpSp>
        </p:grpSp>
      </p:grpSp>
      <p:pic>
        <p:nvPicPr>
          <p:cNvPr id="64" name="그림 63">
            <a:extLst>
              <a:ext uri="{FF2B5EF4-FFF2-40B4-BE49-F238E27FC236}">
                <a16:creationId xmlns:a16="http://schemas.microsoft.com/office/drawing/2014/main" id="{2695BD52-4065-B9D9-BFCA-C7708524431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6049" y="1308858"/>
            <a:ext cx="8489785" cy="4482507"/>
          </a:xfrm>
          <a:prstGeom prst="rect">
            <a:avLst/>
          </a:prstGeom>
        </p:spPr>
      </p:pic>
      <p:sp>
        <p:nvSpPr>
          <p:cNvPr id="74" name="직사각형 73">
            <a:extLst>
              <a:ext uri="{FF2B5EF4-FFF2-40B4-BE49-F238E27FC236}">
                <a16:creationId xmlns:a16="http://schemas.microsoft.com/office/drawing/2014/main" id="{E173740E-04C8-56C3-9246-3AB6AFB89B5D}"/>
              </a:ext>
            </a:extLst>
          </p:cNvPr>
          <p:cNvSpPr/>
          <p:nvPr/>
        </p:nvSpPr>
        <p:spPr>
          <a:xfrm>
            <a:off x="262146" y="3785786"/>
            <a:ext cx="737976" cy="290914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72" name="그룹 71">
            <a:extLst>
              <a:ext uri="{FF2B5EF4-FFF2-40B4-BE49-F238E27FC236}">
                <a16:creationId xmlns:a16="http://schemas.microsoft.com/office/drawing/2014/main" id="{052C7965-FC5E-96D9-999B-3773A46E8650}"/>
              </a:ext>
            </a:extLst>
          </p:cNvPr>
          <p:cNvGrpSpPr/>
          <p:nvPr/>
        </p:nvGrpSpPr>
        <p:grpSpPr>
          <a:xfrm>
            <a:off x="3477054" y="2867816"/>
            <a:ext cx="1193800" cy="973934"/>
            <a:chOff x="3477054" y="2886866"/>
            <a:chExt cx="1193800" cy="783434"/>
          </a:xfrm>
        </p:grpSpPr>
        <p:cxnSp>
          <p:nvCxnSpPr>
            <p:cNvPr id="62" name="직선 화살표 연결선 61">
              <a:extLst>
                <a:ext uri="{FF2B5EF4-FFF2-40B4-BE49-F238E27FC236}">
                  <a16:creationId xmlns:a16="http://schemas.microsoft.com/office/drawing/2014/main" id="{D87563D4-A74B-8003-FA74-A8D367760FEA}"/>
                </a:ext>
              </a:extLst>
            </p:cNvPr>
            <p:cNvCxnSpPr>
              <a:cxnSpLocks/>
            </p:cNvCxnSpPr>
            <p:nvPr/>
          </p:nvCxnSpPr>
          <p:spPr>
            <a:xfrm>
              <a:off x="3477054" y="2899566"/>
              <a:ext cx="0" cy="770734"/>
            </a:xfrm>
            <a:prstGeom prst="straightConnector1">
              <a:avLst/>
            </a:prstGeom>
            <a:ln>
              <a:solidFill>
                <a:srgbClr val="FFFF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" name="직선 화살표 연결선 66">
              <a:extLst>
                <a:ext uri="{FF2B5EF4-FFF2-40B4-BE49-F238E27FC236}">
                  <a16:creationId xmlns:a16="http://schemas.microsoft.com/office/drawing/2014/main" id="{4BF3FD70-E250-C857-ADC7-479983CF4858}"/>
                </a:ext>
              </a:extLst>
            </p:cNvPr>
            <p:cNvCxnSpPr>
              <a:cxnSpLocks/>
            </p:cNvCxnSpPr>
            <p:nvPr/>
          </p:nvCxnSpPr>
          <p:spPr>
            <a:xfrm>
              <a:off x="4061254" y="2886866"/>
              <a:ext cx="0" cy="770734"/>
            </a:xfrm>
            <a:prstGeom prst="straightConnector1">
              <a:avLst/>
            </a:prstGeom>
            <a:ln>
              <a:solidFill>
                <a:srgbClr val="FFFF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" name="직선 화살표 연결선 67">
              <a:extLst>
                <a:ext uri="{FF2B5EF4-FFF2-40B4-BE49-F238E27FC236}">
                  <a16:creationId xmlns:a16="http://schemas.microsoft.com/office/drawing/2014/main" id="{5D445BED-FF09-0A43-FE40-124C7DB96668}"/>
                </a:ext>
              </a:extLst>
            </p:cNvPr>
            <p:cNvCxnSpPr>
              <a:cxnSpLocks/>
            </p:cNvCxnSpPr>
            <p:nvPr/>
          </p:nvCxnSpPr>
          <p:spPr>
            <a:xfrm>
              <a:off x="4670854" y="2899566"/>
              <a:ext cx="0" cy="770734"/>
            </a:xfrm>
            <a:prstGeom prst="straightConnector1">
              <a:avLst/>
            </a:prstGeom>
            <a:ln>
              <a:solidFill>
                <a:srgbClr val="FFFF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86" name="직선 화살표 연결선 85">
            <a:extLst>
              <a:ext uri="{FF2B5EF4-FFF2-40B4-BE49-F238E27FC236}">
                <a16:creationId xmlns:a16="http://schemas.microsoft.com/office/drawing/2014/main" id="{F9021ED0-0CD9-0483-26D4-2619FFB564CA}"/>
              </a:ext>
            </a:extLst>
          </p:cNvPr>
          <p:cNvCxnSpPr>
            <a:cxnSpLocks/>
          </p:cNvCxnSpPr>
          <p:nvPr/>
        </p:nvCxnSpPr>
        <p:spPr>
          <a:xfrm flipH="1">
            <a:off x="10890866" y="1763753"/>
            <a:ext cx="347486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8" name="타원 87">
            <a:extLst>
              <a:ext uri="{FF2B5EF4-FFF2-40B4-BE49-F238E27FC236}">
                <a16:creationId xmlns:a16="http://schemas.microsoft.com/office/drawing/2014/main" id="{1AECC08B-A237-BD9C-FA81-5A414ACA1701}"/>
              </a:ext>
            </a:extLst>
          </p:cNvPr>
          <p:cNvSpPr/>
          <p:nvPr/>
        </p:nvSpPr>
        <p:spPr>
          <a:xfrm>
            <a:off x="3190875" y="2874079"/>
            <a:ext cx="190498" cy="192971"/>
          </a:xfrm>
          <a:prstGeom prst="ellipse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>
                <a:solidFill>
                  <a:schemeClr val="tx1"/>
                </a:solidFill>
              </a:rPr>
              <a:t>1</a:t>
            </a:r>
            <a:endParaRPr lang="ko-KR" altLang="en-US" sz="1400">
              <a:solidFill>
                <a:schemeClr val="tx1"/>
              </a:solidFill>
            </a:endParaRPr>
          </a:p>
        </p:txBody>
      </p:sp>
      <p:sp>
        <p:nvSpPr>
          <p:cNvPr id="90" name="타원 89">
            <a:extLst>
              <a:ext uri="{FF2B5EF4-FFF2-40B4-BE49-F238E27FC236}">
                <a16:creationId xmlns:a16="http://schemas.microsoft.com/office/drawing/2014/main" id="{D0D8DB6C-F3CF-A67A-7519-BFA087BCF400}"/>
              </a:ext>
            </a:extLst>
          </p:cNvPr>
          <p:cNvSpPr/>
          <p:nvPr/>
        </p:nvSpPr>
        <p:spPr>
          <a:xfrm>
            <a:off x="3825875" y="2877341"/>
            <a:ext cx="190498" cy="192971"/>
          </a:xfrm>
          <a:prstGeom prst="ellipse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>
                <a:solidFill>
                  <a:schemeClr val="tx1"/>
                </a:solidFill>
              </a:rPr>
              <a:t>2</a:t>
            </a:r>
            <a:endParaRPr lang="ko-KR" altLang="en-US" sz="1400">
              <a:solidFill>
                <a:schemeClr val="tx1"/>
              </a:solidFill>
            </a:endParaRPr>
          </a:p>
        </p:txBody>
      </p:sp>
      <p:sp>
        <p:nvSpPr>
          <p:cNvPr id="92" name="타원 91">
            <a:extLst>
              <a:ext uri="{FF2B5EF4-FFF2-40B4-BE49-F238E27FC236}">
                <a16:creationId xmlns:a16="http://schemas.microsoft.com/office/drawing/2014/main" id="{63E8C063-070D-4503-B4C5-AEC8D855F77A}"/>
              </a:ext>
            </a:extLst>
          </p:cNvPr>
          <p:cNvSpPr/>
          <p:nvPr/>
        </p:nvSpPr>
        <p:spPr>
          <a:xfrm>
            <a:off x="4431198" y="2877341"/>
            <a:ext cx="190498" cy="192971"/>
          </a:xfrm>
          <a:prstGeom prst="ellipse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>
                <a:solidFill>
                  <a:schemeClr val="tx1"/>
                </a:solidFill>
              </a:rPr>
              <a:t>3</a:t>
            </a:r>
            <a:endParaRPr lang="ko-KR" altLang="en-US" sz="1400">
              <a:solidFill>
                <a:schemeClr val="tx1"/>
              </a:solidFill>
            </a:endParaRPr>
          </a:p>
        </p:txBody>
      </p:sp>
      <p:sp>
        <p:nvSpPr>
          <p:cNvPr id="99" name="타원 98">
            <a:extLst>
              <a:ext uri="{FF2B5EF4-FFF2-40B4-BE49-F238E27FC236}">
                <a16:creationId xmlns:a16="http://schemas.microsoft.com/office/drawing/2014/main" id="{4651F755-573F-C622-80B0-68572C1F3E3B}"/>
              </a:ext>
            </a:extLst>
          </p:cNvPr>
          <p:cNvSpPr/>
          <p:nvPr/>
        </p:nvSpPr>
        <p:spPr>
          <a:xfrm>
            <a:off x="11000229" y="1839319"/>
            <a:ext cx="190498" cy="192971"/>
          </a:xfrm>
          <a:prstGeom prst="ellipse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>
                <a:solidFill>
                  <a:schemeClr val="tx1"/>
                </a:solidFill>
              </a:rPr>
              <a:t>1</a:t>
            </a:r>
            <a:endParaRPr lang="ko-KR" altLang="en-US" sz="1400">
              <a:solidFill>
                <a:schemeClr val="tx1"/>
              </a:solidFill>
            </a:endParaRPr>
          </a:p>
        </p:txBody>
      </p:sp>
      <p:sp>
        <p:nvSpPr>
          <p:cNvPr id="103" name="타원 102">
            <a:extLst>
              <a:ext uri="{FF2B5EF4-FFF2-40B4-BE49-F238E27FC236}">
                <a16:creationId xmlns:a16="http://schemas.microsoft.com/office/drawing/2014/main" id="{FEED505A-8556-1AB1-6537-92F594AA7181}"/>
              </a:ext>
            </a:extLst>
          </p:cNvPr>
          <p:cNvSpPr/>
          <p:nvPr/>
        </p:nvSpPr>
        <p:spPr>
          <a:xfrm>
            <a:off x="10649170" y="5690001"/>
            <a:ext cx="190498" cy="192971"/>
          </a:xfrm>
          <a:prstGeom prst="ellipse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>
                <a:solidFill>
                  <a:schemeClr val="tx1"/>
                </a:solidFill>
              </a:rPr>
              <a:t>3</a:t>
            </a:r>
            <a:endParaRPr lang="ko-KR" altLang="en-US" sz="1400">
              <a:solidFill>
                <a:schemeClr val="tx1"/>
              </a:solidFill>
            </a:endParaRPr>
          </a:p>
        </p:txBody>
      </p:sp>
      <p:cxnSp>
        <p:nvCxnSpPr>
          <p:cNvPr id="105" name="직선 화살표 연결선 104">
            <a:extLst>
              <a:ext uri="{FF2B5EF4-FFF2-40B4-BE49-F238E27FC236}">
                <a16:creationId xmlns:a16="http://schemas.microsoft.com/office/drawing/2014/main" id="{2C634563-FAF8-C311-6DD1-491E971E9D05}"/>
              </a:ext>
            </a:extLst>
          </p:cNvPr>
          <p:cNvCxnSpPr>
            <a:cxnSpLocks/>
          </p:cNvCxnSpPr>
          <p:nvPr/>
        </p:nvCxnSpPr>
        <p:spPr>
          <a:xfrm flipV="1">
            <a:off x="10734675" y="1639928"/>
            <a:ext cx="0" cy="560347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직선 화살표 연결선 106">
            <a:extLst>
              <a:ext uri="{FF2B5EF4-FFF2-40B4-BE49-F238E27FC236}">
                <a16:creationId xmlns:a16="http://schemas.microsoft.com/office/drawing/2014/main" id="{272F8187-B0D1-7DEA-2E50-A96163EB59CC}"/>
              </a:ext>
            </a:extLst>
          </p:cNvPr>
          <p:cNvCxnSpPr>
            <a:cxnSpLocks/>
          </p:cNvCxnSpPr>
          <p:nvPr/>
        </p:nvCxnSpPr>
        <p:spPr>
          <a:xfrm flipV="1">
            <a:off x="11395206" y="1651081"/>
            <a:ext cx="0" cy="560347"/>
          </a:xfrm>
          <a:prstGeom prst="straightConnector1">
            <a:avLst/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11" name="그룹 110">
            <a:extLst>
              <a:ext uri="{FF2B5EF4-FFF2-40B4-BE49-F238E27FC236}">
                <a16:creationId xmlns:a16="http://schemas.microsoft.com/office/drawing/2014/main" id="{B6B93B01-7326-B681-F209-0DCD69FCB4A7}"/>
              </a:ext>
            </a:extLst>
          </p:cNvPr>
          <p:cNvGrpSpPr/>
          <p:nvPr/>
        </p:nvGrpSpPr>
        <p:grpSpPr>
          <a:xfrm>
            <a:off x="8896405" y="2452463"/>
            <a:ext cx="2860497" cy="994910"/>
            <a:chOff x="8147507" y="4717048"/>
            <a:chExt cx="2860497" cy="994910"/>
          </a:xfrm>
        </p:grpSpPr>
        <p:sp>
          <p:nvSpPr>
            <p:cNvPr id="112" name="직사각형 111">
              <a:extLst>
                <a:ext uri="{FF2B5EF4-FFF2-40B4-BE49-F238E27FC236}">
                  <a16:creationId xmlns:a16="http://schemas.microsoft.com/office/drawing/2014/main" id="{4530CDF5-4679-AADF-989E-E3EC575ED0A1}"/>
                </a:ext>
              </a:extLst>
            </p:cNvPr>
            <p:cNvSpPr/>
            <p:nvPr/>
          </p:nvSpPr>
          <p:spPr>
            <a:xfrm>
              <a:off x="8147507" y="4717048"/>
              <a:ext cx="2860497" cy="994910"/>
            </a:xfrm>
            <a:prstGeom prst="rect">
              <a:avLst/>
            </a:prstGeom>
            <a:solidFill>
              <a:schemeClr val="tx1">
                <a:lumMod val="65000"/>
                <a:lumOff val="3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113" name="그룹 112">
              <a:extLst>
                <a:ext uri="{FF2B5EF4-FFF2-40B4-BE49-F238E27FC236}">
                  <a16:creationId xmlns:a16="http://schemas.microsoft.com/office/drawing/2014/main" id="{1A0B16D2-04B8-320F-21F5-AD01CE191F0F}"/>
                </a:ext>
              </a:extLst>
            </p:cNvPr>
            <p:cNvGrpSpPr/>
            <p:nvPr/>
          </p:nvGrpSpPr>
          <p:grpSpPr>
            <a:xfrm>
              <a:off x="8408334" y="4819650"/>
              <a:ext cx="2500334" cy="808179"/>
              <a:chOff x="8112248" y="4451227"/>
              <a:chExt cx="3529919" cy="1221760"/>
            </a:xfrm>
          </p:grpSpPr>
          <p:grpSp>
            <p:nvGrpSpPr>
              <p:cNvPr id="114" name="그룹 113">
                <a:extLst>
                  <a:ext uri="{FF2B5EF4-FFF2-40B4-BE49-F238E27FC236}">
                    <a16:creationId xmlns:a16="http://schemas.microsoft.com/office/drawing/2014/main" id="{E76440D5-630B-CEA9-92FD-AA2F85BB77C9}"/>
                  </a:ext>
                </a:extLst>
              </p:cNvPr>
              <p:cNvGrpSpPr/>
              <p:nvPr/>
            </p:nvGrpSpPr>
            <p:grpSpPr>
              <a:xfrm>
                <a:off x="8112248" y="4451227"/>
                <a:ext cx="796802" cy="1221760"/>
                <a:chOff x="8112248" y="4451227"/>
                <a:chExt cx="796802" cy="1221760"/>
              </a:xfrm>
            </p:grpSpPr>
            <p:grpSp>
              <p:nvGrpSpPr>
                <p:cNvPr id="154" name="그룹 153">
                  <a:extLst>
                    <a:ext uri="{FF2B5EF4-FFF2-40B4-BE49-F238E27FC236}">
                      <a16:creationId xmlns:a16="http://schemas.microsoft.com/office/drawing/2014/main" id="{75F5F11F-431F-EF14-1E65-5E79565C4B29}"/>
                    </a:ext>
                  </a:extLst>
                </p:cNvPr>
                <p:cNvGrpSpPr/>
                <p:nvPr/>
              </p:nvGrpSpPr>
              <p:grpSpPr>
                <a:xfrm>
                  <a:off x="8112248" y="4451227"/>
                  <a:ext cx="667506" cy="1221760"/>
                  <a:chOff x="8377382" y="4544293"/>
                  <a:chExt cx="667506" cy="1221760"/>
                </a:xfrm>
              </p:grpSpPr>
              <p:grpSp>
                <p:nvGrpSpPr>
                  <p:cNvPr id="156" name="그룹 155">
                    <a:extLst>
                      <a:ext uri="{FF2B5EF4-FFF2-40B4-BE49-F238E27FC236}">
                        <a16:creationId xmlns:a16="http://schemas.microsoft.com/office/drawing/2014/main" id="{E6ACFCF9-45BB-2189-04F9-809AD3F6AE2B}"/>
                      </a:ext>
                    </a:extLst>
                  </p:cNvPr>
                  <p:cNvGrpSpPr/>
                  <p:nvPr/>
                </p:nvGrpSpPr>
                <p:grpSpPr>
                  <a:xfrm>
                    <a:off x="8377382" y="4544293"/>
                    <a:ext cx="667504" cy="666298"/>
                    <a:chOff x="8377382" y="4544293"/>
                    <a:chExt cx="667504" cy="666298"/>
                  </a:xfrm>
                </p:grpSpPr>
                <p:sp>
                  <p:nvSpPr>
                    <p:cNvPr id="162" name="직사각형 161">
                      <a:extLst>
                        <a:ext uri="{FF2B5EF4-FFF2-40B4-BE49-F238E27FC236}">
                          <a16:creationId xmlns:a16="http://schemas.microsoft.com/office/drawing/2014/main" id="{A7525624-F2E0-1206-8F12-AACBB94FAC14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77382" y="4673601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163" name="직사각형 162">
                      <a:extLst>
                        <a:ext uri="{FF2B5EF4-FFF2-40B4-BE49-F238E27FC236}">
                          <a16:creationId xmlns:a16="http://schemas.microsoft.com/office/drawing/2014/main" id="{1B45B334-15FD-3269-2077-D271D41C9722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392743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164" name="직사각형 163">
                      <a:extLst>
                        <a:ext uri="{FF2B5EF4-FFF2-40B4-BE49-F238E27FC236}">
                          <a16:creationId xmlns:a16="http://schemas.microsoft.com/office/drawing/2014/main" id="{9E776F7B-F364-F512-8018-83A97A34B85A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34050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165" name="직사각형 164">
                      <a:extLst>
                        <a:ext uri="{FF2B5EF4-FFF2-40B4-BE49-F238E27FC236}">
                          <a16:creationId xmlns:a16="http://schemas.microsoft.com/office/drawing/2014/main" id="{1301D7B0-61C0-DB67-0291-93FB0FDA0F10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948205"/>
                      <a:ext cx="110836" cy="413936"/>
                    </a:xfrm>
                    <a:prstGeom prst="rect">
                      <a:avLst/>
                    </a:prstGeom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</p:grpSp>
              <p:grpSp>
                <p:nvGrpSpPr>
                  <p:cNvPr id="157" name="그룹 156">
                    <a:extLst>
                      <a:ext uri="{FF2B5EF4-FFF2-40B4-BE49-F238E27FC236}">
                        <a16:creationId xmlns:a16="http://schemas.microsoft.com/office/drawing/2014/main" id="{D3FD3899-0CAF-02FC-31BF-52C223163B8D}"/>
                      </a:ext>
                    </a:extLst>
                  </p:cNvPr>
                  <p:cNvGrpSpPr/>
                  <p:nvPr/>
                </p:nvGrpSpPr>
                <p:grpSpPr>
                  <a:xfrm>
                    <a:off x="8377384" y="5099755"/>
                    <a:ext cx="667504" cy="666298"/>
                    <a:chOff x="8377382" y="4544293"/>
                    <a:chExt cx="667504" cy="666298"/>
                  </a:xfrm>
                </p:grpSpPr>
                <p:sp>
                  <p:nvSpPr>
                    <p:cNvPr id="158" name="직사각형 157">
                      <a:extLst>
                        <a:ext uri="{FF2B5EF4-FFF2-40B4-BE49-F238E27FC236}">
                          <a16:creationId xmlns:a16="http://schemas.microsoft.com/office/drawing/2014/main" id="{8B657E43-DB4F-7E14-92B7-2F0E734E73F4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77382" y="4673601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159" name="직사각형 158">
                      <a:extLst>
                        <a:ext uri="{FF2B5EF4-FFF2-40B4-BE49-F238E27FC236}">
                          <a16:creationId xmlns:a16="http://schemas.microsoft.com/office/drawing/2014/main" id="{34155B73-CBF4-0DE7-669E-2954B9E15B0F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392743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160" name="직사각형 159">
                      <a:extLst>
                        <a:ext uri="{FF2B5EF4-FFF2-40B4-BE49-F238E27FC236}">
                          <a16:creationId xmlns:a16="http://schemas.microsoft.com/office/drawing/2014/main" id="{1D7A4FA8-EE51-01F1-D5E8-16DBA008C07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34050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161" name="직사각형 160">
                      <a:extLst>
                        <a:ext uri="{FF2B5EF4-FFF2-40B4-BE49-F238E27FC236}">
                          <a16:creationId xmlns:a16="http://schemas.microsoft.com/office/drawing/2014/main" id="{9AB05276-CD56-E462-31CA-D1DBB8CA0DB9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948205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</p:grpSp>
            </p:grpSp>
            <p:sp>
              <p:nvSpPr>
                <p:cNvPr id="155" name="직사각형 154">
                  <a:extLst>
                    <a:ext uri="{FF2B5EF4-FFF2-40B4-BE49-F238E27FC236}">
                      <a16:creationId xmlns:a16="http://schemas.microsoft.com/office/drawing/2014/main" id="{DCE9DC48-208E-2C2A-173B-950B4A2F1EDF}"/>
                    </a:ext>
                  </a:extLst>
                </p:cNvPr>
                <p:cNvSpPr/>
                <p:nvPr/>
              </p:nvSpPr>
              <p:spPr>
                <a:xfrm>
                  <a:off x="8808029" y="5562151"/>
                  <a:ext cx="101021" cy="110836"/>
                </a:xfrm>
                <a:prstGeom prst="rect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600"/>
                </a:p>
              </p:txBody>
            </p:sp>
          </p:grpSp>
          <p:grpSp>
            <p:nvGrpSpPr>
              <p:cNvPr id="115" name="그룹 114">
                <a:extLst>
                  <a:ext uri="{FF2B5EF4-FFF2-40B4-BE49-F238E27FC236}">
                    <a16:creationId xmlns:a16="http://schemas.microsoft.com/office/drawing/2014/main" id="{85375DFF-E941-BC85-2124-2A7E46282BD7}"/>
                  </a:ext>
                </a:extLst>
              </p:cNvPr>
              <p:cNvGrpSpPr/>
              <p:nvPr/>
            </p:nvGrpSpPr>
            <p:grpSpPr>
              <a:xfrm>
                <a:off x="9003883" y="4451227"/>
                <a:ext cx="796802" cy="1221760"/>
                <a:chOff x="8112248" y="4451227"/>
                <a:chExt cx="796802" cy="1221760"/>
              </a:xfrm>
            </p:grpSpPr>
            <p:grpSp>
              <p:nvGrpSpPr>
                <p:cNvPr id="142" name="그룹 141">
                  <a:extLst>
                    <a:ext uri="{FF2B5EF4-FFF2-40B4-BE49-F238E27FC236}">
                      <a16:creationId xmlns:a16="http://schemas.microsoft.com/office/drawing/2014/main" id="{2621CC80-407B-B0A2-6418-ED9388EC1853}"/>
                    </a:ext>
                  </a:extLst>
                </p:cNvPr>
                <p:cNvGrpSpPr/>
                <p:nvPr/>
              </p:nvGrpSpPr>
              <p:grpSpPr>
                <a:xfrm>
                  <a:off x="8112248" y="4451227"/>
                  <a:ext cx="667506" cy="1221760"/>
                  <a:chOff x="8377382" y="4544293"/>
                  <a:chExt cx="667506" cy="1221760"/>
                </a:xfrm>
              </p:grpSpPr>
              <p:grpSp>
                <p:nvGrpSpPr>
                  <p:cNvPr id="144" name="그룹 143">
                    <a:extLst>
                      <a:ext uri="{FF2B5EF4-FFF2-40B4-BE49-F238E27FC236}">
                        <a16:creationId xmlns:a16="http://schemas.microsoft.com/office/drawing/2014/main" id="{6CFFF194-2385-9A5E-7327-0200A345B3F7}"/>
                      </a:ext>
                    </a:extLst>
                  </p:cNvPr>
                  <p:cNvGrpSpPr/>
                  <p:nvPr/>
                </p:nvGrpSpPr>
                <p:grpSpPr>
                  <a:xfrm>
                    <a:off x="8377382" y="4544293"/>
                    <a:ext cx="667504" cy="666298"/>
                    <a:chOff x="8377382" y="4544293"/>
                    <a:chExt cx="667504" cy="666298"/>
                  </a:xfrm>
                </p:grpSpPr>
                <p:sp>
                  <p:nvSpPr>
                    <p:cNvPr id="150" name="직사각형 149">
                      <a:extLst>
                        <a:ext uri="{FF2B5EF4-FFF2-40B4-BE49-F238E27FC236}">
                          <a16:creationId xmlns:a16="http://schemas.microsoft.com/office/drawing/2014/main" id="{2AD74571-FFC0-6350-A513-973C7CE08914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77382" y="4673601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151" name="직사각형 150">
                      <a:extLst>
                        <a:ext uri="{FF2B5EF4-FFF2-40B4-BE49-F238E27FC236}">
                          <a16:creationId xmlns:a16="http://schemas.microsoft.com/office/drawing/2014/main" id="{BE950CA7-5549-9E6A-26B3-56E59CB373B1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392743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152" name="직사각형 151">
                      <a:extLst>
                        <a:ext uri="{FF2B5EF4-FFF2-40B4-BE49-F238E27FC236}">
                          <a16:creationId xmlns:a16="http://schemas.microsoft.com/office/drawing/2014/main" id="{F8868142-7FDF-4DF0-8D2D-7C421FE5FE8E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34050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153" name="직사각형 152">
                      <a:extLst>
                        <a:ext uri="{FF2B5EF4-FFF2-40B4-BE49-F238E27FC236}">
                          <a16:creationId xmlns:a16="http://schemas.microsoft.com/office/drawing/2014/main" id="{EF0DE6E6-2DC8-2922-F039-B34B2CFD7611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948205"/>
                      <a:ext cx="110836" cy="413936"/>
                    </a:xfrm>
                    <a:prstGeom prst="rect">
                      <a:avLst/>
                    </a:prstGeom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</p:grpSp>
              <p:grpSp>
                <p:nvGrpSpPr>
                  <p:cNvPr id="145" name="그룹 144">
                    <a:extLst>
                      <a:ext uri="{FF2B5EF4-FFF2-40B4-BE49-F238E27FC236}">
                        <a16:creationId xmlns:a16="http://schemas.microsoft.com/office/drawing/2014/main" id="{1014E714-EFA1-596D-68E3-527EB088D8AC}"/>
                      </a:ext>
                    </a:extLst>
                  </p:cNvPr>
                  <p:cNvGrpSpPr/>
                  <p:nvPr/>
                </p:nvGrpSpPr>
                <p:grpSpPr>
                  <a:xfrm>
                    <a:off x="8377384" y="5099755"/>
                    <a:ext cx="667504" cy="666298"/>
                    <a:chOff x="8377382" y="4544293"/>
                    <a:chExt cx="667504" cy="666298"/>
                  </a:xfrm>
                </p:grpSpPr>
                <p:sp>
                  <p:nvSpPr>
                    <p:cNvPr id="146" name="직사각형 145">
                      <a:extLst>
                        <a:ext uri="{FF2B5EF4-FFF2-40B4-BE49-F238E27FC236}">
                          <a16:creationId xmlns:a16="http://schemas.microsoft.com/office/drawing/2014/main" id="{8B7CEDCF-4FDC-DB58-8F40-BDBDC59EE5B9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77382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147" name="직사각형 146">
                      <a:extLst>
                        <a:ext uri="{FF2B5EF4-FFF2-40B4-BE49-F238E27FC236}">
                          <a16:creationId xmlns:a16="http://schemas.microsoft.com/office/drawing/2014/main" id="{0DEFA5D3-A281-368C-29B6-125C7994360E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392743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148" name="직사각형 147">
                      <a:extLst>
                        <a:ext uri="{FF2B5EF4-FFF2-40B4-BE49-F238E27FC236}">
                          <a16:creationId xmlns:a16="http://schemas.microsoft.com/office/drawing/2014/main" id="{E679B098-A2BF-3F99-EDEF-B2AEBC5CB6B3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34050" y="4673601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149" name="직사각형 148">
                      <a:extLst>
                        <a:ext uri="{FF2B5EF4-FFF2-40B4-BE49-F238E27FC236}">
                          <a16:creationId xmlns:a16="http://schemas.microsoft.com/office/drawing/2014/main" id="{C0082634-4849-EC10-CA6F-788D5EB74D7E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948205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</p:grpSp>
            </p:grpSp>
            <p:sp>
              <p:nvSpPr>
                <p:cNvPr id="143" name="직사각형 142">
                  <a:extLst>
                    <a:ext uri="{FF2B5EF4-FFF2-40B4-BE49-F238E27FC236}">
                      <a16:creationId xmlns:a16="http://schemas.microsoft.com/office/drawing/2014/main" id="{37D74404-ACA1-BD07-20CF-731D519028D7}"/>
                    </a:ext>
                  </a:extLst>
                </p:cNvPr>
                <p:cNvSpPr/>
                <p:nvPr/>
              </p:nvSpPr>
              <p:spPr>
                <a:xfrm>
                  <a:off x="8808029" y="5562151"/>
                  <a:ext cx="101021" cy="110836"/>
                </a:xfrm>
                <a:prstGeom prst="rect">
                  <a:avLst/>
                </a:prstGeom>
                <a:solidFill>
                  <a:srgbClr val="FF0000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600"/>
                </a:p>
              </p:txBody>
            </p:sp>
          </p:grpSp>
          <p:grpSp>
            <p:nvGrpSpPr>
              <p:cNvPr id="116" name="그룹 115">
                <a:extLst>
                  <a:ext uri="{FF2B5EF4-FFF2-40B4-BE49-F238E27FC236}">
                    <a16:creationId xmlns:a16="http://schemas.microsoft.com/office/drawing/2014/main" id="{6281A03E-F32E-2A9F-EA01-F449D4B30C50}"/>
                  </a:ext>
                </a:extLst>
              </p:cNvPr>
              <p:cNvGrpSpPr/>
              <p:nvPr/>
            </p:nvGrpSpPr>
            <p:grpSpPr>
              <a:xfrm>
                <a:off x="9935853" y="4451227"/>
                <a:ext cx="796802" cy="1221760"/>
                <a:chOff x="8112248" y="4451227"/>
                <a:chExt cx="796802" cy="1221760"/>
              </a:xfrm>
            </p:grpSpPr>
            <p:grpSp>
              <p:nvGrpSpPr>
                <p:cNvPr id="130" name="그룹 129">
                  <a:extLst>
                    <a:ext uri="{FF2B5EF4-FFF2-40B4-BE49-F238E27FC236}">
                      <a16:creationId xmlns:a16="http://schemas.microsoft.com/office/drawing/2014/main" id="{8F5CF8F9-A3A3-D330-7717-FA2A610F6971}"/>
                    </a:ext>
                  </a:extLst>
                </p:cNvPr>
                <p:cNvGrpSpPr/>
                <p:nvPr/>
              </p:nvGrpSpPr>
              <p:grpSpPr>
                <a:xfrm>
                  <a:off x="8112248" y="4451227"/>
                  <a:ext cx="667506" cy="1221760"/>
                  <a:chOff x="8377382" y="4544293"/>
                  <a:chExt cx="667506" cy="1221760"/>
                </a:xfrm>
              </p:grpSpPr>
              <p:grpSp>
                <p:nvGrpSpPr>
                  <p:cNvPr id="132" name="그룹 131">
                    <a:extLst>
                      <a:ext uri="{FF2B5EF4-FFF2-40B4-BE49-F238E27FC236}">
                        <a16:creationId xmlns:a16="http://schemas.microsoft.com/office/drawing/2014/main" id="{277D09AB-47B9-822B-F035-61A49937C395}"/>
                      </a:ext>
                    </a:extLst>
                  </p:cNvPr>
                  <p:cNvGrpSpPr/>
                  <p:nvPr/>
                </p:nvGrpSpPr>
                <p:grpSpPr>
                  <a:xfrm>
                    <a:off x="8377382" y="4544293"/>
                    <a:ext cx="667504" cy="666298"/>
                    <a:chOff x="8377382" y="4544293"/>
                    <a:chExt cx="667504" cy="666298"/>
                  </a:xfrm>
                </p:grpSpPr>
                <p:sp>
                  <p:nvSpPr>
                    <p:cNvPr id="138" name="직사각형 137">
                      <a:extLst>
                        <a:ext uri="{FF2B5EF4-FFF2-40B4-BE49-F238E27FC236}">
                          <a16:creationId xmlns:a16="http://schemas.microsoft.com/office/drawing/2014/main" id="{5A341873-E783-6E7D-D037-9AFC6515707B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77382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139" name="직사각형 138">
                      <a:extLst>
                        <a:ext uri="{FF2B5EF4-FFF2-40B4-BE49-F238E27FC236}">
                          <a16:creationId xmlns:a16="http://schemas.microsoft.com/office/drawing/2014/main" id="{0BF6DCC2-24DD-962A-5F43-C765EA806A35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392743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140" name="직사각형 139">
                      <a:extLst>
                        <a:ext uri="{FF2B5EF4-FFF2-40B4-BE49-F238E27FC236}">
                          <a16:creationId xmlns:a16="http://schemas.microsoft.com/office/drawing/2014/main" id="{066E59D9-C628-5023-AB49-594ADC15CF10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34050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141" name="직사각형 140">
                      <a:extLst>
                        <a:ext uri="{FF2B5EF4-FFF2-40B4-BE49-F238E27FC236}">
                          <a16:creationId xmlns:a16="http://schemas.microsoft.com/office/drawing/2014/main" id="{9DF209BB-D19F-BC15-F23B-48161FA3254E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948205"/>
                      <a:ext cx="110836" cy="413936"/>
                    </a:xfrm>
                    <a:prstGeom prst="rect">
                      <a:avLst/>
                    </a:prstGeom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</p:grpSp>
              <p:grpSp>
                <p:nvGrpSpPr>
                  <p:cNvPr id="133" name="그룹 132">
                    <a:extLst>
                      <a:ext uri="{FF2B5EF4-FFF2-40B4-BE49-F238E27FC236}">
                        <a16:creationId xmlns:a16="http://schemas.microsoft.com/office/drawing/2014/main" id="{3BABD9D0-8E4C-3029-3204-D8A5C886FF7E}"/>
                      </a:ext>
                    </a:extLst>
                  </p:cNvPr>
                  <p:cNvGrpSpPr/>
                  <p:nvPr/>
                </p:nvGrpSpPr>
                <p:grpSpPr>
                  <a:xfrm>
                    <a:off x="8377384" y="5099755"/>
                    <a:ext cx="667504" cy="666298"/>
                    <a:chOff x="8377382" y="4544293"/>
                    <a:chExt cx="667504" cy="666298"/>
                  </a:xfrm>
                </p:grpSpPr>
                <p:sp>
                  <p:nvSpPr>
                    <p:cNvPr id="134" name="직사각형 133">
                      <a:extLst>
                        <a:ext uri="{FF2B5EF4-FFF2-40B4-BE49-F238E27FC236}">
                          <a16:creationId xmlns:a16="http://schemas.microsoft.com/office/drawing/2014/main" id="{58C7AC55-54B4-1579-494B-AF79EEF0631E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77382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135" name="직사각형 134">
                      <a:extLst>
                        <a:ext uri="{FF2B5EF4-FFF2-40B4-BE49-F238E27FC236}">
                          <a16:creationId xmlns:a16="http://schemas.microsoft.com/office/drawing/2014/main" id="{D487663E-6E80-E987-EAE2-D55B9B20B276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392743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136" name="직사각형 135">
                      <a:extLst>
                        <a:ext uri="{FF2B5EF4-FFF2-40B4-BE49-F238E27FC236}">
                          <a16:creationId xmlns:a16="http://schemas.microsoft.com/office/drawing/2014/main" id="{8E38B386-989A-ACE2-2A4E-A0F588035B3A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34050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137" name="직사각형 136">
                      <a:extLst>
                        <a:ext uri="{FF2B5EF4-FFF2-40B4-BE49-F238E27FC236}">
                          <a16:creationId xmlns:a16="http://schemas.microsoft.com/office/drawing/2014/main" id="{73F6045E-19E0-8DCF-EA59-4BF446355937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948205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</p:grpSp>
            </p:grpSp>
            <p:sp>
              <p:nvSpPr>
                <p:cNvPr id="131" name="직사각형 130">
                  <a:extLst>
                    <a:ext uri="{FF2B5EF4-FFF2-40B4-BE49-F238E27FC236}">
                      <a16:creationId xmlns:a16="http://schemas.microsoft.com/office/drawing/2014/main" id="{58EC5B2D-EE96-DB0A-4EF5-7F90935A4F54}"/>
                    </a:ext>
                  </a:extLst>
                </p:cNvPr>
                <p:cNvSpPr/>
                <p:nvPr/>
              </p:nvSpPr>
              <p:spPr>
                <a:xfrm>
                  <a:off x="8808029" y="5562151"/>
                  <a:ext cx="101021" cy="110836"/>
                </a:xfrm>
                <a:prstGeom prst="rect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600"/>
                </a:p>
              </p:txBody>
            </p:sp>
          </p:grpSp>
          <p:grpSp>
            <p:nvGrpSpPr>
              <p:cNvPr id="117" name="그룹 116">
                <a:extLst>
                  <a:ext uri="{FF2B5EF4-FFF2-40B4-BE49-F238E27FC236}">
                    <a16:creationId xmlns:a16="http://schemas.microsoft.com/office/drawing/2014/main" id="{1CD34271-61D6-7980-4E06-BA2ADF5E4E2B}"/>
                  </a:ext>
                </a:extLst>
              </p:cNvPr>
              <p:cNvGrpSpPr/>
              <p:nvPr/>
            </p:nvGrpSpPr>
            <p:grpSpPr>
              <a:xfrm>
                <a:off x="10845365" y="4451227"/>
                <a:ext cx="796802" cy="1221760"/>
                <a:chOff x="8112248" y="4451227"/>
                <a:chExt cx="796802" cy="1221760"/>
              </a:xfrm>
            </p:grpSpPr>
            <p:grpSp>
              <p:nvGrpSpPr>
                <p:cNvPr id="118" name="그룹 117">
                  <a:extLst>
                    <a:ext uri="{FF2B5EF4-FFF2-40B4-BE49-F238E27FC236}">
                      <a16:creationId xmlns:a16="http://schemas.microsoft.com/office/drawing/2014/main" id="{92429E72-ED32-899C-E53D-2D176FD8CB84}"/>
                    </a:ext>
                  </a:extLst>
                </p:cNvPr>
                <p:cNvGrpSpPr/>
                <p:nvPr/>
              </p:nvGrpSpPr>
              <p:grpSpPr>
                <a:xfrm>
                  <a:off x="8112248" y="4451227"/>
                  <a:ext cx="667506" cy="1221760"/>
                  <a:chOff x="8377382" y="4544293"/>
                  <a:chExt cx="667506" cy="1221760"/>
                </a:xfrm>
              </p:grpSpPr>
              <p:grpSp>
                <p:nvGrpSpPr>
                  <p:cNvPr id="120" name="그룹 119">
                    <a:extLst>
                      <a:ext uri="{FF2B5EF4-FFF2-40B4-BE49-F238E27FC236}">
                        <a16:creationId xmlns:a16="http://schemas.microsoft.com/office/drawing/2014/main" id="{2B2DFC67-2640-BEA4-1134-F8CDCED918F8}"/>
                      </a:ext>
                    </a:extLst>
                  </p:cNvPr>
                  <p:cNvGrpSpPr/>
                  <p:nvPr/>
                </p:nvGrpSpPr>
                <p:grpSpPr>
                  <a:xfrm>
                    <a:off x="8377382" y="4544293"/>
                    <a:ext cx="667504" cy="666298"/>
                    <a:chOff x="8377382" y="4544293"/>
                    <a:chExt cx="667504" cy="666298"/>
                  </a:xfrm>
                </p:grpSpPr>
                <p:sp>
                  <p:nvSpPr>
                    <p:cNvPr id="126" name="직사각형 125">
                      <a:extLst>
                        <a:ext uri="{FF2B5EF4-FFF2-40B4-BE49-F238E27FC236}">
                          <a16:creationId xmlns:a16="http://schemas.microsoft.com/office/drawing/2014/main" id="{81DB2915-792A-0D91-3C48-083225E81744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77382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127" name="직사각형 126">
                      <a:extLst>
                        <a:ext uri="{FF2B5EF4-FFF2-40B4-BE49-F238E27FC236}">
                          <a16:creationId xmlns:a16="http://schemas.microsoft.com/office/drawing/2014/main" id="{A151B609-1379-A73E-B066-34E11950C237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392743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128" name="직사각형 127">
                      <a:extLst>
                        <a:ext uri="{FF2B5EF4-FFF2-40B4-BE49-F238E27FC236}">
                          <a16:creationId xmlns:a16="http://schemas.microsoft.com/office/drawing/2014/main" id="{F3809BF0-F7FF-40DA-B525-D1BD1C391762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34050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129" name="직사각형 128">
                      <a:extLst>
                        <a:ext uri="{FF2B5EF4-FFF2-40B4-BE49-F238E27FC236}">
                          <a16:creationId xmlns:a16="http://schemas.microsoft.com/office/drawing/2014/main" id="{638D4DB9-5EBB-6F97-703B-D3D750967877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948205"/>
                      <a:ext cx="110836" cy="413936"/>
                    </a:xfrm>
                    <a:prstGeom prst="rect">
                      <a:avLst/>
                    </a:prstGeom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</p:grpSp>
              <p:grpSp>
                <p:nvGrpSpPr>
                  <p:cNvPr id="121" name="그룹 120">
                    <a:extLst>
                      <a:ext uri="{FF2B5EF4-FFF2-40B4-BE49-F238E27FC236}">
                        <a16:creationId xmlns:a16="http://schemas.microsoft.com/office/drawing/2014/main" id="{AE3A9998-94E4-470A-E692-B55327CBD895}"/>
                      </a:ext>
                    </a:extLst>
                  </p:cNvPr>
                  <p:cNvGrpSpPr/>
                  <p:nvPr/>
                </p:nvGrpSpPr>
                <p:grpSpPr>
                  <a:xfrm>
                    <a:off x="8377384" y="5099755"/>
                    <a:ext cx="667504" cy="666298"/>
                    <a:chOff x="8377382" y="4544293"/>
                    <a:chExt cx="667504" cy="666298"/>
                  </a:xfrm>
                </p:grpSpPr>
                <p:sp>
                  <p:nvSpPr>
                    <p:cNvPr id="122" name="직사각형 121">
                      <a:extLst>
                        <a:ext uri="{FF2B5EF4-FFF2-40B4-BE49-F238E27FC236}">
                          <a16:creationId xmlns:a16="http://schemas.microsoft.com/office/drawing/2014/main" id="{54473CFE-A0E7-2733-A507-841B93D37597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77382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123" name="직사각형 122">
                      <a:extLst>
                        <a:ext uri="{FF2B5EF4-FFF2-40B4-BE49-F238E27FC236}">
                          <a16:creationId xmlns:a16="http://schemas.microsoft.com/office/drawing/2014/main" id="{97E3D514-DD04-AFE4-E40A-A4D9B01587AD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392743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124" name="직사각형 123">
                      <a:extLst>
                        <a:ext uri="{FF2B5EF4-FFF2-40B4-BE49-F238E27FC236}">
                          <a16:creationId xmlns:a16="http://schemas.microsoft.com/office/drawing/2014/main" id="{66678773-3C57-334F-1A5E-31414D5D0788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34050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125" name="직사각형 124">
                      <a:extLst>
                        <a:ext uri="{FF2B5EF4-FFF2-40B4-BE49-F238E27FC236}">
                          <a16:creationId xmlns:a16="http://schemas.microsoft.com/office/drawing/2014/main" id="{C8EABDC5-9515-8043-0B94-4228BECF9BFD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948205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</p:grpSp>
            </p:grpSp>
            <p:sp>
              <p:nvSpPr>
                <p:cNvPr id="119" name="직사각형 118">
                  <a:extLst>
                    <a:ext uri="{FF2B5EF4-FFF2-40B4-BE49-F238E27FC236}">
                      <a16:creationId xmlns:a16="http://schemas.microsoft.com/office/drawing/2014/main" id="{BF435D48-0796-3808-C454-24C246325DF0}"/>
                    </a:ext>
                  </a:extLst>
                </p:cNvPr>
                <p:cNvSpPr/>
                <p:nvPr/>
              </p:nvSpPr>
              <p:spPr>
                <a:xfrm>
                  <a:off x="8808029" y="5562151"/>
                  <a:ext cx="101021" cy="110836"/>
                </a:xfrm>
                <a:prstGeom prst="rect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600"/>
                </a:p>
              </p:txBody>
            </p:sp>
          </p:grpSp>
        </p:grpSp>
      </p:grpSp>
      <p:cxnSp>
        <p:nvCxnSpPr>
          <p:cNvPr id="177" name="직선 화살표 연결선 176">
            <a:extLst>
              <a:ext uri="{FF2B5EF4-FFF2-40B4-BE49-F238E27FC236}">
                <a16:creationId xmlns:a16="http://schemas.microsoft.com/office/drawing/2014/main" id="{4C6B6193-5EF9-7D7C-81F6-77FF674FE35D}"/>
              </a:ext>
            </a:extLst>
          </p:cNvPr>
          <p:cNvCxnSpPr>
            <a:cxnSpLocks/>
          </p:cNvCxnSpPr>
          <p:nvPr/>
        </p:nvCxnSpPr>
        <p:spPr>
          <a:xfrm flipH="1">
            <a:off x="10244533" y="3669613"/>
            <a:ext cx="347486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8" name="타원 177">
            <a:extLst>
              <a:ext uri="{FF2B5EF4-FFF2-40B4-BE49-F238E27FC236}">
                <a16:creationId xmlns:a16="http://schemas.microsoft.com/office/drawing/2014/main" id="{50BB0566-1594-925D-F346-BBCA5537B46B}"/>
              </a:ext>
            </a:extLst>
          </p:cNvPr>
          <p:cNvSpPr/>
          <p:nvPr/>
        </p:nvSpPr>
        <p:spPr>
          <a:xfrm>
            <a:off x="10353896" y="3745179"/>
            <a:ext cx="190498" cy="192971"/>
          </a:xfrm>
          <a:prstGeom prst="ellipse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>
                <a:solidFill>
                  <a:schemeClr val="tx1"/>
                </a:solidFill>
              </a:rPr>
              <a:t>2</a:t>
            </a:r>
            <a:endParaRPr lang="ko-KR" altLang="en-US" sz="1400">
              <a:solidFill>
                <a:schemeClr val="tx1"/>
              </a:solidFill>
            </a:endParaRPr>
          </a:p>
        </p:txBody>
      </p:sp>
      <p:cxnSp>
        <p:nvCxnSpPr>
          <p:cNvPr id="179" name="직선 화살표 연결선 178">
            <a:extLst>
              <a:ext uri="{FF2B5EF4-FFF2-40B4-BE49-F238E27FC236}">
                <a16:creationId xmlns:a16="http://schemas.microsoft.com/office/drawing/2014/main" id="{F1BE5715-46E1-4AE2-A951-AA83F384BE04}"/>
              </a:ext>
            </a:extLst>
          </p:cNvPr>
          <p:cNvCxnSpPr>
            <a:cxnSpLocks/>
          </p:cNvCxnSpPr>
          <p:nvPr/>
        </p:nvCxnSpPr>
        <p:spPr>
          <a:xfrm flipV="1">
            <a:off x="10088342" y="3545788"/>
            <a:ext cx="0" cy="560347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0" name="직선 화살표 연결선 179">
            <a:extLst>
              <a:ext uri="{FF2B5EF4-FFF2-40B4-BE49-F238E27FC236}">
                <a16:creationId xmlns:a16="http://schemas.microsoft.com/office/drawing/2014/main" id="{3251F597-E158-FF6D-6C4F-35F4A8F4E958}"/>
              </a:ext>
            </a:extLst>
          </p:cNvPr>
          <p:cNvCxnSpPr>
            <a:cxnSpLocks/>
          </p:cNvCxnSpPr>
          <p:nvPr/>
        </p:nvCxnSpPr>
        <p:spPr>
          <a:xfrm flipV="1">
            <a:off x="10748873" y="3556941"/>
            <a:ext cx="0" cy="560347"/>
          </a:xfrm>
          <a:prstGeom prst="straightConnector1">
            <a:avLst/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81" name="그룹 180">
            <a:extLst>
              <a:ext uri="{FF2B5EF4-FFF2-40B4-BE49-F238E27FC236}">
                <a16:creationId xmlns:a16="http://schemas.microsoft.com/office/drawing/2014/main" id="{DE73EC76-6475-4F7A-D662-8D2404AA8406}"/>
              </a:ext>
            </a:extLst>
          </p:cNvPr>
          <p:cNvGrpSpPr/>
          <p:nvPr/>
        </p:nvGrpSpPr>
        <p:grpSpPr>
          <a:xfrm>
            <a:off x="8896405" y="4318595"/>
            <a:ext cx="2860497" cy="994910"/>
            <a:chOff x="8147507" y="4717048"/>
            <a:chExt cx="2860497" cy="994910"/>
          </a:xfrm>
        </p:grpSpPr>
        <p:sp>
          <p:nvSpPr>
            <p:cNvPr id="182" name="직사각형 181">
              <a:extLst>
                <a:ext uri="{FF2B5EF4-FFF2-40B4-BE49-F238E27FC236}">
                  <a16:creationId xmlns:a16="http://schemas.microsoft.com/office/drawing/2014/main" id="{264E6575-626D-D074-76DC-23E9A605F95D}"/>
                </a:ext>
              </a:extLst>
            </p:cNvPr>
            <p:cNvSpPr/>
            <p:nvPr/>
          </p:nvSpPr>
          <p:spPr>
            <a:xfrm>
              <a:off x="8147507" y="4717048"/>
              <a:ext cx="2860497" cy="994910"/>
            </a:xfrm>
            <a:prstGeom prst="rect">
              <a:avLst/>
            </a:prstGeom>
            <a:solidFill>
              <a:schemeClr val="tx1">
                <a:lumMod val="65000"/>
                <a:lumOff val="3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183" name="그룹 182">
              <a:extLst>
                <a:ext uri="{FF2B5EF4-FFF2-40B4-BE49-F238E27FC236}">
                  <a16:creationId xmlns:a16="http://schemas.microsoft.com/office/drawing/2014/main" id="{C1D2474F-2D4C-81A3-3A3F-6747C95917DD}"/>
                </a:ext>
              </a:extLst>
            </p:cNvPr>
            <p:cNvGrpSpPr/>
            <p:nvPr/>
          </p:nvGrpSpPr>
          <p:grpSpPr>
            <a:xfrm>
              <a:off x="8408334" y="4819650"/>
              <a:ext cx="2500334" cy="808179"/>
              <a:chOff x="8112248" y="4451227"/>
              <a:chExt cx="3529919" cy="1221760"/>
            </a:xfrm>
          </p:grpSpPr>
          <p:grpSp>
            <p:nvGrpSpPr>
              <p:cNvPr id="184" name="그룹 183">
                <a:extLst>
                  <a:ext uri="{FF2B5EF4-FFF2-40B4-BE49-F238E27FC236}">
                    <a16:creationId xmlns:a16="http://schemas.microsoft.com/office/drawing/2014/main" id="{C85824D8-581D-5880-6DDE-A84795E4C766}"/>
                  </a:ext>
                </a:extLst>
              </p:cNvPr>
              <p:cNvGrpSpPr/>
              <p:nvPr/>
            </p:nvGrpSpPr>
            <p:grpSpPr>
              <a:xfrm>
                <a:off x="8112248" y="4451227"/>
                <a:ext cx="796802" cy="1221760"/>
                <a:chOff x="8112248" y="4451227"/>
                <a:chExt cx="796802" cy="1221760"/>
              </a:xfrm>
            </p:grpSpPr>
            <p:grpSp>
              <p:nvGrpSpPr>
                <p:cNvPr id="224" name="그룹 223">
                  <a:extLst>
                    <a:ext uri="{FF2B5EF4-FFF2-40B4-BE49-F238E27FC236}">
                      <a16:creationId xmlns:a16="http://schemas.microsoft.com/office/drawing/2014/main" id="{BBEB56CA-6460-4941-5312-76F38E25CD18}"/>
                    </a:ext>
                  </a:extLst>
                </p:cNvPr>
                <p:cNvGrpSpPr/>
                <p:nvPr/>
              </p:nvGrpSpPr>
              <p:grpSpPr>
                <a:xfrm>
                  <a:off x="8112248" y="4451227"/>
                  <a:ext cx="667506" cy="1221760"/>
                  <a:chOff x="8377382" y="4544293"/>
                  <a:chExt cx="667506" cy="1221760"/>
                </a:xfrm>
              </p:grpSpPr>
              <p:grpSp>
                <p:nvGrpSpPr>
                  <p:cNvPr id="226" name="그룹 225">
                    <a:extLst>
                      <a:ext uri="{FF2B5EF4-FFF2-40B4-BE49-F238E27FC236}">
                        <a16:creationId xmlns:a16="http://schemas.microsoft.com/office/drawing/2014/main" id="{5C61D8AC-7870-8189-2C21-FECFFB84DF0B}"/>
                      </a:ext>
                    </a:extLst>
                  </p:cNvPr>
                  <p:cNvGrpSpPr/>
                  <p:nvPr/>
                </p:nvGrpSpPr>
                <p:grpSpPr>
                  <a:xfrm>
                    <a:off x="8377382" y="4544293"/>
                    <a:ext cx="667504" cy="666298"/>
                    <a:chOff x="8377382" y="4544293"/>
                    <a:chExt cx="667504" cy="666298"/>
                  </a:xfrm>
                </p:grpSpPr>
                <p:sp>
                  <p:nvSpPr>
                    <p:cNvPr id="232" name="직사각형 231">
                      <a:extLst>
                        <a:ext uri="{FF2B5EF4-FFF2-40B4-BE49-F238E27FC236}">
                          <a16:creationId xmlns:a16="http://schemas.microsoft.com/office/drawing/2014/main" id="{2F1C7406-7A59-26F5-76B1-F80B8A8100F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77382" y="4673601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233" name="직사각형 232">
                      <a:extLst>
                        <a:ext uri="{FF2B5EF4-FFF2-40B4-BE49-F238E27FC236}">
                          <a16:creationId xmlns:a16="http://schemas.microsoft.com/office/drawing/2014/main" id="{E2007932-9747-EA6E-5FC2-5FEB06904F85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392743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234" name="직사각형 233">
                      <a:extLst>
                        <a:ext uri="{FF2B5EF4-FFF2-40B4-BE49-F238E27FC236}">
                          <a16:creationId xmlns:a16="http://schemas.microsoft.com/office/drawing/2014/main" id="{321E14C0-3707-5D79-B00A-79EDE87AA67E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34050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235" name="직사각형 234">
                      <a:extLst>
                        <a:ext uri="{FF2B5EF4-FFF2-40B4-BE49-F238E27FC236}">
                          <a16:creationId xmlns:a16="http://schemas.microsoft.com/office/drawing/2014/main" id="{03E58CA4-DAF8-619D-4972-3F292C432794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948205"/>
                      <a:ext cx="110836" cy="413936"/>
                    </a:xfrm>
                    <a:prstGeom prst="rect">
                      <a:avLst/>
                    </a:prstGeom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</p:grpSp>
              <p:grpSp>
                <p:nvGrpSpPr>
                  <p:cNvPr id="227" name="그룹 226">
                    <a:extLst>
                      <a:ext uri="{FF2B5EF4-FFF2-40B4-BE49-F238E27FC236}">
                        <a16:creationId xmlns:a16="http://schemas.microsoft.com/office/drawing/2014/main" id="{E66DF4EC-B330-8466-0343-C6F0FEB13917}"/>
                      </a:ext>
                    </a:extLst>
                  </p:cNvPr>
                  <p:cNvGrpSpPr/>
                  <p:nvPr/>
                </p:nvGrpSpPr>
                <p:grpSpPr>
                  <a:xfrm>
                    <a:off x="8377384" y="5099755"/>
                    <a:ext cx="667504" cy="666298"/>
                    <a:chOff x="8377382" y="4544293"/>
                    <a:chExt cx="667504" cy="666298"/>
                  </a:xfrm>
                </p:grpSpPr>
                <p:sp>
                  <p:nvSpPr>
                    <p:cNvPr id="228" name="직사각형 227">
                      <a:extLst>
                        <a:ext uri="{FF2B5EF4-FFF2-40B4-BE49-F238E27FC236}">
                          <a16:creationId xmlns:a16="http://schemas.microsoft.com/office/drawing/2014/main" id="{0A599DD3-E18A-BEEA-0354-ED2018D2BB87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77382" y="4673601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229" name="직사각형 228">
                      <a:extLst>
                        <a:ext uri="{FF2B5EF4-FFF2-40B4-BE49-F238E27FC236}">
                          <a16:creationId xmlns:a16="http://schemas.microsoft.com/office/drawing/2014/main" id="{3210E8B7-789B-80D9-F8A5-C552907596F7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392743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230" name="직사각형 229">
                      <a:extLst>
                        <a:ext uri="{FF2B5EF4-FFF2-40B4-BE49-F238E27FC236}">
                          <a16:creationId xmlns:a16="http://schemas.microsoft.com/office/drawing/2014/main" id="{437D6B49-E784-0149-9370-9FC5989A0FD6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34050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231" name="직사각형 230">
                      <a:extLst>
                        <a:ext uri="{FF2B5EF4-FFF2-40B4-BE49-F238E27FC236}">
                          <a16:creationId xmlns:a16="http://schemas.microsoft.com/office/drawing/2014/main" id="{A0163AEC-452B-72E5-D42E-DCB252ED5137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948205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</p:grpSp>
            </p:grpSp>
            <p:sp>
              <p:nvSpPr>
                <p:cNvPr id="225" name="직사각형 224">
                  <a:extLst>
                    <a:ext uri="{FF2B5EF4-FFF2-40B4-BE49-F238E27FC236}">
                      <a16:creationId xmlns:a16="http://schemas.microsoft.com/office/drawing/2014/main" id="{20719F3C-2C7B-172F-6E1D-9906E01FEF8A}"/>
                    </a:ext>
                  </a:extLst>
                </p:cNvPr>
                <p:cNvSpPr/>
                <p:nvPr/>
              </p:nvSpPr>
              <p:spPr>
                <a:xfrm>
                  <a:off x="8808029" y="5562151"/>
                  <a:ext cx="101021" cy="110836"/>
                </a:xfrm>
                <a:prstGeom prst="rect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600"/>
                </a:p>
              </p:txBody>
            </p:sp>
          </p:grpSp>
          <p:grpSp>
            <p:nvGrpSpPr>
              <p:cNvPr id="185" name="그룹 184">
                <a:extLst>
                  <a:ext uri="{FF2B5EF4-FFF2-40B4-BE49-F238E27FC236}">
                    <a16:creationId xmlns:a16="http://schemas.microsoft.com/office/drawing/2014/main" id="{E3DBBA4B-5997-89B1-2C2D-B59C48A08173}"/>
                  </a:ext>
                </a:extLst>
              </p:cNvPr>
              <p:cNvGrpSpPr/>
              <p:nvPr/>
            </p:nvGrpSpPr>
            <p:grpSpPr>
              <a:xfrm>
                <a:off x="9003883" y="4451227"/>
                <a:ext cx="796802" cy="1221760"/>
                <a:chOff x="8112248" y="4451227"/>
                <a:chExt cx="796802" cy="1221760"/>
              </a:xfrm>
            </p:grpSpPr>
            <p:grpSp>
              <p:nvGrpSpPr>
                <p:cNvPr id="212" name="그룹 211">
                  <a:extLst>
                    <a:ext uri="{FF2B5EF4-FFF2-40B4-BE49-F238E27FC236}">
                      <a16:creationId xmlns:a16="http://schemas.microsoft.com/office/drawing/2014/main" id="{A95C7FBA-8B88-8032-D763-CEA2C9B97117}"/>
                    </a:ext>
                  </a:extLst>
                </p:cNvPr>
                <p:cNvGrpSpPr/>
                <p:nvPr/>
              </p:nvGrpSpPr>
              <p:grpSpPr>
                <a:xfrm>
                  <a:off x="8112248" y="4451227"/>
                  <a:ext cx="667506" cy="1221760"/>
                  <a:chOff x="8377382" y="4544293"/>
                  <a:chExt cx="667506" cy="1221760"/>
                </a:xfrm>
              </p:grpSpPr>
              <p:grpSp>
                <p:nvGrpSpPr>
                  <p:cNvPr id="214" name="그룹 213">
                    <a:extLst>
                      <a:ext uri="{FF2B5EF4-FFF2-40B4-BE49-F238E27FC236}">
                        <a16:creationId xmlns:a16="http://schemas.microsoft.com/office/drawing/2014/main" id="{D4CB2BEB-6A66-2EEC-6DD8-AA96B4561BA6}"/>
                      </a:ext>
                    </a:extLst>
                  </p:cNvPr>
                  <p:cNvGrpSpPr/>
                  <p:nvPr/>
                </p:nvGrpSpPr>
                <p:grpSpPr>
                  <a:xfrm>
                    <a:off x="8377382" y="4544293"/>
                    <a:ext cx="667504" cy="666298"/>
                    <a:chOff x="8377382" y="4544293"/>
                    <a:chExt cx="667504" cy="666298"/>
                  </a:xfrm>
                </p:grpSpPr>
                <p:sp>
                  <p:nvSpPr>
                    <p:cNvPr id="220" name="직사각형 219">
                      <a:extLst>
                        <a:ext uri="{FF2B5EF4-FFF2-40B4-BE49-F238E27FC236}">
                          <a16:creationId xmlns:a16="http://schemas.microsoft.com/office/drawing/2014/main" id="{F00AB818-0A3F-ADBF-F994-6F940C99DAB1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77382" y="4673601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221" name="직사각형 220">
                      <a:extLst>
                        <a:ext uri="{FF2B5EF4-FFF2-40B4-BE49-F238E27FC236}">
                          <a16:creationId xmlns:a16="http://schemas.microsoft.com/office/drawing/2014/main" id="{33614215-4CDF-B9D0-3143-CAC4AD590943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392743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222" name="직사각형 221">
                      <a:extLst>
                        <a:ext uri="{FF2B5EF4-FFF2-40B4-BE49-F238E27FC236}">
                          <a16:creationId xmlns:a16="http://schemas.microsoft.com/office/drawing/2014/main" id="{B5C66184-18DB-092C-E9D7-704EBE62673B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34050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223" name="직사각형 222">
                      <a:extLst>
                        <a:ext uri="{FF2B5EF4-FFF2-40B4-BE49-F238E27FC236}">
                          <a16:creationId xmlns:a16="http://schemas.microsoft.com/office/drawing/2014/main" id="{23CF0DB7-7746-16CD-48CB-0A96DCAD3566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948205"/>
                      <a:ext cx="110836" cy="413936"/>
                    </a:xfrm>
                    <a:prstGeom prst="rect">
                      <a:avLst/>
                    </a:prstGeom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</p:grpSp>
              <p:grpSp>
                <p:nvGrpSpPr>
                  <p:cNvPr id="215" name="그룹 214">
                    <a:extLst>
                      <a:ext uri="{FF2B5EF4-FFF2-40B4-BE49-F238E27FC236}">
                        <a16:creationId xmlns:a16="http://schemas.microsoft.com/office/drawing/2014/main" id="{2D184B00-1237-6735-8416-BF70B6F05C66}"/>
                      </a:ext>
                    </a:extLst>
                  </p:cNvPr>
                  <p:cNvGrpSpPr/>
                  <p:nvPr/>
                </p:nvGrpSpPr>
                <p:grpSpPr>
                  <a:xfrm>
                    <a:off x="8377384" y="5099755"/>
                    <a:ext cx="667504" cy="666298"/>
                    <a:chOff x="8377382" y="4544293"/>
                    <a:chExt cx="667504" cy="666298"/>
                  </a:xfrm>
                </p:grpSpPr>
                <p:sp>
                  <p:nvSpPr>
                    <p:cNvPr id="216" name="직사각형 215">
                      <a:extLst>
                        <a:ext uri="{FF2B5EF4-FFF2-40B4-BE49-F238E27FC236}">
                          <a16:creationId xmlns:a16="http://schemas.microsoft.com/office/drawing/2014/main" id="{AD062166-3454-D912-F2B2-E79BF9207031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77382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217" name="직사각형 216">
                      <a:extLst>
                        <a:ext uri="{FF2B5EF4-FFF2-40B4-BE49-F238E27FC236}">
                          <a16:creationId xmlns:a16="http://schemas.microsoft.com/office/drawing/2014/main" id="{86CB3A56-028F-BF9B-234C-B81E148E1E9A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392743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218" name="직사각형 217">
                      <a:extLst>
                        <a:ext uri="{FF2B5EF4-FFF2-40B4-BE49-F238E27FC236}">
                          <a16:creationId xmlns:a16="http://schemas.microsoft.com/office/drawing/2014/main" id="{46617B30-D1B3-C900-1B28-A4B1ED7CAA62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34050" y="4673601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219" name="직사각형 218">
                      <a:extLst>
                        <a:ext uri="{FF2B5EF4-FFF2-40B4-BE49-F238E27FC236}">
                          <a16:creationId xmlns:a16="http://schemas.microsoft.com/office/drawing/2014/main" id="{4F66133E-FDFB-34C0-624D-BB715AF3310E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948205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</p:grpSp>
            </p:grpSp>
            <p:sp>
              <p:nvSpPr>
                <p:cNvPr id="213" name="직사각형 212">
                  <a:extLst>
                    <a:ext uri="{FF2B5EF4-FFF2-40B4-BE49-F238E27FC236}">
                      <a16:creationId xmlns:a16="http://schemas.microsoft.com/office/drawing/2014/main" id="{EFF9FC46-9217-B516-362D-BED17272D256}"/>
                    </a:ext>
                  </a:extLst>
                </p:cNvPr>
                <p:cNvSpPr/>
                <p:nvPr/>
              </p:nvSpPr>
              <p:spPr>
                <a:xfrm>
                  <a:off x="8808029" y="5562151"/>
                  <a:ext cx="101021" cy="110836"/>
                </a:xfrm>
                <a:prstGeom prst="rect">
                  <a:avLst/>
                </a:prstGeom>
                <a:solidFill>
                  <a:srgbClr val="FF0000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600"/>
                </a:p>
              </p:txBody>
            </p:sp>
          </p:grpSp>
          <p:grpSp>
            <p:nvGrpSpPr>
              <p:cNvPr id="186" name="그룹 185">
                <a:extLst>
                  <a:ext uri="{FF2B5EF4-FFF2-40B4-BE49-F238E27FC236}">
                    <a16:creationId xmlns:a16="http://schemas.microsoft.com/office/drawing/2014/main" id="{75766A1F-C873-DF13-990D-3D356AAC74B9}"/>
                  </a:ext>
                </a:extLst>
              </p:cNvPr>
              <p:cNvGrpSpPr/>
              <p:nvPr/>
            </p:nvGrpSpPr>
            <p:grpSpPr>
              <a:xfrm>
                <a:off x="9935853" y="4451227"/>
                <a:ext cx="796802" cy="1221760"/>
                <a:chOff x="8112248" y="4451227"/>
                <a:chExt cx="796802" cy="1221760"/>
              </a:xfrm>
            </p:grpSpPr>
            <p:grpSp>
              <p:nvGrpSpPr>
                <p:cNvPr id="200" name="그룹 199">
                  <a:extLst>
                    <a:ext uri="{FF2B5EF4-FFF2-40B4-BE49-F238E27FC236}">
                      <a16:creationId xmlns:a16="http://schemas.microsoft.com/office/drawing/2014/main" id="{E2222780-64AE-1AEA-7164-0C2F40896B55}"/>
                    </a:ext>
                  </a:extLst>
                </p:cNvPr>
                <p:cNvGrpSpPr/>
                <p:nvPr/>
              </p:nvGrpSpPr>
              <p:grpSpPr>
                <a:xfrm>
                  <a:off x="8112248" y="4451227"/>
                  <a:ext cx="667506" cy="1221760"/>
                  <a:chOff x="8377382" y="4544293"/>
                  <a:chExt cx="667506" cy="1221760"/>
                </a:xfrm>
              </p:grpSpPr>
              <p:grpSp>
                <p:nvGrpSpPr>
                  <p:cNvPr id="202" name="그룹 201">
                    <a:extLst>
                      <a:ext uri="{FF2B5EF4-FFF2-40B4-BE49-F238E27FC236}">
                        <a16:creationId xmlns:a16="http://schemas.microsoft.com/office/drawing/2014/main" id="{FDB4F943-CAC2-7606-9C20-10B48145FCF8}"/>
                      </a:ext>
                    </a:extLst>
                  </p:cNvPr>
                  <p:cNvGrpSpPr/>
                  <p:nvPr/>
                </p:nvGrpSpPr>
                <p:grpSpPr>
                  <a:xfrm>
                    <a:off x="8377382" y="4544293"/>
                    <a:ext cx="667504" cy="666298"/>
                    <a:chOff x="8377382" y="4544293"/>
                    <a:chExt cx="667504" cy="666298"/>
                  </a:xfrm>
                </p:grpSpPr>
                <p:sp>
                  <p:nvSpPr>
                    <p:cNvPr id="208" name="직사각형 207">
                      <a:extLst>
                        <a:ext uri="{FF2B5EF4-FFF2-40B4-BE49-F238E27FC236}">
                          <a16:creationId xmlns:a16="http://schemas.microsoft.com/office/drawing/2014/main" id="{9E8737D3-1CC1-2090-EDC1-3B2C39A4968A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77382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209" name="직사각형 208">
                      <a:extLst>
                        <a:ext uri="{FF2B5EF4-FFF2-40B4-BE49-F238E27FC236}">
                          <a16:creationId xmlns:a16="http://schemas.microsoft.com/office/drawing/2014/main" id="{54E1DA2F-C2FC-9A58-4708-197AAEBC320F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392743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210" name="직사각형 209">
                      <a:extLst>
                        <a:ext uri="{FF2B5EF4-FFF2-40B4-BE49-F238E27FC236}">
                          <a16:creationId xmlns:a16="http://schemas.microsoft.com/office/drawing/2014/main" id="{DD1F93AA-1CFB-B39F-28DD-A81A416BEB0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34050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211" name="직사각형 210">
                      <a:extLst>
                        <a:ext uri="{FF2B5EF4-FFF2-40B4-BE49-F238E27FC236}">
                          <a16:creationId xmlns:a16="http://schemas.microsoft.com/office/drawing/2014/main" id="{394398CF-3B8D-63E5-F52D-04BC04A56F4C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948205"/>
                      <a:ext cx="110836" cy="413936"/>
                    </a:xfrm>
                    <a:prstGeom prst="rect">
                      <a:avLst/>
                    </a:prstGeom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</p:grpSp>
              <p:grpSp>
                <p:nvGrpSpPr>
                  <p:cNvPr id="203" name="그룹 202">
                    <a:extLst>
                      <a:ext uri="{FF2B5EF4-FFF2-40B4-BE49-F238E27FC236}">
                        <a16:creationId xmlns:a16="http://schemas.microsoft.com/office/drawing/2014/main" id="{B568CC7A-CA94-73B4-F41E-35ECEF54ADE4}"/>
                      </a:ext>
                    </a:extLst>
                  </p:cNvPr>
                  <p:cNvGrpSpPr/>
                  <p:nvPr/>
                </p:nvGrpSpPr>
                <p:grpSpPr>
                  <a:xfrm>
                    <a:off x="8377384" y="5099755"/>
                    <a:ext cx="667504" cy="666298"/>
                    <a:chOff x="8377382" y="4544293"/>
                    <a:chExt cx="667504" cy="666298"/>
                  </a:xfrm>
                </p:grpSpPr>
                <p:sp>
                  <p:nvSpPr>
                    <p:cNvPr id="204" name="직사각형 203">
                      <a:extLst>
                        <a:ext uri="{FF2B5EF4-FFF2-40B4-BE49-F238E27FC236}">
                          <a16:creationId xmlns:a16="http://schemas.microsoft.com/office/drawing/2014/main" id="{6D584624-3195-36E8-965E-61E78C2E2EAC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77382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205" name="직사각형 204">
                      <a:extLst>
                        <a:ext uri="{FF2B5EF4-FFF2-40B4-BE49-F238E27FC236}">
                          <a16:creationId xmlns:a16="http://schemas.microsoft.com/office/drawing/2014/main" id="{64BC182F-253E-694A-CE4D-ABA3622ED0B7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392743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206" name="직사각형 205">
                      <a:extLst>
                        <a:ext uri="{FF2B5EF4-FFF2-40B4-BE49-F238E27FC236}">
                          <a16:creationId xmlns:a16="http://schemas.microsoft.com/office/drawing/2014/main" id="{A19018B8-9D08-6BDE-A22F-411087CA84C6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34050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207" name="직사각형 206">
                      <a:extLst>
                        <a:ext uri="{FF2B5EF4-FFF2-40B4-BE49-F238E27FC236}">
                          <a16:creationId xmlns:a16="http://schemas.microsoft.com/office/drawing/2014/main" id="{7D9B0D6F-577E-C1E2-F310-2EDA83BBA5B8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948205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</p:grpSp>
            </p:grpSp>
            <p:sp>
              <p:nvSpPr>
                <p:cNvPr id="201" name="직사각형 200">
                  <a:extLst>
                    <a:ext uri="{FF2B5EF4-FFF2-40B4-BE49-F238E27FC236}">
                      <a16:creationId xmlns:a16="http://schemas.microsoft.com/office/drawing/2014/main" id="{73B551A7-D277-56E4-3DC6-4CE7E6DF5283}"/>
                    </a:ext>
                  </a:extLst>
                </p:cNvPr>
                <p:cNvSpPr/>
                <p:nvPr/>
              </p:nvSpPr>
              <p:spPr>
                <a:xfrm>
                  <a:off x="8808029" y="5562151"/>
                  <a:ext cx="101021" cy="110836"/>
                </a:xfrm>
                <a:prstGeom prst="rect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600"/>
                </a:p>
              </p:txBody>
            </p:sp>
          </p:grpSp>
          <p:grpSp>
            <p:nvGrpSpPr>
              <p:cNvPr id="187" name="그룹 186">
                <a:extLst>
                  <a:ext uri="{FF2B5EF4-FFF2-40B4-BE49-F238E27FC236}">
                    <a16:creationId xmlns:a16="http://schemas.microsoft.com/office/drawing/2014/main" id="{0935ABF0-1C43-A7E7-1C64-B3B87C9CDD53}"/>
                  </a:ext>
                </a:extLst>
              </p:cNvPr>
              <p:cNvGrpSpPr/>
              <p:nvPr/>
            </p:nvGrpSpPr>
            <p:grpSpPr>
              <a:xfrm>
                <a:off x="10845365" y="4451227"/>
                <a:ext cx="796802" cy="1221760"/>
                <a:chOff x="8112248" y="4451227"/>
                <a:chExt cx="796802" cy="1221760"/>
              </a:xfrm>
            </p:grpSpPr>
            <p:grpSp>
              <p:nvGrpSpPr>
                <p:cNvPr id="188" name="그룹 187">
                  <a:extLst>
                    <a:ext uri="{FF2B5EF4-FFF2-40B4-BE49-F238E27FC236}">
                      <a16:creationId xmlns:a16="http://schemas.microsoft.com/office/drawing/2014/main" id="{2A817C0B-8ECD-809E-0E74-5D64F1031078}"/>
                    </a:ext>
                  </a:extLst>
                </p:cNvPr>
                <p:cNvGrpSpPr/>
                <p:nvPr/>
              </p:nvGrpSpPr>
              <p:grpSpPr>
                <a:xfrm>
                  <a:off x="8112248" y="4451227"/>
                  <a:ext cx="667506" cy="1221760"/>
                  <a:chOff x="8377382" y="4544293"/>
                  <a:chExt cx="667506" cy="1221760"/>
                </a:xfrm>
              </p:grpSpPr>
              <p:grpSp>
                <p:nvGrpSpPr>
                  <p:cNvPr id="190" name="그룹 189">
                    <a:extLst>
                      <a:ext uri="{FF2B5EF4-FFF2-40B4-BE49-F238E27FC236}">
                        <a16:creationId xmlns:a16="http://schemas.microsoft.com/office/drawing/2014/main" id="{8B898780-B0F9-BF2D-A31A-30062376E343}"/>
                      </a:ext>
                    </a:extLst>
                  </p:cNvPr>
                  <p:cNvGrpSpPr/>
                  <p:nvPr/>
                </p:nvGrpSpPr>
                <p:grpSpPr>
                  <a:xfrm>
                    <a:off x="8377382" y="4544293"/>
                    <a:ext cx="667504" cy="666298"/>
                    <a:chOff x="8377382" y="4544293"/>
                    <a:chExt cx="667504" cy="666298"/>
                  </a:xfrm>
                </p:grpSpPr>
                <p:sp>
                  <p:nvSpPr>
                    <p:cNvPr id="196" name="직사각형 195">
                      <a:extLst>
                        <a:ext uri="{FF2B5EF4-FFF2-40B4-BE49-F238E27FC236}">
                          <a16:creationId xmlns:a16="http://schemas.microsoft.com/office/drawing/2014/main" id="{5B205DB4-169E-05BB-3A85-1170D5EE9A5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77382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197" name="직사각형 196">
                      <a:extLst>
                        <a:ext uri="{FF2B5EF4-FFF2-40B4-BE49-F238E27FC236}">
                          <a16:creationId xmlns:a16="http://schemas.microsoft.com/office/drawing/2014/main" id="{02674238-1D86-E832-D468-AE2E2836179D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392743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198" name="직사각형 197">
                      <a:extLst>
                        <a:ext uri="{FF2B5EF4-FFF2-40B4-BE49-F238E27FC236}">
                          <a16:creationId xmlns:a16="http://schemas.microsoft.com/office/drawing/2014/main" id="{04FF416D-F65B-A2A3-FBFC-65575F095BF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34050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199" name="직사각형 198">
                      <a:extLst>
                        <a:ext uri="{FF2B5EF4-FFF2-40B4-BE49-F238E27FC236}">
                          <a16:creationId xmlns:a16="http://schemas.microsoft.com/office/drawing/2014/main" id="{37396CCF-5FC6-279A-D8F7-E746AF30A6AC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948205"/>
                      <a:ext cx="110836" cy="413936"/>
                    </a:xfrm>
                    <a:prstGeom prst="rect">
                      <a:avLst/>
                    </a:prstGeom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</p:grpSp>
              <p:grpSp>
                <p:nvGrpSpPr>
                  <p:cNvPr id="191" name="그룹 190">
                    <a:extLst>
                      <a:ext uri="{FF2B5EF4-FFF2-40B4-BE49-F238E27FC236}">
                        <a16:creationId xmlns:a16="http://schemas.microsoft.com/office/drawing/2014/main" id="{4D928565-7D7C-4C59-46AC-10A94E316F5C}"/>
                      </a:ext>
                    </a:extLst>
                  </p:cNvPr>
                  <p:cNvGrpSpPr/>
                  <p:nvPr/>
                </p:nvGrpSpPr>
                <p:grpSpPr>
                  <a:xfrm>
                    <a:off x="8377384" y="5099755"/>
                    <a:ext cx="667504" cy="666298"/>
                    <a:chOff x="8377382" y="4544293"/>
                    <a:chExt cx="667504" cy="666298"/>
                  </a:xfrm>
                </p:grpSpPr>
                <p:sp>
                  <p:nvSpPr>
                    <p:cNvPr id="192" name="직사각형 191">
                      <a:extLst>
                        <a:ext uri="{FF2B5EF4-FFF2-40B4-BE49-F238E27FC236}">
                          <a16:creationId xmlns:a16="http://schemas.microsoft.com/office/drawing/2014/main" id="{68676EF5-854E-C327-66C8-FFF249A16FAC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77382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193" name="직사각형 192">
                      <a:extLst>
                        <a:ext uri="{FF2B5EF4-FFF2-40B4-BE49-F238E27FC236}">
                          <a16:creationId xmlns:a16="http://schemas.microsoft.com/office/drawing/2014/main" id="{4769EAA8-2BC0-9399-9CAF-0AFDD24FFB4C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392743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194" name="직사각형 193">
                      <a:extLst>
                        <a:ext uri="{FF2B5EF4-FFF2-40B4-BE49-F238E27FC236}">
                          <a16:creationId xmlns:a16="http://schemas.microsoft.com/office/drawing/2014/main" id="{109CA4FD-0FA4-2EEA-F01E-5EBFA4163DE4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34050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195" name="직사각형 194">
                      <a:extLst>
                        <a:ext uri="{FF2B5EF4-FFF2-40B4-BE49-F238E27FC236}">
                          <a16:creationId xmlns:a16="http://schemas.microsoft.com/office/drawing/2014/main" id="{5925C35A-103F-5F8E-A580-F4785F4801DE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948205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</p:grpSp>
            </p:grpSp>
            <p:sp>
              <p:nvSpPr>
                <p:cNvPr id="189" name="직사각형 188">
                  <a:extLst>
                    <a:ext uri="{FF2B5EF4-FFF2-40B4-BE49-F238E27FC236}">
                      <a16:creationId xmlns:a16="http://schemas.microsoft.com/office/drawing/2014/main" id="{016B1AF2-88F8-95A6-2D12-EB6E86A59A3E}"/>
                    </a:ext>
                  </a:extLst>
                </p:cNvPr>
                <p:cNvSpPr/>
                <p:nvPr/>
              </p:nvSpPr>
              <p:spPr>
                <a:xfrm>
                  <a:off x="8808029" y="5562151"/>
                  <a:ext cx="101021" cy="110836"/>
                </a:xfrm>
                <a:prstGeom prst="rect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600"/>
                </a:p>
              </p:txBody>
            </p:sp>
          </p:grpSp>
        </p:grpSp>
      </p:grpSp>
      <p:cxnSp>
        <p:nvCxnSpPr>
          <p:cNvPr id="238" name="직선 화살표 연결선 237">
            <a:extLst>
              <a:ext uri="{FF2B5EF4-FFF2-40B4-BE49-F238E27FC236}">
                <a16:creationId xmlns:a16="http://schemas.microsoft.com/office/drawing/2014/main" id="{22524F47-C983-80BD-4C50-D5316715F11E}"/>
              </a:ext>
            </a:extLst>
          </p:cNvPr>
          <p:cNvCxnSpPr>
            <a:cxnSpLocks/>
          </p:cNvCxnSpPr>
          <p:nvPr/>
        </p:nvCxnSpPr>
        <p:spPr>
          <a:xfrm flipV="1">
            <a:off x="11395206" y="5413776"/>
            <a:ext cx="0" cy="560347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9" name="직선 화살표 연결선 238">
            <a:extLst>
              <a:ext uri="{FF2B5EF4-FFF2-40B4-BE49-F238E27FC236}">
                <a16:creationId xmlns:a16="http://schemas.microsoft.com/office/drawing/2014/main" id="{25F80494-E1D6-F25D-3629-25917F43599A}"/>
              </a:ext>
            </a:extLst>
          </p:cNvPr>
          <p:cNvCxnSpPr>
            <a:cxnSpLocks/>
          </p:cNvCxnSpPr>
          <p:nvPr/>
        </p:nvCxnSpPr>
        <p:spPr>
          <a:xfrm flipV="1">
            <a:off x="10055941" y="5415404"/>
            <a:ext cx="0" cy="560347"/>
          </a:xfrm>
          <a:prstGeom prst="straightConnector1">
            <a:avLst/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0" name="직선 화살표 연결선 239">
            <a:extLst>
              <a:ext uri="{FF2B5EF4-FFF2-40B4-BE49-F238E27FC236}">
                <a16:creationId xmlns:a16="http://schemas.microsoft.com/office/drawing/2014/main" id="{54411544-557B-8CA5-B38E-E2A702CFF4F6}"/>
              </a:ext>
            </a:extLst>
          </p:cNvPr>
          <p:cNvCxnSpPr>
            <a:cxnSpLocks/>
          </p:cNvCxnSpPr>
          <p:nvPr/>
        </p:nvCxnSpPr>
        <p:spPr>
          <a:xfrm>
            <a:off x="10228018" y="5535490"/>
            <a:ext cx="101033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4" name="직사각형 243">
            <a:extLst>
              <a:ext uri="{FF2B5EF4-FFF2-40B4-BE49-F238E27FC236}">
                <a16:creationId xmlns:a16="http://schemas.microsoft.com/office/drawing/2014/main" id="{A1658226-0BB0-D15C-76B5-1C3B96EABA34}"/>
              </a:ext>
            </a:extLst>
          </p:cNvPr>
          <p:cNvSpPr/>
          <p:nvPr/>
        </p:nvSpPr>
        <p:spPr>
          <a:xfrm>
            <a:off x="262146" y="2533602"/>
            <a:ext cx="737976" cy="290914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2052493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9B1654-F45B-20C5-6FBA-0D1D47F9B8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TextBox 38">
            <a:extLst>
              <a:ext uri="{FF2B5EF4-FFF2-40B4-BE49-F238E27FC236}">
                <a16:creationId xmlns:a16="http://schemas.microsoft.com/office/drawing/2014/main" id="{0BDDC8F2-1297-CB22-7FFC-00645DCEE973}"/>
              </a:ext>
            </a:extLst>
          </p:cNvPr>
          <p:cNvSpPr txBox="1"/>
          <p:nvPr/>
        </p:nvSpPr>
        <p:spPr>
          <a:xfrm>
            <a:off x="435098" y="334135"/>
            <a:ext cx="939470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/>
              <a:t>검증 시나리오 </a:t>
            </a:r>
            <a:r>
              <a:rPr lang="en-US" altLang="ko-KR"/>
              <a:t>1. </a:t>
            </a:r>
            <a:r>
              <a:rPr lang="ko-KR" altLang="en-US"/>
              <a:t>버튼 동작 확인</a:t>
            </a:r>
            <a:endParaRPr lang="en-US" altLang="ko-KR"/>
          </a:p>
          <a:p>
            <a:r>
              <a:rPr lang="en-US" altLang="ko-KR"/>
              <a:t>P3 – L </a:t>
            </a:r>
            <a:r>
              <a:rPr lang="ko-KR" altLang="en-US"/>
              <a:t>버튼 </a:t>
            </a:r>
            <a:r>
              <a:rPr lang="en-US" altLang="ko-KR"/>
              <a:t>3</a:t>
            </a:r>
            <a:r>
              <a:rPr lang="ko-KR" altLang="en-US"/>
              <a:t>번 </a:t>
            </a:r>
            <a:r>
              <a:rPr lang="en-US" altLang="ko-KR"/>
              <a:t>/ R </a:t>
            </a:r>
            <a:r>
              <a:rPr lang="ko-KR" altLang="en-US"/>
              <a:t>버튼 </a:t>
            </a:r>
            <a:r>
              <a:rPr lang="en-US" altLang="ko-KR"/>
              <a:t>3</a:t>
            </a:r>
            <a:r>
              <a:rPr lang="ko-KR" altLang="en-US"/>
              <a:t>번</a:t>
            </a:r>
            <a:endParaRPr lang="en-US" altLang="ko-KR"/>
          </a:p>
          <a:p>
            <a:r>
              <a:rPr lang="en-US" altLang="ko-KR"/>
              <a:t>      </a:t>
            </a:r>
            <a:endParaRPr lang="ko-KR" altLang="en-US"/>
          </a:p>
        </p:txBody>
      </p:sp>
      <p:pic>
        <p:nvPicPr>
          <p:cNvPr id="64" name="그림 63">
            <a:extLst>
              <a:ext uri="{FF2B5EF4-FFF2-40B4-BE49-F238E27FC236}">
                <a16:creationId xmlns:a16="http://schemas.microsoft.com/office/drawing/2014/main" id="{C8F6F6B5-7785-3B51-761B-18202905969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6049" y="1308858"/>
            <a:ext cx="8489785" cy="4482507"/>
          </a:xfrm>
          <a:prstGeom prst="rect">
            <a:avLst/>
          </a:prstGeom>
        </p:spPr>
      </p:pic>
      <p:grpSp>
        <p:nvGrpSpPr>
          <p:cNvPr id="66" name="그룹 65">
            <a:extLst>
              <a:ext uri="{FF2B5EF4-FFF2-40B4-BE49-F238E27FC236}">
                <a16:creationId xmlns:a16="http://schemas.microsoft.com/office/drawing/2014/main" id="{FD8A7759-3A2E-7ACE-FB94-D70800317FB0}"/>
              </a:ext>
            </a:extLst>
          </p:cNvPr>
          <p:cNvGrpSpPr/>
          <p:nvPr/>
        </p:nvGrpSpPr>
        <p:grpSpPr>
          <a:xfrm>
            <a:off x="5255054" y="2543966"/>
            <a:ext cx="1193800" cy="1278734"/>
            <a:chOff x="5255054" y="2543966"/>
            <a:chExt cx="1193800" cy="783434"/>
          </a:xfrm>
        </p:grpSpPr>
        <p:cxnSp>
          <p:nvCxnSpPr>
            <p:cNvPr id="62" name="직선 화살표 연결선 61">
              <a:extLst>
                <a:ext uri="{FF2B5EF4-FFF2-40B4-BE49-F238E27FC236}">
                  <a16:creationId xmlns:a16="http://schemas.microsoft.com/office/drawing/2014/main" id="{6A904D1F-286B-9FA0-8E68-DCE844E8E4CE}"/>
                </a:ext>
              </a:extLst>
            </p:cNvPr>
            <p:cNvCxnSpPr>
              <a:cxnSpLocks/>
            </p:cNvCxnSpPr>
            <p:nvPr/>
          </p:nvCxnSpPr>
          <p:spPr>
            <a:xfrm>
              <a:off x="5255054" y="2556666"/>
              <a:ext cx="0" cy="770734"/>
            </a:xfrm>
            <a:prstGeom prst="straightConnector1">
              <a:avLst/>
            </a:prstGeom>
            <a:ln>
              <a:solidFill>
                <a:srgbClr val="FFFF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" name="직선 화살표 연결선 66">
              <a:extLst>
                <a:ext uri="{FF2B5EF4-FFF2-40B4-BE49-F238E27FC236}">
                  <a16:creationId xmlns:a16="http://schemas.microsoft.com/office/drawing/2014/main" id="{D33C7BD0-22DF-13DC-2FEF-ECCE5830DA7D}"/>
                </a:ext>
              </a:extLst>
            </p:cNvPr>
            <p:cNvCxnSpPr>
              <a:cxnSpLocks/>
            </p:cNvCxnSpPr>
            <p:nvPr/>
          </p:nvCxnSpPr>
          <p:spPr>
            <a:xfrm>
              <a:off x="5839254" y="2543966"/>
              <a:ext cx="0" cy="783434"/>
            </a:xfrm>
            <a:prstGeom prst="straightConnector1">
              <a:avLst/>
            </a:prstGeom>
            <a:ln>
              <a:solidFill>
                <a:srgbClr val="FFFF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" name="직선 화살표 연결선 67">
              <a:extLst>
                <a:ext uri="{FF2B5EF4-FFF2-40B4-BE49-F238E27FC236}">
                  <a16:creationId xmlns:a16="http://schemas.microsoft.com/office/drawing/2014/main" id="{3F61D69F-9049-AA0D-D163-6DD73EFF3C25}"/>
                </a:ext>
              </a:extLst>
            </p:cNvPr>
            <p:cNvCxnSpPr>
              <a:cxnSpLocks/>
            </p:cNvCxnSpPr>
            <p:nvPr/>
          </p:nvCxnSpPr>
          <p:spPr>
            <a:xfrm>
              <a:off x="6448854" y="2556666"/>
              <a:ext cx="0" cy="770734"/>
            </a:xfrm>
            <a:prstGeom prst="straightConnector1">
              <a:avLst/>
            </a:prstGeom>
            <a:ln>
              <a:solidFill>
                <a:srgbClr val="FFFF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71" name="직사각형 70">
            <a:extLst>
              <a:ext uri="{FF2B5EF4-FFF2-40B4-BE49-F238E27FC236}">
                <a16:creationId xmlns:a16="http://schemas.microsoft.com/office/drawing/2014/main" id="{E550DBE4-61AA-B087-780E-5A4223B8144E}"/>
              </a:ext>
            </a:extLst>
          </p:cNvPr>
          <p:cNvSpPr/>
          <p:nvPr/>
        </p:nvSpPr>
        <p:spPr>
          <a:xfrm>
            <a:off x="262146" y="3785786"/>
            <a:ext cx="737976" cy="290914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9" name="타원 78">
            <a:extLst>
              <a:ext uri="{FF2B5EF4-FFF2-40B4-BE49-F238E27FC236}">
                <a16:creationId xmlns:a16="http://schemas.microsoft.com/office/drawing/2014/main" id="{24D3923E-E36E-1D2E-1FF8-21CDB285CCEB}"/>
              </a:ext>
            </a:extLst>
          </p:cNvPr>
          <p:cNvSpPr/>
          <p:nvPr/>
        </p:nvSpPr>
        <p:spPr>
          <a:xfrm>
            <a:off x="4988600" y="2513808"/>
            <a:ext cx="190498" cy="192971"/>
          </a:xfrm>
          <a:prstGeom prst="ellipse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>
                <a:solidFill>
                  <a:schemeClr val="tx1"/>
                </a:solidFill>
              </a:rPr>
              <a:t>4</a:t>
            </a:r>
            <a:endParaRPr lang="ko-KR" altLang="en-US" sz="1400">
              <a:solidFill>
                <a:schemeClr val="tx1"/>
              </a:solidFill>
            </a:endParaRPr>
          </a:p>
        </p:txBody>
      </p:sp>
      <p:sp>
        <p:nvSpPr>
          <p:cNvPr id="81" name="타원 80">
            <a:extLst>
              <a:ext uri="{FF2B5EF4-FFF2-40B4-BE49-F238E27FC236}">
                <a16:creationId xmlns:a16="http://schemas.microsoft.com/office/drawing/2014/main" id="{FCC211A8-11A6-CFCA-7551-51EFB2EA213D}"/>
              </a:ext>
            </a:extLst>
          </p:cNvPr>
          <p:cNvSpPr/>
          <p:nvPr/>
        </p:nvSpPr>
        <p:spPr>
          <a:xfrm>
            <a:off x="5623600" y="2517070"/>
            <a:ext cx="190498" cy="192971"/>
          </a:xfrm>
          <a:prstGeom prst="ellipse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>
                <a:solidFill>
                  <a:schemeClr val="tx1"/>
                </a:solidFill>
              </a:rPr>
              <a:t>5</a:t>
            </a:r>
            <a:endParaRPr lang="ko-KR" altLang="en-US" sz="1400">
              <a:solidFill>
                <a:schemeClr val="tx1"/>
              </a:solidFill>
            </a:endParaRPr>
          </a:p>
        </p:txBody>
      </p:sp>
      <p:sp>
        <p:nvSpPr>
          <p:cNvPr id="83" name="타원 82">
            <a:extLst>
              <a:ext uri="{FF2B5EF4-FFF2-40B4-BE49-F238E27FC236}">
                <a16:creationId xmlns:a16="http://schemas.microsoft.com/office/drawing/2014/main" id="{AB368CAB-0695-3C9C-B455-3F11B39D6D9A}"/>
              </a:ext>
            </a:extLst>
          </p:cNvPr>
          <p:cNvSpPr/>
          <p:nvPr/>
        </p:nvSpPr>
        <p:spPr>
          <a:xfrm>
            <a:off x="6228923" y="2517070"/>
            <a:ext cx="190498" cy="192971"/>
          </a:xfrm>
          <a:prstGeom prst="ellipse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>
                <a:solidFill>
                  <a:schemeClr val="tx1"/>
                </a:solidFill>
              </a:rPr>
              <a:t>6</a:t>
            </a:r>
            <a:endParaRPr lang="ko-KR" altLang="en-US" sz="1400">
              <a:solidFill>
                <a:schemeClr val="tx1"/>
              </a:solidFill>
            </a:endParaRPr>
          </a:p>
        </p:txBody>
      </p:sp>
      <p:sp>
        <p:nvSpPr>
          <p:cNvPr id="84" name="타원 83">
            <a:extLst>
              <a:ext uri="{FF2B5EF4-FFF2-40B4-BE49-F238E27FC236}">
                <a16:creationId xmlns:a16="http://schemas.microsoft.com/office/drawing/2014/main" id="{6831A97A-19F0-A90C-5A35-4CDA0D0171D2}"/>
              </a:ext>
            </a:extLst>
          </p:cNvPr>
          <p:cNvSpPr/>
          <p:nvPr/>
        </p:nvSpPr>
        <p:spPr>
          <a:xfrm>
            <a:off x="10649170" y="2197012"/>
            <a:ext cx="190498" cy="192971"/>
          </a:xfrm>
          <a:prstGeom prst="ellipse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>
                <a:solidFill>
                  <a:schemeClr val="tx1"/>
                </a:solidFill>
              </a:rPr>
              <a:t>4</a:t>
            </a:r>
            <a:endParaRPr lang="ko-KR" altLang="en-US" sz="1400">
              <a:solidFill>
                <a:schemeClr val="tx1"/>
              </a:solidFill>
            </a:endParaRPr>
          </a:p>
        </p:txBody>
      </p:sp>
      <p:grpSp>
        <p:nvGrpSpPr>
          <p:cNvPr id="85" name="그룹 84">
            <a:extLst>
              <a:ext uri="{FF2B5EF4-FFF2-40B4-BE49-F238E27FC236}">
                <a16:creationId xmlns:a16="http://schemas.microsoft.com/office/drawing/2014/main" id="{916C5C00-3166-2B1B-0D70-0EB27E439BBC}"/>
              </a:ext>
            </a:extLst>
          </p:cNvPr>
          <p:cNvGrpSpPr/>
          <p:nvPr/>
        </p:nvGrpSpPr>
        <p:grpSpPr>
          <a:xfrm>
            <a:off x="8896405" y="949431"/>
            <a:ext cx="2860497" cy="994910"/>
            <a:chOff x="8147507" y="4717048"/>
            <a:chExt cx="2860497" cy="994910"/>
          </a:xfrm>
        </p:grpSpPr>
        <p:sp>
          <p:nvSpPr>
            <p:cNvPr id="86" name="직사각형 85">
              <a:extLst>
                <a:ext uri="{FF2B5EF4-FFF2-40B4-BE49-F238E27FC236}">
                  <a16:creationId xmlns:a16="http://schemas.microsoft.com/office/drawing/2014/main" id="{F6AC2F7B-C641-FBD9-5E20-47DF26222B0A}"/>
                </a:ext>
              </a:extLst>
            </p:cNvPr>
            <p:cNvSpPr/>
            <p:nvPr/>
          </p:nvSpPr>
          <p:spPr>
            <a:xfrm>
              <a:off x="8147507" y="4717048"/>
              <a:ext cx="2860497" cy="994910"/>
            </a:xfrm>
            <a:prstGeom prst="rect">
              <a:avLst/>
            </a:prstGeom>
            <a:solidFill>
              <a:schemeClr val="tx1">
                <a:lumMod val="65000"/>
                <a:lumOff val="3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87" name="그룹 86">
              <a:extLst>
                <a:ext uri="{FF2B5EF4-FFF2-40B4-BE49-F238E27FC236}">
                  <a16:creationId xmlns:a16="http://schemas.microsoft.com/office/drawing/2014/main" id="{6571D3DF-115D-E8EB-5573-E8A765A8BDD9}"/>
                </a:ext>
              </a:extLst>
            </p:cNvPr>
            <p:cNvGrpSpPr/>
            <p:nvPr/>
          </p:nvGrpSpPr>
          <p:grpSpPr>
            <a:xfrm>
              <a:off x="8408334" y="4819650"/>
              <a:ext cx="2500334" cy="808179"/>
              <a:chOff x="8112248" y="4451227"/>
              <a:chExt cx="3529919" cy="1221760"/>
            </a:xfrm>
          </p:grpSpPr>
          <p:grpSp>
            <p:nvGrpSpPr>
              <p:cNvPr id="88" name="그룹 87">
                <a:extLst>
                  <a:ext uri="{FF2B5EF4-FFF2-40B4-BE49-F238E27FC236}">
                    <a16:creationId xmlns:a16="http://schemas.microsoft.com/office/drawing/2014/main" id="{91CCF1A3-3815-1FFB-8AD9-D3A7752E7FAD}"/>
                  </a:ext>
                </a:extLst>
              </p:cNvPr>
              <p:cNvGrpSpPr/>
              <p:nvPr/>
            </p:nvGrpSpPr>
            <p:grpSpPr>
              <a:xfrm>
                <a:off x="8112248" y="4451227"/>
                <a:ext cx="796802" cy="1221760"/>
                <a:chOff x="8112248" y="4451227"/>
                <a:chExt cx="796802" cy="1221760"/>
              </a:xfrm>
            </p:grpSpPr>
            <p:grpSp>
              <p:nvGrpSpPr>
                <p:cNvPr id="128" name="그룹 127">
                  <a:extLst>
                    <a:ext uri="{FF2B5EF4-FFF2-40B4-BE49-F238E27FC236}">
                      <a16:creationId xmlns:a16="http://schemas.microsoft.com/office/drawing/2014/main" id="{F8A06929-743C-549C-DD64-1BA5E6CBB3E3}"/>
                    </a:ext>
                  </a:extLst>
                </p:cNvPr>
                <p:cNvGrpSpPr/>
                <p:nvPr/>
              </p:nvGrpSpPr>
              <p:grpSpPr>
                <a:xfrm>
                  <a:off x="8112248" y="4451227"/>
                  <a:ext cx="667506" cy="1221760"/>
                  <a:chOff x="8377382" y="4544293"/>
                  <a:chExt cx="667506" cy="1221760"/>
                </a:xfrm>
              </p:grpSpPr>
              <p:grpSp>
                <p:nvGrpSpPr>
                  <p:cNvPr id="130" name="그룹 129">
                    <a:extLst>
                      <a:ext uri="{FF2B5EF4-FFF2-40B4-BE49-F238E27FC236}">
                        <a16:creationId xmlns:a16="http://schemas.microsoft.com/office/drawing/2014/main" id="{564C4DC3-765A-2F1F-C06E-B1CC8C8F137D}"/>
                      </a:ext>
                    </a:extLst>
                  </p:cNvPr>
                  <p:cNvGrpSpPr/>
                  <p:nvPr/>
                </p:nvGrpSpPr>
                <p:grpSpPr>
                  <a:xfrm>
                    <a:off x="8377382" y="4544293"/>
                    <a:ext cx="667504" cy="666298"/>
                    <a:chOff x="8377382" y="4544293"/>
                    <a:chExt cx="667504" cy="666298"/>
                  </a:xfrm>
                </p:grpSpPr>
                <p:sp>
                  <p:nvSpPr>
                    <p:cNvPr id="136" name="직사각형 135">
                      <a:extLst>
                        <a:ext uri="{FF2B5EF4-FFF2-40B4-BE49-F238E27FC236}">
                          <a16:creationId xmlns:a16="http://schemas.microsoft.com/office/drawing/2014/main" id="{BBC37FAD-278E-EC65-F8B6-788C42CDF76F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77382" y="4673601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137" name="직사각형 136">
                      <a:extLst>
                        <a:ext uri="{FF2B5EF4-FFF2-40B4-BE49-F238E27FC236}">
                          <a16:creationId xmlns:a16="http://schemas.microsoft.com/office/drawing/2014/main" id="{1AD3AF86-3BC8-03F5-AF3A-6D69B26639A9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392743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138" name="직사각형 137">
                      <a:extLst>
                        <a:ext uri="{FF2B5EF4-FFF2-40B4-BE49-F238E27FC236}">
                          <a16:creationId xmlns:a16="http://schemas.microsoft.com/office/drawing/2014/main" id="{2C6CEA73-6A80-30AC-EBE6-AF076EEC6A17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34050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139" name="직사각형 138">
                      <a:extLst>
                        <a:ext uri="{FF2B5EF4-FFF2-40B4-BE49-F238E27FC236}">
                          <a16:creationId xmlns:a16="http://schemas.microsoft.com/office/drawing/2014/main" id="{35CBBCC6-02FD-E949-114B-41164802D836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948205"/>
                      <a:ext cx="110836" cy="413936"/>
                    </a:xfrm>
                    <a:prstGeom prst="rect">
                      <a:avLst/>
                    </a:prstGeom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</p:grpSp>
              <p:grpSp>
                <p:nvGrpSpPr>
                  <p:cNvPr id="131" name="그룹 130">
                    <a:extLst>
                      <a:ext uri="{FF2B5EF4-FFF2-40B4-BE49-F238E27FC236}">
                        <a16:creationId xmlns:a16="http://schemas.microsoft.com/office/drawing/2014/main" id="{F9C3242C-0C33-7FE3-16DC-8196D3A47EF1}"/>
                      </a:ext>
                    </a:extLst>
                  </p:cNvPr>
                  <p:cNvGrpSpPr/>
                  <p:nvPr/>
                </p:nvGrpSpPr>
                <p:grpSpPr>
                  <a:xfrm>
                    <a:off x="8377384" y="5099755"/>
                    <a:ext cx="667504" cy="666298"/>
                    <a:chOff x="8377382" y="4544293"/>
                    <a:chExt cx="667504" cy="666298"/>
                  </a:xfrm>
                </p:grpSpPr>
                <p:sp>
                  <p:nvSpPr>
                    <p:cNvPr id="132" name="직사각형 131">
                      <a:extLst>
                        <a:ext uri="{FF2B5EF4-FFF2-40B4-BE49-F238E27FC236}">
                          <a16:creationId xmlns:a16="http://schemas.microsoft.com/office/drawing/2014/main" id="{07E32399-080D-288C-3840-5A9F944F295C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77382" y="4673601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133" name="직사각형 132">
                      <a:extLst>
                        <a:ext uri="{FF2B5EF4-FFF2-40B4-BE49-F238E27FC236}">
                          <a16:creationId xmlns:a16="http://schemas.microsoft.com/office/drawing/2014/main" id="{BC25D33C-D979-2246-5F4C-AFB294191495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392743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134" name="직사각형 133">
                      <a:extLst>
                        <a:ext uri="{FF2B5EF4-FFF2-40B4-BE49-F238E27FC236}">
                          <a16:creationId xmlns:a16="http://schemas.microsoft.com/office/drawing/2014/main" id="{931C0EC4-071D-A8CD-5180-96E2D6C103BF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34050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135" name="직사각형 134">
                      <a:extLst>
                        <a:ext uri="{FF2B5EF4-FFF2-40B4-BE49-F238E27FC236}">
                          <a16:creationId xmlns:a16="http://schemas.microsoft.com/office/drawing/2014/main" id="{4422A5C5-39F8-3ABD-9E2B-7E23E23CC1B3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948205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</p:grpSp>
            </p:grpSp>
            <p:sp>
              <p:nvSpPr>
                <p:cNvPr id="129" name="직사각형 128">
                  <a:extLst>
                    <a:ext uri="{FF2B5EF4-FFF2-40B4-BE49-F238E27FC236}">
                      <a16:creationId xmlns:a16="http://schemas.microsoft.com/office/drawing/2014/main" id="{0F189FAF-3C17-230D-2F41-7F999430EA00}"/>
                    </a:ext>
                  </a:extLst>
                </p:cNvPr>
                <p:cNvSpPr/>
                <p:nvPr/>
              </p:nvSpPr>
              <p:spPr>
                <a:xfrm>
                  <a:off x="8808029" y="5562151"/>
                  <a:ext cx="101021" cy="110836"/>
                </a:xfrm>
                <a:prstGeom prst="rect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600"/>
                </a:p>
              </p:txBody>
            </p:sp>
          </p:grpSp>
          <p:grpSp>
            <p:nvGrpSpPr>
              <p:cNvPr id="89" name="그룹 88">
                <a:extLst>
                  <a:ext uri="{FF2B5EF4-FFF2-40B4-BE49-F238E27FC236}">
                    <a16:creationId xmlns:a16="http://schemas.microsoft.com/office/drawing/2014/main" id="{B8B2DFAE-783D-BCBD-5F90-02608E6A4AA3}"/>
                  </a:ext>
                </a:extLst>
              </p:cNvPr>
              <p:cNvGrpSpPr/>
              <p:nvPr/>
            </p:nvGrpSpPr>
            <p:grpSpPr>
              <a:xfrm>
                <a:off x="9003883" y="4451227"/>
                <a:ext cx="796802" cy="1221760"/>
                <a:chOff x="8112248" y="4451227"/>
                <a:chExt cx="796802" cy="1221760"/>
              </a:xfrm>
            </p:grpSpPr>
            <p:grpSp>
              <p:nvGrpSpPr>
                <p:cNvPr id="116" name="그룹 115">
                  <a:extLst>
                    <a:ext uri="{FF2B5EF4-FFF2-40B4-BE49-F238E27FC236}">
                      <a16:creationId xmlns:a16="http://schemas.microsoft.com/office/drawing/2014/main" id="{076B2868-2785-05AB-9C9A-557ABE9D40F4}"/>
                    </a:ext>
                  </a:extLst>
                </p:cNvPr>
                <p:cNvGrpSpPr/>
                <p:nvPr/>
              </p:nvGrpSpPr>
              <p:grpSpPr>
                <a:xfrm>
                  <a:off x="8112248" y="4451227"/>
                  <a:ext cx="667506" cy="1221760"/>
                  <a:chOff x="8377382" y="4544293"/>
                  <a:chExt cx="667506" cy="1221760"/>
                </a:xfrm>
              </p:grpSpPr>
              <p:grpSp>
                <p:nvGrpSpPr>
                  <p:cNvPr id="118" name="그룹 117">
                    <a:extLst>
                      <a:ext uri="{FF2B5EF4-FFF2-40B4-BE49-F238E27FC236}">
                        <a16:creationId xmlns:a16="http://schemas.microsoft.com/office/drawing/2014/main" id="{19F3D8EE-3723-E2AE-8031-29D26A1999CC}"/>
                      </a:ext>
                    </a:extLst>
                  </p:cNvPr>
                  <p:cNvGrpSpPr/>
                  <p:nvPr/>
                </p:nvGrpSpPr>
                <p:grpSpPr>
                  <a:xfrm>
                    <a:off x="8377382" y="4544293"/>
                    <a:ext cx="667504" cy="666298"/>
                    <a:chOff x="8377382" y="4544293"/>
                    <a:chExt cx="667504" cy="666298"/>
                  </a:xfrm>
                </p:grpSpPr>
                <p:sp>
                  <p:nvSpPr>
                    <p:cNvPr id="124" name="직사각형 123">
                      <a:extLst>
                        <a:ext uri="{FF2B5EF4-FFF2-40B4-BE49-F238E27FC236}">
                          <a16:creationId xmlns:a16="http://schemas.microsoft.com/office/drawing/2014/main" id="{5AC273B7-64A9-BD32-04D1-8245E69F6BF1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77382" y="4673601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125" name="직사각형 124">
                      <a:extLst>
                        <a:ext uri="{FF2B5EF4-FFF2-40B4-BE49-F238E27FC236}">
                          <a16:creationId xmlns:a16="http://schemas.microsoft.com/office/drawing/2014/main" id="{415535E3-8470-BE2C-AB38-5F927C8626C1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392743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126" name="직사각형 125">
                      <a:extLst>
                        <a:ext uri="{FF2B5EF4-FFF2-40B4-BE49-F238E27FC236}">
                          <a16:creationId xmlns:a16="http://schemas.microsoft.com/office/drawing/2014/main" id="{F7AC43D8-C423-F9E4-33DF-ADC27EB0781A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34050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127" name="직사각형 126">
                      <a:extLst>
                        <a:ext uri="{FF2B5EF4-FFF2-40B4-BE49-F238E27FC236}">
                          <a16:creationId xmlns:a16="http://schemas.microsoft.com/office/drawing/2014/main" id="{7E31AAA1-D39C-828E-18B1-28EED5615A13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948205"/>
                      <a:ext cx="110836" cy="413936"/>
                    </a:xfrm>
                    <a:prstGeom prst="rect">
                      <a:avLst/>
                    </a:prstGeom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</p:grpSp>
              <p:grpSp>
                <p:nvGrpSpPr>
                  <p:cNvPr id="119" name="그룹 118">
                    <a:extLst>
                      <a:ext uri="{FF2B5EF4-FFF2-40B4-BE49-F238E27FC236}">
                        <a16:creationId xmlns:a16="http://schemas.microsoft.com/office/drawing/2014/main" id="{CBF30C2B-1EAD-1CC7-13D9-9DCE4A76B743}"/>
                      </a:ext>
                    </a:extLst>
                  </p:cNvPr>
                  <p:cNvGrpSpPr/>
                  <p:nvPr/>
                </p:nvGrpSpPr>
                <p:grpSpPr>
                  <a:xfrm>
                    <a:off x="8377384" y="5099755"/>
                    <a:ext cx="667504" cy="666298"/>
                    <a:chOff x="8377382" y="4544293"/>
                    <a:chExt cx="667504" cy="666298"/>
                  </a:xfrm>
                </p:grpSpPr>
                <p:sp>
                  <p:nvSpPr>
                    <p:cNvPr id="120" name="직사각형 119">
                      <a:extLst>
                        <a:ext uri="{FF2B5EF4-FFF2-40B4-BE49-F238E27FC236}">
                          <a16:creationId xmlns:a16="http://schemas.microsoft.com/office/drawing/2014/main" id="{D4261CFF-047A-1006-1034-B0242947337C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77382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121" name="직사각형 120">
                      <a:extLst>
                        <a:ext uri="{FF2B5EF4-FFF2-40B4-BE49-F238E27FC236}">
                          <a16:creationId xmlns:a16="http://schemas.microsoft.com/office/drawing/2014/main" id="{F4CBA7A9-6B1B-FDE6-F606-26201F566C50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392743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122" name="직사각형 121">
                      <a:extLst>
                        <a:ext uri="{FF2B5EF4-FFF2-40B4-BE49-F238E27FC236}">
                          <a16:creationId xmlns:a16="http://schemas.microsoft.com/office/drawing/2014/main" id="{CF7FB499-6BA1-F687-EEB4-55E3606F4622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34050" y="4673601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123" name="직사각형 122">
                      <a:extLst>
                        <a:ext uri="{FF2B5EF4-FFF2-40B4-BE49-F238E27FC236}">
                          <a16:creationId xmlns:a16="http://schemas.microsoft.com/office/drawing/2014/main" id="{F05DBA6B-8FBD-CC93-4738-BCD23D8E65D2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948205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</p:grpSp>
            </p:grpSp>
            <p:sp>
              <p:nvSpPr>
                <p:cNvPr id="117" name="직사각형 116">
                  <a:extLst>
                    <a:ext uri="{FF2B5EF4-FFF2-40B4-BE49-F238E27FC236}">
                      <a16:creationId xmlns:a16="http://schemas.microsoft.com/office/drawing/2014/main" id="{ECA3F4BD-A60F-49E6-1A6B-3895E55A7362}"/>
                    </a:ext>
                  </a:extLst>
                </p:cNvPr>
                <p:cNvSpPr/>
                <p:nvPr/>
              </p:nvSpPr>
              <p:spPr>
                <a:xfrm>
                  <a:off x="8808029" y="5562151"/>
                  <a:ext cx="101021" cy="110836"/>
                </a:xfrm>
                <a:prstGeom prst="rect">
                  <a:avLst/>
                </a:prstGeom>
                <a:solidFill>
                  <a:srgbClr val="FF0000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600"/>
                </a:p>
              </p:txBody>
            </p:sp>
          </p:grpSp>
          <p:grpSp>
            <p:nvGrpSpPr>
              <p:cNvPr id="90" name="그룹 89">
                <a:extLst>
                  <a:ext uri="{FF2B5EF4-FFF2-40B4-BE49-F238E27FC236}">
                    <a16:creationId xmlns:a16="http://schemas.microsoft.com/office/drawing/2014/main" id="{7520846F-D96F-F7EA-EEC7-69B854914C2B}"/>
                  </a:ext>
                </a:extLst>
              </p:cNvPr>
              <p:cNvGrpSpPr/>
              <p:nvPr/>
            </p:nvGrpSpPr>
            <p:grpSpPr>
              <a:xfrm>
                <a:off x="9935853" y="4451227"/>
                <a:ext cx="796802" cy="1221760"/>
                <a:chOff x="8112248" y="4451227"/>
                <a:chExt cx="796802" cy="1221760"/>
              </a:xfrm>
            </p:grpSpPr>
            <p:grpSp>
              <p:nvGrpSpPr>
                <p:cNvPr id="104" name="그룹 103">
                  <a:extLst>
                    <a:ext uri="{FF2B5EF4-FFF2-40B4-BE49-F238E27FC236}">
                      <a16:creationId xmlns:a16="http://schemas.microsoft.com/office/drawing/2014/main" id="{A07DF747-D8B1-9568-A919-ECDAE5D5DF0E}"/>
                    </a:ext>
                  </a:extLst>
                </p:cNvPr>
                <p:cNvGrpSpPr/>
                <p:nvPr/>
              </p:nvGrpSpPr>
              <p:grpSpPr>
                <a:xfrm>
                  <a:off x="8112248" y="4451227"/>
                  <a:ext cx="667506" cy="1221760"/>
                  <a:chOff x="8377382" y="4544293"/>
                  <a:chExt cx="667506" cy="1221760"/>
                </a:xfrm>
              </p:grpSpPr>
              <p:grpSp>
                <p:nvGrpSpPr>
                  <p:cNvPr id="106" name="그룹 105">
                    <a:extLst>
                      <a:ext uri="{FF2B5EF4-FFF2-40B4-BE49-F238E27FC236}">
                        <a16:creationId xmlns:a16="http://schemas.microsoft.com/office/drawing/2014/main" id="{7E0DB65C-9FC2-98B8-59D3-33A327DD744C}"/>
                      </a:ext>
                    </a:extLst>
                  </p:cNvPr>
                  <p:cNvGrpSpPr/>
                  <p:nvPr/>
                </p:nvGrpSpPr>
                <p:grpSpPr>
                  <a:xfrm>
                    <a:off x="8377382" y="4544293"/>
                    <a:ext cx="667504" cy="666298"/>
                    <a:chOff x="8377382" y="4544293"/>
                    <a:chExt cx="667504" cy="666298"/>
                  </a:xfrm>
                </p:grpSpPr>
                <p:sp>
                  <p:nvSpPr>
                    <p:cNvPr id="112" name="직사각형 111">
                      <a:extLst>
                        <a:ext uri="{FF2B5EF4-FFF2-40B4-BE49-F238E27FC236}">
                          <a16:creationId xmlns:a16="http://schemas.microsoft.com/office/drawing/2014/main" id="{6B608B32-01F7-C946-6B1C-13439BBBA3C1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77382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113" name="직사각형 112">
                      <a:extLst>
                        <a:ext uri="{FF2B5EF4-FFF2-40B4-BE49-F238E27FC236}">
                          <a16:creationId xmlns:a16="http://schemas.microsoft.com/office/drawing/2014/main" id="{4FBFFF28-E6D2-F86B-30E0-8FFD4FBA81EA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392743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114" name="직사각형 113">
                      <a:extLst>
                        <a:ext uri="{FF2B5EF4-FFF2-40B4-BE49-F238E27FC236}">
                          <a16:creationId xmlns:a16="http://schemas.microsoft.com/office/drawing/2014/main" id="{62410198-2E04-EC52-D18B-2C475B62E73B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34050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115" name="직사각형 114">
                      <a:extLst>
                        <a:ext uri="{FF2B5EF4-FFF2-40B4-BE49-F238E27FC236}">
                          <a16:creationId xmlns:a16="http://schemas.microsoft.com/office/drawing/2014/main" id="{2C333ED9-0CCE-EEB8-BE5E-A9B4C9D67E7D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948205"/>
                      <a:ext cx="110836" cy="413936"/>
                    </a:xfrm>
                    <a:prstGeom prst="rect">
                      <a:avLst/>
                    </a:prstGeom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</p:grpSp>
              <p:grpSp>
                <p:nvGrpSpPr>
                  <p:cNvPr id="107" name="그룹 106">
                    <a:extLst>
                      <a:ext uri="{FF2B5EF4-FFF2-40B4-BE49-F238E27FC236}">
                        <a16:creationId xmlns:a16="http://schemas.microsoft.com/office/drawing/2014/main" id="{0E494B2B-B041-EF58-D050-B5C909B71C31}"/>
                      </a:ext>
                    </a:extLst>
                  </p:cNvPr>
                  <p:cNvGrpSpPr/>
                  <p:nvPr/>
                </p:nvGrpSpPr>
                <p:grpSpPr>
                  <a:xfrm>
                    <a:off x="8377384" y="5099755"/>
                    <a:ext cx="667504" cy="666298"/>
                    <a:chOff x="8377382" y="4544293"/>
                    <a:chExt cx="667504" cy="666298"/>
                  </a:xfrm>
                </p:grpSpPr>
                <p:sp>
                  <p:nvSpPr>
                    <p:cNvPr id="108" name="직사각형 107">
                      <a:extLst>
                        <a:ext uri="{FF2B5EF4-FFF2-40B4-BE49-F238E27FC236}">
                          <a16:creationId xmlns:a16="http://schemas.microsoft.com/office/drawing/2014/main" id="{08740AA5-F626-4B11-7B25-178CEA8BBD39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77382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109" name="직사각형 108">
                      <a:extLst>
                        <a:ext uri="{FF2B5EF4-FFF2-40B4-BE49-F238E27FC236}">
                          <a16:creationId xmlns:a16="http://schemas.microsoft.com/office/drawing/2014/main" id="{CADEF2F5-2F12-6CAB-8B26-09B123B5C98A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392743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110" name="직사각형 109">
                      <a:extLst>
                        <a:ext uri="{FF2B5EF4-FFF2-40B4-BE49-F238E27FC236}">
                          <a16:creationId xmlns:a16="http://schemas.microsoft.com/office/drawing/2014/main" id="{F4A41713-75BF-9916-74FB-A51235A05DEA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34050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111" name="직사각형 110">
                      <a:extLst>
                        <a:ext uri="{FF2B5EF4-FFF2-40B4-BE49-F238E27FC236}">
                          <a16:creationId xmlns:a16="http://schemas.microsoft.com/office/drawing/2014/main" id="{490AA5DC-CC52-7961-B10A-4780CF8D9ECB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948205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</p:grpSp>
            </p:grpSp>
            <p:sp>
              <p:nvSpPr>
                <p:cNvPr id="105" name="직사각형 104">
                  <a:extLst>
                    <a:ext uri="{FF2B5EF4-FFF2-40B4-BE49-F238E27FC236}">
                      <a16:creationId xmlns:a16="http://schemas.microsoft.com/office/drawing/2014/main" id="{D96BD730-5B19-2490-1ECD-02D6853C4289}"/>
                    </a:ext>
                  </a:extLst>
                </p:cNvPr>
                <p:cNvSpPr/>
                <p:nvPr/>
              </p:nvSpPr>
              <p:spPr>
                <a:xfrm>
                  <a:off x="8808029" y="5562151"/>
                  <a:ext cx="101021" cy="110836"/>
                </a:xfrm>
                <a:prstGeom prst="rect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600"/>
                </a:p>
              </p:txBody>
            </p:sp>
          </p:grpSp>
          <p:grpSp>
            <p:nvGrpSpPr>
              <p:cNvPr id="91" name="그룹 90">
                <a:extLst>
                  <a:ext uri="{FF2B5EF4-FFF2-40B4-BE49-F238E27FC236}">
                    <a16:creationId xmlns:a16="http://schemas.microsoft.com/office/drawing/2014/main" id="{C1B692D9-A6BF-2C8C-4473-DA64FA9D2CCD}"/>
                  </a:ext>
                </a:extLst>
              </p:cNvPr>
              <p:cNvGrpSpPr/>
              <p:nvPr/>
            </p:nvGrpSpPr>
            <p:grpSpPr>
              <a:xfrm>
                <a:off x="10845365" y="4451227"/>
                <a:ext cx="796802" cy="1221760"/>
                <a:chOff x="8112248" y="4451227"/>
                <a:chExt cx="796802" cy="1221760"/>
              </a:xfrm>
            </p:grpSpPr>
            <p:grpSp>
              <p:nvGrpSpPr>
                <p:cNvPr id="92" name="그룹 91">
                  <a:extLst>
                    <a:ext uri="{FF2B5EF4-FFF2-40B4-BE49-F238E27FC236}">
                      <a16:creationId xmlns:a16="http://schemas.microsoft.com/office/drawing/2014/main" id="{B8EDB877-9478-7056-C0B3-330CF90C583F}"/>
                    </a:ext>
                  </a:extLst>
                </p:cNvPr>
                <p:cNvGrpSpPr/>
                <p:nvPr/>
              </p:nvGrpSpPr>
              <p:grpSpPr>
                <a:xfrm>
                  <a:off x="8112248" y="4451227"/>
                  <a:ext cx="667506" cy="1221760"/>
                  <a:chOff x="8377382" y="4544293"/>
                  <a:chExt cx="667506" cy="1221760"/>
                </a:xfrm>
              </p:grpSpPr>
              <p:grpSp>
                <p:nvGrpSpPr>
                  <p:cNvPr id="94" name="그룹 93">
                    <a:extLst>
                      <a:ext uri="{FF2B5EF4-FFF2-40B4-BE49-F238E27FC236}">
                        <a16:creationId xmlns:a16="http://schemas.microsoft.com/office/drawing/2014/main" id="{2A5F9F8E-EC66-3C81-B794-EC5D4A38A99C}"/>
                      </a:ext>
                    </a:extLst>
                  </p:cNvPr>
                  <p:cNvGrpSpPr/>
                  <p:nvPr/>
                </p:nvGrpSpPr>
                <p:grpSpPr>
                  <a:xfrm>
                    <a:off x="8377382" y="4544293"/>
                    <a:ext cx="667504" cy="666298"/>
                    <a:chOff x="8377382" y="4544293"/>
                    <a:chExt cx="667504" cy="666298"/>
                  </a:xfrm>
                </p:grpSpPr>
                <p:sp>
                  <p:nvSpPr>
                    <p:cNvPr id="100" name="직사각형 99">
                      <a:extLst>
                        <a:ext uri="{FF2B5EF4-FFF2-40B4-BE49-F238E27FC236}">
                          <a16:creationId xmlns:a16="http://schemas.microsoft.com/office/drawing/2014/main" id="{5184323E-04C7-2459-AE72-9A511297AF32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77382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101" name="직사각형 100">
                      <a:extLst>
                        <a:ext uri="{FF2B5EF4-FFF2-40B4-BE49-F238E27FC236}">
                          <a16:creationId xmlns:a16="http://schemas.microsoft.com/office/drawing/2014/main" id="{A7A7C08B-3E42-A6E3-357A-1B9ECFEF98C4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392743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102" name="직사각형 101">
                      <a:extLst>
                        <a:ext uri="{FF2B5EF4-FFF2-40B4-BE49-F238E27FC236}">
                          <a16:creationId xmlns:a16="http://schemas.microsoft.com/office/drawing/2014/main" id="{C0AA377A-8397-0A45-F29E-4666428BDA48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34050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103" name="직사각형 102">
                      <a:extLst>
                        <a:ext uri="{FF2B5EF4-FFF2-40B4-BE49-F238E27FC236}">
                          <a16:creationId xmlns:a16="http://schemas.microsoft.com/office/drawing/2014/main" id="{88659352-3948-89CE-3DE0-9204D39DA347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948205"/>
                      <a:ext cx="110836" cy="413936"/>
                    </a:xfrm>
                    <a:prstGeom prst="rect">
                      <a:avLst/>
                    </a:prstGeom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</p:grpSp>
              <p:grpSp>
                <p:nvGrpSpPr>
                  <p:cNvPr id="95" name="그룹 94">
                    <a:extLst>
                      <a:ext uri="{FF2B5EF4-FFF2-40B4-BE49-F238E27FC236}">
                        <a16:creationId xmlns:a16="http://schemas.microsoft.com/office/drawing/2014/main" id="{9FEAD90A-0D0F-D15E-277F-944D8EFAA4E7}"/>
                      </a:ext>
                    </a:extLst>
                  </p:cNvPr>
                  <p:cNvGrpSpPr/>
                  <p:nvPr/>
                </p:nvGrpSpPr>
                <p:grpSpPr>
                  <a:xfrm>
                    <a:off x="8377384" y="5099755"/>
                    <a:ext cx="667504" cy="666298"/>
                    <a:chOff x="8377382" y="4544293"/>
                    <a:chExt cx="667504" cy="666298"/>
                  </a:xfrm>
                </p:grpSpPr>
                <p:sp>
                  <p:nvSpPr>
                    <p:cNvPr id="96" name="직사각형 95">
                      <a:extLst>
                        <a:ext uri="{FF2B5EF4-FFF2-40B4-BE49-F238E27FC236}">
                          <a16:creationId xmlns:a16="http://schemas.microsoft.com/office/drawing/2014/main" id="{FDF9E58D-3F44-73E3-5D6B-C2028DC1058A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77382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97" name="직사각형 96">
                      <a:extLst>
                        <a:ext uri="{FF2B5EF4-FFF2-40B4-BE49-F238E27FC236}">
                          <a16:creationId xmlns:a16="http://schemas.microsoft.com/office/drawing/2014/main" id="{7250C91F-4E6B-7271-F36D-544CD0ECF793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392743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98" name="직사각형 97">
                      <a:extLst>
                        <a:ext uri="{FF2B5EF4-FFF2-40B4-BE49-F238E27FC236}">
                          <a16:creationId xmlns:a16="http://schemas.microsoft.com/office/drawing/2014/main" id="{247535FB-6543-039D-B494-EC2946FE1FF3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34050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99" name="직사각형 98">
                      <a:extLst>
                        <a:ext uri="{FF2B5EF4-FFF2-40B4-BE49-F238E27FC236}">
                          <a16:creationId xmlns:a16="http://schemas.microsoft.com/office/drawing/2014/main" id="{548BEDB2-9873-B734-7527-0D1B5C936B7C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948205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</p:grpSp>
            </p:grpSp>
            <p:sp>
              <p:nvSpPr>
                <p:cNvPr id="93" name="직사각형 92">
                  <a:extLst>
                    <a:ext uri="{FF2B5EF4-FFF2-40B4-BE49-F238E27FC236}">
                      <a16:creationId xmlns:a16="http://schemas.microsoft.com/office/drawing/2014/main" id="{8D4EE300-8AFE-62DA-90EA-FECC26F09F3F}"/>
                    </a:ext>
                  </a:extLst>
                </p:cNvPr>
                <p:cNvSpPr/>
                <p:nvPr/>
              </p:nvSpPr>
              <p:spPr>
                <a:xfrm>
                  <a:off x="8808029" y="5562151"/>
                  <a:ext cx="101021" cy="110836"/>
                </a:xfrm>
                <a:prstGeom prst="rect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600"/>
                </a:p>
              </p:txBody>
            </p:sp>
          </p:grpSp>
        </p:grpSp>
      </p:grpSp>
      <p:cxnSp>
        <p:nvCxnSpPr>
          <p:cNvPr id="141" name="직선 화살표 연결선 140">
            <a:extLst>
              <a:ext uri="{FF2B5EF4-FFF2-40B4-BE49-F238E27FC236}">
                <a16:creationId xmlns:a16="http://schemas.microsoft.com/office/drawing/2014/main" id="{1239FFCB-E74C-DCB6-4A85-11D823CFC410}"/>
              </a:ext>
            </a:extLst>
          </p:cNvPr>
          <p:cNvCxnSpPr>
            <a:cxnSpLocks/>
          </p:cNvCxnSpPr>
          <p:nvPr/>
        </p:nvCxnSpPr>
        <p:spPr>
          <a:xfrm flipV="1">
            <a:off x="11398966" y="2021613"/>
            <a:ext cx="0" cy="560347"/>
          </a:xfrm>
          <a:prstGeom prst="straightConnector1">
            <a:avLst/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2" name="직선 화살표 연결선 141">
            <a:extLst>
              <a:ext uri="{FF2B5EF4-FFF2-40B4-BE49-F238E27FC236}">
                <a16:creationId xmlns:a16="http://schemas.microsoft.com/office/drawing/2014/main" id="{923FC750-53CA-5D8C-4720-D43DB28441B6}"/>
              </a:ext>
            </a:extLst>
          </p:cNvPr>
          <p:cNvCxnSpPr>
            <a:cxnSpLocks/>
          </p:cNvCxnSpPr>
          <p:nvPr/>
        </p:nvCxnSpPr>
        <p:spPr>
          <a:xfrm flipH="1">
            <a:off x="10176561" y="2118701"/>
            <a:ext cx="1127646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5" name="직선 화살표 연결선 144">
            <a:extLst>
              <a:ext uri="{FF2B5EF4-FFF2-40B4-BE49-F238E27FC236}">
                <a16:creationId xmlns:a16="http://schemas.microsoft.com/office/drawing/2014/main" id="{1B8CDD2E-5179-50D4-81F4-02CF63EB402A}"/>
              </a:ext>
            </a:extLst>
          </p:cNvPr>
          <p:cNvCxnSpPr>
            <a:cxnSpLocks/>
          </p:cNvCxnSpPr>
          <p:nvPr/>
        </p:nvCxnSpPr>
        <p:spPr>
          <a:xfrm flipV="1">
            <a:off x="10017841" y="2013873"/>
            <a:ext cx="0" cy="560347"/>
          </a:xfrm>
          <a:prstGeom prst="straightConnector1">
            <a:avLst/>
          </a:prstGeom>
          <a:ln>
            <a:solidFill>
              <a:srgbClr val="FF0000"/>
            </a:solidFill>
            <a:prstDash val="solid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5" name="타원 204">
            <a:extLst>
              <a:ext uri="{FF2B5EF4-FFF2-40B4-BE49-F238E27FC236}">
                <a16:creationId xmlns:a16="http://schemas.microsoft.com/office/drawing/2014/main" id="{9ECEAC8D-14CD-A485-10CD-ABA3830FFBD4}"/>
              </a:ext>
            </a:extLst>
          </p:cNvPr>
          <p:cNvSpPr/>
          <p:nvPr/>
        </p:nvSpPr>
        <p:spPr>
          <a:xfrm>
            <a:off x="10287220" y="3980214"/>
            <a:ext cx="190498" cy="192971"/>
          </a:xfrm>
          <a:prstGeom prst="ellipse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>
                <a:solidFill>
                  <a:schemeClr val="tx1"/>
                </a:solidFill>
              </a:rPr>
              <a:t>5</a:t>
            </a:r>
            <a:endParaRPr lang="ko-KR" altLang="en-US" sz="1400">
              <a:solidFill>
                <a:schemeClr val="tx1"/>
              </a:solidFill>
            </a:endParaRPr>
          </a:p>
        </p:txBody>
      </p:sp>
      <p:grpSp>
        <p:nvGrpSpPr>
          <p:cNvPr id="206" name="그룹 205">
            <a:extLst>
              <a:ext uri="{FF2B5EF4-FFF2-40B4-BE49-F238E27FC236}">
                <a16:creationId xmlns:a16="http://schemas.microsoft.com/office/drawing/2014/main" id="{588C7520-F9AF-6EEF-2D9A-99DF3B952947}"/>
              </a:ext>
            </a:extLst>
          </p:cNvPr>
          <p:cNvGrpSpPr/>
          <p:nvPr/>
        </p:nvGrpSpPr>
        <p:grpSpPr>
          <a:xfrm>
            <a:off x="8896405" y="2732633"/>
            <a:ext cx="2860497" cy="994910"/>
            <a:chOff x="8147507" y="4717048"/>
            <a:chExt cx="2860497" cy="994910"/>
          </a:xfrm>
        </p:grpSpPr>
        <p:sp>
          <p:nvSpPr>
            <p:cNvPr id="207" name="직사각형 206">
              <a:extLst>
                <a:ext uri="{FF2B5EF4-FFF2-40B4-BE49-F238E27FC236}">
                  <a16:creationId xmlns:a16="http://schemas.microsoft.com/office/drawing/2014/main" id="{6A1B01F6-C3E4-52FD-8B5F-D61B556CAA3A}"/>
                </a:ext>
              </a:extLst>
            </p:cNvPr>
            <p:cNvSpPr/>
            <p:nvPr/>
          </p:nvSpPr>
          <p:spPr>
            <a:xfrm>
              <a:off x="8147507" y="4717048"/>
              <a:ext cx="2860497" cy="994910"/>
            </a:xfrm>
            <a:prstGeom prst="rect">
              <a:avLst/>
            </a:prstGeom>
            <a:solidFill>
              <a:schemeClr val="tx1">
                <a:lumMod val="65000"/>
                <a:lumOff val="3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208" name="그룹 207">
              <a:extLst>
                <a:ext uri="{FF2B5EF4-FFF2-40B4-BE49-F238E27FC236}">
                  <a16:creationId xmlns:a16="http://schemas.microsoft.com/office/drawing/2014/main" id="{445B83EF-83BA-FAA0-5B50-4227DA24DBCF}"/>
                </a:ext>
              </a:extLst>
            </p:cNvPr>
            <p:cNvGrpSpPr/>
            <p:nvPr/>
          </p:nvGrpSpPr>
          <p:grpSpPr>
            <a:xfrm>
              <a:off x="8408334" y="4819650"/>
              <a:ext cx="2500334" cy="808179"/>
              <a:chOff x="8112248" y="4451227"/>
              <a:chExt cx="3529919" cy="1221760"/>
            </a:xfrm>
          </p:grpSpPr>
          <p:grpSp>
            <p:nvGrpSpPr>
              <p:cNvPr id="209" name="그룹 208">
                <a:extLst>
                  <a:ext uri="{FF2B5EF4-FFF2-40B4-BE49-F238E27FC236}">
                    <a16:creationId xmlns:a16="http://schemas.microsoft.com/office/drawing/2014/main" id="{9F2E264C-4041-E693-4B29-C25D9B9B4C19}"/>
                  </a:ext>
                </a:extLst>
              </p:cNvPr>
              <p:cNvGrpSpPr/>
              <p:nvPr/>
            </p:nvGrpSpPr>
            <p:grpSpPr>
              <a:xfrm>
                <a:off x="8112248" y="4451227"/>
                <a:ext cx="796802" cy="1221760"/>
                <a:chOff x="8112248" y="4451227"/>
                <a:chExt cx="796802" cy="1221760"/>
              </a:xfrm>
            </p:grpSpPr>
            <p:grpSp>
              <p:nvGrpSpPr>
                <p:cNvPr id="249" name="그룹 248">
                  <a:extLst>
                    <a:ext uri="{FF2B5EF4-FFF2-40B4-BE49-F238E27FC236}">
                      <a16:creationId xmlns:a16="http://schemas.microsoft.com/office/drawing/2014/main" id="{0F4D33E5-B64C-30D1-1B25-62141D5E12AD}"/>
                    </a:ext>
                  </a:extLst>
                </p:cNvPr>
                <p:cNvGrpSpPr/>
                <p:nvPr/>
              </p:nvGrpSpPr>
              <p:grpSpPr>
                <a:xfrm>
                  <a:off x="8112248" y="4451227"/>
                  <a:ext cx="667506" cy="1221760"/>
                  <a:chOff x="8377382" y="4544293"/>
                  <a:chExt cx="667506" cy="1221760"/>
                </a:xfrm>
              </p:grpSpPr>
              <p:grpSp>
                <p:nvGrpSpPr>
                  <p:cNvPr id="251" name="그룹 250">
                    <a:extLst>
                      <a:ext uri="{FF2B5EF4-FFF2-40B4-BE49-F238E27FC236}">
                        <a16:creationId xmlns:a16="http://schemas.microsoft.com/office/drawing/2014/main" id="{807AD86F-8AD4-98FD-4529-33168E40D479}"/>
                      </a:ext>
                    </a:extLst>
                  </p:cNvPr>
                  <p:cNvGrpSpPr/>
                  <p:nvPr/>
                </p:nvGrpSpPr>
                <p:grpSpPr>
                  <a:xfrm>
                    <a:off x="8377382" y="4544293"/>
                    <a:ext cx="667504" cy="666298"/>
                    <a:chOff x="8377382" y="4544293"/>
                    <a:chExt cx="667504" cy="666298"/>
                  </a:xfrm>
                </p:grpSpPr>
                <p:sp>
                  <p:nvSpPr>
                    <p:cNvPr id="257" name="직사각형 256">
                      <a:extLst>
                        <a:ext uri="{FF2B5EF4-FFF2-40B4-BE49-F238E27FC236}">
                          <a16:creationId xmlns:a16="http://schemas.microsoft.com/office/drawing/2014/main" id="{EDB102B4-73F3-0561-8FBC-90C3A22645EB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77382" y="4673601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258" name="직사각형 257">
                      <a:extLst>
                        <a:ext uri="{FF2B5EF4-FFF2-40B4-BE49-F238E27FC236}">
                          <a16:creationId xmlns:a16="http://schemas.microsoft.com/office/drawing/2014/main" id="{39123B17-8A2E-B7C6-BFA2-F5BB125BB7AC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392743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259" name="직사각형 258">
                      <a:extLst>
                        <a:ext uri="{FF2B5EF4-FFF2-40B4-BE49-F238E27FC236}">
                          <a16:creationId xmlns:a16="http://schemas.microsoft.com/office/drawing/2014/main" id="{D02847B2-46DE-AC3F-AF23-08CFDC1CA18C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34050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260" name="직사각형 259">
                      <a:extLst>
                        <a:ext uri="{FF2B5EF4-FFF2-40B4-BE49-F238E27FC236}">
                          <a16:creationId xmlns:a16="http://schemas.microsoft.com/office/drawing/2014/main" id="{63A61491-E40D-A1E9-D09A-14B135EE2412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948205"/>
                      <a:ext cx="110836" cy="413936"/>
                    </a:xfrm>
                    <a:prstGeom prst="rect">
                      <a:avLst/>
                    </a:prstGeom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</p:grpSp>
              <p:grpSp>
                <p:nvGrpSpPr>
                  <p:cNvPr id="252" name="그룹 251">
                    <a:extLst>
                      <a:ext uri="{FF2B5EF4-FFF2-40B4-BE49-F238E27FC236}">
                        <a16:creationId xmlns:a16="http://schemas.microsoft.com/office/drawing/2014/main" id="{7AA05B08-1348-B92C-6FA3-3AA862F8ACC8}"/>
                      </a:ext>
                    </a:extLst>
                  </p:cNvPr>
                  <p:cNvGrpSpPr/>
                  <p:nvPr/>
                </p:nvGrpSpPr>
                <p:grpSpPr>
                  <a:xfrm>
                    <a:off x="8377384" y="5099755"/>
                    <a:ext cx="667504" cy="666298"/>
                    <a:chOff x="8377382" y="4544293"/>
                    <a:chExt cx="667504" cy="666298"/>
                  </a:xfrm>
                </p:grpSpPr>
                <p:sp>
                  <p:nvSpPr>
                    <p:cNvPr id="253" name="직사각형 252">
                      <a:extLst>
                        <a:ext uri="{FF2B5EF4-FFF2-40B4-BE49-F238E27FC236}">
                          <a16:creationId xmlns:a16="http://schemas.microsoft.com/office/drawing/2014/main" id="{02A8D004-4291-B8A0-EC86-AC037F613F88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77382" y="4673601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254" name="직사각형 253">
                      <a:extLst>
                        <a:ext uri="{FF2B5EF4-FFF2-40B4-BE49-F238E27FC236}">
                          <a16:creationId xmlns:a16="http://schemas.microsoft.com/office/drawing/2014/main" id="{87DAD84F-8C85-97C7-CD69-0CE186F81B4E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392743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255" name="직사각형 254">
                      <a:extLst>
                        <a:ext uri="{FF2B5EF4-FFF2-40B4-BE49-F238E27FC236}">
                          <a16:creationId xmlns:a16="http://schemas.microsoft.com/office/drawing/2014/main" id="{74C34623-F32B-D599-337B-A6440E4F4FDC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34050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256" name="직사각형 255">
                      <a:extLst>
                        <a:ext uri="{FF2B5EF4-FFF2-40B4-BE49-F238E27FC236}">
                          <a16:creationId xmlns:a16="http://schemas.microsoft.com/office/drawing/2014/main" id="{CC95D3DC-9D72-DA19-0ADD-E1E876C0346E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948205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</p:grpSp>
            </p:grpSp>
            <p:sp>
              <p:nvSpPr>
                <p:cNvPr id="250" name="직사각형 249">
                  <a:extLst>
                    <a:ext uri="{FF2B5EF4-FFF2-40B4-BE49-F238E27FC236}">
                      <a16:creationId xmlns:a16="http://schemas.microsoft.com/office/drawing/2014/main" id="{298FA9E3-9030-1DE4-0C5D-B754E08333B0}"/>
                    </a:ext>
                  </a:extLst>
                </p:cNvPr>
                <p:cNvSpPr/>
                <p:nvPr/>
              </p:nvSpPr>
              <p:spPr>
                <a:xfrm>
                  <a:off x="8808029" y="5562151"/>
                  <a:ext cx="101021" cy="110836"/>
                </a:xfrm>
                <a:prstGeom prst="rect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600"/>
                </a:p>
              </p:txBody>
            </p:sp>
          </p:grpSp>
          <p:grpSp>
            <p:nvGrpSpPr>
              <p:cNvPr id="210" name="그룹 209">
                <a:extLst>
                  <a:ext uri="{FF2B5EF4-FFF2-40B4-BE49-F238E27FC236}">
                    <a16:creationId xmlns:a16="http://schemas.microsoft.com/office/drawing/2014/main" id="{492F3C6E-1A5C-2E63-5312-370C62BE8BF2}"/>
                  </a:ext>
                </a:extLst>
              </p:cNvPr>
              <p:cNvGrpSpPr/>
              <p:nvPr/>
            </p:nvGrpSpPr>
            <p:grpSpPr>
              <a:xfrm>
                <a:off x="9003883" y="4451227"/>
                <a:ext cx="796802" cy="1221760"/>
                <a:chOff x="8112248" y="4451227"/>
                <a:chExt cx="796802" cy="1221760"/>
              </a:xfrm>
            </p:grpSpPr>
            <p:grpSp>
              <p:nvGrpSpPr>
                <p:cNvPr id="237" name="그룹 236">
                  <a:extLst>
                    <a:ext uri="{FF2B5EF4-FFF2-40B4-BE49-F238E27FC236}">
                      <a16:creationId xmlns:a16="http://schemas.microsoft.com/office/drawing/2014/main" id="{760C47AC-5A1C-8093-3154-3E1DDE439E1C}"/>
                    </a:ext>
                  </a:extLst>
                </p:cNvPr>
                <p:cNvGrpSpPr/>
                <p:nvPr/>
              </p:nvGrpSpPr>
              <p:grpSpPr>
                <a:xfrm>
                  <a:off x="8112248" y="4451227"/>
                  <a:ext cx="667506" cy="1221760"/>
                  <a:chOff x="8377382" y="4544293"/>
                  <a:chExt cx="667506" cy="1221760"/>
                </a:xfrm>
              </p:grpSpPr>
              <p:grpSp>
                <p:nvGrpSpPr>
                  <p:cNvPr id="239" name="그룹 238">
                    <a:extLst>
                      <a:ext uri="{FF2B5EF4-FFF2-40B4-BE49-F238E27FC236}">
                        <a16:creationId xmlns:a16="http://schemas.microsoft.com/office/drawing/2014/main" id="{EE211E48-6A43-1E7D-E08B-6392589EBC0B}"/>
                      </a:ext>
                    </a:extLst>
                  </p:cNvPr>
                  <p:cNvGrpSpPr/>
                  <p:nvPr/>
                </p:nvGrpSpPr>
                <p:grpSpPr>
                  <a:xfrm>
                    <a:off x="8377382" y="4544293"/>
                    <a:ext cx="667504" cy="666298"/>
                    <a:chOff x="8377382" y="4544293"/>
                    <a:chExt cx="667504" cy="666298"/>
                  </a:xfrm>
                </p:grpSpPr>
                <p:sp>
                  <p:nvSpPr>
                    <p:cNvPr id="245" name="직사각형 244">
                      <a:extLst>
                        <a:ext uri="{FF2B5EF4-FFF2-40B4-BE49-F238E27FC236}">
                          <a16:creationId xmlns:a16="http://schemas.microsoft.com/office/drawing/2014/main" id="{7903371D-2DBE-04F4-62DF-DF90CFFA2F5C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77382" y="4673601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246" name="직사각형 245">
                      <a:extLst>
                        <a:ext uri="{FF2B5EF4-FFF2-40B4-BE49-F238E27FC236}">
                          <a16:creationId xmlns:a16="http://schemas.microsoft.com/office/drawing/2014/main" id="{6FF22193-7474-D247-CB0B-07CD460A8495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392743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247" name="직사각형 246">
                      <a:extLst>
                        <a:ext uri="{FF2B5EF4-FFF2-40B4-BE49-F238E27FC236}">
                          <a16:creationId xmlns:a16="http://schemas.microsoft.com/office/drawing/2014/main" id="{5CBB4DBD-04CF-929F-EDBA-E5745A32F669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34050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248" name="직사각형 247">
                      <a:extLst>
                        <a:ext uri="{FF2B5EF4-FFF2-40B4-BE49-F238E27FC236}">
                          <a16:creationId xmlns:a16="http://schemas.microsoft.com/office/drawing/2014/main" id="{730835BD-8D1B-214C-CB36-421AE79A8C50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948205"/>
                      <a:ext cx="110836" cy="413936"/>
                    </a:xfrm>
                    <a:prstGeom prst="rect">
                      <a:avLst/>
                    </a:prstGeom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</p:grpSp>
              <p:grpSp>
                <p:nvGrpSpPr>
                  <p:cNvPr id="240" name="그룹 239">
                    <a:extLst>
                      <a:ext uri="{FF2B5EF4-FFF2-40B4-BE49-F238E27FC236}">
                        <a16:creationId xmlns:a16="http://schemas.microsoft.com/office/drawing/2014/main" id="{3DFC5113-9F92-E7B2-362B-735B5CB2D90F}"/>
                      </a:ext>
                    </a:extLst>
                  </p:cNvPr>
                  <p:cNvGrpSpPr/>
                  <p:nvPr/>
                </p:nvGrpSpPr>
                <p:grpSpPr>
                  <a:xfrm>
                    <a:off x="8377384" y="5099755"/>
                    <a:ext cx="667504" cy="666298"/>
                    <a:chOff x="8377382" y="4544293"/>
                    <a:chExt cx="667504" cy="666298"/>
                  </a:xfrm>
                </p:grpSpPr>
                <p:sp>
                  <p:nvSpPr>
                    <p:cNvPr id="241" name="직사각형 240">
                      <a:extLst>
                        <a:ext uri="{FF2B5EF4-FFF2-40B4-BE49-F238E27FC236}">
                          <a16:creationId xmlns:a16="http://schemas.microsoft.com/office/drawing/2014/main" id="{41FCB674-91BA-D580-C832-803789CD0816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77382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242" name="직사각형 241">
                      <a:extLst>
                        <a:ext uri="{FF2B5EF4-FFF2-40B4-BE49-F238E27FC236}">
                          <a16:creationId xmlns:a16="http://schemas.microsoft.com/office/drawing/2014/main" id="{532F5D71-8064-7567-6E10-742AB621315A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392743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243" name="직사각형 242">
                      <a:extLst>
                        <a:ext uri="{FF2B5EF4-FFF2-40B4-BE49-F238E27FC236}">
                          <a16:creationId xmlns:a16="http://schemas.microsoft.com/office/drawing/2014/main" id="{FDF5F0C3-5878-6748-FF33-51184E514693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34050" y="4673601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244" name="직사각형 243">
                      <a:extLst>
                        <a:ext uri="{FF2B5EF4-FFF2-40B4-BE49-F238E27FC236}">
                          <a16:creationId xmlns:a16="http://schemas.microsoft.com/office/drawing/2014/main" id="{7C1A8B92-D950-6E35-B561-0E56949AEAFD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948205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</p:grpSp>
            </p:grpSp>
            <p:sp>
              <p:nvSpPr>
                <p:cNvPr id="238" name="직사각형 237">
                  <a:extLst>
                    <a:ext uri="{FF2B5EF4-FFF2-40B4-BE49-F238E27FC236}">
                      <a16:creationId xmlns:a16="http://schemas.microsoft.com/office/drawing/2014/main" id="{2B7676C6-0D71-286B-7B8A-57B39337BB10}"/>
                    </a:ext>
                  </a:extLst>
                </p:cNvPr>
                <p:cNvSpPr/>
                <p:nvPr/>
              </p:nvSpPr>
              <p:spPr>
                <a:xfrm>
                  <a:off x="8808029" y="5562151"/>
                  <a:ext cx="101021" cy="110836"/>
                </a:xfrm>
                <a:prstGeom prst="rect">
                  <a:avLst/>
                </a:prstGeom>
                <a:solidFill>
                  <a:srgbClr val="FF0000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600"/>
                </a:p>
              </p:txBody>
            </p:sp>
          </p:grpSp>
          <p:grpSp>
            <p:nvGrpSpPr>
              <p:cNvPr id="211" name="그룹 210">
                <a:extLst>
                  <a:ext uri="{FF2B5EF4-FFF2-40B4-BE49-F238E27FC236}">
                    <a16:creationId xmlns:a16="http://schemas.microsoft.com/office/drawing/2014/main" id="{5A907953-CAD8-32CE-C24F-D0367EC435DB}"/>
                  </a:ext>
                </a:extLst>
              </p:cNvPr>
              <p:cNvGrpSpPr/>
              <p:nvPr/>
            </p:nvGrpSpPr>
            <p:grpSpPr>
              <a:xfrm>
                <a:off x="9935853" y="4451227"/>
                <a:ext cx="796802" cy="1221760"/>
                <a:chOff x="8112248" y="4451227"/>
                <a:chExt cx="796802" cy="1221760"/>
              </a:xfrm>
            </p:grpSpPr>
            <p:grpSp>
              <p:nvGrpSpPr>
                <p:cNvPr id="225" name="그룹 224">
                  <a:extLst>
                    <a:ext uri="{FF2B5EF4-FFF2-40B4-BE49-F238E27FC236}">
                      <a16:creationId xmlns:a16="http://schemas.microsoft.com/office/drawing/2014/main" id="{BBA0AB57-4975-DE1F-8896-CA5B6C563774}"/>
                    </a:ext>
                  </a:extLst>
                </p:cNvPr>
                <p:cNvGrpSpPr/>
                <p:nvPr/>
              </p:nvGrpSpPr>
              <p:grpSpPr>
                <a:xfrm>
                  <a:off x="8112248" y="4451227"/>
                  <a:ext cx="667506" cy="1221760"/>
                  <a:chOff x="8377382" y="4544293"/>
                  <a:chExt cx="667506" cy="1221760"/>
                </a:xfrm>
              </p:grpSpPr>
              <p:grpSp>
                <p:nvGrpSpPr>
                  <p:cNvPr id="227" name="그룹 226">
                    <a:extLst>
                      <a:ext uri="{FF2B5EF4-FFF2-40B4-BE49-F238E27FC236}">
                        <a16:creationId xmlns:a16="http://schemas.microsoft.com/office/drawing/2014/main" id="{7F0A0BD0-D320-CCEB-8F8D-3A370127AB2A}"/>
                      </a:ext>
                    </a:extLst>
                  </p:cNvPr>
                  <p:cNvGrpSpPr/>
                  <p:nvPr/>
                </p:nvGrpSpPr>
                <p:grpSpPr>
                  <a:xfrm>
                    <a:off x="8377382" y="4544293"/>
                    <a:ext cx="667504" cy="666298"/>
                    <a:chOff x="8377382" y="4544293"/>
                    <a:chExt cx="667504" cy="666298"/>
                  </a:xfrm>
                </p:grpSpPr>
                <p:sp>
                  <p:nvSpPr>
                    <p:cNvPr id="233" name="직사각형 232">
                      <a:extLst>
                        <a:ext uri="{FF2B5EF4-FFF2-40B4-BE49-F238E27FC236}">
                          <a16:creationId xmlns:a16="http://schemas.microsoft.com/office/drawing/2014/main" id="{0ADBFB32-2590-4834-2E10-AA5DC7F5856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77382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234" name="직사각형 233">
                      <a:extLst>
                        <a:ext uri="{FF2B5EF4-FFF2-40B4-BE49-F238E27FC236}">
                          <a16:creationId xmlns:a16="http://schemas.microsoft.com/office/drawing/2014/main" id="{435162E1-B804-69FB-E4A3-A8450A435C59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392743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235" name="직사각형 234">
                      <a:extLst>
                        <a:ext uri="{FF2B5EF4-FFF2-40B4-BE49-F238E27FC236}">
                          <a16:creationId xmlns:a16="http://schemas.microsoft.com/office/drawing/2014/main" id="{7E719024-9DE8-5F65-238A-A0DE5D4AF33C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34050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236" name="직사각형 235">
                      <a:extLst>
                        <a:ext uri="{FF2B5EF4-FFF2-40B4-BE49-F238E27FC236}">
                          <a16:creationId xmlns:a16="http://schemas.microsoft.com/office/drawing/2014/main" id="{160AE9BF-D20F-E87D-7512-45ACC2537641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948205"/>
                      <a:ext cx="110836" cy="413936"/>
                    </a:xfrm>
                    <a:prstGeom prst="rect">
                      <a:avLst/>
                    </a:prstGeom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</p:grpSp>
              <p:grpSp>
                <p:nvGrpSpPr>
                  <p:cNvPr id="228" name="그룹 227">
                    <a:extLst>
                      <a:ext uri="{FF2B5EF4-FFF2-40B4-BE49-F238E27FC236}">
                        <a16:creationId xmlns:a16="http://schemas.microsoft.com/office/drawing/2014/main" id="{04EC225C-9BA3-FD03-3752-E451637CEA1A}"/>
                      </a:ext>
                    </a:extLst>
                  </p:cNvPr>
                  <p:cNvGrpSpPr/>
                  <p:nvPr/>
                </p:nvGrpSpPr>
                <p:grpSpPr>
                  <a:xfrm>
                    <a:off x="8377384" y="5099755"/>
                    <a:ext cx="667504" cy="666298"/>
                    <a:chOff x="8377382" y="4544293"/>
                    <a:chExt cx="667504" cy="666298"/>
                  </a:xfrm>
                </p:grpSpPr>
                <p:sp>
                  <p:nvSpPr>
                    <p:cNvPr id="229" name="직사각형 228">
                      <a:extLst>
                        <a:ext uri="{FF2B5EF4-FFF2-40B4-BE49-F238E27FC236}">
                          <a16:creationId xmlns:a16="http://schemas.microsoft.com/office/drawing/2014/main" id="{D816FE7A-0151-7B1E-6B28-2B7543D0B9C6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77382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230" name="직사각형 229">
                      <a:extLst>
                        <a:ext uri="{FF2B5EF4-FFF2-40B4-BE49-F238E27FC236}">
                          <a16:creationId xmlns:a16="http://schemas.microsoft.com/office/drawing/2014/main" id="{6EDFC676-5935-9977-1EDB-E4D2BE1A4068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392743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231" name="직사각형 230">
                      <a:extLst>
                        <a:ext uri="{FF2B5EF4-FFF2-40B4-BE49-F238E27FC236}">
                          <a16:creationId xmlns:a16="http://schemas.microsoft.com/office/drawing/2014/main" id="{13A316CE-2D0C-EE66-54AB-D670D3EA1D1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34050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232" name="직사각형 231">
                      <a:extLst>
                        <a:ext uri="{FF2B5EF4-FFF2-40B4-BE49-F238E27FC236}">
                          <a16:creationId xmlns:a16="http://schemas.microsoft.com/office/drawing/2014/main" id="{C0451346-D014-7EDC-903F-A68E21B11E60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948205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</p:grpSp>
            </p:grpSp>
            <p:sp>
              <p:nvSpPr>
                <p:cNvPr id="226" name="직사각형 225">
                  <a:extLst>
                    <a:ext uri="{FF2B5EF4-FFF2-40B4-BE49-F238E27FC236}">
                      <a16:creationId xmlns:a16="http://schemas.microsoft.com/office/drawing/2014/main" id="{B6509108-905A-BE08-F65F-F109C40E1C92}"/>
                    </a:ext>
                  </a:extLst>
                </p:cNvPr>
                <p:cNvSpPr/>
                <p:nvPr/>
              </p:nvSpPr>
              <p:spPr>
                <a:xfrm>
                  <a:off x="8808029" y="5562151"/>
                  <a:ext cx="101021" cy="110836"/>
                </a:xfrm>
                <a:prstGeom prst="rect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600"/>
                </a:p>
              </p:txBody>
            </p:sp>
          </p:grpSp>
          <p:grpSp>
            <p:nvGrpSpPr>
              <p:cNvPr id="212" name="그룹 211">
                <a:extLst>
                  <a:ext uri="{FF2B5EF4-FFF2-40B4-BE49-F238E27FC236}">
                    <a16:creationId xmlns:a16="http://schemas.microsoft.com/office/drawing/2014/main" id="{1B8167C3-2799-D6B2-C841-43CC04290DE4}"/>
                  </a:ext>
                </a:extLst>
              </p:cNvPr>
              <p:cNvGrpSpPr/>
              <p:nvPr/>
            </p:nvGrpSpPr>
            <p:grpSpPr>
              <a:xfrm>
                <a:off x="10845365" y="4451227"/>
                <a:ext cx="796802" cy="1221760"/>
                <a:chOff x="8112248" y="4451227"/>
                <a:chExt cx="796802" cy="1221760"/>
              </a:xfrm>
            </p:grpSpPr>
            <p:grpSp>
              <p:nvGrpSpPr>
                <p:cNvPr id="213" name="그룹 212">
                  <a:extLst>
                    <a:ext uri="{FF2B5EF4-FFF2-40B4-BE49-F238E27FC236}">
                      <a16:creationId xmlns:a16="http://schemas.microsoft.com/office/drawing/2014/main" id="{F8F4D237-B0E0-D2F3-6414-524A20E8B0DC}"/>
                    </a:ext>
                  </a:extLst>
                </p:cNvPr>
                <p:cNvGrpSpPr/>
                <p:nvPr/>
              </p:nvGrpSpPr>
              <p:grpSpPr>
                <a:xfrm>
                  <a:off x="8112248" y="4451227"/>
                  <a:ext cx="667506" cy="1221760"/>
                  <a:chOff x="8377382" y="4544293"/>
                  <a:chExt cx="667506" cy="1221760"/>
                </a:xfrm>
              </p:grpSpPr>
              <p:grpSp>
                <p:nvGrpSpPr>
                  <p:cNvPr id="215" name="그룹 214">
                    <a:extLst>
                      <a:ext uri="{FF2B5EF4-FFF2-40B4-BE49-F238E27FC236}">
                        <a16:creationId xmlns:a16="http://schemas.microsoft.com/office/drawing/2014/main" id="{F72B3B27-240B-6B18-41B1-B35EAE95F2A5}"/>
                      </a:ext>
                    </a:extLst>
                  </p:cNvPr>
                  <p:cNvGrpSpPr/>
                  <p:nvPr/>
                </p:nvGrpSpPr>
                <p:grpSpPr>
                  <a:xfrm>
                    <a:off x="8377382" y="4544293"/>
                    <a:ext cx="667504" cy="666298"/>
                    <a:chOff x="8377382" y="4544293"/>
                    <a:chExt cx="667504" cy="666298"/>
                  </a:xfrm>
                </p:grpSpPr>
                <p:sp>
                  <p:nvSpPr>
                    <p:cNvPr id="221" name="직사각형 220">
                      <a:extLst>
                        <a:ext uri="{FF2B5EF4-FFF2-40B4-BE49-F238E27FC236}">
                          <a16:creationId xmlns:a16="http://schemas.microsoft.com/office/drawing/2014/main" id="{EA2876E7-1B12-B355-AAFD-8533FD4B6C9B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77382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222" name="직사각형 221">
                      <a:extLst>
                        <a:ext uri="{FF2B5EF4-FFF2-40B4-BE49-F238E27FC236}">
                          <a16:creationId xmlns:a16="http://schemas.microsoft.com/office/drawing/2014/main" id="{11759E31-C0A6-20C6-96D2-E6A0F831246A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392743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223" name="직사각형 222">
                      <a:extLst>
                        <a:ext uri="{FF2B5EF4-FFF2-40B4-BE49-F238E27FC236}">
                          <a16:creationId xmlns:a16="http://schemas.microsoft.com/office/drawing/2014/main" id="{D6E67811-E638-0F89-6316-26FDF590179A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34050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224" name="직사각형 223">
                      <a:extLst>
                        <a:ext uri="{FF2B5EF4-FFF2-40B4-BE49-F238E27FC236}">
                          <a16:creationId xmlns:a16="http://schemas.microsoft.com/office/drawing/2014/main" id="{0EF15BEF-A3C1-2025-681E-C9EFEEB2BF6C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948205"/>
                      <a:ext cx="110836" cy="413936"/>
                    </a:xfrm>
                    <a:prstGeom prst="rect">
                      <a:avLst/>
                    </a:prstGeom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</p:grpSp>
              <p:grpSp>
                <p:nvGrpSpPr>
                  <p:cNvPr id="216" name="그룹 215">
                    <a:extLst>
                      <a:ext uri="{FF2B5EF4-FFF2-40B4-BE49-F238E27FC236}">
                        <a16:creationId xmlns:a16="http://schemas.microsoft.com/office/drawing/2014/main" id="{0F67EFB4-2C75-DBC9-2D8D-3A5ABD022681}"/>
                      </a:ext>
                    </a:extLst>
                  </p:cNvPr>
                  <p:cNvGrpSpPr/>
                  <p:nvPr/>
                </p:nvGrpSpPr>
                <p:grpSpPr>
                  <a:xfrm>
                    <a:off x="8377384" y="5099755"/>
                    <a:ext cx="667504" cy="666298"/>
                    <a:chOff x="8377382" y="4544293"/>
                    <a:chExt cx="667504" cy="666298"/>
                  </a:xfrm>
                </p:grpSpPr>
                <p:sp>
                  <p:nvSpPr>
                    <p:cNvPr id="217" name="직사각형 216">
                      <a:extLst>
                        <a:ext uri="{FF2B5EF4-FFF2-40B4-BE49-F238E27FC236}">
                          <a16:creationId xmlns:a16="http://schemas.microsoft.com/office/drawing/2014/main" id="{08B884CB-C9AC-6097-7F1C-5849FC64D6C3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77382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218" name="직사각형 217">
                      <a:extLst>
                        <a:ext uri="{FF2B5EF4-FFF2-40B4-BE49-F238E27FC236}">
                          <a16:creationId xmlns:a16="http://schemas.microsoft.com/office/drawing/2014/main" id="{E3F93615-5A4C-1D3C-E8C4-2CF0455B36F7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392743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219" name="직사각형 218">
                      <a:extLst>
                        <a:ext uri="{FF2B5EF4-FFF2-40B4-BE49-F238E27FC236}">
                          <a16:creationId xmlns:a16="http://schemas.microsoft.com/office/drawing/2014/main" id="{93D38993-D0E9-FF68-35B7-AB34FEBA244A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34050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220" name="직사각형 219">
                      <a:extLst>
                        <a:ext uri="{FF2B5EF4-FFF2-40B4-BE49-F238E27FC236}">
                          <a16:creationId xmlns:a16="http://schemas.microsoft.com/office/drawing/2014/main" id="{9F1074DC-002E-F46C-7960-DE73A23BCBFC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948205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</p:grpSp>
            </p:grpSp>
            <p:sp>
              <p:nvSpPr>
                <p:cNvPr id="214" name="직사각형 213">
                  <a:extLst>
                    <a:ext uri="{FF2B5EF4-FFF2-40B4-BE49-F238E27FC236}">
                      <a16:creationId xmlns:a16="http://schemas.microsoft.com/office/drawing/2014/main" id="{F7ED8E20-51B0-757D-748F-177527495C12}"/>
                    </a:ext>
                  </a:extLst>
                </p:cNvPr>
                <p:cNvSpPr/>
                <p:nvPr/>
              </p:nvSpPr>
              <p:spPr>
                <a:xfrm>
                  <a:off x="8808029" y="5562151"/>
                  <a:ext cx="101021" cy="110836"/>
                </a:xfrm>
                <a:prstGeom prst="rect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600"/>
                </a:p>
              </p:txBody>
            </p:sp>
          </p:grpSp>
        </p:grpSp>
      </p:grpSp>
      <p:cxnSp>
        <p:nvCxnSpPr>
          <p:cNvPr id="261" name="직선 화살표 연결선 260">
            <a:extLst>
              <a:ext uri="{FF2B5EF4-FFF2-40B4-BE49-F238E27FC236}">
                <a16:creationId xmlns:a16="http://schemas.microsoft.com/office/drawing/2014/main" id="{24F786C6-6F54-1A5D-EE69-B253D933B477}"/>
              </a:ext>
            </a:extLst>
          </p:cNvPr>
          <p:cNvCxnSpPr>
            <a:cxnSpLocks/>
          </p:cNvCxnSpPr>
          <p:nvPr/>
        </p:nvCxnSpPr>
        <p:spPr>
          <a:xfrm flipV="1">
            <a:off x="10722691" y="3804815"/>
            <a:ext cx="0" cy="560347"/>
          </a:xfrm>
          <a:prstGeom prst="straightConnector1">
            <a:avLst/>
          </a:prstGeom>
          <a:ln>
            <a:solidFill>
              <a:srgbClr val="FF0000"/>
            </a:solidFill>
            <a:prstDash val="solid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2" name="직선 화살표 연결선 261">
            <a:extLst>
              <a:ext uri="{FF2B5EF4-FFF2-40B4-BE49-F238E27FC236}">
                <a16:creationId xmlns:a16="http://schemas.microsoft.com/office/drawing/2014/main" id="{9B100B45-5017-2903-EAE0-F61D1DB14A47}"/>
              </a:ext>
            </a:extLst>
          </p:cNvPr>
          <p:cNvCxnSpPr>
            <a:cxnSpLocks/>
          </p:cNvCxnSpPr>
          <p:nvPr/>
        </p:nvCxnSpPr>
        <p:spPr>
          <a:xfrm>
            <a:off x="10176561" y="3910192"/>
            <a:ext cx="472609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3" name="직선 화살표 연결선 262">
            <a:extLst>
              <a:ext uri="{FF2B5EF4-FFF2-40B4-BE49-F238E27FC236}">
                <a16:creationId xmlns:a16="http://schemas.microsoft.com/office/drawing/2014/main" id="{FF454880-6BE4-C26D-2A16-9F15C42948AC}"/>
              </a:ext>
            </a:extLst>
          </p:cNvPr>
          <p:cNvCxnSpPr>
            <a:cxnSpLocks/>
          </p:cNvCxnSpPr>
          <p:nvPr/>
        </p:nvCxnSpPr>
        <p:spPr>
          <a:xfrm flipV="1">
            <a:off x="10017841" y="3797075"/>
            <a:ext cx="0" cy="560347"/>
          </a:xfrm>
          <a:prstGeom prst="straightConnector1">
            <a:avLst/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6" name="타원 265">
            <a:extLst>
              <a:ext uri="{FF2B5EF4-FFF2-40B4-BE49-F238E27FC236}">
                <a16:creationId xmlns:a16="http://schemas.microsoft.com/office/drawing/2014/main" id="{752B80C6-BEEC-B598-E0C7-FE625ED1B98D}"/>
              </a:ext>
            </a:extLst>
          </p:cNvPr>
          <p:cNvSpPr/>
          <p:nvPr/>
        </p:nvSpPr>
        <p:spPr>
          <a:xfrm>
            <a:off x="10982545" y="5720431"/>
            <a:ext cx="190498" cy="192971"/>
          </a:xfrm>
          <a:prstGeom prst="ellipse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>
                <a:solidFill>
                  <a:schemeClr val="tx1"/>
                </a:solidFill>
              </a:rPr>
              <a:t>6</a:t>
            </a:r>
            <a:endParaRPr lang="ko-KR" altLang="en-US" sz="1400">
              <a:solidFill>
                <a:schemeClr val="tx1"/>
              </a:solidFill>
            </a:endParaRPr>
          </a:p>
        </p:txBody>
      </p:sp>
      <p:grpSp>
        <p:nvGrpSpPr>
          <p:cNvPr id="267" name="그룹 266">
            <a:extLst>
              <a:ext uri="{FF2B5EF4-FFF2-40B4-BE49-F238E27FC236}">
                <a16:creationId xmlns:a16="http://schemas.microsoft.com/office/drawing/2014/main" id="{FF1A4E19-E8FB-3150-C6A2-348C1F540C71}"/>
              </a:ext>
            </a:extLst>
          </p:cNvPr>
          <p:cNvGrpSpPr/>
          <p:nvPr/>
        </p:nvGrpSpPr>
        <p:grpSpPr>
          <a:xfrm>
            <a:off x="8896405" y="4472850"/>
            <a:ext cx="2860497" cy="994910"/>
            <a:chOff x="8147507" y="4717048"/>
            <a:chExt cx="2860497" cy="994910"/>
          </a:xfrm>
        </p:grpSpPr>
        <p:sp>
          <p:nvSpPr>
            <p:cNvPr id="268" name="직사각형 267">
              <a:extLst>
                <a:ext uri="{FF2B5EF4-FFF2-40B4-BE49-F238E27FC236}">
                  <a16:creationId xmlns:a16="http://schemas.microsoft.com/office/drawing/2014/main" id="{905342C2-8986-EED4-BE8B-67F1E99414F0}"/>
                </a:ext>
              </a:extLst>
            </p:cNvPr>
            <p:cNvSpPr/>
            <p:nvPr/>
          </p:nvSpPr>
          <p:spPr>
            <a:xfrm>
              <a:off x="8147507" y="4717048"/>
              <a:ext cx="2860497" cy="994910"/>
            </a:xfrm>
            <a:prstGeom prst="rect">
              <a:avLst/>
            </a:prstGeom>
            <a:solidFill>
              <a:schemeClr val="tx1">
                <a:lumMod val="65000"/>
                <a:lumOff val="3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269" name="그룹 268">
              <a:extLst>
                <a:ext uri="{FF2B5EF4-FFF2-40B4-BE49-F238E27FC236}">
                  <a16:creationId xmlns:a16="http://schemas.microsoft.com/office/drawing/2014/main" id="{DE56EABA-AEA7-2D52-0C8B-67D4A2796036}"/>
                </a:ext>
              </a:extLst>
            </p:cNvPr>
            <p:cNvGrpSpPr/>
            <p:nvPr/>
          </p:nvGrpSpPr>
          <p:grpSpPr>
            <a:xfrm>
              <a:off x="8408334" y="4819650"/>
              <a:ext cx="2500334" cy="808179"/>
              <a:chOff x="8112248" y="4451227"/>
              <a:chExt cx="3529919" cy="1221760"/>
            </a:xfrm>
          </p:grpSpPr>
          <p:grpSp>
            <p:nvGrpSpPr>
              <p:cNvPr id="270" name="그룹 269">
                <a:extLst>
                  <a:ext uri="{FF2B5EF4-FFF2-40B4-BE49-F238E27FC236}">
                    <a16:creationId xmlns:a16="http://schemas.microsoft.com/office/drawing/2014/main" id="{E0798C07-9244-2C68-F3BA-5116C940D30C}"/>
                  </a:ext>
                </a:extLst>
              </p:cNvPr>
              <p:cNvGrpSpPr/>
              <p:nvPr/>
            </p:nvGrpSpPr>
            <p:grpSpPr>
              <a:xfrm>
                <a:off x="8112248" y="4451227"/>
                <a:ext cx="796802" cy="1221760"/>
                <a:chOff x="8112248" y="4451227"/>
                <a:chExt cx="796802" cy="1221760"/>
              </a:xfrm>
            </p:grpSpPr>
            <p:grpSp>
              <p:nvGrpSpPr>
                <p:cNvPr id="310" name="그룹 309">
                  <a:extLst>
                    <a:ext uri="{FF2B5EF4-FFF2-40B4-BE49-F238E27FC236}">
                      <a16:creationId xmlns:a16="http://schemas.microsoft.com/office/drawing/2014/main" id="{D13E12A3-79CC-5A80-2AFD-66C304CAF2CD}"/>
                    </a:ext>
                  </a:extLst>
                </p:cNvPr>
                <p:cNvGrpSpPr/>
                <p:nvPr/>
              </p:nvGrpSpPr>
              <p:grpSpPr>
                <a:xfrm>
                  <a:off x="8112248" y="4451227"/>
                  <a:ext cx="667506" cy="1221760"/>
                  <a:chOff x="8377382" y="4544293"/>
                  <a:chExt cx="667506" cy="1221760"/>
                </a:xfrm>
              </p:grpSpPr>
              <p:grpSp>
                <p:nvGrpSpPr>
                  <p:cNvPr id="312" name="그룹 311">
                    <a:extLst>
                      <a:ext uri="{FF2B5EF4-FFF2-40B4-BE49-F238E27FC236}">
                        <a16:creationId xmlns:a16="http://schemas.microsoft.com/office/drawing/2014/main" id="{F13117B4-6036-F11D-2B64-80EC23505429}"/>
                      </a:ext>
                    </a:extLst>
                  </p:cNvPr>
                  <p:cNvGrpSpPr/>
                  <p:nvPr/>
                </p:nvGrpSpPr>
                <p:grpSpPr>
                  <a:xfrm>
                    <a:off x="8377382" y="4544293"/>
                    <a:ext cx="667504" cy="666298"/>
                    <a:chOff x="8377382" y="4544293"/>
                    <a:chExt cx="667504" cy="666298"/>
                  </a:xfrm>
                </p:grpSpPr>
                <p:sp>
                  <p:nvSpPr>
                    <p:cNvPr id="318" name="직사각형 317">
                      <a:extLst>
                        <a:ext uri="{FF2B5EF4-FFF2-40B4-BE49-F238E27FC236}">
                          <a16:creationId xmlns:a16="http://schemas.microsoft.com/office/drawing/2014/main" id="{8BCA16FB-A4EC-3B21-471E-F691F6A112CB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77382" y="4673601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319" name="직사각형 318">
                      <a:extLst>
                        <a:ext uri="{FF2B5EF4-FFF2-40B4-BE49-F238E27FC236}">
                          <a16:creationId xmlns:a16="http://schemas.microsoft.com/office/drawing/2014/main" id="{9F58BCC4-50FA-FA61-F40F-3E3D5C7B4058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392743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320" name="직사각형 319">
                      <a:extLst>
                        <a:ext uri="{FF2B5EF4-FFF2-40B4-BE49-F238E27FC236}">
                          <a16:creationId xmlns:a16="http://schemas.microsoft.com/office/drawing/2014/main" id="{A0644E3B-576D-13D8-AAB4-20B80941A3A4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34050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321" name="직사각형 320">
                      <a:extLst>
                        <a:ext uri="{FF2B5EF4-FFF2-40B4-BE49-F238E27FC236}">
                          <a16:creationId xmlns:a16="http://schemas.microsoft.com/office/drawing/2014/main" id="{5B624CC5-BB6F-B224-0B7E-6CECBE8D1885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948205"/>
                      <a:ext cx="110836" cy="413936"/>
                    </a:xfrm>
                    <a:prstGeom prst="rect">
                      <a:avLst/>
                    </a:prstGeom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</p:grpSp>
              <p:grpSp>
                <p:nvGrpSpPr>
                  <p:cNvPr id="313" name="그룹 312">
                    <a:extLst>
                      <a:ext uri="{FF2B5EF4-FFF2-40B4-BE49-F238E27FC236}">
                        <a16:creationId xmlns:a16="http://schemas.microsoft.com/office/drawing/2014/main" id="{FAA2C8F4-A1AC-E26B-11C1-F4757D8AF04D}"/>
                      </a:ext>
                    </a:extLst>
                  </p:cNvPr>
                  <p:cNvGrpSpPr/>
                  <p:nvPr/>
                </p:nvGrpSpPr>
                <p:grpSpPr>
                  <a:xfrm>
                    <a:off x="8377384" y="5099755"/>
                    <a:ext cx="667504" cy="666298"/>
                    <a:chOff x="8377382" y="4544293"/>
                    <a:chExt cx="667504" cy="666298"/>
                  </a:xfrm>
                </p:grpSpPr>
                <p:sp>
                  <p:nvSpPr>
                    <p:cNvPr id="314" name="직사각형 313">
                      <a:extLst>
                        <a:ext uri="{FF2B5EF4-FFF2-40B4-BE49-F238E27FC236}">
                          <a16:creationId xmlns:a16="http://schemas.microsoft.com/office/drawing/2014/main" id="{EF2FB3E7-48F7-ED3C-08EC-D494418ABA81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77382" y="4673601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315" name="직사각형 314">
                      <a:extLst>
                        <a:ext uri="{FF2B5EF4-FFF2-40B4-BE49-F238E27FC236}">
                          <a16:creationId xmlns:a16="http://schemas.microsoft.com/office/drawing/2014/main" id="{7E32FC2B-AA1D-71A6-C15F-B7C3C8212B4F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392743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316" name="직사각형 315">
                      <a:extLst>
                        <a:ext uri="{FF2B5EF4-FFF2-40B4-BE49-F238E27FC236}">
                          <a16:creationId xmlns:a16="http://schemas.microsoft.com/office/drawing/2014/main" id="{8759E22B-D7BD-B08E-8B9A-D5552864E7EA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34050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317" name="직사각형 316">
                      <a:extLst>
                        <a:ext uri="{FF2B5EF4-FFF2-40B4-BE49-F238E27FC236}">
                          <a16:creationId xmlns:a16="http://schemas.microsoft.com/office/drawing/2014/main" id="{A3CA8626-FB2F-EE21-4A8A-9CD8D9459B2F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948205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</p:grpSp>
            </p:grpSp>
            <p:sp>
              <p:nvSpPr>
                <p:cNvPr id="311" name="직사각형 310">
                  <a:extLst>
                    <a:ext uri="{FF2B5EF4-FFF2-40B4-BE49-F238E27FC236}">
                      <a16:creationId xmlns:a16="http://schemas.microsoft.com/office/drawing/2014/main" id="{3A76FD8B-1E00-E77A-3C56-FA84E35DAA73}"/>
                    </a:ext>
                  </a:extLst>
                </p:cNvPr>
                <p:cNvSpPr/>
                <p:nvPr/>
              </p:nvSpPr>
              <p:spPr>
                <a:xfrm>
                  <a:off x="8808029" y="5562151"/>
                  <a:ext cx="101021" cy="110836"/>
                </a:xfrm>
                <a:prstGeom prst="rect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600"/>
                </a:p>
              </p:txBody>
            </p:sp>
          </p:grpSp>
          <p:grpSp>
            <p:nvGrpSpPr>
              <p:cNvPr id="271" name="그룹 270">
                <a:extLst>
                  <a:ext uri="{FF2B5EF4-FFF2-40B4-BE49-F238E27FC236}">
                    <a16:creationId xmlns:a16="http://schemas.microsoft.com/office/drawing/2014/main" id="{02267D18-B9D6-DD5D-F0EF-E5CBEE0AA73E}"/>
                  </a:ext>
                </a:extLst>
              </p:cNvPr>
              <p:cNvGrpSpPr/>
              <p:nvPr/>
            </p:nvGrpSpPr>
            <p:grpSpPr>
              <a:xfrm>
                <a:off x="9003883" y="4451227"/>
                <a:ext cx="796802" cy="1221760"/>
                <a:chOff x="8112248" y="4451227"/>
                <a:chExt cx="796802" cy="1221760"/>
              </a:xfrm>
            </p:grpSpPr>
            <p:grpSp>
              <p:nvGrpSpPr>
                <p:cNvPr id="298" name="그룹 297">
                  <a:extLst>
                    <a:ext uri="{FF2B5EF4-FFF2-40B4-BE49-F238E27FC236}">
                      <a16:creationId xmlns:a16="http://schemas.microsoft.com/office/drawing/2014/main" id="{378155E1-D50C-E8E9-98DE-A926B2A1A0DD}"/>
                    </a:ext>
                  </a:extLst>
                </p:cNvPr>
                <p:cNvGrpSpPr/>
                <p:nvPr/>
              </p:nvGrpSpPr>
              <p:grpSpPr>
                <a:xfrm>
                  <a:off x="8112248" y="4451227"/>
                  <a:ext cx="667506" cy="1221760"/>
                  <a:chOff x="8377382" y="4544293"/>
                  <a:chExt cx="667506" cy="1221760"/>
                </a:xfrm>
              </p:grpSpPr>
              <p:grpSp>
                <p:nvGrpSpPr>
                  <p:cNvPr id="300" name="그룹 299">
                    <a:extLst>
                      <a:ext uri="{FF2B5EF4-FFF2-40B4-BE49-F238E27FC236}">
                        <a16:creationId xmlns:a16="http://schemas.microsoft.com/office/drawing/2014/main" id="{017373C4-DF3D-97A8-69F2-E41F6A8ADE23}"/>
                      </a:ext>
                    </a:extLst>
                  </p:cNvPr>
                  <p:cNvGrpSpPr/>
                  <p:nvPr/>
                </p:nvGrpSpPr>
                <p:grpSpPr>
                  <a:xfrm>
                    <a:off x="8377382" y="4544293"/>
                    <a:ext cx="667504" cy="666298"/>
                    <a:chOff x="8377382" y="4544293"/>
                    <a:chExt cx="667504" cy="666298"/>
                  </a:xfrm>
                </p:grpSpPr>
                <p:sp>
                  <p:nvSpPr>
                    <p:cNvPr id="306" name="직사각형 305">
                      <a:extLst>
                        <a:ext uri="{FF2B5EF4-FFF2-40B4-BE49-F238E27FC236}">
                          <a16:creationId xmlns:a16="http://schemas.microsoft.com/office/drawing/2014/main" id="{10AB5869-B07A-7D6A-D08E-C7AB5AFBBE3C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77382" y="4673601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307" name="직사각형 306">
                      <a:extLst>
                        <a:ext uri="{FF2B5EF4-FFF2-40B4-BE49-F238E27FC236}">
                          <a16:creationId xmlns:a16="http://schemas.microsoft.com/office/drawing/2014/main" id="{429B8EBB-C729-96E0-2BBA-F034A85D36AD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392743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308" name="직사각형 307">
                      <a:extLst>
                        <a:ext uri="{FF2B5EF4-FFF2-40B4-BE49-F238E27FC236}">
                          <a16:creationId xmlns:a16="http://schemas.microsoft.com/office/drawing/2014/main" id="{4526147E-4923-2713-EE21-3BAC8CBB00C6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34050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309" name="직사각형 308">
                      <a:extLst>
                        <a:ext uri="{FF2B5EF4-FFF2-40B4-BE49-F238E27FC236}">
                          <a16:creationId xmlns:a16="http://schemas.microsoft.com/office/drawing/2014/main" id="{7ECAA362-4944-EDD5-0A6C-CB78E7FC86DD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948205"/>
                      <a:ext cx="110836" cy="413936"/>
                    </a:xfrm>
                    <a:prstGeom prst="rect">
                      <a:avLst/>
                    </a:prstGeom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</p:grpSp>
              <p:grpSp>
                <p:nvGrpSpPr>
                  <p:cNvPr id="301" name="그룹 300">
                    <a:extLst>
                      <a:ext uri="{FF2B5EF4-FFF2-40B4-BE49-F238E27FC236}">
                        <a16:creationId xmlns:a16="http://schemas.microsoft.com/office/drawing/2014/main" id="{30968431-91EF-34A7-BE78-0E1946E77C44}"/>
                      </a:ext>
                    </a:extLst>
                  </p:cNvPr>
                  <p:cNvGrpSpPr/>
                  <p:nvPr/>
                </p:nvGrpSpPr>
                <p:grpSpPr>
                  <a:xfrm>
                    <a:off x="8377384" y="5099755"/>
                    <a:ext cx="667504" cy="666298"/>
                    <a:chOff x="8377382" y="4544293"/>
                    <a:chExt cx="667504" cy="666298"/>
                  </a:xfrm>
                </p:grpSpPr>
                <p:sp>
                  <p:nvSpPr>
                    <p:cNvPr id="302" name="직사각형 301">
                      <a:extLst>
                        <a:ext uri="{FF2B5EF4-FFF2-40B4-BE49-F238E27FC236}">
                          <a16:creationId xmlns:a16="http://schemas.microsoft.com/office/drawing/2014/main" id="{FD79FC49-7BED-1F66-CB03-96CB9F95BC0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77382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303" name="직사각형 302">
                      <a:extLst>
                        <a:ext uri="{FF2B5EF4-FFF2-40B4-BE49-F238E27FC236}">
                          <a16:creationId xmlns:a16="http://schemas.microsoft.com/office/drawing/2014/main" id="{96213124-8951-AC06-B7DE-CFD5FDF28808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392743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304" name="직사각형 303">
                      <a:extLst>
                        <a:ext uri="{FF2B5EF4-FFF2-40B4-BE49-F238E27FC236}">
                          <a16:creationId xmlns:a16="http://schemas.microsoft.com/office/drawing/2014/main" id="{D4127069-350E-AB2E-2E06-8518E988979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34050" y="4673601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305" name="직사각형 304">
                      <a:extLst>
                        <a:ext uri="{FF2B5EF4-FFF2-40B4-BE49-F238E27FC236}">
                          <a16:creationId xmlns:a16="http://schemas.microsoft.com/office/drawing/2014/main" id="{08C11A65-CEB6-2398-2E0B-5B6391A2B73E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948205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</p:grpSp>
            </p:grpSp>
            <p:sp>
              <p:nvSpPr>
                <p:cNvPr id="299" name="직사각형 298">
                  <a:extLst>
                    <a:ext uri="{FF2B5EF4-FFF2-40B4-BE49-F238E27FC236}">
                      <a16:creationId xmlns:a16="http://schemas.microsoft.com/office/drawing/2014/main" id="{956AFB42-6F0B-7C5A-FAE1-E0D5A99696F4}"/>
                    </a:ext>
                  </a:extLst>
                </p:cNvPr>
                <p:cNvSpPr/>
                <p:nvPr/>
              </p:nvSpPr>
              <p:spPr>
                <a:xfrm>
                  <a:off x="8808029" y="5562151"/>
                  <a:ext cx="101021" cy="110836"/>
                </a:xfrm>
                <a:prstGeom prst="rect">
                  <a:avLst/>
                </a:prstGeom>
                <a:solidFill>
                  <a:srgbClr val="FF0000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600"/>
                </a:p>
              </p:txBody>
            </p:sp>
          </p:grpSp>
          <p:grpSp>
            <p:nvGrpSpPr>
              <p:cNvPr id="272" name="그룹 271">
                <a:extLst>
                  <a:ext uri="{FF2B5EF4-FFF2-40B4-BE49-F238E27FC236}">
                    <a16:creationId xmlns:a16="http://schemas.microsoft.com/office/drawing/2014/main" id="{CC417F1B-13D9-07E5-A173-E019DD0A8549}"/>
                  </a:ext>
                </a:extLst>
              </p:cNvPr>
              <p:cNvGrpSpPr/>
              <p:nvPr/>
            </p:nvGrpSpPr>
            <p:grpSpPr>
              <a:xfrm>
                <a:off x="9935853" y="4451227"/>
                <a:ext cx="796802" cy="1221760"/>
                <a:chOff x="8112248" y="4451227"/>
                <a:chExt cx="796802" cy="1221760"/>
              </a:xfrm>
            </p:grpSpPr>
            <p:grpSp>
              <p:nvGrpSpPr>
                <p:cNvPr id="286" name="그룹 285">
                  <a:extLst>
                    <a:ext uri="{FF2B5EF4-FFF2-40B4-BE49-F238E27FC236}">
                      <a16:creationId xmlns:a16="http://schemas.microsoft.com/office/drawing/2014/main" id="{BE225A6B-65E9-E92D-90FF-5CFA8EEE1E5F}"/>
                    </a:ext>
                  </a:extLst>
                </p:cNvPr>
                <p:cNvGrpSpPr/>
                <p:nvPr/>
              </p:nvGrpSpPr>
              <p:grpSpPr>
                <a:xfrm>
                  <a:off x="8112248" y="4451227"/>
                  <a:ext cx="667506" cy="1221760"/>
                  <a:chOff x="8377382" y="4544293"/>
                  <a:chExt cx="667506" cy="1221760"/>
                </a:xfrm>
              </p:grpSpPr>
              <p:grpSp>
                <p:nvGrpSpPr>
                  <p:cNvPr id="288" name="그룹 287">
                    <a:extLst>
                      <a:ext uri="{FF2B5EF4-FFF2-40B4-BE49-F238E27FC236}">
                        <a16:creationId xmlns:a16="http://schemas.microsoft.com/office/drawing/2014/main" id="{7B404F2E-B589-12B8-3BBA-868DD1730348}"/>
                      </a:ext>
                    </a:extLst>
                  </p:cNvPr>
                  <p:cNvGrpSpPr/>
                  <p:nvPr/>
                </p:nvGrpSpPr>
                <p:grpSpPr>
                  <a:xfrm>
                    <a:off x="8377382" y="4544293"/>
                    <a:ext cx="667504" cy="666298"/>
                    <a:chOff x="8377382" y="4544293"/>
                    <a:chExt cx="667504" cy="666298"/>
                  </a:xfrm>
                </p:grpSpPr>
                <p:sp>
                  <p:nvSpPr>
                    <p:cNvPr id="294" name="직사각형 293">
                      <a:extLst>
                        <a:ext uri="{FF2B5EF4-FFF2-40B4-BE49-F238E27FC236}">
                          <a16:creationId xmlns:a16="http://schemas.microsoft.com/office/drawing/2014/main" id="{0D8B8442-9313-770C-29D2-A25FC739589B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77382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295" name="직사각형 294">
                      <a:extLst>
                        <a:ext uri="{FF2B5EF4-FFF2-40B4-BE49-F238E27FC236}">
                          <a16:creationId xmlns:a16="http://schemas.microsoft.com/office/drawing/2014/main" id="{4075553B-7865-A2AF-93A5-823D9D240136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392743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296" name="직사각형 295">
                      <a:extLst>
                        <a:ext uri="{FF2B5EF4-FFF2-40B4-BE49-F238E27FC236}">
                          <a16:creationId xmlns:a16="http://schemas.microsoft.com/office/drawing/2014/main" id="{27423BC9-5389-DE64-60A3-351D7AACC50C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34050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297" name="직사각형 296">
                      <a:extLst>
                        <a:ext uri="{FF2B5EF4-FFF2-40B4-BE49-F238E27FC236}">
                          <a16:creationId xmlns:a16="http://schemas.microsoft.com/office/drawing/2014/main" id="{6218854E-470D-4724-F33C-3B9628C37F6D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948205"/>
                      <a:ext cx="110836" cy="413936"/>
                    </a:xfrm>
                    <a:prstGeom prst="rect">
                      <a:avLst/>
                    </a:prstGeom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</p:grpSp>
              <p:grpSp>
                <p:nvGrpSpPr>
                  <p:cNvPr id="289" name="그룹 288">
                    <a:extLst>
                      <a:ext uri="{FF2B5EF4-FFF2-40B4-BE49-F238E27FC236}">
                        <a16:creationId xmlns:a16="http://schemas.microsoft.com/office/drawing/2014/main" id="{3922C4E9-20A3-8E69-B575-92EFD7FA8599}"/>
                      </a:ext>
                    </a:extLst>
                  </p:cNvPr>
                  <p:cNvGrpSpPr/>
                  <p:nvPr/>
                </p:nvGrpSpPr>
                <p:grpSpPr>
                  <a:xfrm>
                    <a:off x="8377384" y="5099755"/>
                    <a:ext cx="667504" cy="666298"/>
                    <a:chOff x="8377382" y="4544293"/>
                    <a:chExt cx="667504" cy="666298"/>
                  </a:xfrm>
                </p:grpSpPr>
                <p:sp>
                  <p:nvSpPr>
                    <p:cNvPr id="290" name="직사각형 289">
                      <a:extLst>
                        <a:ext uri="{FF2B5EF4-FFF2-40B4-BE49-F238E27FC236}">
                          <a16:creationId xmlns:a16="http://schemas.microsoft.com/office/drawing/2014/main" id="{B8F2F924-C5F4-832D-D32D-EFE83C67E350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77382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291" name="직사각형 290">
                      <a:extLst>
                        <a:ext uri="{FF2B5EF4-FFF2-40B4-BE49-F238E27FC236}">
                          <a16:creationId xmlns:a16="http://schemas.microsoft.com/office/drawing/2014/main" id="{2E283533-66DD-024C-BD4D-D25DBCDAC22B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392743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292" name="직사각형 291">
                      <a:extLst>
                        <a:ext uri="{FF2B5EF4-FFF2-40B4-BE49-F238E27FC236}">
                          <a16:creationId xmlns:a16="http://schemas.microsoft.com/office/drawing/2014/main" id="{56242B13-1BE7-538A-AD04-5CA84F1904BE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34050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293" name="직사각형 292">
                      <a:extLst>
                        <a:ext uri="{FF2B5EF4-FFF2-40B4-BE49-F238E27FC236}">
                          <a16:creationId xmlns:a16="http://schemas.microsoft.com/office/drawing/2014/main" id="{36091048-BB32-5B83-E4EF-3110CE76E35C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948205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</p:grpSp>
            </p:grpSp>
            <p:sp>
              <p:nvSpPr>
                <p:cNvPr id="287" name="직사각형 286">
                  <a:extLst>
                    <a:ext uri="{FF2B5EF4-FFF2-40B4-BE49-F238E27FC236}">
                      <a16:creationId xmlns:a16="http://schemas.microsoft.com/office/drawing/2014/main" id="{B4F0258E-96F2-9A3D-A085-D69810C1AA22}"/>
                    </a:ext>
                  </a:extLst>
                </p:cNvPr>
                <p:cNvSpPr/>
                <p:nvPr/>
              </p:nvSpPr>
              <p:spPr>
                <a:xfrm>
                  <a:off x="8808029" y="5562151"/>
                  <a:ext cx="101021" cy="110836"/>
                </a:xfrm>
                <a:prstGeom prst="rect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600"/>
                </a:p>
              </p:txBody>
            </p:sp>
          </p:grpSp>
          <p:grpSp>
            <p:nvGrpSpPr>
              <p:cNvPr id="273" name="그룹 272">
                <a:extLst>
                  <a:ext uri="{FF2B5EF4-FFF2-40B4-BE49-F238E27FC236}">
                    <a16:creationId xmlns:a16="http://schemas.microsoft.com/office/drawing/2014/main" id="{74688A7B-69FA-718A-E07E-914E88EE4961}"/>
                  </a:ext>
                </a:extLst>
              </p:cNvPr>
              <p:cNvGrpSpPr/>
              <p:nvPr/>
            </p:nvGrpSpPr>
            <p:grpSpPr>
              <a:xfrm>
                <a:off x="10845365" y="4451227"/>
                <a:ext cx="796802" cy="1221760"/>
                <a:chOff x="8112248" y="4451227"/>
                <a:chExt cx="796802" cy="1221760"/>
              </a:xfrm>
            </p:grpSpPr>
            <p:grpSp>
              <p:nvGrpSpPr>
                <p:cNvPr id="274" name="그룹 273">
                  <a:extLst>
                    <a:ext uri="{FF2B5EF4-FFF2-40B4-BE49-F238E27FC236}">
                      <a16:creationId xmlns:a16="http://schemas.microsoft.com/office/drawing/2014/main" id="{18E62CB8-3990-5E09-71D7-C480DFCC2D64}"/>
                    </a:ext>
                  </a:extLst>
                </p:cNvPr>
                <p:cNvGrpSpPr/>
                <p:nvPr/>
              </p:nvGrpSpPr>
              <p:grpSpPr>
                <a:xfrm>
                  <a:off x="8112248" y="4451227"/>
                  <a:ext cx="667506" cy="1221760"/>
                  <a:chOff x="8377382" y="4544293"/>
                  <a:chExt cx="667506" cy="1221760"/>
                </a:xfrm>
              </p:grpSpPr>
              <p:grpSp>
                <p:nvGrpSpPr>
                  <p:cNvPr id="276" name="그룹 275">
                    <a:extLst>
                      <a:ext uri="{FF2B5EF4-FFF2-40B4-BE49-F238E27FC236}">
                        <a16:creationId xmlns:a16="http://schemas.microsoft.com/office/drawing/2014/main" id="{9B08F23E-E507-31B0-968D-1499203CF4FF}"/>
                      </a:ext>
                    </a:extLst>
                  </p:cNvPr>
                  <p:cNvGrpSpPr/>
                  <p:nvPr/>
                </p:nvGrpSpPr>
                <p:grpSpPr>
                  <a:xfrm>
                    <a:off x="8377382" y="4544293"/>
                    <a:ext cx="667504" cy="666298"/>
                    <a:chOff x="8377382" y="4544293"/>
                    <a:chExt cx="667504" cy="666298"/>
                  </a:xfrm>
                </p:grpSpPr>
                <p:sp>
                  <p:nvSpPr>
                    <p:cNvPr id="282" name="직사각형 281">
                      <a:extLst>
                        <a:ext uri="{FF2B5EF4-FFF2-40B4-BE49-F238E27FC236}">
                          <a16:creationId xmlns:a16="http://schemas.microsoft.com/office/drawing/2014/main" id="{0A640E03-1BB8-3095-BD51-4EB8527574F3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77382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283" name="직사각형 282">
                      <a:extLst>
                        <a:ext uri="{FF2B5EF4-FFF2-40B4-BE49-F238E27FC236}">
                          <a16:creationId xmlns:a16="http://schemas.microsoft.com/office/drawing/2014/main" id="{A3EF9A09-AC20-7374-23AB-FDA8A1607A6C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392743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284" name="직사각형 283">
                      <a:extLst>
                        <a:ext uri="{FF2B5EF4-FFF2-40B4-BE49-F238E27FC236}">
                          <a16:creationId xmlns:a16="http://schemas.microsoft.com/office/drawing/2014/main" id="{C73AB764-B1BA-E07E-365E-FA15C48AE8D3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34050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285" name="직사각형 284">
                      <a:extLst>
                        <a:ext uri="{FF2B5EF4-FFF2-40B4-BE49-F238E27FC236}">
                          <a16:creationId xmlns:a16="http://schemas.microsoft.com/office/drawing/2014/main" id="{90932BAF-D80A-CD19-8093-6EF4B45D69DA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948205"/>
                      <a:ext cx="110836" cy="413936"/>
                    </a:xfrm>
                    <a:prstGeom prst="rect">
                      <a:avLst/>
                    </a:prstGeom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</p:grpSp>
              <p:grpSp>
                <p:nvGrpSpPr>
                  <p:cNvPr id="277" name="그룹 276">
                    <a:extLst>
                      <a:ext uri="{FF2B5EF4-FFF2-40B4-BE49-F238E27FC236}">
                        <a16:creationId xmlns:a16="http://schemas.microsoft.com/office/drawing/2014/main" id="{1F00FCB8-9F6B-70B0-1EF0-915C2BA0FE3C}"/>
                      </a:ext>
                    </a:extLst>
                  </p:cNvPr>
                  <p:cNvGrpSpPr/>
                  <p:nvPr/>
                </p:nvGrpSpPr>
                <p:grpSpPr>
                  <a:xfrm>
                    <a:off x="8377384" y="5099755"/>
                    <a:ext cx="667504" cy="666298"/>
                    <a:chOff x="8377382" y="4544293"/>
                    <a:chExt cx="667504" cy="666298"/>
                  </a:xfrm>
                </p:grpSpPr>
                <p:sp>
                  <p:nvSpPr>
                    <p:cNvPr id="278" name="직사각형 277">
                      <a:extLst>
                        <a:ext uri="{FF2B5EF4-FFF2-40B4-BE49-F238E27FC236}">
                          <a16:creationId xmlns:a16="http://schemas.microsoft.com/office/drawing/2014/main" id="{6B7F6512-17C1-0FB1-8D4C-2EBCC84079A0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77382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279" name="직사각형 278">
                      <a:extLst>
                        <a:ext uri="{FF2B5EF4-FFF2-40B4-BE49-F238E27FC236}">
                          <a16:creationId xmlns:a16="http://schemas.microsoft.com/office/drawing/2014/main" id="{3B7E52C4-AD8A-C27E-30C8-AE4FDF221A40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392743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280" name="직사각형 279">
                      <a:extLst>
                        <a:ext uri="{FF2B5EF4-FFF2-40B4-BE49-F238E27FC236}">
                          <a16:creationId xmlns:a16="http://schemas.microsoft.com/office/drawing/2014/main" id="{D1D787B0-2276-3790-A297-1635E75A9FE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34050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281" name="직사각형 280">
                      <a:extLst>
                        <a:ext uri="{FF2B5EF4-FFF2-40B4-BE49-F238E27FC236}">
                          <a16:creationId xmlns:a16="http://schemas.microsoft.com/office/drawing/2014/main" id="{D06F0157-338A-17E6-479C-F0B1F724E0EB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948205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</p:grpSp>
            </p:grpSp>
            <p:sp>
              <p:nvSpPr>
                <p:cNvPr id="275" name="직사각형 274">
                  <a:extLst>
                    <a:ext uri="{FF2B5EF4-FFF2-40B4-BE49-F238E27FC236}">
                      <a16:creationId xmlns:a16="http://schemas.microsoft.com/office/drawing/2014/main" id="{E6C452BB-2FBA-7DB8-38C6-71C6FFAE125A}"/>
                    </a:ext>
                  </a:extLst>
                </p:cNvPr>
                <p:cNvSpPr/>
                <p:nvPr/>
              </p:nvSpPr>
              <p:spPr>
                <a:xfrm>
                  <a:off x="8808029" y="5562151"/>
                  <a:ext cx="101021" cy="110836"/>
                </a:xfrm>
                <a:prstGeom prst="rect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600"/>
                </a:p>
              </p:txBody>
            </p:sp>
          </p:grpSp>
        </p:grpSp>
      </p:grpSp>
      <p:cxnSp>
        <p:nvCxnSpPr>
          <p:cNvPr id="322" name="직선 화살표 연결선 321">
            <a:extLst>
              <a:ext uri="{FF2B5EF4-FFF2-40B4-BE49-F238E27FC236}">
                <a16:creationId xmlns:a16="http://schemas.microsoft.com/office/drawing/2014/main" id="{0DD45D41-1388-D571-952F-949CE1466186}"/>
              </a:ext>
            </a:extLst>
          </p:cNvPr>
          <p:cNvCxnSpPr>
            <a:cxnSpLocks/>
          </p:cNvCxnSpPr>
          <p:nvPr/>
        </p:nvCxnSpPr>
        <p:spPr>
          <a:xfrm flipV="1">
            <a:off x="11398966" y="5545032"/>
            <a:ext cx="0" cy="560347"/>
          </a:xfrm>
          <a:prstGeom prst="straightConnector1">
            <a:avLst/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3" name="직선 화살표 연결선 322">
            <a:extLst>
              <a:ext uri="{FF2B5EF4-FFF2-40B4-BE49-F238E27FC236}">
                <a16:creationId xmlns:a16="http://schemas.microsoft.com/office/drawing/2014/main" id="{9ADB40E3-AAC6-F917-0683-39B437AD991A}"/>
              </a:ext>
            </a:extLst>
          </p:cNvPr>
          <p:cNvCxnSpPr>
            <a:cxnSpLocks/>
          </p:cNvCxnSpPr>
          <p:nvPr/>
        </p:nvCxnSpPr>
        <p:spPr>
          <a:xfrm>
            <a:off x="10839668" y="5650409"/>
            <a:ext cx="464539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4" name="직선 화살표 연결선 323">
            <a:extLst>
              <a:ext uri="{FF2B5EF4-FFF2-40B4-BE49-F238E27FC236}">
                <a16:creationId xmlns:a16="http://schemas.microsoft.com/office/drawing/2014/main" id="{A6B75BCB-AC90-4662-DC4A-04B31EAA5FD4}"/>
              </a:ext>
            </a:extLst>
          </p:cNvPr>
          <p:cNvCxnSpPr>
            <a:cxnSpLocks/>
          </p:cNvCxnSpPr>
          <p:nvPr/>
        </p:nvCxnSpPr>
        <p:spPr>
          <a:xfrm flipV="1">
            <a:off x="10741741" y="5537292"/>
            <a:ext cx="0" cy="560347"/>
          </a:xfrm>
          <a:prstGeom prst="straightConnector1">
            <a:avLst/>
          </a:prstGeom>
          <a:ln>
            <a:solidFill>
              <a:srgbClr val="FF0000"/>
            </a:solidFill>
            <a:prstDash val="solid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8" name="직사각형 327">
            <a:extLst>
              <a:ext uri="{FF2B5EF4-FFF2-40B4-BE49-F238E27FC236}">
                <a16:creationId xmlns:a16="http://schemas.microsoft.com/office/drawing/2014/main" id="{85B8848C-1E46-1AD9-642A-05362FC6CDE9}"/>
              </a:ext>
            </a:extLst>
          </p:cNvPr>
          <p:cNvSpPr/>
          <p:nvPr/>
        </p:nvSpPr>
        <p:spPr>
          <a:xfrm>
            <a:off x="262146" y="2229019"/>
            <a:ext cx="737976" cy="290914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0453380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5943D7-AD14-F53F-A144-755F6DFCBE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TextBox 38">
            <a:extLst>
              <a:ext uri="{FF2B5EF4-FFF2-40B4-BE49-F238E27FC236}">
                <a16:creationId xmlns:a16="http://schemas.microsoft.com/office/drawing/2014/main" id="{67ED2276-F28E-13AE-2A70-AA4F35AB50CF}"/>
              </a:ext>
            </a:extLst>
          </p:cNvPr>
          <p:cNvSpPr txBox="1"/>
          <p:nvPr/>
        </p:nvSpPr>
        <p:spPr>
          <a:xfrm>
            <a:off x="435098" y="334135"/>
            <a:ext cx="939470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/>
              <a:t>검증 시나리오 </a:t>
            </a:r>
            <a:r>
              <a:rPr lang="en-US" altLang="ko-KR"/>
              <a:t>1. </a:t>
            </a:r>
            <a:r>
              <a:rPr lang="ko-KR" altLang="en-US"/>
              <a:t>버튼 동작 확인</a:t>
            </a:r>
            <a:endParaRPr lang="en-US" altLang="ko-KR"/>
          </a:p>
          <a:p>
            <a:r>
              <a:rPr lang="en-US" altLang="ko-KR"/>
              <a:t>P4 – </a:t>
            </a:r>
            <a:r>
              <a:rPr lang="ko-KR" altLang="en-US"/>
              <a:t>커서 위치 </a:t>
            </a:r>
            <a:r>
              <a:rPr lang="en-US" altLang="ko-KR"/>
              <a:t>0</a:t>
            </a:r>
            <a:r>
              <a:rPr lang="ko-KR" altLang="en-US"/>
              <a:t>에서 경계값 확인 </a:t>
            </a:r>
            <a:r>
              <a:rPr lang="en-US" altLang="ko-KR"/>
              <a:t>12:59 </a:t>
            </a:r>
            <a:r>
              <a:rPr lang="ko-KR" altLang="en-US"/>
              <a:t>에서 </a:t>
            </a:r>
            <a:r>
              <a:rPr lang="en-US" altLang="ko-KR"/>
              <a:t>U-&gt;D -&gt;D</a:t>
            </a:r>
          </a:p>
          <a:p>
            <a:r>
              <a:rPr lang="en-US" altLang="ko-KR"/>
              <a:t>      </a:t>
            </a:r>
            <a:endParaRPr lang="ko-KR" altLang="en-US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797DF595-72F0-5816-4DE9-D511AD807A0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8985" y="1495425"/>
            <a:ext cx="7782789" cy="4638675"/>
          </a:xfrm>
          <a:prstGeom prst="rect">
            <a:avLst/>
          </a:prstGeom>
        </p:spPr>
      </p:pic>
      <p:cxnSp>
        <p:nvCxnSpPr>
          <p:cNvPr id="5" name="직선 화살표 연결선 4">
            <a:extLst>
              <a:ext uri="{FF2B5EF4-FFF2-40B4-BE49-F238E27FC236}">
                <a16:creationId xmlns:a16="http://schemas.microsoft.com/office/drawing/2014/main" id="{2E7DC7B8-6D09-BEFC-C8B4-0F9305F5AE72}"/>
              </a:ext>
            </a:extLst>
          </p:cNvPr>
          <p:cNvCxnSpPr>
            <a:cxnSpLocks/>
          </p:cNvCxnSpPr>
          <p:nvPr/>
        </p:nvCxnSpPr>
        <p:spPr>
          <a:xfrm>
            <a:off x="3409950" y="4743450"/>
            <a:ext cx="0" cy="26670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직사각형 6">
            <a:extLst>
              <a:ext uri="{FF2B5EF4-FFF2-40B4-BE49-F238E27FC236}">
                <a16:creationId xmlns:a16="http://schemas.microsoft.com/office/drawing/2014/main" id="{69728271-17F5-35C4-DBE1-9ADBD22CFBD1}"/>
              </a:ext>
            </a:extLst>
          </p:cNvPr>
          <p:cNvSpPr/>
          <p:nvPr/>
        </p:nvSpPr>
        <p:spPr>
          <a:xfrm>
            <a:off x="6639016" y="1495424"/>
            <a:ext cx="1362752" cy="4638675"/>
          </a:xfrm>
          <a:prstGeom prst="rect">
            <a:avLst/>
          </a:prstGeom>
          <a:solidFill>
            <a:schemeClr val="tx1">
              <a:alpha val="67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2" name="직사각형 81">
            <a:extLst>
              <a:ext uri="{FF2B5EF4-FFF2-40B4-BE49-F238E27FC236}">
                <a16:creationId xmlns:a16="http://schemas.microsoft.com/office/drawing/2014/main" id="{0275D478-C010-A59A-CD48-7EC7D46A20D5}"/>
              </a:ext>
            </a:extLst>
          </p:cNvPr>
          <p:cNvSpPr/>
          <p:nvPr/>
        </p:nvSpPr>
        <p:spPr>
          <a:xfrm>
            <a:off x="4208314" y="4311024"/>
            <a:ext cx="382736" cy="12762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140" name="그룹 139">
            <a:extLst>
              <a:ext uri="{FF2B5EF4-FFF2-40B4-BE49-F238E27FC236}">
                <a16:creationId xmlns:a16="http://schemas.microsoft.com/office/drawing/2014/main" id="{D0BC5CEF-51C2-9D0B-3373-477277A4D479}"/>
              </a:ext>
            </a:extLst>
          </p:cNvPr>
          <p:cNvGrpSpPr/>
          <p:nvPr/>
        </p:nvGrpSpPr>
        <p:grpSpPr>
          <a:xfrm>
            <a:off x="8477305" y="1174265"/>
            <a:ext cx="2860497" cy="994910"/>
            <a:chOff x="8147507" y="4717048"/>
            <a:chExt cx="2860497" cy="994910"/>
          </a:xfrm>
        </p:grpSpPr>
        <p:sp>
          <p:nvSpPr>
            <p:cNvPr id="143" name="직사각형 142">
              <a:extLst>
                <a:ext uri="{FF2B5EF4-FFF2-40B4-BE49-F238E27FC236}">
                  <a16:creationId xmlns:a16="http://schemas.microsoft.com/office/drawing/2014/main" id="{BFFB5AD0-656C-8F81-6481-2279701867DB}"/>
                </a:ext>
              </a:extLst>
            </p:cNvPr>
            <p:cNvSpPr/>
            <p:nvPr/>
          </p:nvSpPr>
          <p:spPr>
            <a:xfrm>
              <a:off x="8147507" y="4717048"/>
              <a:ext cx="2860497" cy="994910"/>
            </a:xfrm>
            <a:prstGeom prst="rect">
              <a:avLst/>
            </a:prstGeom>
            <a:solidFill>
              <a:schemeClr val="tx1">
                <a:lumMod val="65000"/>
                <a:lumOff val="3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144" name="그룹 143">
              <a:extLst>
                <a:ext uri="{FF2B5EF4-FFF2-40B4-BE49-F238E27FC236}">
                  <a16:creationId xmlns:a16="http://schemas.microsoft.com/office/drawing/2014/main" id="{421EAE24-9176-6AAA-A0FD-4BFBDF5FE2E6}"/>
                </a:ext>
              </a:extLst>
            </p:cNvPr>
            <p:cNvGrpSpPr/>
            <p:nvPr/>
          </p:nvGrpSpPr>
          <p:grpSpPr>
            <a:xfrm>
              <a:off x="8408334" y="4819650"/>
              <a:ext cx="2500334" cy="808179"/>
              <a:chOff x="8112248" y="4451227"/>
              <a:chExt cx="3529919" cy="1221760"/>
            </a:xfrm>
          </p:grpSpPr>
          <p:grpSp>
            <p:nvGrpSpPr>
              <p:cNvPr id="146" name="그룹 145">
                <a:extLst>
                  <a:ext uri="{FF2B5EF4-FFF2-40B4-BE49-F238E27FC236}">
                    <a16:creationId xmlns:a16="http://schemas.microsoft.com/office/drawing/2014/main" id="{913F2567-B99A-67FA-99AC-4440FB2C6822}"/>
                  </a:ext>
                </a:extLst>
              </p:cNvPr>
              <p:cNvGrpSpPr/>
              <p:nvPr/>
            </p:nvGrpSpPr>
            <p:grpSpPr>
              <a:xfrm>
                <a:off x="8112248" y="4451227"/>
                <a:ext cx="796802" cy="1221760"/>
                <a:chOff x="8112248" y="4451227"/>
                <a:chExt cx="796802" cy="1221760"/>
              </a:xfrm>
            </p:grpSpPr>
            <p:grpSp>
              <p:nvGrpSpPr>
                <p:cNvPr id="186" name="그룹 185">
                  <a:extLst>
                    <a:ext uri="{FF2B5EF4-FFF2-40B4-BE49-F238E27FC236}">
                      <a16:creationId xmlns:a16="http://schemas.microsoft.com/office/drawing/2014/main" id="{BF34857B-E92C-2DEC-341B-924FB818A282}"/>
                    </a:ext>
                  </a:extLst>
                </p:cNvPr>
                <p:cNvGrpSpPr/>
                <p:nvPr/>
              </p:nvGrpSpPr>
              <p:grpSpPr>
                <a:xfrm>
                  <a:off x="8112248" y="4451227"/>
                  <a:ext cx="667506" cy="1221760"/>
                  <a:chOff x="8377382" y="4544293"/>
                  <a:chExt cx="667506" cy="1221760"/>
                </a:xfrm>
              </p:grpSpPr>
              <p:grpSp>
                <p:nvGrpSpPr>
                  <p:cNvPr id="188" name="그룹 187">
                    <a:extLst>
                      <a:ext uri="{FF2B5EF4-FFF2-40B4-BE49-F238E27FC236}">
                        <a16:creationId xmlns:a16="http://schemas.microsoft.com/office/drawing/2014/main" id="{CDD774D0-09F0-04AE-65B4-A85358F747A9}"/>
                      </a:ext>
                    </a:extLst>
                  </p:cNvPr>
                  <p:cNvGrpSpPr/>
                  <p:nvPr/>
                </p:nvGrpSpPr>
                <p:grpSpPr>
                  <a:xfrm>
                    <a:off x="8377382" y="4544293"/>
                    <a:ext cx="667504" cy="666298"/>
                    <a:chOff x="8377382" y="4544293"/>
                    <a:chExt cx="667504" cy="666298"/>
                  </a:xfrm>
                </p:grpSpPr>
                <p:sp>
                  <p:nvSpPr>
                    <p:cNvPr id="194" name="직사각형 193">
                      <a:extLst>
                        <a:ext uri="{FF2B5EF4-FFF2-40B4-BE49-F238E27FC236}">
                          <a16:creationId xmlns:a16="http://schemas.microsoft.com/office/drawing/2014/main" id="{F82139ED-C095-6B69-5196-BCAFF9F790F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77382" y="4673601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195" name="직사각형 194">
                      <a:extLst>
                        <a:ext uri="{FF2B5EF4-FFF2-40B4-BE49-F238E27FC236}">
                          <a16:creationId xmlns:a16="http://schemas.microsoft.com/office/drawing/2014/main" id="{7E7B21D9-EC14-62DB-BA92-485B6D5CD139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392743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196" name="직사각형 195">
                      <a:extLst>
                        <a:ext uri="{FF2B5EF4-FFF2-40B4-BE49-F238E27FC236}">
                          <a16:creationId xmlns:a16="http://schemas.microsoft.com/office/drawing/2014/main" id="{71C364B5-DBFA-8428-6A6D-A12C58827687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34050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197" name="직사각형 196">
                      <a:extLst>
                        <a:ext uri="{FF2B5EF4-FFF2-40B4-BE49-F238E27FC236}">
                          <a16:creationId xmlns:a16="http://schemas.microsoft.com/office/drawing/2014/main" id="{26189FC5-CDF3-DD61-261E-0512636E5707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948205"/>
                      <a:ext cx="110836" cy="413936"/>
                    </a:xfrm>
                    <a:prstGeom prst="rect">
                      <a:avLst/>
                    </a:prstGeom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</p:grpSp>
              <p:grpSp>
                <p:nvGrpSpPr>
                  <p:cNvPr id="189" name="그룹 188">
                    <a:extLst>
                      <a:ext uri="{FF2B5EF4-FFF2-40B4-BE49-F238E27FC236}">
                        <a16:creationId xmlns:a16="http://schemas.microsoft.com/office/drawing/2014/main" id="{29C14D4F-F601-6300-A90B-1B9502AC6AB6}"/>
                      </a:ext>
                    </a:extLst>
                  </p:cNvPr>
                  <p:cNvGrpSpPr/>
                  <p:nvPr/>
                </p:nvGrpSpPr>
                <p:grpSpPr>
                  <a:xfrm>
                    <a:off x="8377384" y="5099755"/>
                    <a:ext cx="667504" cy="666298"/>
                    <a:chOff x="8377382" y="4544293"/>
                    <a:chExt cx="667504" cy="666298"/>
                  </a:xfrm>
                </p:grpSpPr>
                <p:sp>
                  <p:nvSpPr>
                    <p:cNvPr id="190" name="직사각형 189">
                      <a:extLst>
                        <a:ext uri="{FF2B5EF4-FFF2-40B4-BE49-F238E27FC236}">
                          <a16:creationId xmlns:a16="http://schemas.microsoft.com/office/drawing/2014/main" id="{2446969B-E698-0B0D-B424-68A03E6B971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77382" y="4673601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191" name="직사각형 190">
                      <a:extLst>
                        <a:ext uri="{FF2B5EF4-FFF2-40B4-BE49-F238E27FC236}">
                          <a16:creationId xmlns:a16="http://schemas.microsoft.com/office/drawing/2014/main" id="{4805D5E2-2F93-8B6B-8324-DBC3336105A4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392743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192" name="직사각형 191">
                      <a:extLst>
                        <a:ext uri="{FF2B5EF4-FFF2-40B4-BE49-F238E27FC236}">
                          <a16:creationId xmlns:a16="http://schemas.microsoft.com/office/drawing/2014/main" id="{1E2058EE-5D4C-1F78-20B6-620D34801340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34050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193" name="직사각형 192">
                      <a:extLst>
                        <a:ext uri="{FF2B5EF4-FFF2-40B4-BE49-F238E27FC236}">
                          <a16:creationId xmlns:a16="http://schemas.microsoft.com/office/drawing/2014/main" id="{C3BA13B3-A609-AA21-38B5-5318FB77E37C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948205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</p:grpSp>
            </p:grpSp>
            <p:sp>
              <p:nvSpPr>
                <p:cNvPr id="187" name="직사각형 186">
                  <a:extLst>
                    <a:ext uri="{FF2B5EF4-FFF2-40B4-BE49-F238E27FC236}">
                      <a16:creationId xmlns:a16="http://schemas.microsoft.com/office/drawing/2014/main" id="{8C90B178-8618-4481-DE15-D620456DF101}"/>
                    </a:ext>
                  </a:extLst>
                </p:cNvPr>
                <p:cNvSpPr/>
                <p:nvPr/>
              </p:nvSpPr>
              <p:spPr>
                <a:xfrm>
                  <a:off x="8808029" y="5562151"/>
                  <a:ext cx="101021" cy="110836"/>
                </a:xfrm>
                <a:prstGeom prst="rect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600"/>
                </a:p>
              </p:txBody>
            </p:sp>
          </p:grpSp>
          <p:grpSp>
            <p:nvGrpSpPr>
              <p:cNvPr id="147" name="그룹 146">
                <a:extLst>
                  <a:ext uri="{FF2B5EF4-FFF2-40B4-BE49-F238E27FC236}">
                    <a16:creationId xmlns:a16="http://schemas.microsoft.com/office/drawing/2014/main" id="{BF446A28-3381-EAB3-D5E1-53A9A7C97906}"/>
                  </a:ext>
                </a:extLst>
              </p:cNvPr>
              <p:cNvGrpSpPr/>
              <p:nvPr/>
            </p:nvGrpSpPr>
            <p:grpSpPr>
              <a:xfrm>
                <a:off x="9003883" y="4451227"/>
                <a:ext cx="796802" cy="1221760"/>
                <a:chOff x="8112248" y="4451227"/>
                <a:chExt cx="796802" cy="1221760"/>
              </a:xfrm>
            </p:grpSpPr>
            <p:grpSp>
              <p:nvGrpSpPr>
                <p:cNvPr id="174" name="그룹 173">
                  <a:extLst>
                    <a:ext uri="{FF2B5EF4-FFF2-40B4-BE49-F238E27FC236}">
                      <a16:creationId xmlns:a16="http://schemas.microsoft.com/office/drawing/2014/main" id="{B9496ED8-AC19-1586-E287-2203BE1F200C}"/>
                    </a:ext>
                  </a:extLst>
                </p:cNvPr>
                <p:cNvGrpSpPr/>
                <p:nvPr/>
              </p:nvGrpSpPr>
              <p:grpSpPr>
                <a:xfrm>
                  <a:off x="8112248" y="4451227"/>
                  <a:ext cx="667506" cy="1221760"/>
                  <a:chOff x="8377382" y="4544293"/>
                  <a:chExt cx="667506" cy="1221760"/>
                </a:xfrm>
              </p:grpSpPr>
              <p:grpSp>
                <p:nvGrpSpPr>
                  <p:cNvPr id="176" name="그룹 175">
                    <a:extLst>
                      <a:ext uri="{FF2B5EF4-FFF2-40B4-BE49-F238E27FC236}">
                        <a16:creationId xmlns:a16="http://schemas.microsoft.com/office/drawing/2014/main" id="{F3E5939B-FCE8-15CE-4F5F-7F016D6A6B91}"/>
                      </a:ext>
                    </a:extLst>
                  </p:cNvPr>
                  <p:cNvGrpSpPr/>
                  <p:nvPr/>
                </p:nvGrpSpPr>
                <p:grpSpPr>
                  <a:xfrm>
                    <a:off x="8377382" y="4544293"/>
                    <a:ext cx="667504" cy="666298"/>
                    <a:chOff x="8377382" y="4544293"/>
                    <a:chExt cx="667504" cy="666298"/>
                  </a:xfrm>
                </p:grpSpPr>
                <p:sp>
                  <p:nvSpPr>
                    <p:cNvPr id="182" name="직사각형 181">
                      <a:extLst>
                        <a:ext uri="{FF2B5EF4-FFF2-40B4-BE49-F238E27FC236}">
                          <a16:creationId xmlns:a16="http://schemas.microsoft.com/office/drawing/2014/main" id="{7EC84C0C-03AF-B95D-031B-CC90CE28BE37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77382" y="4673601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183" name="직사각형 182">
                      <a:extLst>
                        <a:ext uri="{FF2B5EF4-FFF2-40B4-BE49-F238E27FC236}">
                          <a16:creationId xmlns:a16="http://schemas.microsoft.com/office/drawing/2014/main" id="{B52B5094-2F54-16E2-75CD-89F8F6DE845F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392743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184" name="직사각형 183">
                      <a:extLst>
                        <a:ext uri="{FF2B5EF4-FFF2-40B4-BE49-F238E27FC236}">
                          <a16:creationId xmlns:a16="http://schemas.microsoft.com/office/drawing/2014/main" id="{A374C6A6-85EE-9668-034B-5737DBB5A2C9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34050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185" name="직사각형 184">
                      <a:extLst>
                        <a:ext uri="{FF2B5EF4-FFF2-40B4-BE49-F238E27FC236}">
                          <a16:creationId xmlns:a16="http://schemas.microsoft.com/office/drawing/2014/main" id="{A79A182A-DC40-5235-EBA6-C72733D215E9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948205"/>
                      <a:ext cx="110836" cy="413936"/>
                    </a:xfrm>
                    <a:prstGeom prst="rect">
                      <a:avLst/>
                    </a:prstGeom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</p:grpSp>
              <p:grpSp>
                <p:nvGrpSpPr>
                  <p:cNvPr id="177" name="그룹 176">
                    <a:extLst>
                      <a:ext uri="{FF2B5EF4-FFF2-40B4-BE49-F238E27FC236}">
                        <a16:creationId xmlns:a16="http://schemas.microsoft.com/office/drawing/2014/main" id="{417945D4-655F-3AC2-8549-C8CFF0B78DD8}"/>
                      </a:ext>
                    </a:extLst>
                  </p:cNvPr>
                  <p:cNvGrpSpPr/>
                  <p:nvPr/>
                </p:nvGrpSpPr>
                <p:grpSpPr>
                  <a:xfrm>
                    <a:off x="8377384" y="5099755"/>
                    <a:ext cx="667504" cy="666298"/>
                    <a:chOff x="8377382" y="4544293"/>
                    <a:chExt cx="667504" cy="666298"/>
                  </a:xfrm>
                </p:grpSpPr>
                <p:sp>
                  <p:nvSpPr>
                    <p:cNvPr id="178" name="직사각형 177">
                      <a:extLst>
                        <a:ext uri="{FF2B5EF4-FFF2-40B4-BE49-F238E27FC236}">
                          <a16:creationId xmlns:a16="http://schemas.microsoft.com/office/drawing/2014/main" id="{C66E3A56-4D89-1C79-B948-14C1835217B4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77382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179" name="직사각형 178">
                      <a:extLst>
                        <a:ext uri="{FF2B5EF4-FFF2-40B4-BE49-F238E27FC236}">
                          <a16:creationId xmlns:a16="http://schemas.microsoft.com/office/drawing/2014/main" id="{18888F66-0F13-1828-7352-2187471BF08C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392743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180" name="직사각형 179">
                      <a:extLst>
                        <a:ext uri="{FF2B5EF4-FFF2-40B4-BE49-F238E27FC236}">
                          <a16:creationId xmlns:a16="http://schemas.microsoft.com/office/drawing/2014/main" id="{7D227868-DAB6-E31D-0EB4-C7CF6187DE8B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34050" y="4673601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181" name="직사각형 180">
                      <a:extLst>
                        <a:ext uri="{FF2B5EF4-FFF2-40B4-BE49-F238E27FC236}">
                          <a16:creationId xmlns:a16="http://schemas.microsoft.com/office/drawing/2014/main" id="{D4EF8F2D-5FC6-9F30-512B-1F43F8C52157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948205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</p:grpSp>
            </p:grpSp>
            <p:sp>
              <p:nvSpPr>
                <p:cNvPr id="175" name="직사각형 174">
                  <a:extLst>
                    <a:ext uri="{FF2B5EF4-FFF2-40B4-BE49-F238E27FC236}">
                      <a16:creationId xmlns:a16="http://schemas.microsoft.com/office/drawing/2014/main" id="{5059B2CC-9E5F-41DD-29B9-D90A0860E811}"/>
                    </a:ext>
                  </a:extLst>
                </p:cNvPr>
                <p:cNvSpPr/>
                <p:nvPr/>
              </p:nvSpPr>
              <p:spPr>
                <a:xfrm>
                  <a:off x="8808029" y="5562151"/>
                  <a:ext cx="101021" cy="110836"/>
                </a:xfrm>
                <a:prstGeom prst="rect">
                  <a:avLst/>
                </a:prstGeom>
                <a:solidFill>
                  <a:srgbClr val="FF0000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600"/>
                </a:p>
              </p:txBody>
            </p:sp>
          </p:grpSp>
          <p:grpSp>
            <p:nvGrpSpPr>
              <p:cNvPr id="148" name="그룹 147">
                <a:extLst>
                  <a:ext uri="{FF2B5EF4-FFF2-40B4-BE49-F238E27FC236}">
                    <a16:creationId xmlns:a16="http://schemas.microsoft.com/office/drawing/2014/main" id="{D4F42813-4C03-EED4-CC61-71AB9E8470AA}"/>
                  </a:ext>
                </a:extLst>
              </p:cNvPr>
              <p:cNvGrpSpPr/>
              <p:nvPr/>
            </p:nvGrpSpPr>
            <p:grpSpPr>
              <a:xfrm>
                <a:off x="9935853" y="4451227"/>
                <a:ext cx="796802" cy="1221760"/>
                <a:chOff x="8112248" y="4451227"/>
                <a:chExt cx="796802" cy="1221760"/>
              </a:xfrm>
            </p:grpSpPr>
            <p:grpSp>
              <p:nvGrpSpPr>
                <p:cNvPr id="162" name="그룹 161">
                  <a:extLst>
                    <a:ext uri="{FF2B5EF4-FFF2-40B4-BE49-F238E27FC236}">
                      <a16:creationId xmlns:a16="http://schemas.microsoft.com/office/drawing/2014/main" id="{2F3A16E7-4E35-A50F-2EDE-93AC7E38BB0F}"/>
                    </a:ext>
                  </a:extLst>
                </p:cNvPr>
                <p:cNvGrpSpPr/>
                <p:nvPr/>
              </p:nvGrpSpPr>
              <p:grpSpPr>
                <a:xfrm>
                  <a:off x="8112248" y="4451227"/>
                  <a:ext cx="667506" cy="1221760"/>
                  <a:chOff x="8377382" y="4544293"/>
                  <a:chExt cx="667506" cy="1221760"/>
                </a:xfrm>
              </p:grpSpPr>
              <p:grpSp>
                <p:nvGrpSpPr>
                  <p:cNvPr id="164" name="그룹 163">
                    <a:extLst>
                      <a:ext uri="{FF2B5EF4-FFF2-40B4-BE49-F238E27FC236}">
                        <a16:creationId xmlns:a16="http://schemas.microsoft.com/office/drawing/2014/main" id="{0EC4DE63-8948-7F60-57D2-02AA1B710BB1}"/>
                      </a:ext>
                    </a:extLst>
                  </p:cNvPr>
                  <p:cNvGrpSpPr/>
                  <p:nvPr/>
                </p:nvGrpSpPr>
                <p:grpSpPr>
                  <a:xfrm>
                    <a:off x="8377382" y="4544293"/>
                    <a:ext cx="667504" cy="666298"/>
                    <a:chOff x="8377382" y="4544293"/>
                    <a:chExt cx="667504" cy="666298"/>
                  </a:xfrm>
                </p:grpSpPr>
                <p:sp>
                  <p:nvSpPr>
                    <p:cNvPr id="170" name="직사각형 169">
                      <a:extLst>
                        <a:ext uri="{FF2B5EF4-FFF2-40B4-BE49-F238E27FC236}">
                          <a16:creationId xmlns:a16="http://schemas.microsoft.com/office/drawing/2014/main" id="{FD39F9FE-7538-0A33-0377-799F50D63BE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77382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171" name="직사각형 170">
                      <a:extLst>
                        <a:ext uri="{FF2B5EF4-FFF2-40B4-BE49-F238E27FC236}">
                          <a16:creationId xmlns:a16="http://schemas.microsoft.com/office/drawing/2014/main" id="{0ED40925-025B-A5DA-8162-D134A702C97C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392743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172" name="직사각형 171">
                      <a:extLst>
                        <a:ext uri="{FF2B5EF4-FFF2-40B4-BE49-F238E27FC236}">
                          <a16:creationId xmlns:a16="http://schemas.microsoft.com/office/drawing/2014/main" id="{2005CED0-CFAB-78A0-E260-F84BF287B4A3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34050" y="4673601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173" name="직사각형 172">
                      <a:extLst>
                        <a:ext uri="{FF2B5EF4-FFF2-40B4-BE49-F238E27FC236}">
                          <a16:creationId xmlns:a16="http://schemas.microsoft.com/office/drawing/2014/main" id="{00F3E942-1F02-8B4A-0530-DEDF73A5B712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948205"/>
                      <a:ext cx="110836" cy="413936"/>
                    </a:xfrm>
                    <a:prstGeom prst="rect">
                      <a:avLst/>
                    </a:prstGeom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</p:grpSp>
              <p:grpSp>
                <p:nvGrpSpPr>
                  <p:cNvPr id="165" name="그룹 164">
                    <a:extLst>
                      <a:ext uri="{FF2B5EF4-FFF2-40B4-BE49-F238E27FC236}">
                        <a16:creationId xmlns:a16="http://schemas.microsoft.com/office/drawing/2014/main" id="{B10F0E5C-5AC8-7891-9B04-1D870853FB8A}"/>
                      </a:ext>
                    </a:extLst>
                  </p:cNvPr>
                  <p:cNvGrpSpPr/>
                  <p:nvPr/>
                </p:nvGrpSpPr>
                <p:grpSpPr>
                  <a:xfrm>
                    <a:off x="8377384" y="5099755"/>
                    <a:ext cx="667504" cy="666298"/>
                    <a:chOff x="8377382" y="4544293"/>
                    <a:chExt cx="667504" cy="666298"/>
                  </a:xfrm>
                </p:grpSpPr>
                <p:sp>
                  <p:nvSpPr>
                    <p:cNvPr id="166" name="직사각형 165">
                      <a:extLst>
                        <a:ext uri="{FF2B5EF4-FFF2-40B4-BE49-F238E27FC236}">
                          <a16:creationId xmlns:a16="http://schemas.microsoft.com/office/drawing/2014/main" id="{F5E38DEC-CB23-4E1C-BAB3-476CB12E6911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77382" y="4673601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167" name="직사각형 166">
                      <a:extLst>
                        <a:ext uri="{FF2B5EF4-FFF2-40B4-BE49-F238E27FC236}">
                          <a16:creationId xmlns:a16="http://schemas.microsoft.com/office/drawing/2014/main" id="{CB0D6665-7784-0B77-DC18-09AD767669F0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392743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168" name="직사각형 167">
                      <a:extLst>
                        <a:ext uri="{FF2B5EF4-FFF2-40B4-BE49-F238E27FC236}">
                          <a16:creationId xmlns:a16="http://schemas.microsoft.com/office/drawing/2014/main" id="{48A53ECB-241C-4066-C7D9-90D2F370A771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34050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169" name="직사각형 168">
                      <a:extLst>
                        <a:ext uri="{FF2B5EF4-FFF2-40B4-BE49-F238E27FC236}">
                          <a16:creationId xmlns:a16="http://schemas.microsoft.com/office/drawing/2014/main" id="{AA01EEF2-792F-B009-F293-54B8E1D3D47E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948205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</p:grpSp>
            </p:grpSp>
            <p:sp>
              <p:nvSpPr>
                <p:cNvPr id="163" name="직사각형 162">
                  <a:extLst>
                    <a:ext uri="{FF2B5EF4-FFF2-40B4-BE49-F238E27FC236}">
                      <a16:creationId xmlns:a16="http://schemas.microsoft.com/office/drawing/2014/main" id="{BC584F02-A106-975F-7C50-C628AA65B46A}"/>
                    </a:ext>
                  </a:extLst>
                </p:cNvPr>
                <p:cNvSpPr/>
                <p:nvPr/>
              </p:nvSpPr>
              <p:spPr>
                <a:xfrm>
                  <a:off x="8808029" y="5562151"/>
                  <a:ext cx="101021" cy="110836"/>
                </a:xfrm>
                <a:prstGeom prst="rect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600"/>
                </a:p>
              </p:txBody>
            </p:sp>
          </p:grpSp>
          <p:grpSp>
            <p:nvGrpSpPr>
              <p:cNvPr id="149" name="그룹 148">
                <a:extLst>
                  <a:ext uri="{FF2B5EF4-FFF2-40B4-BE49-F238E27FC236}">
                    <a16:creationId xmlns:a16="http://schemas.microsoft.com/office/drawing/2014/main" id="{DF33A615-905A-1286-E6D8-F2F9D4824689}"/>
                  </a:ext>
                </a:extLst>
              </p:cNvPr>
              <p:cNvGrpSpPr/>
              <p:nvPr/>
            </p:nvGrpSpPr>
            <p:grpSpPr>
              <a:xfrm>
                <a:off x="10845365" y="4451227"/>
                <a:ext cx="796802" cy="1221760"/>
                <a:chOff x="8112248" y="4451227"/>
                <a:chExt cx="796802" cy="1221760"/>
              </a:xfrm>
            </p:grpSpPr>
            <p:grpSp>
              <p:nvGrpSpPr>
                <p:cNvPr id="150" name="그룹 149">
                  <a:extLst>
                    <a:ext uri="{FF2B5EF4-FFF2-40B4-BE49-F238E27FC236}">
                      <a16:creationId xmlns:a16="http://schemas.microsoft.com/office/drawing/2014/main" id="{6E1BE3C0-049E-4858-C1A8-33BD984F78A0}"/>
                    </a:ext>
                  </a:extLst>
                </p:cNvPr>
                <p:cNvGrpSpPr/>
                <p:nvPr/>
              </p:nvGrpSpPr>
              <p:grpSpPr>
                <a:xfrm>
                  <a:off x="8112248" y="4451227"/>
                  <a:ext cx="667506" cy="1221760"/>
                  <a:chOff x="8377382" y="4544293"/>
                  <a:chExt cx="667506" cy="1221760"/>
                </a:xfrm>
              </p:grpSpPr>
              <p:grpSp>
                <p:nvGrpSpPr>
                  <p:cNvPr id="152" name="그룹 151">
                    <a:extLst>
                      <a:ext uri="{FF2B5EF4-FFF2-40B4-BE49-F238E27FC236}">
                        <a16:creationId xmlns:a16="http://schemas.microsoft.com/office/drawing/2014/main" id="{39CAC93E-FE89-3528-E95B-D5DFE85D45CC}"/>
                      </a:ext>
                    </a:extLst>
                  </p:cNvPr>
                  <p:cNvGrpSpPr/>
                  <p:nvPr/>
                </p:nvGrpSpPr>
                <p:grpSpPr>
                  <a:xfrm>
                    <a:off x="8377382" y="4544293"/>
                    <a:ext cx="667504" cy="666298"/>
                    <a:chOff x="8377382" y="4544293"/>
                    <a:chExt cx="667504" cy="666298"/>
                  </a:xfrm>
                </p:grpSpPr>
                <p:sp>
                  <p:nvSpPr>
                    <p:cNvPr id="158" name="직사각형 157">
                      <a:extLst>
                        <a:ext uri="{FF2B5EF4-FFF2-40B4-BE49-F238E27FC236}">
                          <a16:creationId xmlns:a16="http://schemas.microsoft.com/office/drawing/2014/main" id="{BB0E72C1-266B-D538-0ACE-12670535525B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77382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159" name="직사각형 158">
                      <a:extLst>
                        <a:ext uri="{FF2B5EF4-FFF2-40B4-BE49-F238E27FC236}">
                          <a16:creationId xmlns:a16="http://schemas.microsoft.com/office/drawing/2014/main" id="{C6C9EBE3-7955-7702-8D35-5FEC94C39969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392743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160" name="직사각형 159">
                      <a:extLst>
                        <a:ext uri="{FF2B5EF4-FFF2-40B4-BE49-F238E27FC236}">
                          <a16:creationId xmlns:a16="http://schemas.microsoft.com/office/drawing/2014/main" id="{6DD6F495-B6F5-A796-F0ED-43B506636723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34050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161" name="직사각형 160">
                      <a:extLst>
                        <a:ext uri="{FF2B5EF4-FFF2-40B4-BE49-F238E27FC236}">
                          <a16:creationId xmlns:a16="http://schemas.microsoft.com/office/drawing/2014/main" id="{B93AC896-5A95-666A-D8A5-654D1BC08AE4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948205"/>
                      <a:ext cx="110836" cy="413936"/>
                    </a:xfrm>
                    <a:prstGeom prst="rect">
                      <a:avLst/>
                    </a:prstGeom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</p:grpSp>
              <p:grpSp>
                <p:nvGrpSpPr>
                  <p:cNvPr id="153" name="그룹 152">
                    <a:extLst>
                      <a:ext uri="{FF2B5EF4-FFF2-40B4-BE49-F238E27FC236}">
                        <a16:creationId xmlns:a16="http://schemas.microsoft.com/office/drawing/2014/main" id="{252BB8B5-74A1-CAC4-30CF-DD7F2DEF4715}"/>
                      </a:ext>
                    </a:extLst>
                  </p:cNvPr>
                  <p:cNvGrpSpPr/>
                  <p:nvPr/>
                </p:nvGrpSpPr>
                <p:grpSpPr>
                  <a:xfrm>
                    <a:off x="8377384" y="5099755"/>
                    <a:ext cx="667504" cy="666298"/>
                    <a:chOff x="8377382" y="4544293"/>
                    <a:chExt cx="667504" cy="666298"/>
                  </a:xfrm>
                </p:grpSpPr>
                <p:sp>
                  <p:nvSpPr>
                    <p:cNvPr id="154" name="직사각형 153">
                      <a:extLst>
                        <a:ext uri="{FF2B5EF4-FFF2-40B4-BE49-F238E27FC236}">
                          <a16:creationId xmlns:a16="http://schemas.microsoft.com/office/drawing/2014/main" id="{7D88C6BC-8896-A1DC-F8CE-82078B80A794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77382" y="4673601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155" name="직사각형 154">
                      <a:extLst>
                        <a:ext uri="{FF2B5EF4-FFF2-40B4-BE49-F238E27FC236}">
                          <a16:creationId xmlns:a16="http://schemas.microsoft.com/office/drawing/2014/main" id="{D9E60F90-267B-388D-2DF7-4100F98340CD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392743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156" name="직사각형 155">
                      <a:extLst>
                        <a:ext uri="{FF2B5EF4-FFF2-40B4-BE49-F238E27FC236}">
                          <a16:creationId xmlns:a16="http://schemas.microsoft.com/office/drawing/2014/main" id="{3D350D41-84DB-365C-660E-C6A5109B0490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34050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157" name="직사각형 156">
                      <a:extLst>
                        <a:ext uri="{FF2B5EF4-FFF2-40B4-BE49-F238E27FC236}">
                          <a16:creationId xmlns:a16="http://schemas.microsoft.com/office/drawing/2014/main" id="{D6CD5665-FCB5-CD1E-51C8-1B0999317D54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948205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</p:grpSp>
            </p:grpSp>
            <p:sp>
              <p:nvSpPr>
                <p:cNvPr id="151" name="직사각형 150">
                  <a:extLst>
                    <a:ext uri="{FF2B5EF4-FFF2-40B4-BE49-F238E27FC236}">
                      <a16:creationId xmlns:a16="http://schemas.microsoft.com/office/drawing/2014/main" id="{44F08E3D-5244-F9C0-2620-2E3BAE400D9C}"/>
                    </a:ext>
                  </a:extLst>
                </p:cNvPr>
                <p:cNvSpPr/>
                <p:nvPr/>
              </p:nvSpPr>
              <p:spPr>
                <a:xfrm>
                  <a:off x="8808029" y="5562151"/>
                  <a:ext cx="101021" cy="110836"/>
                </a:xfrm>
                <a:prstGeom prst="rect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600"/>
                </a:p>
              </p:txBody>
            </p:sp>
          </p:grpSp>
        </p:grpSp>
      </p:grpSp>
      <p:cxnSp>
        <p:nvCxnSpPr>
          <p:cNvPr id="199" name="직선 화살표 연결선 198">
            <a:extLst>
              <a:ext uri="{FF2B5EF4-FFF2-40B4-BE49-F238E27FC236}">
                <a16:creationId xmlns:a16="http://schemas.microsoft.com/office/drawing/2014/main" id="{D8F8A1C6-3CEA-6B15-8DC3-03ADF794B023}"/>
              </a:ext>
            </a:extLst>
          </p:cNvPr>
          <p:cNvCxnSpPr/>
          <p:nvPr/>
        </p:nvCxnSpPr>
        <p:spPr>
          <a:xfrm>
            <a:off x="10928060" y="614825"/>
            <a:ext cx="0" cy="42862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0" name="TextBox 199">
            <a:extLst>
              <a:ext uri="{FF2B5EF4-FFF2-40B4-BE49-F238E27FC236}">
                <a16:creationId xmlns:a16="http://schemas.microsoft.com/office/drawing/2014/main" id="{161BA76C-3EC4-015A-FE3C-8A9F35AF3DEE}"/>
              </a:ext>
            </a:extLst>
          </p:cNvPr>
          <p:cNvSpPr txBox="1"/>
          <p:nvPr/>
        </p:nvSpPr>
        <p:spPr>
          <a:xfrm>
            <a:off x="10320102" y="236057"/>
            <a:ext cx="16535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/>
              <a:t>cursor </a:t>
            </a:r>
            <a:r>
              <a:rPr lang="ko-KR" altLang="en-US"/>
              <a:t>위치</a:t>
            </a:r>
          </a:p>
        </p:txBody>
      </p:sp>
      <p:cxnSp>
        <p:nvCxnSpPr>
          <p:cNvPr id="202" name="직선 화살표 연결선 201">
            <a:extLst>
              <a:ext uri="{FF2B5EF4-FFF2-40B4-BE49-F238E27FC236}">
                <a16:creationId xmlns:a16="http://schemas.microsoft.com/office/drawing/2014/main" id="{56D3A268-AEA2-DDEC-F1F7-EE95EE711F40}"/>
              </a:ext>
            </a:extLst>
          </p:cNvPr>
          <p:cNvCxnSpPr/>
          <p:nvPr/>
        </p:nvCxnSpPr>
        <p:spPr>
          <a:xfrm>
            <a:off x="3533775" y="3814761"/>
            <a:ext cx="576604" cy="1195389"/>
          </a:xfrm>
          <a:prstGeom prst="straightConnector1">
            <a:avLst/>
          </a:prstGeom>
          <a:ln>
            <a:solidFill>
              <a:srgbClr val="FFFF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3" name="직선 화살표 연결선 202">
            <a:extLst>
              <a:ext uri="{FF2B5EF4-FFF2-40B4-BE49-F238E27FC236}">
                <a16:creationId xmlns:a16="http://schemas.microsoft.com/office/drawing/2014/main" id="{47A2A280-F189-5DBD-30D5-7F8F63A03FEB}"/>
              </a:ext>
            </a:extLst>
          </p:cNvPr>
          <p:cNvCxnSpPr>
            <a:cxnSpLocks/>
          </p:cNvCxnSpPr>
          <p:nvPr/>
        </p:nvCxnSpPr>
        <p:spPr>
          <a:xfrm>
            <a:off x="4633600" y="4085872"/>
            <a:ext cx="545181" cy="888125"/>
          </a:xfrm>
          <a:prstGeom prst="straightConnector1">
            <a:avLst/>
          </a:prstGeom>
          <a:ln>
            <a:solidFill>
              <a:srgbClr val="FFFF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4" name="직선 화살표 연결선 263">
            <a:extLst>
              <a:ext uri="{FF2B5EF4-FFF2-40B4-BE49-F238E27FC236}">
                <a16:creationId xmlns:a16="http://schemas.microsoft.com/office/drawing/2014/main" id="{41292E70-F6A1-58D0-C4E0-56E1420E2F51}"/>
              </a:ext>
            </a:extLst>
          </p:cNvPr>
          <p:cNvCxnSpPr>
            <a:cxnSpLocks/>
          </p:cNvCxnSpPr>
          <p:nvPr/>
        </p:nvCxnSpPr>
        <p:spPr>
          <a:xfrm>
            <a:off x="5740594" y="4085871"/>
            <a:ext cx="384785" cy="924279"/>
          </a:xfrm>
          <a:prstGeom prst="straightConnector1">
            <a:avLst/>
          </a:prstGeom>
          <a:ln>
            <a:solidFill>
              <a:srgbClr val="FFFF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9" name="TextBox 328">
            <a:extLst>
              <a:ext uri="{FF2B5EF4-FFF2-40B4-BE49-F238E27FC236}">
                <a16:creationId xmlns:a16="http://schemas.microsoft.com/office/drawing/2014/main" id="{01330A3C-1BE3-051A-285C-2FF0CBF91DE9}"/>
              </a:ext>
            </a:extLst>
          </p:cNvPr>
          <p:cNvSpPr txBox="1"/>
          <p:nvPr/>
        </p:nvSpPr>
        <p:spPr>
          <a:xfrm>
            <a:off x="3599644" y="3748364"/>
            <a:ext cx="217905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>
                <a:highlight>
                  <a:srgbClr val="FFFF00"/>
                </a:highlight>
              </a:rPr>
              <a:t>Up</a:t>
            </a:r>
            <a:endParaRPr lang="ko-KR" altLang="en-US" sz="1000">
              <a:highlight>
                <a:srgbClr val="FFFF00"/>
              </a:highlight>
            </a:endParaRPr>
          </a:p>
        </p:txBody>
      </p:sp>
      <p:sp>
        <p:nvSpPr>
          <p:cNvPr id="331" name="TextBox 330">
            <a:extLst>
              <a:ext uri="{FF2B5EF4-FFF2-40B4-BE49-F238E27FC236}">
                <a16:creationId xmlns:a16="http://schemas.microsoft.com/office/drawing/2014/main" id="{AC1427FC-C28E-A892-BDCB-31403CB740C2}"/>
              </a:ext>
            </a:extLst>
          </p:cNvPr>
          <p:cNvSpPr txBox="1"/>
          <p:nvPr/>
        </p:nvSpPr>
        <p:spPr>
          <a:xfrm>
            <a:off x="4735988" y="3977938"/>
            <a:ext cx="217905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>
                <a:highlight>
                  <a:srgbClr val="FFFF00"/>
                </a:highlight>
              </a:rPr>
              <a:t>Down</a:t>
            </a:r>
            <a:endParaRPr lang="ko-KR" altLang="en-US" sz="1000">
              <a:highlight>
                <a:srgbClr val="FFFF00"/>
              </a:highlight>
            </a:endParaRPr>
          </a:p>
        </p:txBody>
      </p:sp>
      <p:sp>
        <p:nvSpPr>
          <p:cNvPr id="333" name="TextBox 332">
            <a:extLst>
              <a:ext uri="{FF2B5EF4-FFF2-40B4-BE49-F238E27FC236}">
                <a16:creationId xmlns:a16="http://schemas.microsoft.com/office/drawing/2014/main" id="{2F588A19-DD8B-680F-C78A-9324C4A8C46A}"/>
              </a:ext>
            </a:extLst>
          </p:cNvPr>
          <p:cNvSpPr txBox="1"/>
          <p:nvPr/>
        </p:nvSpPr>
        <p:spPr>
          <a:xfrm>
            <a:off x="5794865" y="3994585"/>
            <a:ext cx="217905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>
                <a:highlight>
                  <a:srgbClr val="FFFF00"/>
                </a:highlight>
              </a:rPr>
              <a:t>Down</a:t>
            </a:r>
            <a:endParaRPr lang="ko-KR" altLang="en-US" sz="1000">
              <a:highlight>
                <a:srgbClr val="FFFF00"/>
              </a:highlight>
            </a:endParaRPr>
          </a:p>
        </p:txBody>
      </p:sp>
      <p:sp>
        <p:nvSpPr>
          <p:cNvPr id="335" name="직사각형 334">
            <a:extLst>
              <a:ext uri="{FF2B5EF4-FFF2-40B4-BE49-F238E27FC236}">
                <a16:creationId xmlns:a16="http://schemas.microsoft.com/office/drawing/2014/main" id="{4B9B52DA-D85A-26F1-5B0A-3B680BADC8C9}"/>
              </a:ext>
            </a:extLst>
          </p:cNvPr>
          <p:cNvSpPr/>
          <p:nvPr/>
        </p:nvSpPr>
        <p:spPr>
          <a:xfrm>
            <a:off x="341164" y="2663199"/>
            <a:ext cx="582761" cy="12762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45" name="직사각형 344">
            <a:extLst>
              <a:ext uri="{FF2B5EF4-FFF2-40B4-BE49-F238E27FC236}">
                <a16:creationId xmlns:a16="http://schemas.microsoft.com/office/drawing/2014/main" id="{73500BB9-C020-F78C-404B-93176C1908F8}"/>
              </a:ext>
            </a:extLst>
          </p:cNvPr>
          <p:cNvSpPr/>
          <p:nvPr/>
        </p:nvSpPr>
        <p:spPr>
          <a:xfrm>
            <a:off x="341163" y="5010150"/>
            <a:ext cx="668480" cy="12762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47" name="직사각형 346">
            <a:extLst>
              <a:ext uri="{FF2B5EF4-FFF2-40B4-BE49-F238E27FC236}">
                <a16:creationId xmlns:a16="http://schemas.microsoft.com/office/drawing/2014/main" id="{89377009-3A3B-C8FF-91F7-B968CF467FBD}"/>
              </a:ext>
            </a:extLst>
          </p:cNvPr>
          <p:cNvSpPr/>
          <p:nvPr/>
        </p:nvSpPr>
        <p:spPr>
          <a:xfrm>
            <a:off x="1849203" y="1495424"/>
            <a:ext cx="1493652" cy="4638675"/>
          </a:xfrm>
          <a:prstGeom prst="rect">
            <a:avLst/>
          </a:prstGeom>
          <a:solidFill>
            <a:schemeClr val="tx1">
              <a:alpha val="67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F94E996-2795-9F57-4DD6-CA054789FBF7}"/>
              </a:ext>
            </a:extLst>
          </p:cNvPr>
          <p:cNvSpPr txBox="1"/>
          <p:nvPr/>
        </p:nvSpPr>
        <p:spPr>
          <a:xfrm>
            <a:off x="2596029" y="4433449"/>
            <a:ext cx="217905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>
                <a:highlight>
                  <a:srgbClr val="FFFF00"/>
                </a:highlight>
              </a:rPr>
              <a:t>1. 12:59 </a:t>
            </a:r>
            <a:r>
              <a:rPr lang="ko-KR" altLang="en-US" sz="1000">
                <a:highlight>
                  <a:srgbClr val="FFFF00"/>
                </a:highlight>
              </a:rPr>
              <a:t>주입</a:t>
            </a:r>
          </a:p>
        </p:txBody>
      </p:sp>
    </p:spTree>
    <p:extLst>
      <p:ext uri="{BB962C8B-B14F-4D97-AF65-F5344CB8AC3E}">
        <p14:creationId xmlns:p14="http://schemas.microsoft.com/office/powerpoint/2010/main" val="225250061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6A89C5-CF59-5946-72AD-CB9D888852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TextBox 38">
            <a:extLst>
              <a:ext uri="{FF2B5EF4-FFF2-40B4-BE49-F238E27FC236}">
                <a16:creationId xmlns:a16="http://schemas.microsoft.com/office/drawing/2014/main" id="{40D1DF02-1A10-7D64-9623-58AFD363E76C}"/>
              </a:ext>
            </a:extLst>
          </p:cNvPr>
          <p:cNvSpPr txBox="1"/>
          <p:nvPr/>
        </p:nvSpPr>
        <p:spPr>
          <a:xfrm>
            <a:off x="435098" y="334135"/>
            <a:ext cx="939470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/>
              <a:t>검증 시나리오 </a:t>
            </a:r>
            <a:r>
              <a:rPr lang="en-US" altLang="ko-KR"/>
              <a:t>1. </a:t>
            </a:r>
            <a:r>
              <a:rPr lang="ko-KR" altLang="en-US"/>
              <a:t>버튼 동작 확인</a:t>
            </a:r>
            <a:endParaRPr lang="en-US" altLang="ko-KR"/>
          </a:p>
          <a:p>
            <a:r>
              <a:rPr lang="en-US" altLang="ko-KR"/>
              <a:t>P4 – </a:t>
            </a:r>
            <a:r>
              <a:rPr lang="ko-KR" altLang="en-US"/>
              <a:t>커서 위치 </a:t>
            </a:r>
            <a:r>
              <a:rPr lang="en-US" altLang="ko-KR"/>
              <a:t>0</a:t>
            </a:r>
            <a:r>
              <a:rPr lang="ko-KR" altLang="en-US"/>
              <a:t>에서 경계값 확인 </a:t>
            </a:r>
            <a:r>
              <a:rPr lang="en-US" altLang="ko-KR"/>
              <a:t>12:59 </a:t>
            </a:r>
            <a:r>
              <a:rPr lang="ko-KR" altLang="en-US"/>
              <a:t>에서 </a:t>
            </a:r>
            <a:r>
              <a:rPr lang="en-US" altLang="ko-KR"/>
              <a:t>U-&gt;D -&gt;D</a:t>
            </a:r>
          </a:p>
          <a:p>
            <a:r>
              <a:rPr lang="en-US" altLang="ko-KR"/>
              <a:t>      </a:t>
            </a:r>
            <a:endParaRPr lang="ko-KR" altLang="en-US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C2DDC2AB-8D59-4105-86B4-8D9BE01AF40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8985" y="1495425"/>
            <a:ext cx="7782789" cy="4638675"/>
          </a:xfrm>
          <a:prstGeom prst="rect">
            <a:avLst/>
          </a:prstGeom>
        </p:spPr>
      </p:pic>
      <p:cxnSp>
        <p:nvCxnSpPr>
          <p:cNvPr id="5" name="직선 화살표 연결선 4">
            <a:extLst>
              <a:ext uri="{FF2B5EF4-FFF2-40B4-BE49-F238E27FC236}">
                <a16:creationId xmlns:a16="http://schemas.microsoft.com/office/drawing/2014/main" id="{43EECF9B-C67B-000A-791A-B9E3C06A99BF}"/>
              </a:ext>
            </a:extLst>
          </p:cNvPr>
          <p:cNvCxnSpPr>
            <a:cxnSpLocks/>
          </p:cNvCxnSpPr>
          <p:nvPr/>
        </p:nvCxnSpPr>
        <p:spPr>
          <a:xfrm>
            <a:off x="3409950" y="4743450"/>
            <a:ext cx="0" cy="26670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직사각형 6">
            <a:extLst>
              <a:ext uri="{FF2B5EF4-FFF2-40B4-BE49-F238E27FC236}">
                <a16:creationId xmlns:a16="http://schemas.microsoft.com/office/drawing/2014/main" id="{81B2A6F4-8316-B6A4-0C53-BAFD499EBDEA}"/>
              </a:ext>
            </a:extLst>
          </p:cNvPr>
          <p:cNvSpPr/>
          <p:nvPr/>
        </p:nvSpPr>
        <p:spPr>
          <a:xfrm>
            <a:off x="6639016" y="1495424"/>
            <a:ext cx="1362752" cy="4638675"/>
          </a:xfrm>
          <a:prstGeom prst="rect">
            <a:avLst/>
          </a:prstGeom>
          <a:solidFill>
            <a:schemeClr val="tx1">
              <a:alpha val="67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140" name="그룹 139">
            <a:extLst>
              <a:ext uri="{FF2B5EF4-FFF2-40B4-BE49-F238E27FC236}">
                <a16:creationId xmlns:a16="http://schemas.microsoft.com/office/drawing/2014/main" id="{A4CDFAA0-9C3F-B693-B90F-A5AAA33DFC22}"/>
              </a:ext>
            </a:extLst>
          </p:cNvPr>
          <p:cNvGrpSpPr/>
          <p:nvPr/>
        </p:nvGrpSpPr>
        <p:grpSpPr>
          <a:xfrm>
            <a:off x="8477305" y="1174265"/>
            <a:ext cx="2860497" cy="994910"/>
            <a:chOff x="8147507" y="4717048"/>
            <a:chExt cx="2860497" cy="994910"/>
          </a:xfrm>
        </p:grpSpPr>
        <p:sp>
          <p:nvSpPr>
            <p:cNvPr id="143" name="직사각형 142">
              <a:extLst>
                <a:ext uri="{FF2B5EF4-FFF2-40B4-BE49-F238E27FC236}">
                  <a16:creationId xmlns:a16="http://schemas.microsoft.com/office/drawing/2014/main" id="{B29055F8-B700-FC10-C6AC-F5B78FCBE4EF}"/>
                </a:ext>
              </a:extLst>
            </p:cNvPr>
            <p:cNvSpPr/>
            <p:nvPr/>
          </p:nvSpPr>
          <p:spPr>
            <a:xfrm>
              <a:off x="8147507" y="4717048"/>
              <a:ext cx="2860497" cy="994910"/>
            </a:xfrm>
            <a:prstGeom prst="rect">
              <a:avLst/>
            </a:prstGeom>
            <a:solidFill>
              <a:schemeClr val="tx1">
                <a:lumMod val="65000"/>
                <a:lumOff val="3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144" name="그룹 143">
              <a:extLst>
                <a:ext uri="{FF2B5EF4-FFF2-40B4-BE49-F238E27FC236}">
                  <a16:creationId xmlns:a16="http://schemas.microsoft.com/office/drawing/2014/main" id="{FB64148F-4D2C-FD6A-8152-F7F96226C676}"/>
                </a:ext>
              </a:extLst>
            </p:cNvPr>
            <p:cNvGrpSpPr/>
            <p:nvPr/>
          </p:nvGrpSpPr>
          <p:grpSpPr>
            <a:xfrm>
              <a:off x="8408334" y="4819650"/>
              <a:ext cx="2500334" cy="808179"/>
              <a:chOff x="8112248" y="4451227"/>
              <a:chExt cx="3529919" cy="1221760"/>
            </a:xfrm>
          </p:grpSpPr>
          <p:grpSp>
            <p:nvGrpSpPr>
              <p:cNvPr id="146" name="그룹 145">
                <a:extLst>
                  <a:ext uri="{FF2B5EF4-FFF2-40B4-BE49-F238E27FC236}">
                    <a16:creationId xmlns:a16="http://schemas.microsoft.com/office/drawing/2014/main" id="{8B1073FB-962A-5A4F-D9A4-3D1CCD48DB2A}"/>
                  </a:ext>
                </a:extLst>
              </p:cNvPr>
              <p:cNvGrpSpPr/>
              <p:nvPr/>
            </p:nvGrpSpPr>
            <p:grpSpPr>
              <a:xfrm>
                <a:off x="8112248" y="4451227"/>
                <a:ext cx="796802" cy="1221760"/>
                <a:chOff x="8112248" y="4451227"/>
                <a:chExt cx="796802" cy="1221760"/>
              </a:xfrm>
            </p:grpSpPr>
            <p:grpSp>
              <p:nvGrpSpPr>
                <p:cNvPr id="186" name="그룹 185">
                  <a:extLst>
                    <a:ext uri="{FF2B5EF4-FFF2-40B4-BE49-F238E27FC236}">
                      <a16:creationId xmlns:a16="http://schemas.microsoft.com/office/drawing/2014/main" id="{341358BA-832F-0220-D65E-3B7698F15EBB}"/>
                    </a:ext>
                  </a:extLst>
                </p:cNvPr>
                <p:cNvGrpSpPr/>
                <p:nvPr/>
              </p:nvGrpSpPr>
              <p:grpSpPr>
                <a:xfrm>
                  <a:off x="8112248" y="4451227"/>
                  <a:ext cx="667506" cy="1221760"/>
                  <a:chOff x="8377382" y="4544293"/>
                  <a:chExt cx="667506" cy="1221760"/>
                </a:xfrm>
              </p:grpSpPr>
              <p:grpSp>
                <p:nvGrpSpPr>
                  <p:cNvPr id="188" name="그룹 187">
                    <a:extLst>
                      <a:ext uri="{FF2B5EF4-FFF2-40B4-BE49-F238E27FC236}">
                        <a16:creationId xmlns:a16="http://schemas.microsoft.com/office/drawing/2014/main" id="{1428F5F7-3CB7-3231-C2F1-3391CF651B8F}"/>
                      </a:ext>
                    </a:extLst>
                  </p:cNvPr>
                  <p:cNvGrpSpPr/>
                  <p:nvPr/>
                </p:nvGrpSpPr>
                <p:grpSpPr>
                  <a:xfrm>
                    <a:off x="8377382" y="4544293"/>
                    <a:ext cx="667504" cy="666298"/>
                    <a:chOff x="8377382" y="4544293"/>
                    <a:chExt cx="667504" cy="666298"/>
                  </a:xfrm>
                </p:grpSpPr>
                <p:sp>
                  <p:nvSpPr>
                    <p:cNvPr id="194" name="직사각형 193">
                      <a:extLst>
                        <a:ext uri="{FF2B5EF4-FFF2-40B4-BE49-F238E27FC236}">
                          <a16:creationId xmlns:a16="http://schemas.microsoft.com/office/drawing/2014/main" id="{18809F11-DC99-0372-FA13-D778D4080A79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77382" y="4673601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195" name="직사각형 194">
                      <a:extLst>
                        <a:ext uri="{FF2B5EF4-FFF2-40B4-BE49-F238E27FC236}">
                          <a16:creationId xmlns:a16="http://schemas.microsoft.com/office/drawing/2014/main" id="{45D40A30-C71E-5950-E990-1A79C49A4BCD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392743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196" name="직사각형 195">
                      <a:extLst>
                        <a:ext uri="{FF2B5EF4-FFF2-40B4-BE49-F238E27FC236}">
                          <a16:creationId xmlns:a16="http://schemas.microsoft.com/office/drawing/2014/main" id="{4879F51F-67FA-1756-2C62-221AF8C12991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34050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197" name="직사각형 196">
                      <a:extLst>
                        <a:ext uri="{FF2B5EF4-FFF2-40B4-BE49-F238E27FC236}">
                          <a16:creationId xmlns:a16="http://schemas.microsoft.com/office/drawing/2014/main" id="{AA503D3A-7DFD-088A-8875-A5347E615DE2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948205"/>
                      <a:ext cx="110836" cy="413936"/>
                    </a:xfrm>
                    <a:prstGeom prst="rect">
                      <a:avLst/>
                    </a:prstGeom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</p:grpSp>
              <p:grpSp>
                <p:nvGrpSpPr>
                  <p:cNvPr id="189" name="그룹 188">
                    <a:extLst>
                      <a:ext uri="{FF2B5EF4-FFF2-40B4-BE49-F238E27FC236}">
                        <a16:creationId xmlns:a16="http://schemas.microsoft.com/office/drawing/2014/main" id="{9AF44030-7FE2-704A-9478-97A76BB461A7}"/>
                      </a:ext>
                    </a:extLst>
                  </p:cNvPr>
                  <p:cNvGrpSpPr/>
                  <p:nvPr/>
                </p:nvGrpSpPr>
                <p:grpSpPr>
                  <a:xfrm>
                    <a:off x="8377384" y="5099755"/>
                    <a:ext cx="667504" cy="666298"/>
                    <a:chOff x="8377382" y="4544293"/>
                    <a:chExt cx="667504" cy="666298"/>
                  </a:xfrm>
                </p:grpSpPr>
                <p:sp>
                  <p:nvSpPr>
                    <p:cNvPr id="190" name="직사각형 189">
                      <a:extLst>
                        <a:ext uri="{FF2B5EF4-FFF2-40B4-BE49-F238E27FC236}">
                          <a16:creationId xmlns:a16="http://schemas.microsoft.com/office/drawing/2014/main" id="{009F3682-AFEF-DA87-74C5-56812912A2A8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77382" y="4673601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191" name="직사각형 190">
                      <a:extLst>
                        <a:ext uri="{FF2B5EF4-FFF2-40B4-BE49-F238E27FC236}">
                          <a16:creationId xmlns:a16="http://schemas.microsoft.com/office/drawing/2014/main" id="{9F51F076-D227-CDC8-8668-536485A6A85E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392743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192" name="직사각형 191">
                      <a:extLst>
                        <a:ext uri="{FF2B5EF4-FFF2-40B4-BE49-F238E27FC236}">
                          <a16:creationId xmlns:a16="http://schemas.microsoft.com/office/drawing/2014/main" id="{6ACFB754-18BB-10AF-D54D-96315917395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34050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193" name="직사각형 192">
                      <a:extLst>
                        <a:ext uri="{FF2B5EF4-FFF2-40B4-BE49-F238E27FC236}">
                          <a16:creationId xmlns:a16="http://schemas.microsoft.com/office/drawing/2014/main" id="{DEB27288-22A5-48C2-CE80-26B6B5EAFB2D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948205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</p:grpSp>
            </p:grpSp>
            <p:sp>
              <p:nvSpPr>
                <p:cNvPr id="187" name="직사각형 186">
                  <a:extLst>
                    <a:ext uri="{FF2B5EF4-FFF2-40B4-BE49-F238E27FC236}">
                      <a16:creationId xmlns:a16="http://schemas.microsoft.com/office/drawing/2014/main" id="{6FF994DE-D38C-2015-0754-3243965FC0FB}"/>
                    </a:ext>
                  </a:extLst>
                </p:cNvPr>
                <p:cNvSpPr/>
                <p:nvPr/>
              </p:nvSpPr>
              <p:spPr>
                <a:xfrm>
                  <a:off x="8808029" y="5562151"/>
                  <a:ext cx="101021" cy="110836"/>
                </a:xfrm>
                <a:prstGeom prst="rect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600"/>
                </a:p>
              </p:txBody>
            </p:sp>
          </p:grpSp>
          <p:grpSp>
            <p:nvGrpSpPr>
              <p:cNvPr id="147" name="그룹 146">
                <a:extLst>
                  <a:ext uri="{FF2B5EF4-FFF2-40B4-BE49-F238E27FC236}">
                    <a16:creationId xmlns:a16="http://schemas.microsoft.com/office/drawing/2014/main" id="{AF1F3347-F9C5-3D0D-F519-E46350A54524}"/>
                  </a:ext>
                </a:extLst>
              </p:cNvPr>
              <p:cNvGrpSpPr/>
              <p:nvPr/>
            </p:nvGrpSpPr>
            <p:grpSpPr>
              <a:xfrm>
                <a:off x="9003883" y="4451227"/>
                <a:ext cx="796802" cy="1221760"/>
                <a:chOff x="8112248" y="4451227"/>
                <a:chExt cx="796802" cy="1221760"/>
              </a:xfrm>
            </p:grpSpPr>
            <p:grpSp>
              <p:nvGrpSpPr>
                <p:cNvPr id="174" name="그룹 173">
                  <a:extLst>
                    <a:ext uri="{FF2B5EF4-FFF2-40B4-BE49-F238E27FC236}">
                      <a16:creationId xmlns:a16="http://schemas.microsoft.com/office/drawing/2014/main" id="{0393C36F-0889-431E-A57D-1BF41ED6E1E9}"/>
                    </a:ext>
                  </a:extLst>
                </p:cNvPr>
                <p:cNvGrpSpPr/>
                <p:nvPr/>
              </p:nvGrpSpPr>
              <p:grpSpPr>
                <a:xfrm>
                  <a:off x="8112248" y="4451227"/>
                  <a:ext cx="667506" cy="1221760"/>
                  <a:chOff x="8377382" y="4544293"/>
                  <a:chExt cx="667506" cy="1221760"/>
                </a:xfrm>
              </p:grpSpPr>
              <p:grpSp>
                <p:nvGrpSpPr>
                  <p:cNvPr id="176" name="그룹 175">
                    <a:extLst>
                      <a:ext uri="{FF2B5EF4-FFF2-40B4-BE49-F238E27FC236}">
                        <a16:creationId xmlns:a16="http://schemas.microsoft.com/office/drawing/2014/main" id="{4EA92905-9A6B-9E73-E327-844B31FDEB0E}"/>
                      </a:ext>
                    </a:extLst>
                  </p:cNvPr>
                  <p:cNvGrpSpPr/>
                  <p:nvPr/>
                </p:nvGrpSpPr>
                <p:grpSpPr>
                  <a:xfrm>
                    <a:off x="8377382" y="4544293"/>
                    <a:ext cx="667504" cy="666298"/>
                    <a:chOff x="8377382" y="4544293"/>
                    <a:chExt cx="667504" cy="666298"/>
                  </a:xfrm>
                </p:grpSpPr>
                <p:sp>
                  <p:nvSpPr>
                    <p:cNvPr id="182" name="직사각형 181">
                      <a:extLst>
                        <a:ext uri="{FF2B5EF4-FFF2-40B4-BE49-F238E27FC236}">
                          <a16:creationId xmlns:a16="http://schemas.microsoft.com/office/drawing/2014/main" id="{25CC0AB1-57F5-F8DD-8055-0E0FFE1158DA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77382" y="4673601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183" name="직사각형 182">
                      <a:extLst>
                        <a:ext uri="{FF2B5EF4-FFF2-40B4-BE49-F238E27FC236}">
                          <a16:creationId xmlns:a16="http://schemas.microsoft.com/office/drawing/2014/main" id="{F8891086-AF1F-94E7-09B1-6C462EE6751C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392743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184" name="직사각형 183">
                      <a:extLst>
                        <a:ext uri="{FF2B5EF4-FFF2-40B4-BE49-F238E27FC236}">
                          <a16:creationId xmlns:a16="http://schemas.microsoft.com/office/drawing/2014/main" id="{313C6403-D4FF-DECD-3186-A870609FAFA0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34050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185" name="직사각형 184">
                      <a:extLst>
                        <a:ext uri="{FF2B5EF4-FFF2-40B4-BE49-F238E27FC236}">
                          <a16:creationId xmlns:a16="http://schemas.microsoft.com/office/drawing/2014/main" id="{5F74D2F8-5DF6-7087-E0C0-9C3EB6334E93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948205"/>
                      <a:ext cx="110836" cy="413936"/>
                    </a:xfrm>
                    <a:prstGeom prst="rect">
                      <a:avLst/>
                    </a:prstGeom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</p:grpSp>
              <p:grpSp>
                <p:nvGrpSpPr>
                  <p:cNvPr id="177" name="그룹 176">
                    <a:extLst>
                      <a:ext uri="{FF2B5EF4-FFF2-40B4-BE49-F238E27FC236}">
                        <a16:creationId xmlns:a16="http://schemas.microsoft.com/office/drawing/2014/main" id="{23BF2F87-FEFD-4170-C325-A58AA3A64BB9}"/>
                      </a:ext>
                    </a:extLst>
                  </p:cNvPr>
                  <p:cNvGrpSpPr/>
                  <p:nvPr/>
                </p:nvGrpSpPr>
                <p:grpSpPr>
                  <a:xfrm>
                    <a:off x="8377384" y="5099755"/>
                    <a:ext cx="667504" cy="666298"/>
                    <a:chOff x="8377382" y="4544293"/>
                    <a:chExt cx="667504" cy="666298"/>
                  </a:xfrm>
                </p:grpSpPr>
                <p:sp>
                  <p:nvSpPr>
                    <p:cNvPr id="178" name="직사각형 177">
                      <a:extLst>
                        <a:ext uri="{FF2B5EF4-FFF2-40B4-BE49-F238E27FC236}">
                          <a16:creationId xmlns:a16="http://schemas.microsoft.com/office/drawing/2014/main" id="{4E7D2540-792F-6892-8614-5F76EA6DE6C7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77382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179" name="직사각형 178">
                      <a:extLst>
                        <a:ext uri="{FF2B5EF4-FFF2-40B4-BE49-F238E27FC236}">
                          <a16:creationId xmlns:a16="http://schemas.microsoft.com/office/drawing/2014/main" id="{908A98DC-91B1-1B36-F4D6-8ABA44F7CD23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392743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180" name="직사각형 179">
                      <a:extLst>
                        <a:ext uri="{FF2B5EF4-FFF2-40B4-BE49-F238E27FC236}">
                          <a16:creationId xmlns:a16="http://schemas.microsoft.com/office/drawing/2014/main" id="{DE0E563E-104A-9AF4-3959-026D79A2F1FB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34050" y="4673601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181" name="직사각형 180">
                      <a:extLst>
                        <a:ext uri="{FF2B5EF4-FFF2-40B4-BE49-F238E27FC236}">
                          <a16:creationId xmlns:a16="http://schemas.microsoft.com/office/drawing/2014/main" id="{E821FAAB-7ED4-58BB-AC30-4F650E12FD75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948205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</p:grpSp>
            </p:grpSp>
            <p:sp>
              <p:nvSpPr>
                <p:cNvPr id="175" name="직사각형 174">
                  <a:extLst>
                    <a:ext uri="{FF2B5EF4-FFF2-40B4-BE49-F238E27FC236}">
                      <a16:creationId xmlns:a16="http://schemas.microsoft.com/office/drawing/2014/main" id="{90DB51A5-9ECB-17CA-EB0A-1E52C940AEEC}"/>
                    </a:ext>
                  </a:extLst>
                </p:cNvPr>
                <p:cNvSpPr/>
                <p:nvPr/>
              </p:nvSpPr>
              <p:spPr>
                <a:xfrm>
                  <a:off x="8808029" y="5562151"/>
                  <a:ext cx="101021" cy="110836"/>
                </a:xfrm>
                <a:prstGeom prst="rect">
                  <a:avLst/>
                </a:prstGeom>
                <a:solidFill>
                  <a:srgbClr val="FF0000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600"/>
                </a:p>
              </p:txBody>
            </p:sp>
          </p:grpSp>
          <p:grpSp>
            <p:nvGrpSpPr>
              <p:cNvPr id="148" name="그룹 147">
                <a:extLst>
                  <a:ext uri="{FF2B5EF4-FFF2-40B4-BE49-F238E27FC236}">
                    <a16:creationId xmlns:a16="http://schemas.microsoft.com/office/drawing/2014/main" id="{271ACF17-EA7A-D94C-5EB4-48576F0D3E41}"/>
                  </a:ext>
                </a:extLst>
              </p:cNvPr>
              <p:cNvGrpSpPr/>
              <p:nvPr/>
            </p:nvGrpSpPr>
            <p:grpSpPr>
              <a:xfrm>
                <a:off x="9935853" y="4451227"/>
                <a:ext cx="796802" cy="1221760"/>
                <a:chOff x="8112248" y="4451227"/>
                <a:chExt cx="796802" cy="1221760"/>
              </a:xfrm>
            </p:grpSpPr>
            <p:grpSp>
              <p:nvGrpSpPr>
                <p:cNvPr id="162" name="그룹 161">
                  <a:extLst>
                    <a:ext uri="{FF2B5EF4-FFF2-40B4-BE49-F238E27FC236}">
                      <a16:creationId xmlns:a16="http://schemas.microsoft.com/office/drawing/2014/main" id="{8EE69301-60CF-3CB4-C9B9-15D87A99B809}"/>
                    </a:ext>
                  </a:extLst>
                </p:cNvPr>
                <p:cNvGrpSpPr/>
                <p:nvPr/>
              </p:nvGrpSpPr>
              <p:grpSpPr>
                <a:xfrm>
                  <a:off x="8112248" y="4451227"/>
                  <a:ext cx="667506" cy="1221760"/>
                  <a:chOff x="8377382" y="4544293"/>
                  <a:chExt cx="667506" cy="1221760"/>
                </a:xfrm>
              </p:grpSpPr>
              <p:grpSp>
                <p:nvGrpSpPr>
                  <p:cNvPr id="164" name="그룹 163">
                    <a:extLst>
                      <a:ext uri="{FF2B5EF4-FFF2-40B4-BE49-F238E27FC236}">
                        <a16:creationId xmlns:a16="http://schemas.microsoft.com/office/drawing/2014/main" id="{8A6336A6-2447-9D1D-2B58-49AC68B7939F}"/>
                      </a:ext>
                    </a:extLst>
                  </p:cNvPr>
                  <p:cNvGrpSpPr/>
                  <p:nvPr/>
                </p:nvGrpSpPr>
                <p:grpSpPr>
                  <a:xfrm>
                    <a:off x="8377382" y="4544293"/>
                    <a:ext cx="667504" cy="666298"/>
                    <a:chOff x="8377382" y="4544293"/>
                    <a:chExt cx="667504" cy="666298"/>
                  </a:xfrm>
                </p:grpSpPr>
                <p:sp>
                  <p:nvSpPr>
                    <p:cNvPr id="170" name="직사각형 169">
                      <a:extLst>
                        <a:ext uri="{FF2B5EF4-FFF2-40B4-BE49-F238E27FC236}">
                          <a16:creationId xmlns:a16="http://schemas.microsoft.com/office/drawing/2014/main" id="{F1430018-DC8C-DA0A-C7B8-802108D6F562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77382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171" name="직사각형 170">
                      <a:extLst>
                        <a:ext uri="{FF2B5EF4-FFF2-40B4-BE49-F238E27FC236}">
                          <a16:creationId xmlns:a16="http://schemas.microsoft.com/office/drawing/2014/main" id="{76ADAA11-D399-DFFA-9EC0-C4DDF9F3787F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392743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172" name="직사각형 171">
                      <a:extLst>
                        <a:ext uri="{FF2B5EF4-FFF2-40B4-BE49-F238E27FC236}">
                          <a16:creationId xmlns:a16="http://schemas.microsoft.com/office/drawing/2014/main" id="{8BE107EA-C7DB-8581-8A0B-08BB28E404A2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34050" y="4673601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173" name="직사각형 172">
                      <a:extLst>
                        <a:ext uri="{FF2B5EF4-FFF2-40B4-BE49-F238E27FC236}">
                          <a16:creationId xmlns:a16="http://schemas.microsoft.com/office/drawing/2014/main" id="{FD23098B-5C33-3CAB-9775-C1C32FBD4332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948205"/>
                      <a:ext cx="110836" cy="413936"/>
                    </a:xfrm>
                    <a:prstGeom prst="rect">
                      <a:avLst/>
                    </a:prstGeom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</p:grpSp>
              <p:grpSp>
                <p:nvGrpSpPr>
                  <p:cNvPr id="165" name="그룹 164">
                    <a:extLst>
                      <a:ext uri="{FF2B5EF4-FFF2-40B4-BE49-F238E27FC236}">
                        <a16:creationId xmlns:a16="http://schemas.microsoft.com/office/drawing/2014/main" id="{5A16182E-B798-BA2E-4CE2-8BD912C104D8}"/>
                      </a:ext>
                    </a:extLst>
                  </p:cNvPr>
                  <p:cNvGrpSpPr/>
                  <p:nvPr/>
                </p:nvGrpSpPr>
                <p:grpSpPr>
                  <a:xfrm>
                    <a:off x="8377384" y="5099755"/>
                    <a:ext cx="667504" cy="666298"/>
                    <a:chOff x="8377382" y="4544293"/>
                    <a:chExt cx="667504" cy="666298"/>
                  </a:xfrm>
                </p:grpSpPr>
                <p:sp>
                  <p:nvSpPr>
                    <p:cNvPr id="166" name="직사각형 165">
                      <a:extLst>
                        <a:ext uri="{FF2B5EF4-FFF2-40B4-BE49-F238E27FC236}">
                          <a16:creationId xmlns:a16="http://schemas.microsoft.com/office/drawing/2014/main" id="{B212E313-10E7-8751-756C-15E0672C6E8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77382" y="4673601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167" name="직사각형 166">
                      <a:extLst>
                        <a:ext uri="{FF2B5EF4-FFF2-40B4-BE49-F238E27FC236}">
                          <a16:creationId xmlns:a16="http://schemas.microsoft.com/office/drawing/2014/main" id="{24814B32-788D-AD74-D129-7DDC0850555A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392743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168" name="직사각형 167">
                      <a:extLst>
                        <a:ext uri="{FF2B5EF4-FFF2-40B4-BE49-F238E27FC236}">
                          <a16:creationId xmlns:a16="http://schemas.microsoft.com/office/drawing/2014/main" id="{457DDB00-F41B-D608-E9D4-8F9DA8D6B95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34050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169" name="직사각형 168">
                      <a:extLst>
                        <a:ext uri="{FF2B5EF4-FFF2-40B4-BE49-F238E27FC236}">
                          <a16:creationId xmlns:a16="http://schemas.microsoft.com/office/drawing/2014/main" id="{C7563E9B-E6D0-2E96-69A5-6486A75CD2DE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948205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</p:grpSp>
            </p:grpSp>
            <p:sp>
              <p:nvSpPr>
                <p:cNvPr id="163" name="직사각형 162">
                  <a:extLst>
                    <a:ext uri="{FF2B5EF4-FFF2-40B4-BE49-F238E27FC236}">
                      <a16:creationId xmlns:a16="http://schemas.microsoft.com/office/drawing/2014/main" id="{96D54268-EE52-DA75-7851-E4B17B426B86}"/>
                    </a:ext>
                  </a:extLst>
                </p:cNvPr>
                <p:cNvSpPr/>
                <p:nvPr/>
              </p:nvSpPr>
              <p:spPr>
                <a:xfrm>
                  <a:off x="8808029" y="5562151"/>
                  <a:ext cx="101021" cy="110836"/>
                </a:xfrm>
                <a:prstGeom prst="rect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600"/>
                </a:p>
              </p:txBody>
            </p:sp>
          </p:grpSp>
          <p:grpSp>
            <p:nvGrpSpPr>
              <p:cNvPr id="149" name="그룹 148">
                <a:extLst>
                  <a:ext uri="{FF2B5EF4-FFF2-40B4-BE49-F238E27FC236}">
                    <a16:creationId xmlns:a16="http://schemas.microsoft.com/office/drawing/2014/main" id="{4C7595FB-C09D-C1EC-7130-794D7CF4AC42}"/>
                  </a:ext>
                </a:extLst>
              </p:cNvPr>
              <p:cNvGrpSpPr/>
              <p:nvPr/>
            </p:nvGrpSpPr>
            <p:grpSpPr>
              <a:xfrm>
                <a:off x="10845365" y="4451227"/>
                <a:ext cx="796802" cy="1221760"/>
                <a:chOff x="8112248" y="4451227"/>
                <a:chExt cx="796802" cy="1221760"/>
              </a:xfrm>
            </p:grpSpPr>
            <p:grpSp>
              <p:nvGrpSpPr>
                <p:cNvPr id="150" name="그룹 149">
                  <a:extLst>
                    <a:ext uri="{FF2B5EF4-FFF2-40B4-BE49-F238E27FC236}">
                      <a16:creationId xmlns:a16="http://schemas.microsoft.com/office/drawing/2014/main" id="{96321BE0-25A0-4254-DDB5-ECA0732D8935}"/>
                    </a:ext>
                  </a:extLst>
                </p:cNvPr>
                <p:cNvGrpSpPr/>
                <p:nvPr/>
              </p:nvGrpSpPr>
              <p:grpSpPr>
                <a:xfrm>
                  <a:off x="8112248" y="4451227"/>
                  <a:ext cx="667506" cy="1221760"/>
                  <a:chOff x="8377382" y="4544293"/>
                  <a:chExt cx="667506" cy="1221760"/>
                </a:xfrm>
              </p:grpSpPr>
              <p:grpSp>
                <p:nvGrpSpPr>
                  <p:cNvPr id="152" name="그룹 151">
                    <a:extLst>
                      <a:ext uri="{FF2B5EF4-FFF2-40B4-BE49-F238E27FC236}">
                        <a16:creationId xmlns:a16="http://schemas.microsoft.com/office/drawing/2014/main" id="{9A7D5EF6-6B7B-D1DE-73F3-1C920D843D88}"/>
                      </a:ext>
                    </a:extLst>
                  </p:cNvPr>
                  <p:cNvGrpSpPr/>
                  <p:nvPr/>
                </p:nvGrpSpPr>
                <p:grpSpPr>
                  <a:xfrm>
                    <a:off x="8377382" y="4544293"/>
                    <a:ext cx="667504" cy="666298"/>
                    <a:chOff x="8377382" y="4544293"/>
                    <a:chExt cx="667504" cy="666298"/>
                  </a:xfrm>
                </p:grpSpPr>
                <p:sp>
                  <p:nvSpPr>
                    <p:cNvPr id="158" name="직사각형 157">
                      <a:extLst>
                        <a:ext uri="{FF2B5EF4-FFF2-40B4-BE49-F238E27FC236}">
                          <a16:creationId xmlns:a16="http://schemas.microsoft.com/office/drawing/2014/main" id="{D41868FB-7BF0-8025-2A72-8ABF817D2CA2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77382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159" name="직사각형 158">
                      <a:extLst>
                        <a:ext uri="{FF2B5EF4-FFF2-40B4-BE49-F238E27FC236}">
                          <a16:creationId xmlns:a16="http://schemas.microsoft.com/office/drawing/2014/main" id="{7CB76902-98C2-646D-D891-6C270BBE72C1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392743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160" name="직사각형 159">
                      <a:extLst>
                        <a:ext uri="{FF2B5EF4-FFF2-40B4-BE49-F238E27FC236}">
                          <a16:creationId xmlns:a16="http://schemas.microsoft.com/office/drawing/2014/main" id="{5DE2187A-7E25-8D07-23AF-9D437989A529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34050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161" name="직사각형 160">
                      <a:extLst>
                        <a:ext uri="{FF2B5EF4-FFF2-40B4-BE49-F238E27FC236}">
                          <a16:creationId xmlns:a16="http://schemas.microsoft.com/office/drawing/2014/main" id="{9965F0B1-F387-E7D5-BD90-98875AE1BC35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948205"/>
                      <a:ext cx="110836" cy="413936"/>
                    </a:xfrm>
                    <a:prstGeom prst="rect">
                      <a:avLst/>
                    </a:prstGeom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</p:grpSp>
              <p:grpSp>
                <p:nvGrpSpPr>
                  <p:cNvPr id="153" name="그룹 152">
                    <a:extLst>
                      <a:ext uri="{FF2B5EF4-FFF2-40B4-BE49-F238E27FC236}">
                        <a16:creationId xmlns:a16="http://schemas.microsoft.com/office/drawing/2014/main" id="{A0A5652F-CFB4-E724-3BCE-EA72FBDC819D}"/>
                      </a:ext>
                    </a:extLst>
                  </p:cNvPr>
                  <p:cNvGrpSpPr/>
                  <p:nvPr/>
                </p:nvGrpSpPr>
                <p:grpSpPr>
                  <a:xfrm>
                    <a:off x="8377384" y="5099755"/>
                    <a:ext cx="667504" cy="666298"/>
                    <a:chOff x="8377382" y="4544293"/>
                    <a:chExt cx="667504" cy="666298"/>
                  </a:xfrm>
                </p:grpSpPr>
                <p:sp>
                  <p:nvSpPr>
                    <p:cNvPr id="154" name="직사각형 153">
                      <a:extLst>
                        <a:ext uri="{FF2B5EF4-FFF2-40B4-BE49-F238E27FC236}">
                          <a16:creationId xmlns:a16="http://schemas.microsoft.com/office/drawing/2014/main" id="{D518C439-FD64-4FB8-4C78-642AA5F61D6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77382" y="4673601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155" name="직사각형 154">
                      <a:extLst>
                        <a:ext uri="{FF2B5EF4-FFF2-40B4-BE49-F238E27FC236}">
                          <a16:creationId xmlns:a16="http://schemas.microsoft.com/office/drawing/2014/main" id="{95AB555F-68D6-6F11-6538-F2A7D1F2B284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392743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156" name="직사각형 155">
                      <a:extLst>
                        <a:ext uri="{FF2B5EF4-FFF2-40B4-BE49-F238E27FC236}">
                          <a16:creationId xmlns:a16="http://schemas.microsoft.com/office/drawing/2014/main" id="{1E66F165-9205-1615-DA14-17D9DA358BEC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34050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157" name="직사각형 156">
                      <a:extLst>
                        <a:ext uri="{FF2B5EF4-FFF2-40B4-BE49-F238E27FC236}">
                          <a16:creationId xmlns:a16="http://schemas.microsoft.com/office/drawing/2014/main" id="{5B5244FB-5B1E-D489-83D2-1366467C238C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948205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</p:grpSp>
            </p:grpSp>
            <p:sp>
              <p:nvSpPr>
                <p:cNvPr id="151" name="직사각형 150">
                  <a:extLst>
                    <a:ext uri="{FF2B5EF4-FFF2-40B4-BE49-F238E27FC236}">
                      <a16:creationId xmlns:a16="http://schemas.microsoft.com/office/drawing/2014/main" id="{34CA0843-3B5E-89CC-BF90-61B484EAB74D}"/>
                    </a:ext>
                  </a:extLst>
                </p:cNvPr>
                <p:cNvSpPr/>
                <p:nvPr/>
              </p:nvSpPr>
              <p:spPr>
                <a:xfrm>
                  <a:off x="8808029" y="5562151"/>
                  <a:ext cx="101021" cy="110836"/>
                </a:xfrm>
                <a:prstGeom prst="rect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600"/>
                </a:p>
              </p:txBody>
            </p:sp>
          </p:grpSp>
        </p:grpSp>
      </p:grpSp>
      <p:cxnSp>
        <p:nvCxnSpPr>
          <p:cNvPr id="199" name="직선 화살표 연결선 198">
            <a:extLst>
              <a:ext uri="{FF2B5EF4-FFF2-40B4-BE49-F238E27FC236}">
                <a16:creationId xmlns:a16="http://schemas.microsoft.com/office/drawing/2014/main" id="{6733CF1F-ACD6-AEFD-DF12-AE6C7783F251}"/>
              </a:ext>
            </a:extLst>
          </p:cNvPr>
          <p:cNvCxnSpPr/>
          <p:nvPr/>
        </p:nvCxnSpPr>
        <p:spPr>
          <a:xfrm>
            <a:off x="10928060" y="614825"/>
            <a:ext cx="0" cy="42862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0" name="TextBox 199">
            <a:extLst>
              <a:ext uri="{FF2B5EF4-FFF2-40B4-BE49-F238E27FC236}">
                <a16:creationId xmlns:a16="http://schemas.microsoft.com/office/drawing/2014/main" id="{D40B3A97-4B62-6EF0-0B84-6B1951F2AC24}"/>
              </a:ext>
            </a:extLst>
          </p:cNvPr>
          <p:cNvSpPr txBox="1"/>
          <p:nvPr/>
        </p:nvSpPr>
        <p:spPr>
          <a:xfrm>
            <a:off x="10320102" y="236057"/>
            <a:ext cx="16535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/>
              <a:t>cursor </a:t>
            </a:r>
            <a:r>
              <a:rPr lang="ko-KR" altLang="en-US"/>
              <a:t>위치</a:t>
            </a:r>
          </a:p>
        </p:txBody>
      </p:sp>
      <p:sp>
        <p:nvSpPr>
          <p:cNvPr id="335" name="직사각형 334">
            <a:extLst>
              <a:ext uri="{FF2B5EF4-FFF2-40B4-BE49-F238E27FC236}">
                <a16:creationId xmlns:a16="http://schemas.microsoft.com/office/drawing/2014/main" id="{AC837B1B-EB5F-4A31-A05E-78A6EB8DF126}"/>
              </a:ext>
            </a:extLst>
          </p:cNvPr>
          <p:cNvSpPr/>
          <p:nvPr/>
        </p:nvSpPr>
        <p:spPr>
          <a:xfrm>
            <a:off x="341164" y="2663199"/>
            <a:ext cx="582761" cy="12762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39" name="타원 338">
            <a:extLst>
              <a:ext uri="{FF2B5EF4-FFF2-40B4-BE49-F238E27FC236}">
                <a16:creationId xmlns:a16="http://schemas.microsoft.com/office/drawing/2014/main" id="{946498E7-4B73-82A8-6DD6-8FEFD40A5911}"/>
              </a:ext>
            </a:extLst>
          </p:cNvPr>
          <p:cNvSpPr/>
          <p:nvPr/>
        </p:nvSpPr>
        <p:spPr>
          <a:xfrm>
            <a:off x="6134904" y="4848226"/>
            <a:ext cx="189789" cy="171450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4" name="직선 화살표 연결선 3">
            <a:extLst>
              <a:ext uri="{FF2B5EF4-FFF2-40B4-BE49-F238E27FC236}">
                <a16:creationId xmlns:a16="http://schemas.microsoft.com/office/drawing/2014/main" id="{2C57B3CC-3F0E-246F-6858-289E453BDB7C}"/>
              </a:ext>
            </a:extLst>
          </p:cNvPr>
          <p:cNvCxnSpPr/>
          <p:nvPr/>
        </p:nvCxnSpPr>
        <p:spPr>
          <a:xfrm>
            <a:off x="3525347" y="3814761"/>
            <a:ext cx="576604" cy="1195389"/>
          </a:xfrm>
          <a:prstGeom prst="straightConnector1">
            <a:avLst/>
          </a:prstGeom>
          <a:ln>
            <a:solidFill>
              <a:srgbClr val="FFFF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DC264426-409F-3866-BEDB-DCF0744CABDD}"/>
              </a:ext>
            </a:extLst>
          </p:cNvPr>
          <p:cNvSpPr txBox="1"/>
          <p:nvPr/>
        </p:nvSpPr>
        <p:spPr>
          <a:xfrm>
            <a:off x="3591216" y="3748364"/>
            <a:ext cx="217905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>
                <a:highlight>
                  <a:srgbClr val="FFFF00"/>
                </a:highlight>
              </a:rPr>
              <a:t>Up</a:t>
            </a:r>
            <a:endParaRPr lang="ko-KR" altLang="en-US" sz="1000">
              <a:highlight>
                <a:srgbClr val="FFFF00"/>
              </a:highlight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430676B-C1DE-019C-A5A2-4C841CE566DC}"/>
              </a:ext>
            </a:extLst>
          </p:cNvPr>
          <p:cNvSpPr txBox="1"/>
          <p:nvPr/>
        </p:nvSpPr>
        <p:spPr>
          <a:xfrm>
            <a:off x="8109589" y="2702909"/>
            <a:ext cx="3740768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/>
              <a:t>SET_MIN_1 </a:t>
            </a:r>
            <a:r>
              <a:rPr lang="ko-KR" altLang="en-US"/>
              <a:t>상태에서</a:t>
            </a:r>
            <a:endParaRPr lang="en-US" altLang="ko-KR"/>
          </a:p>
          <a:p>
            <a:r>
              <a:rPr lang="en-US" altLang="ko-KR"/>
              <a:t>SW3</a:t>
            </a:r>
            <a:r>
              <a:rPr lang="ko-KR" altLang="en-US"/>
              <a:t> </a:t>
            </a:r>
            <a:r>
              <a:rPr lang="en-US" altLang="ko-KR"/>
              <a:t>=</a:t>
            </a:r>
            <a:r>
              <a:rPr lang="ko-KR" altLang="en-US"/>
              <a:t> </a:t>
            </a:r>
            <a:r>
              <a:rPr lang="en-US" altLang="ko-KR"/>
              <a:t>0</a:t>
            </a:r>
            <a:r>
              <a:rPr lang="ko-KR" altLang="en-US"/>
              <a:t> 이므로</a:t>
            </a:r>
            <a:r>
              <a:rPr lang="en-US" altLang="ko-KR"/>
              <a:t> </a:t>
            </a:r>
            <a:r>
              <a:rPr lang="ko-KR" altLang="en-US"/>
              <a:t>시간의 최대 표현이 </a:t>
            </a:r>
            <a:r>
              <a:rPr lang="en-US" altLang="ko-KR"/>
              <a:t>12: -- </a:t>
            </a:r>
            <a:r>
              <a:rPr lang="ko-KR" altLang="en-US"/>
              <a:t>로 제한 됨</a:t>
            </a:r>
            <a:r>
              <a:rPr lang="en-US" altLang="ko-KR"/>
              <a:t>.</a:t>
            </a:r>
          </a:p>
          <a:p>
            <a:endParaRPr lang="en-US" altLang="ko-KR"/>
          </a:p>
          <a:p>
            <a:endParaRPr lang="en-US" altLang="ko-KR"/>
          </a:p>
          <a:p>
            <a:endParaRPr lang="en-US" altLang="ko-KR"/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E8CE09FF-865F-5F6C-08A9-E1FECE94C502}"/>
              </a:ext>
            </a:extLst>
          </p:cNvPr>
          <p:cNvSpPr/>
          <p:nvPr/>
        </p:nvSpPr>
        <p:spPr>
          <a:xfrm>
            <a:off x="1811566" y="1495424"/>
            <a:ext cx="1522859" cy="4638675"/>
          </a:xfrm>
          <a:prstGeom prst="rect">
            <a:avLst/>
          </a:prstGeom>
          <a:solidFill>
            <a:schemeClr val="tx1">
              <a:alpha val="67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D60B751-24CF-A66B-55B1-975803160FC1}"/>
              </a:ext>
            </a:extLst>
          </p:cNvPr>
          <p:cNvSpPr txBox="1"/>
          <p:nvPr/>
        </p:nvSpPr>
        <p:spPr>
          <a:xfrm>
            <a:off x="2248339" y="4529935"/>
            <a:ext cx="217905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>
                <a:highlight>
                  <a:srgbClr val="FFFF00"/>
                </a:highlight>
              </a:rPr>
              <a:t>1. 12:59 </a:t>
            </a:r>
            <a:r>
              <a:rPr lang="ko-KR" altLang="en-US" sz="1000">
                <a:highlight>
                  <a:srgbClr val="FFFF00"/>
                </a:highlight>
              </a:rPr>
              <a:t>주입</a:t>
            </a:r>
          </a:p>
        </p:txBody>
      </p:sp>
      <p:sp>
        <p:nvSpPr>
          <p:cNvPr id="338" name="TextBox 337">
            <a:extLst>
              <a:ext uri="{FF2B5EF4-FFF2-40B4-BE49-F238E27FC236}">
                <a16:creationId xmlns:a16="http://schemas.microsoft.com/office/drawing/2014/main" id="{41AD0199-BB1A-E32B-EA5D-78BE5ABCAC91}"/>
              </a:ext>
            </a:extLst>
          </p:cNvPr>
          <p:cNvSpPr txBox="1"/>
          <p:nvPr/>
        </p:nvSpPr>
        <p:spPr>
          <a:xfrm>
            <a:off x="923924" y="2603901"/>
            <a:ext cx="28098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>
                <a:highlight>
                  <a:srgbClr val="FFFF00"/>
                </a:highlight>
              </a:rPr>
              <a:t>SW3 : 0 – </a:t>
            </a:r>
            <a:r>
              <a:rPr lang="ko-KR" altLang="en-US" sz="1000">
                <a:highlight>
                  <a:srgbClr val="FFFF00"/>
                </a:highlight>
              </a:rPr>
              <a:t>최대 표현 </a:t>
            </a:r>
            <a:r>
              <a:rPr lang="en-US" altLang="ko-KR" sz="1000">
                <a:highlight>
                  <a:srgbClr val="FFFF00"/>
                </a:highlight>
              </a:rPr>
              <a:t>= 12 </a:t>
            </a:r>
            <a:endParaRPr lang="ko-KR" altLang="en-US" sz="1000">
              <a:highlight>
                <a:srgbClr val="FFFF00"/>
              </a:highlight>
            </a:endParaRPr>
          </a:p>
        </p:txBody>
      </p:sp>
    </p:spTree>
    <p:extLst>
      <p:ext uri="{BB962C8B-B14F-4D97-AF65-F5344CB8AC3E}">
        <p14:creationId xmlns:p14="http://schemas.microsoft.com/office/powerpoint/2010/main" val="415313552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2FBA3C28-A102-9A73-D60B-A48EC3B9180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1524" y="1133475"/>
            <a:ext cx="8318126" cy="501408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A5295975-9ED6-1A87-AB4C-990BF687DFBC}"/>
              </a:ext>
            </a:extLst>
          </p:cNvPr>
          <p:cNvSpPr txBox="1"/>
          <p:nvPr/>
        </p:nvSpPr>
        <p:spPr>
          <a:xfrm>
            <a:off x="311524" y="248780"/>
            <a:ext cx="939470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/>
              <a:t>검증 시나리오 </a:t>
            </a:r>
            <a:r>
              <a:rPr lang="en-US" altLang="ko-KR"/>
              <a:t>1. </a:t>
            </a:r>
            <a:r>
              <a:rPr lang="ko-KR" altLang="en-US"/>
              <a:t>버튼 동작 확인</a:t>
            </a:r>
            <a:endParaRPr lang="en-US" altLang="ko-KR"/>
          </a:p>
          <a:p>
            <a:r>
              <a:rPr lang="en-US" altLang="ko-KR"/>
              <a:t>P5 – </a:t>
            </a:r>
            <a:r>
              <a:rPr lang="ko-KR" altLang="en-US"/>
              <a:t>커서 위치 </a:t>
            </a:r>
            <a:r>
              <a:rPr lang="en-US" altLang="ko-KR"/>
              <a:t>1</a:t>
            </a:r>
            <a:r>
              <a:rPr lang="ko-KR" altLang="en-US"/>
              <a:t>에서 경계값 확인 </a:t>
            </a:r>
            <a:r>
              <a:rPr lang="en-US" altLang="ko-KR"/>
              <a:t>12:55 </a:t>
            </a:r>
            <a:r>
              <a:rPr lang="ko-KR" altLang="en-US"/>
              <a:t>에서 </a:t>
            </a:r>
            <a:r>
              <a:rPr lang="en-US" altLang="ko-KR"/>
              <a:t>U-&gt;D -&gt;D</a:t>
            </a:r>
          </a:p>
          <a:p>
            <a:r>
              <a:rPr lang="en-US" altLang="ko-KR"/>
              <a:t>      </a:t>
            </a:r>
            <a:endParaRPr lang="ko-KR" altLang="en-US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34D4ED3B-1893-9345-C628-028E3CE2F512}"/>
              </a:ext>
            </a:extLst>
          </p:cNvPr>
          <p:cNvSpPr/>
          <p:nvPr/>
        </p:nvSpPr>
        <p:spPr>
          <a:xfrm>
            <a:off x="5858127" y="1133475"/>
            <a:ext cx="2771517" cy="5014080"/>
          </a:xfrm>
          <a:prstGeom prst="rect">
            <a:avLst/>
          </a:prstGeom>
          <a:solidFill>
            <a:schemeClr val="tx1">
              <a:alpha val="67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A87A19F8-11AB-4CB9-C789-F7FAACB13BCF}"/>
              </a:ext>
            </a:extLst>
          </p:cNvPr>
          <p:cNvSpPr/>
          <p:nvPr/>
        </p:nvSpPr>
        <p:spPr>
          <a:xfrm>
            <a:off x="2228851" y="1133475"/>
            <a:ext cx="1609724" cy="5014080"/>
          </a:xfrm>
          <a:prstGeom prst="rect">
            <a:avLst/>
          </a:prstGeom>
          <a:solidFill>
            <a:schemeClr val="tx1">
              <a:alpha val="67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D457F35-7079-DA8D-AB34-DF73B5910195}"/>
              </a:ext>
            </a:extLst>
          </p:cNvPr>
          <p:cNvSpPr txBox="1"/>
          <p:nvPr/>
        </p:nvSpPr>
        <p:spPr>
          <a:xfrm>
            <a:off x="3287338" y="4596610"/>
            <a:ext cx="217905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>
                <a:highlight>
                  <a:srgbClr val="FFFF00"/>
                </a:highlight>
              </a:rPr>
              <a:t>1. 12:55 </a:t>
            </a:r>
            <a:r>
              <a:rPr lang="ko-KR" altLang="en-US" sz="1000">
                <a:highlight>
                  <a:srgbClr val="FFFF00"/>
                </a:highlight>
              </a:rPr>
              <a:t>주입</a:t>
            </a:r>
          </a:p>
        </p:txBody>
      </p:sp>
      <p:cxnSp>
        <p:nvCxnSpPr>
          <p:cNvPr id="14" name="직선 화살표 연결선 13">
            <a:extLst>
              <a:ext uri="{FF2B5EF4-FFF2-40B4-BE49-F238E27FC236}">
                <a16:creationId xmlns:a16="http://schemas.microsoft.com/office/drawing/2014/main" id="{1994FE77-DAC0-96D0-03A9-34BBE0F7C40A}"/>
              </a:ext>
            </a:extLst>
          </p:cNvPr>
          <p:cNvCxnSpPr>
            <a:cxnSpLocks/>
          </p:cNvCxnSpPr>
          <p:nvPr/>
        </p:nvCxnSpPr>
        <p:spPr>
          <a:xfrm>
            <a:off x="4000500" y="4842831"/>
            <a:ext cx="0" cy="175581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직선 화살표 연결선 21">
            <a:extLst>
              <a:ext uri="{FF2B5EF4-FFF2-40B4-BE49-F238E27FC236}">
                <a16:creationId xmlns:a16="http://schemas.microsoft.com/office/drawing/2014/main" id="{4B95999E-6D9C-5DA2-14B9-005E470960FE}"/>
              </a:ext>
            </a:extLst>
          </p:cNvPr>
          <p:cNvCxnSpPr>
            <a:cxnSpLocks/>
          </p:cNvCxnSpPr>
          <p:nvPr/>
        </p:nvCxnSpPr>
        <p:spPr>
          <a:xfrm>
            <a:off x="4096038" y="3683595"/>
            <a:ext cx="302413" cy="1334817"/>
          </a:xfrm>
          <a:prstGeom prst="straightConnector1">
            <a:avLst/>
          </a:prstGeom>
          <a:ln>
            <a:solidFill>
              <a:srgbClr val="FFFF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직선 화살표 연결선 22">
            <a:extLst>
              <a:ext uri="{FF2B5EF4-FFF2-40B4-BE49-F238E27FC236}">
                <a16:creationId xmlns:a16="http://schemas.microsoft.com/office/drawing/2014/main" id="{FE34CA52-B573-01B6-AD39-7F8B9D31F4EB}"/>
              </a:ext>
            </a:extLst>
          </p:cNvPr>
          <p:cNvCxnSpPr>
            <a:cxnSpLocks/>
          </p:cNvCxnSpPr>
          <p:nvPr/>
        </p:nvCxnSpPr>
        <p:spPr>
          <a:xfrm>
            <a:off x="4736284" y="3906940"/>
            <a:ext cx="360577" cy="1111472"/>
          </a:xfrm>
          <a:prstGeom prst="straightConnector1">
            <a:avLst/>
          </a:prstGeom>
          <a:ln>
            <a:solidFill>
              <a:srgbClr val="FFFF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직선 화살표 연결선 23">
            <a:extLst>
              <a:ext uri="{FF2B5EF4-FFF2-40B4-BE49-F238E27FC236}">
                <a16:creationId xmlns:a16="http://schemas.microsoft.com/office/drawing/2014/main" id="{156D2203-D2FC-630E-2711-D412471C3D0D}"/>
              </a:ext>
            </a:extLst>
          </p:cNvPr>
          <p:cNvCxnSpPr>
            <a:cxnSpLocks/>
          </p:cNvCxnSpPr>
          <p:nvPr/>
        </p:nvCxnSpPr>
        <p:spPr>
          <a:xfrm>
            <a:off x="5385797" y="4048860"/>
            <a:ext cx="268831" cy="881761"/>
          </a:xfrm>
          <a:prstGeom prst="straightConnector1">
            <a:avLst/>
          </a:prstGeom>
          <a:ln>
            <a:solidFill>
              <a:srgbClr val="FFFF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36EE8FD8-8C9F-19C1-9C6F-B2A669EDF8C5}"/>
              </a:ext>
            </a:extLst>
          </p:cNvPr>
          <p:cNvSpPr txBox="1"/>
          <p:nvPr/>
        </p:nvSpPr>
        <p:spPr>
          <a:xfrm>
            <a:off x="4736284" y="3851954"/>
            <a:ext cx="217905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>
                <a:highlight>
                  <a:srgbClr val="FFFF00"/>
                </a:highlight>
              </a:rPr>
              <a:t>Down</a:t>
            </a:r>
            <a:endParaRPr lang="ko-KR" altLang="en-US" sz="1000">
              <a:highlight>
                <a:srgbClr val="FFFF00"/>
              </a:highlight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E55EDA1B-A7B1-F3A6-8186-8EC06D3FFDD0}"/>
              </a:ext>
            </a:extLst>
          </p:cNvPr>
          <p:cNvSpPr txBox="1"/>
          <p:nvPr/>
        </p:nvSpPr>
        <p:spPr>
          <a:xfrm>
            <a:off x="5391831" y="3975064"/>
            <a:ext cx="217905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>
                <a:highlight>
                  <a:srgbClr val="FFFF00"/>
                </a:highlight>
              </a:rPr>
              <a:t>Down</a:t>
            </a:r>
            <a:endParaRPr lang="ko-KR" altLang="en-US" sz="1000">
              <a:highlight>
                <a:srgbClr val="FFFF00"/>
              </a:highlight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F10B6860-DFA2-3DCE-C5CD-6A7E4C8D4FA5}"/>
              </a:ext>
            </a:extLst>
          </p:cNvPr>
          <p:cNvSpPr txBox="1"/>
          <p:nvPr/>
        </p:nvSpPr>
        <p:spPr>
          <a:xfrm>
            <a:off x="4096038" y="3670196"/>
            <a:ext cx="217905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>
                <a:highlight>
                  <a:srgbClr val="FFFF00"/>
                </a:highlight>
              </a:rPr>
              <a:t>UP</a:t>
            </a:r>
            <a:endParaRPr lang="ko-KR" altLang="en-US" sz="1000">
              <a:highlight>
                <a:srgbClr val="FFFF00"/>
              </a:highlight>
            </a:endParaRPr>
          </a:p>
        </p:txBody>
      </p:sp>
      <p:grpSp>
        <p:nvGrpSpPr>
          <p:cNvPr id="33" name="그룹 32">
            <a:extLst>
              <a:ext uri="{FF2B5EF4-FFF2-40B4-BE49-F238E27FC236}">
                <a16:creationId xmlns:a16="http://schemas.microsoft.com/office/drawing/2014/main" id="{BB17B744-B940-AAAC-B864-350C95EEDE39}"/>
              </a:ext>
            </a:extLst>
          </p:cNvPr>
          <p:cNvGrpSpPr/>
          <p:nvPr/>
        </p:nvGrpSpPr>
        <p:grpSpPr>
          <a:xfrm>
            <a:off x="8763056" y="2002673"/>
            <a:ext cx="2860497" cy="994910"/>
            <a:chOff x="8147507" y="4717048"/>
            <a:chExt cx="2860497" cy="994910"/>
          </a:xfrm>
        </p:grpSpPr>
        <p:sp>
          <p:nvSpPr>
            <p:cNvPr id="34" name="직사각형 33">
              <a:extLst>
                <a:ext uri="{FF2B5EF4-FFF2-40B4-BE49-F238E27FC236}">
                  <a16:creationId xmlns:a16="http://schemas.microsoft.com/office/drawing/2014/main" id="{AC57A7D1-B687-9F13-F3E7-068146738574}"/>
                </a:ext>
              </a:extLst>
            </p:cNvPr>
            <p:cNvSpPr/>
            <p:nvPr/>
          </p:nvSpPr>
          <p:spPr>
            <a:xfrm>
              <a:off x="8147507" y="4717048"/>
              <a:ext cx="2860497" cy="994910"/>
            </a:xfrm>
            <a:prstGeom prst="rect">
              <a:avLst/>
            </a:prstGeom>
            <a:solidFill>
              <a:schemeClr val="tx1">
                <a:lumMod val="65000"/>
                <a:lumOff val="3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35" name="그룹 34">
              <a:extLst>
                <a:ext uri="{FF2B5EF4-FFF2-40B4-BE49-F238E27FC236}">
                  <a16:creationId xmlns:a16="http://schemas.microsoft.com/office/drawing/2014/main" id="{F90AF172-3B9A-1B2E-B125-CBD7560438A4}"/>
                </a:ext>
              </a:extLst>
            </p:cNvPr>
            <p:cNvGrpSpPr/>
            <p:nvPr/>
          </p:nvGrpSpPr>
          <p:grpSpPr>
            <a:xfrm>
              <a:off x="8408334" y="4819650"/>
              <a:ext cx="2500334" cy="808179"/>
              <a:chOff x="8112248" y="4451227"/>
              <a:chExt cx="3529919" cy="1221760"/>
            </a:xfrm>
          </p:grpSpPr>
          <p:grpSp>
            <p:nvGrpSpPr>
              <p:cNvPr id="36" name="그룹 35">
                <a:extLst>
                  <a:ext uri="{FF2B5EF4-FFF2-40B4-BE49-F238E27FC236}">
                    <a16:creationId xmlns:a16="http://schemas.microsoft.com/office/drawing/2014/main" id="{E420DCD3-012B-98FF-2269-2D1A0CFFFEC1}"/>
                  </a:ext>
                </a:extLst>
              </p:cNvPr>
              <p:cNvGrpSpPr/>
              <p:nvPr/>
            </p:nvGrpSpPr>
            <p:grpSpPr>
              <a:xfrm>
                <a:off x="8112248" y="4451227"/>
                <a:ext cx="796802" cy="1221760"/>
                <a:chOff x="8112248" y="4451227"/>
                <a:chExt cx="796802" cy="1221760"/>
              </a:xfrm>
            </p:grpSpPr>
            <p:grpSp>
              <p:nvGrpSpPr>
                <p:cNvPr id="76" name="그룹 75">
                  <a:extLst>
                    <a:ext uri="{FF2B5EF4-FFF2-40B4-BE49-F238E27FC236}">
                      <a16:creationId xmlns:a16="http://schemas.microsoft.com/office/drawing/2014/main" id="{F9EF5FDD-96CE-D320-7449-FB82115F601C}"/>
                    </a:ext>
                  </a:extLst>
                </p:cNvPr>
                <p:cNvGrpSpPr/>
                <p:nvPr/>
              </p:nvGrpSpPr>
              <p:grpSpPr>
                <a:xfrm>
                  <a:off x="8112248" y="4451227"/>
                  <a:ext cx="667506" cy="1221760"/>
                  <a:chOff x="8377382" y="4544293"/>
                  <a:chExt cx="667506" cy="1221760"/>
                </a:xfrm>
              </p:grpSpPr>
              <p:grpSp>
                <p:nvGrpSpPr>
                  <p:cNvPr id="78" name="그룹 77">
                    <a:extLst>
                      <a:ext uri="{FF2B5EF4-FFF2-40B4-BE49-F238E27FC236}">
                        <a16:creationId xmlns:a16="http://schemas.microsoft.com/office/drawing/2014/main" id="{A505D615-51D9-C572-038F-F5A6108C6ED1}"/>
                      </a:ext>
                    </a:extLst>
                  </p:cNvPr>
                  <p:cNvGrpSpPr/>
                  <p:nvPr/>
                </p:nvGrpSpPr>
                <p:grpSpPr>
                  <a:xfrm>
                    <a:off x="8377382" y="4544293"/>
                    <a:ext cx="667504" cy="666298"/>
                    <a:chOff x="8377382" y="4544293"/>
                    <a:chExt cx="667504" cy="666298"/>
                  </a:xfrm>
                </p:grpSpPr>
                <p:sp>
                  <p:nvSpPr>
                    <p:cNvPr id="84" name="직사각형 83">
                      <a:extLst>
                        <a:ext uri="{FF2B5EF4-FFF2-40B4-BE49-F238E27FC236}">
                          <a16:creationId xmlns:a16="http://schemas.microsoft.com/office/drawing/2014/main" id="{EB7A0FBD-0C09-FB15-A8F0-17E57687197E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77382" y="4673601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85" name="직사각형 84">
                      <a:extLst>
                        <a:ext uri="{FF2B5EF4-FFF2-40B4-BE49-F238E27FC236}">
                          <a16:creationId xmlns:a16="http://schemas.microsoft.com/office/drawing/2014/main" id="{8842EC23-EB36-7095-8429-1FEF07828A98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392743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86" name="직사각형 85">
                      <a:extLst>
                        <a:ext uri="{FF2B5EF4-FFF2-40B4-BE49-F238E27FC236}">
                          <a16:creationId xmlns:a16="http://schemas.microsoft.com/office/drawing/2014/main" id="{E60149D5-6CB9-CBEF-FB6F-0ECC455CAD13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34050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87" name="직사각형 86">
                      <a:extLst>
                        <a:ext uri="{FF2B5EF4-FFF2-40B4-BE49-F238E27FC236}">
                          <a16:creationId xmlns:a16="http://schemas.microsoft.com/office/drawing/2014/main" id="{716BA2CA-663E-CBD5-1CDA-A76B29A62715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948205"/>
                      <a:ext cx="110836" cy="413936"/>
                    </a:xfrm>
                    <a:prstGeom prst="rect">
                      <a:avLst/>
                    </a:prstGeom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</p:grpSp>
              <p:grpSp>
                <p:nvGrpSpPr>
                  <p:cNvPr id="79" name="그룹 78">
                    <a:extLst>
                      <a:ext uri="{FF2B5EF4-FFF2-40B4-BE49-F238E27FC236}">
                        <a16:creationId xmlns:a16="http://schemas.microsoft.com/office/drawing/2014/main" id="{93E7EC2B-8E03-5DCB-70E0-455367BB30C8}"/>
                      </a:ext>
                    </a:extLst>
                  </p:cNvPr>
                  <p:cNvGrpSpPr/>
                  <p:nvPr/>
                </p:nvGrpSpPr>
                <p:grpSpPr>
                  <a:xfrm>
                    <a:off x="8377384" y="5099755"/>
                    <a:ext cx="667504" cy="666298"/>
                    <a:chOff x="8377382" y="4544293"/>
                    <a:chExt cx="667504" cy="666298"/>
                  </a:xfrm>
                </p:grpSpPr>
                <p:sp>
                  <p:nvSpPr>
                    <p:cNvPr id="80" name="직사각형 79">
                      <a:extLst>
                        <a:ext uri="{FF2B5EF4-FFF2-40B4-BE49-F238E27FC236}">
                          <a16:creationId xmlns:a16="http://schemas.microsoft.com/office/drawing/2014/main" id="{664A6FBA-844C-820A-769D-9E563CC8555B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77382" y="4673601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81" name="직사각형 80">
                      <a:extLst>
                        <a:ext uri="{FF2B5EF4-FFF2-40B4-BE49-F238E27FC236}">
                          <a16:creationId xmlns:a16="http://schemas.microsoft.com/office/drawing/2014/main" id="{72E5B48A-35F5-ADA2-B407-3747BB3C555D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392743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82" name="직사각형 81">
                      <a:extLst>
                        <a:ext uri="{FF2B5EF4-FFF2-40B4-BE49-F238E27FC236}">
                          <a16:creationId xmlns:a16="http://schemas.microsoft.com/office/drawing/2014/main" id="{BCBC4B4F-BD54-D3DE-1805-4299EB57B2D1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34050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83" name="직사각형 82">
                      <a:extLst>
                        <a:ext uri="{FF2B5EF4-FFF2-40B4-BE49-F238E27FC236}">
                          <a16:creationId xmlns:a16="http://schemas.microsoft.com/office/drawing/2014/main" id="{8CB1C3B0-469B-B1AB-2293-6EB96DEC850D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948205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</p:grpSp>
            </p:grpSp>
            <p:sp>
              <p:nvSpPr>
                <p:cNvPr id="77" name="직사각형 76">
                  <a:extLst>
                    <a:ext uri="{FF2B5EF4-FFF2-40B4-BE49-F238E27FC236}">
                      <a16:creationId xmlns:a16="http://schemas.microsoft.com/office/drawing/2014/main" id="{63C12D1A-F9E2-6333-9F66-FC0274B05108}"/>
                    </a:ext>
                  </a:extLst>
                </p:cNvPr>
                <p:cNvSpPr/>
                <p:nvPr/>
              </p:nvSpPr>
              <p:spPr>
                <a:xfrm>
                  <a:off x="8808029" y="5562151"/>
                  <a:ext cx="101021" cy="110836"/>
                </a:xfrm>
                <a:prstGeom prst="rect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600"/>
                </a:p>
              </p:txBody>
            </p:sp>
          </p:grpSp>
          <p:grpSp>
            <p:nvGrpSpPr>
              <p:cNvPr id="37" name="그룹 36">
                <a:extLst>
                  <a:ext uri="{FF2B5EF4-FFF2-40B4-BE49-F238E27FC236}">
                    <a16:creationId xmlns:a16="http://schemas.microsoft.com/office/drawing/2014/main" id="{F7E834DC-FA60-7C1D-DC9D-0DEED3663DC9}"/>
                  </a:ext>
                </a:extLst>
              </p:cNvPr>
              <p:cNvGrpSpPr/>
              <p:nvPr/>
            </p:nvGrpSpPr>
            <p:grpSpPr>
              <a:xfrm>
                <a:off x="9003883" y="4451227"/>
                <a:ext cx="796802" cy="1221760"/>
                <a:chOff x="8112248" y="4451227"/>
                <a:chExt cx="796802" cy="1221760"/>
              </a:xfrm>
            </p:grpSpPr>
            <p:grpSp>
              <p:nvGrpSpPr>
                <p:cNvPr id="64" name="그룹 63">
                  <a:extLst>
                    <a:ext uri="{FF2B5EF4-FFF2-40B4-BE49-F238E27FC236}">
                      <a16:creationId xmlns:a16="http://schemas.microsoft.com/office/drawing/2014/main" id="{6E70C1F2-F894-4ED1-CDF4-394305A61434}"/>
                    </a:ext>
                  </a:extLst>
                </p:cNvPr>
                <p:cNvGrpSpPr/>
                <p:nvPr/>
              </p:nvGrpSpPr>
              <p:grpSpPr>
                <a:xfrm>
                  <a:off x="8112248" y="4451227"/>
                  <a:ext cx="667506" cy="1221760"/>
                  <a:chOff x="8377382" y="4544293"/>
                  <a:chExt cx="667506" cy="1221760"/>
                </a:xfrm>
              </p:grpSpPr>
              <p:grpSp>
                <p:nvGrpSpPr>
                  <p:cNvPr id="66" name="그룹 65">
                    <a:extLst>
                      <a:ext uri="{FF2B5EF4-FFF2-40B4-BE49-F238E27FC236}">
                        <a16:creationId xmlns:a16="http://schemas.microsoft.com/office/drawing/2014/main" id="{D2EAE652-E0FD-4297-FBCF-24188F64911F}"/>
                      </a:ext>
                    </a:extLst>
                  </p:cNvPr>
                  <p:cNvGrpSpPr/>
                  <p:nvPr/>
                </p:nvGrpSpPr>
                <p:grpSpPr>
                  <a:xfrm>
                    <a:off x="8377382" y="4544293"/>
                    <a:ext cx="667504" cy="666298"/>
                    <a:chOff x="8377382" y="4544293"/>
                    <a:chExt cx="667504" cy="666298"/>
                  </a:xfrm>
                </p:grpSpPr>
                <p:sp>
                  <p:nvSpPr>
                    <p:cNvPr id="72" name="직사각형 71">
                      <a:extLst>
                        <a:ext uri="{FF2B5EF4-FFF2-40B4-BE49-F238E27FC236}">
                          <a16:creationId xmlns:a16="http://schemas.microsoft.com/office/drawing/2014/main" id="{546F776C-743D-2717-CDEC-80735E50C544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77382" y="4673601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73" name="직사각형 72">
                      <a:extLst>
                        <a:ext uri="{FF2B5EF4-FFF2-40B4-BE49-F238E27FC236}">
                          <a16:creationId xmlns:a16="http://schemas.microsoft.com/office/drawing/2014/main" id="{5E9F7421-5816-918B-317A-9BE936160C8F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392743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74" name="직사각형 73">
                      <a:extLst>
                        <a:ext uri="{FF2B5EF4-FFF2-40B4-BE49-F238E27FC236}">
                          <a16:creationId xmlns:a16="http://schemas.microsoft.com/office/drawing/2014/main" id="{F28AB790-7342-6029-3DEB-8EBE7B2C73AF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34050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75" name="직사각형 74">
                      <a:extLst>
                        <a:ext uri="{FF2B5EF4-FFF2-40B4-BE49-F238E27FC236}">
                          <a16:creationId xmlns:a16="http://schemas.microsoft.com/office/drawing/2014/main" id="{9E13F466-5D36-FD2A-B95F-D9AF4E03D90D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948205"/>
                      <a:ext cx="110836" cy="413936"/>
                    </a:xfrm>
                    <a:prstGeom prst="rect">
                      <a:avLst/>
                    </a:prstGeom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</p:grpSp>
              <p:grpSp>
                <p:nvGrpSpPr>
                  <p:cNvPr id="67" name="그룹 66">
                    <a:extLst>
                      <a:ext uri="{FF2B5EF4-FFF2-40B4-BE49-F238E27FC236}">
                        <a16:creationId xmlns:a16="http://schemas.microsoft.com/office/drawing/2014/main" id="{16163152-4069-8B9D-A701-9D0DD7CFD215}"/>
                      </a:ext>
                    </a:extLst>
                  </p:cNvPr>
                  <p:cNvGrpSpPr/>
                  <p:nvPr/>
                </p:nvGrpSpPr>
                <p:grpSpPr>
                  <a:xfrm>
                    <a:off x="8377384" y="5099755"/>
                    <a:ext cx="667504" cy="666298"/>
                    <a:chOff x="8377382" y="4544293"/>
                    <a:chExt cx="667504" cy="666298"/>
                  </a:xfrm>
                </p:grpSpPr>
                <p:sp>
                  <p:nvSpPr>
                    <p:cNvPr id="68" name="직사각형 67">
                      <a:extLst>
                        <a:ext uri="{FF2B5EF4-FFF2-40B4-BE49-F238E27FC236}">
                          <a16:creationId xmlns:a16="http://schemas.microsoft.com/office/drawing/2014/main" id="{67594011-6055-764E-DEF9-D2D2AC016472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77382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69" name="직사각형 68">
                      <a:extLst>
                        <a:ext uri="{FF2B5EF4-FFF2-40B4-BE49-F238E27FC236}">
                          <a16:creationId xmlns:a16="http://schemas.microsoft.com/office/drawing/2014/main" id="{509C15A7-F235-6712-4E55-29A323B99055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392743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70" name="직사각형 69">
                      <a:extLst>
                        <a:ext uri="{FF2B5EF4-FFF2-40B4-BE49-F238E27FC236}">
                          <a16:creationId xmlns:a16="http://schemas.microsoft.com/office/drawing/2014/main" id="{A848516E-A66D-0183-FCBE-895F5B857F9F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34050" y="4673601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71" name="직사각형 70">
                      <a:extLst>
                        <a:ext uri="{FF2B5EF4-FFF2-40B4-BE49-F238E27FC236}">
                          <a16:creationId xmlns:a16="http://schemas.microsoft.com/office/drawing/2014/main" id="{F8B6FA0C-15E9-4AFD-CBAE-9D2CAE1962CF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948205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</p:grpSp>
            </p:grpSp>
            <p:sp>
              <p:nvSpPr>
                <p:cNvPr id="65" name="직사각형 64">
                  <a:extLst>
                    <a:ext uri="{FF2B5EF4-FFF2-40B4-BE49-F238E27FC236}">
                      <a16:creationId xmlns:a16="http://schemas.microsoft.com/office/drawing/2014/main" id="{C6EBAEF1-E1F9-09F4-C289-26D6E754CFE0}"/>
                    </a:ext>
                  </a:extLst>
                </p:cNvPr>
                <p:cNvSpPr/>
                <p:nvPr/>
              </p:nvSpPr>
              <p:spPr>
                <a:xfrm>
                  <a:off x="8808029" y="5562151"/>
                  <a:ext cx="101021" cy="110836"/>
                </a:xfrm>
                <a:prstGeom prst="rect">
                  <a:avLst/>
                </a:prstGeom>
                <a:solidFill>
                  <a:srgbClr val="FF0000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600"/>
                </a:p>
              </p:txBody>
            </p:sp>
          </p:grpSp>
          <p:grpSp>
            <p:nvGrpSpPr>
              <p:cNvPr id="38" name="그룹 37">
                <a:extLst>
                  <a:ext uri="{FF2B5EF4-FFF2-40B4-BE49-F238E27FC236}">
                    <a16:creationId xmlns:a16="http://schemas.microsoft.com/office/drawing/2014/main" id="{1A9D8671-274D-429F-F7FB-A4AAC9FF5427}"/>
                  </a:ext>
                </a:extLst>
              </p:cNvPr>
              <p:cNvGrpSpPr/>
              <p:nvPr/>
            </p:nvGrpSpPr>
            <p:grpSpPr>
              <a:xfrm>
                <a:off x="9935853" y="4451227"/>
                <a:ext cx="796802" cy="1221760"/>
                <a:chOff x="8112248" y="4451227"/>
                <a:chExt cx="796802" cy="1221760"/>
              </a:xfrm>
            </p:grpSpPr>
            <p:grpSp>
              <p:nvGrpSpPr>
                <p:cNvPr id="52" name="그룹 51">
                  <a:extLst>
                    <a:ext uri="{FF2B5EF4-FFF2-40B4-BE49-F238E27FC236}">
                      <a16:creationId xmlns:a16="http://schemas.microsoft.com/office/drawing/2014/main" id="{FFE225CC-4E1D-06C8-7B90-534B3E4DE668}"/>
                    </a:ext>
                  </a:extLst>
                </p:cNvPr>
                <p:cNvGrpSpPr/>
                <p:nvPr/>
              </p:nvGrpSpPr>
              <p:grpSpPr>
                <a:xfrm>
                  <a:off x="8112248" y="4451227"/>
                  <a:ext cx="667506" cy="1221760"/>
                  <a:chOff x="8377382" y="4544293"/>
                  <a:chExt cx="667506" cy="1221760"/>
                </a:xfrm>
              </p:grpSpPr>
              <p:grpSp>
                <p:nvGrpSpPr>
                  <p:cNvPr id="54" name="그룹 53">
                    <a:extLst>
                      <a:ext uri="{FF2B5EF4-FFF2-40B4-BE49-F238E27FC236}">
                        <a16:creationId xmlns:a16="http://schemas.microsoft.com/office/drawing/2014/main" id="{E0160209-B83B-E166-E6D4-28A2C21D36E8}"/>
                      </a:ext>
                    </a:extLst>
                  </p:cNvPr>
                  <p:cNvGrpSpPr/>
                  <p:nvPr/>
                </p:nvGrpSpPr>
                <p:grpSpPr>
                  <a:xfrm>
                    <a:off x="8377382" y="4544293"/>
                    <a:ext cx="667504" cy="666298"/>
                    <a:chOff x="8377382" y="4544293"/>
                    <a:chExt cx="667504" cy="666298"/>
                  </a:xfrm>
                </p:grpSpPr>
                <p:sp>
                  <p:nvSpPr>
                    <p:cNvPr id="60" name="직사각형 59">
                      <a:extLst>
                        <a:ext uri="{FF2B5EF4-FFF2-40B4-BE49-F238E27FC236}">
                          <a16:creationId xmlns:a16="http://schemas.microsoft.com/office/drawing/2014/main" id="{C33639C8-E8E7-4AEC-140A-197E52FD3D4E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77382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61" name="직사각형 60">
                      <a:extLst>
                        <a:ext uri="{FF2B5EF4-FFF2-40B4-BE49-F238E27FC236}">
                          <a16:creationId xmlns:a16="http://schemas.microsoft.com/office/drawing/2014/main" id="{6DEF8DBD-A11B-377A-AB45-9F580000BA90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392743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62" name="직사각형 61">
                      <a:extLst>
                        <a:ext uri="{FF2B5EF4-FFF2-40B4-BE49-F238E27FC236}">
                          <a16:creationId xmlns:a16="http://schemas.microsoft.com/office/drawing/2014/main" id="{90FA7085-6F2E-45EA-F60F-6E8C6D47DACF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34050" y="4673601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63" name="직사각형 62">
                      <a:extLst>
                        <a:ext uri="{FF2B5EF4-FFF2-40B4-BE49-F238E27FC236}">
                          <a16:creationId xmlns:a16="http://schemas.microsoft.com/office/drawing/2014/main" id="{32077714-0202-0321-68F1-B97428C4F78F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948205"/>
                      <a:ext cx="110836" cy="413936"/>
                    </a:xfrm>
                    <a:prstGeom prst="rect">
                      <a:avLst/>
                    </a:prstGeom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</p:grpSp>
              <p:grpSp>
                <p:nvGrpSpPr>
                  <p:cNvPr id="55" name="그룹 54">
                    <a:extLst>
                      <a:ext uri="{FF2B5EF4-FFF2-40B4-BE49-F238E27FC236}">
                        <a16:creationId xmlns:a16="http://schemas.microsoft.com/office/drawing/2014/main" id="{90870967-2ACD-EC47-EBB7-F176E8B54509}"/>
                      </a:ext>
                    </a:extLst>
                  </p:cNvPr>
                  <p:cNvGrpSpPr/>
                  <p:nvPr/>
                </p:nvGrpSpPr>
                <p:grpSpPr>
                  <a:xfrm>
                    <a:off x="8377384" y="5099755"/>
                    <a:ext cx="667504" cy="666298"/>
                    <a:chOff x="8377382" y="4544293"/>
                    <a:chExt cx="667504" cy="666298"/>
                  </a:xfrm>
                </p:grpSpPr>
                <p:sp>
                  <p:nvSpPr>
                    <p:cNvPr id="56" name="직사각형 55">
                      <a:extLst>
                        <a:ext uri="{FF2B5EF4-FFF2-40B4-BE49-F238E27FC236}">
                          <a16:creationId xmlns:a16="http://schemas.microsoft.com/office/drawing/2014/main" id="{EEA1EF94-F2E1-3997-1BB8-5A28333D8841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77382" y="4673601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57" name="직사각형 56">
                      <a:extLst>
                        <a:ext uri="{FF2B5EF4-FFF2-40B4-BE49-F238E27FC236}">
                          <a16:creationId xmlns:a16="http://schemas.microsoft.com/office/drawing/2014/main" id="{E1A3A93A-7E18-84A5-0875-E722FB5808E6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392743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58" name="직사각형 57">
                      <a:extLst>
                        <a:ext uri="{FF2B5EF4-FFF2-40B4-BE49-F238E27FC236}">
                          <a16:creationId xmlns:a16="http://schemas.microsoft.com/office/drawing/2014/main" id="{77997781-6A77-B2CD-5754-F976834B7A6C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34050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59" name="직사각형 58">
                      <a:extLst>
                        <a:ext uri="{FF2B5EF4-FFF2-40B4-BE49-F238E27FC236}">
                          <a16:creationId xmlns:a16="http://schemas.microsoft.com/office/drawing/2014/main" id="{0E369D86-66A8-1524-C887-4C94F3AD63C0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948205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</p:grpSp>
            </p:grpSp>
            <p:sp>
              <p:nvSpPr>
                <p:cNvPr id="53" name="직사각형 52">
                  <a:extLst>
                    <a:ext uri="{FF2B5EF4-FFF2-40B4-BE49-F238E27FC236}">
                      <a16:creationId xmlns:a16="http://schemas.microsoft.com/office/drawing/2014/main" id="{22D44BC7-5F4D-C5BE-5BC3-DF9F42038FBA}"/>
                    </a:ext>
                  </a:extLst>
                </p:cNvPr>
                <p:cNvSpPr/>
                <p:nvPr/>
              </p:nvSpPr>
              <p:spPr>
                <a:xfrm>
                  <a:off x="8808029" y="5562151"/>
                  <a:ext cx="101021" cy="110836"/>
                </a:xfrm>
                <a:prstGeom prst="rect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600"/>
                </a:p>
              </p:txBody>
            </p:sp>
          </p:grpSp>
          <p:grpSp>
            <p:nvGrpSpPr>
              <p:cNvPr id="39" name="그룹 38">
                <a:extLst>
                  <a:ext uri="{FF2B5EF4-FFF2-40B4-BE49-F238E27FC236}">
                    <a16:creationId xmlns:a16="http://schemas.microsoft.com/office/drawing/2014/main" id="{570F5C81-F202-62DD-56CF-22DA0D8A143C}"/>
                  </a:ext>
                </a:extLst>
              </p:cNvPr>
              <p:cNvGrpSpPr/>
              <p:nvPr/>
            </p:nvGrpSpPr>
            <p:grpSpPr>
              <a:xfrm>
                <a:off x="10845365" y="4451227"/>
                <a:ext cx="796802" cy="1221760"/>
                <a:chOff x="8112248" y="4451227"/>
                <a:chExt cx="796802" cy="1221760"/>
              </a:xfrm>
            </p:grpSpPr>
            <p:grpSp>
              <p:nvGrpSpPr>
                <p:cNvPr id="40" name="그룹 39">
                  <a:extLst>
                    <a:ext uri="{FF2B5EF4-FFF2-40B4-BE49-F238E27FC236}">
                      <a16:creationId xmlns:a16="http://schemas.microsoft.com/office/drawing/2014/main" id="{781F15D4-DA45-1EE2-FB3B-38E3BE004E72}"/>
                    </a:ext>
                  </a:extLst>
                </p:cNvPr>
                <p:cNvGrpSpPr/>
                <p:nvPr/>
              </p:nvGrpSpPr>
              <p:grpSpPr>
                <a:xfrm>
                  <a:off x="8112248" y="4451227"/>
                  <a:ext cx="667506" cy="1221760"/>
                  <a:chOff x="8377382" y="4544293"/>
                  <a:chExt cx="667506" cy="1221760"/>
                </a:xfrm>
              </p:grpSpPr>
              <p:grpSp>
                <p:nvGrpSpPr>
                  <p:cNvPr id="42" name="그룹 41">
                    <a:extLst>
                      <a:ext uri="{FF2B5EF4-FFF2-40B4-BE49-F238E27FC236}">
                        <a16:creationId xmlns:a16="http://schemas.microsoft.com/office/drawing/2014/main" id="{50267EF0-0D1A-F7BA-A86F-C08F7AB58BE9}"/>
                      </a:ext>
                    </a:extLst>
                  </p:cNvPr>
                  <p:cNvGrpSpPr/>
                  <p:nvPr/>
                </p:nvGrpSpPr>
                <p:grpSpPr>
                  <a:xfrm>
                    <a:off x="8377382" y="4544293"/>
                    <a:ext cx="667504" cy="666298"/>
                    <a:chOff x="8377382" y="4544293"/>
                    <a:chExt cx="667504" cy="666298"/>
                  </a:xfrm>
                </p:grpSpPr>
                <p:sp>
                  <p:nvSpPr>
                    <p:cNvPr id="48" name="직사각형 47">
                      <a:extLst>
                        <a:ext uri="{FF2B5EF4-FFF2-40B4-BE49-F238E27FC236}">
                          <a16:creationId xmlns:a16="http://schemas.microsoft.com/office/drawing/2014/main" id="{33152038-80A3-5FE6-ACB6-D3356D045E60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77382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49" name="직사각형 48">
                      <a:extLst>
                        <a:ext uri="{FF2B5EF4-FFF2-40B4-BE49-F238E27FC236}">
                          <a16:creationId xmlns:a16="http://schemas.microsoft.com/office/drawing/2014/main" id="{46E90247-33C3-5A05-4C34-533AFD6FBC1F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392743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50" name="직사각형 49">
                      <a:extLst>
                        <a:ext uri="{FF2B5EF4-FFF2-40B4-BE49-F238E27FC236}">
                          <a16:creationId xmlns:a16="http://schemas.microsoft.com/office/drawing/2014/main" id="{FBB2B75C-88CB-F371-A7F1-397F570EF779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34050" y="4673601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51" name="직사각형 50">
                      <a:extLst>
                        <a:ext uri="{FF2B5EF4-FFF2-40B4-BE49-F238E27FC236}">
                          <a16:creationId xmlns:a16="http://schemas.microsoft.com/office/drawing/2014/main" id="{5FB981A7-F6F5-AD9F-277B-66615BF37B9A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948205"/>
                      <a:ext cx="110836" cy="413936"/>
                    </a:xfrm>
                    <a:prstGeom prst="rect">
                      <a:avLst/>
                    </a:prstGeom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</p:grpSp>
              <p:grpSp>
                <p:nvGrpSpPr>
                  <p:cNvPr id="43" name="그룹 42">
                    <a:extLst>
                      <a:ext uri="{FF2B5EF4-FFF2-40B4-BE49-F238E27FC236}">
                        <a16:creationId xmlns:a16="http://schemas.microsoft.com/office/drawing/2014/main" id="{A038330C-D810-5645-DE32-50F8EB9D8FCA}"/>
                      </a:ext>
                    </a:extLst>
                  </p:cNvPr>
                  <p:cNvGrpSpPr/>
                  <p:nvPr/>
                </p:nvGrpSpPr>
                <p:grpSpPr>
                  <a:xfrm>
                    <a:off x="8377384" y="5099755"/>
                    <a:ext cx="667504" cy="666298"/>
                    <a:chOff x="8377382" y="4544293"/>
                    <a:chExt cx="667504" cy="666298"/>
                  </a:xfrm>
                </p:grpSpPr>
                <p:sp>
                  <p:nvSpPr>
                    <p:cNvPr id="44" name="직사각형 43">
                      <a:extLst>
                        <a:ext uri="{FF2B5EF4-FFF2-40B4-BE49-F238E27FC236}">
                          <a16:creationId xmlns:a16="http://schemas.microsoft.com/office/drawing/2014/main" id="{B4CF464E-E687-C666-BCF8-7373276770F9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77382" y="4673601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45" name="직사각형 44">
                      <a:extLst>
                        <a:ext uri="{FF2B5EF4-FFF2-40B4-BE49-F238E27FC236}">
                          <a16:creationId xmlns:a16="http://schemas.microsoft.com/office/drawing/2014/main" id="{EBEF6105-5E71-B9BD-D60F-1472A02545E0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392743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46" name="직사각형 45">
                      <a:extLst>
                        <a:ext uri="{FF2B5EF4-FFF2-40B4-BE49-F238E27FC236}">
                          <a16:creationId xmlns:a16="http://schemas.microsoft.com/office/drawing/2014/main" id="{13A5800A-3C11-F84F-102A-CFD555739006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34050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47" name="직사각형 46">
                      <a:extLst>
                        <a:ext uri="{FF2B5EF4-FFF2-40B4-BE49-F238E27FC236}">
                          <a16:creationId xmlns:a16="http://schemas.microsoft.com/office/drawing/2014/main" id="{76D49D7E-FFE5-5D8B-DE09-21197A4F9B7A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948205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</p:grpSp>
            </p:grpSp>
            <p:sp>
              <p:nvSpPr>
                <p:cNvPr id="41" name="직사각형 40">
                  <a:extLst>
                    <a:ext uri="{FF2B5EF4-FFF2-40B4-BE49-F238E27FC236}">
                      <a16:creationId xmlns:a16="http://schemas.microsoft.com/office/drawing/2014/main" id="{BFE52442-2C1B-EAD0-25A4-A7D4CFA103E1}"/>
                    </a:ext>
                  </a:extLst>
                </p:cNvPr>
                <p:cNvSpPr/>
                <p:nvPr/>
              </p:nvSpPr>
              <p:spPr>
                <a:xfrm>
                  <a:off x="8808029" y="5562151"/>
                  <a:ext cx="101021" cy="110836"/>
                </a:xfrm>
                <a:prstGeom prst="rect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600"/>
                </a:p>
              </p:txBody>
            </p:sp>
          </p:grpSp>
        </p:grpSp>
      </p:grpSp>
      <p:cxnSp>
        <p:nvCxnSpPr>
          <p:cNvPr id="88" name="직선 화살표 연결선 87">
            <a:extLst>
              <a:ext uri="{FF2B5EF4-FFF2-40B4-BE49-F238E27FC236}">
                <a16:creationId xmlns:a16="http://schemas.microsoft.com/office/drawing/2014/main" id="{808BB2AF-52EF-3609-1BED-EADD0016F517}"/>
              </a:ext>
            </a:extLst>
          </p:cNvPr>
          <p:cNvCxnSpPr/>
          <p:nvPr/>
        </p:nvCxnSpPr>
        <p:spPr>
          <a:xfrm>
            <a:off x="10577953" y="1479151"/>
            <a:ext cx="0" cy="42862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9" name="TextBox 88">
            <a:extLst>
              <a:ext uri="{FF2B5EF4-FFF2-40B4-BE49-F238E27FC236}">
                <a16:creationId xmlns:a16="http://schemas.microsoft.com/office/drawing/2014/main" id="{8D9BBAD4-4964-02D2-C0BA-6DEC04BF46D5}"/>
              </a:ext>
            </a:extLst>
          </p:cNvPr>
          <p:cNvSpPr txBox="1"/>
          <p:nvPr/>
        </p:nvSpPr>
        <p:spPr>
          <a:xfrm>
            <a:off x="9969995" y="1100383"/>
            <a:ext cx="16535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/>
              <a:t>cursor </a:t>
            </a:r>
            <a:r>
              <a:rPr lang="ko-KR" altLang="en-US"/>
              <a:t>위치</a:t>
            </a:r>
          </a:p>
        </p:txBody>
      </p:sp>
    </p:spTree>
    <p:extLst>
      <p:ext uri="{BB962C8B-B14F-4D97-AF65-F5344CB8AC3E}">
        <p14:creationId xmlns:p14="http://schemas.microsoft.com/office/powerpoint/2010/main" val="351891911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D8C1FC8C-A454-CDAE-21B0-0ADFA0AA8C7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2260" y="971550"/>
            <a:ext cx="6145215" cy="5570146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A90DA261-426B-6C06-0A37-F7B27C1E052A}"/>
              </a:ext>
            </a:extLst>
          </p:cNvPr>
          <p:cNvSpPr txBox="1"/>
          <p:nvPr/>
        </p:nvSpPr>
        <p:spPr>
          <a:xfrm>
            <a:off x="311524" y="248780"/>
            <a:ext cx="939470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/>
              <a:t>검증 시나리오 </a:t>
            </a:r>
            <a:r>
              <a:rPr lang="en-US" altLang="ko-KR"/>
              <a:t>1. </a:t>
            </a:r>
            <a:r>
              <a:rPr lang="ko-KR" altLang="en-US"/>
              <a:t>버튼 동작 확인</a:t>
            </a:r>
            <a:endParaRPr lang="en-US" altLang="ko-KR"/>
          </a:p>
          <a:p>
            <a:r>
              <a:rPr lang="en-US" altLang="ko-KR"/>
              <a:t>P6 – </a:t>
            </a:r>
            <a:r>
              <a:rPr lang="ko-KR" altLang="en-US"/>
              <a:t>커서 위치</a:t>
            </a:r>
            <a:r>
              <a:rPr lang="en-US" altLang="ko-KR"/>
              <a:t> 2</a:t>
            </a:r>
            <a:r>
              <a:rPr lang="ko-KR" altLang="en-US"/>
              <a:t>에서 </a:t>
            </a:r>
            <a:r>
              <a:rPr lang="en-US" altLang="ko-KR"/>
              <a:t>23:30 </a:t>
            </a:r>
            <a:r>
              <a:rPr lang="ko-KR" altLang="en-US"/>
              <a:t>주입 </a:t>
            </a:r>
            <a:r>
              <a:rPr lang="en-US" altLang="ko-KR"/>
              <a:t>(U -&gt; D)</a:t>
            </a:r>
            <a:r>
              <a:rPr lang="ko-KR" altLang="en-US"/>
              <a:t> </a:t>
            </a:r>
            <a:endParaRPr lang="en-US" altLang="ko-KR"/>
          </a:p>
          <a:p>
            <a:r>
              <a:rPr lang="en-US" altLang="ko-KR"/>
              <a:t>      </a:t>
            </a:r>
            <a:endParaRPr lang="ko-KR" altLang="en-US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996C108C-4DFD-4DE9-26A4-06392025B583}"/>
              </a:ext>
            </a:extLst>
          </p:cNvPr>
          <p:cNvSpPr/>
          <p:nvPr/>
        </p:nvSpPr>
        <p:spPr>
          <a:xfrm>
            <a:off x="2305051" y="2647950"/>
            <a:ext cx="1476374" cy="3715993"/>
          </a:xfrm>
          <a:prstGeom prst="rect">
            <a:avLst/>
          </a:prstGeom>
          <a:solidFill>
            <a:schemeClr val="tx1">
              <a:alpha val="67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7D4D895-9FBD-45B4-3D77-FDCC67F72962}"/>
              </a:ext>
            </a:extLst>
          </p:cNvPr>
          <p:cNvSpPr txBox="1"/>
          <p:nvPr/>
        </p:nvSpPr>
        <p:spPr>
          <a:xfrm>
            <a:off x="2924976" y="4670707"/>
            <a:ext cx="217905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>
                <a:highlight>
                  <a:srgbClr val="FFFF00"/>
                </a:highlight>
              </a:rPr>
              <a:t>1. 23:30 </a:t>
            </a:r>
            <a:r>
              <a:rPr lang="ko-KR" altLang="en-US" sz="1000">
                <a:highlight>
                  <a:srgbClr val="FFFF00"/>
                </a:highlight>
              </a:rPr>
              <a:t>주입</a:t>
            </a:r>
          </a:p>
        </p:txBody>
      </p:sp>
      <p:grpSp>
        <p:nvGrpSpPr>
          <p:cNvPr id="13" name="그룹 12">
            <a:extLst>
              <a:ext uri="{FF2B5EF4-FFF2-40B4-BE49-F238E27FC236}">
                <a16:creationId xmlns:a16="http://schemas.microsoft.com/office/drawing/2014/main" id="{11828198-7FA5-035E-9AA7-DBD2D649199A}"/>
              </a:ext>
            </a:extLst>
          </p:cNvPr>
          <p:cNvGrpSpPr/>
          <p:nvPr/>
        </p:nvGrpSpPr>
        <p:grpSpPr>
          <a:xfrm>
            <a:off x="9178535" y="1118909"/>
            <a:ext cx="2860497" cy="994910"/>
            <a:chOff x="8147507" y="4717048"/>
            <a:chExt cx="2860497" cy="994910"/>
          </a:xfrm>
        </p:grpSpPr>
        <p:sp>
          <p:nvSpPr>
            <p:cNvPr id="14" name="직사각형 13">
              <a:extLst>
                <a:ext uri="{FF2B5EF4-FFF2-40B4-BE49-F238E27FC236}">
                  <a16:creationId xmlns:a16="http://schemas.microsoft.com/office/drawing/2014/main" id="{30D99784-677B-BE19-9FFB-9E406BE10345}"/>
                </a:ext>
              </a:extLst>
            </p:cNvPr>
            <p:cNvSpPr/>
            <p:nvPr/>
          </p:nvSpPr>
          <p:spPr>
            <a:xfrm>
              <a:off x="8147507" y="4717048"/>
              <a:ext cx="2860497" cy="994910"/>
            </a:xfrm>
            <a:prstGeom prst="rect">
              <a:avLst/>
            </a:prstGeom>
            <a:solidFill>
              <a:schemeClr val="tx1">
                <a:lumMod val="65000"/>
                <a:lumOff val="3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15" name="그룹 14">
              <a:extLst>
                <a:ext uri="{FF2B5EF4-FFF2-40B4-BE49-F238E27FC236}">
                  <a16:creationId xmlns:a16="http://schemas.microsoft.com/office/drawing/2014/main" id="{8E427879-231B-A1EF-839C-907EB7F59BDB}"/>
                </a:ext>
              </a:extLst>
            </p:cNvPr>
            <p:cNvGrpSpPr/>
            <p:nvPr/>
          </p:nvGrpSpPr>
          <p:grpSpPr>
            <a:xfrm>
              <a:off x="8408334" y="4819650"/>
              <a:ext cx="2500334" cy="808179"/>
              <a:chOff x="8112248" y="4451227"/>
              <a:chExt cx="3529919" cy="1221760"/>
            </a:xfrm>
          </p:grpSpPr>
          <p:grpSp>
            <p:nvGrpSpPr>
              <p:cNvPr id="16" name="그룹 15">
                <a:extLst>
                  <a:ext uri="{FF2B5EF4-FFF2-40B4-BE49-F238E27FC236}">
                    <a16:creationId xmlns:a16="http://schemas.microsoft.com/office/drawing/2014/main" id="{05748455-5633-4A66-819A-2CA64B147840}"/>
                  </a:ext>
                </a:extLst>
              </p:cNvPr>
              <p:cNvGrpSpPr/>
              <p:nvPr/>
            </p:nvGrpSpPr>
            <p:grpSpPr>
              <a:xfrm>
                <a:off x="8112248" y="4451227"/>
                <a:ext cx="796802" cy="1221760"/>
                <a:chOff x="8112248" y="4451227"/>
                <a:chExt cx="796802" cy="1221760"/>
              </a:xfrm>
            </p:grpSpPr>
            <p:grpSp>
              <p:nvGrpSpPr>
                <p:cNvPr id="56" name="그룹 55">
                  <a:extLst>
                    <a:ext uri="{FF2B5EF4-FFF2-40B4-BE49-F238E27FC236}">
                      <a16:creationId xmlns:a16="http://schemas.microsoft.com/office/drawing/2014/main" id="{CAF6D93F-55CA-C1FA-FA02-D433C60C5230}"/>
                    </a:ext>
                  </a:extLst>
                </p:cNvPr>
                <p:cNvGrpSpPr/>
                <p:nvPr/>
              </p:nvGrpSpPr>
              <p:grpSpPr>
                <a:xfrm>
                  <a:off x="8112248" y="4451227"/>
                  <a:ext cx="667506" cy="1221760"/>
                  <a:chOff x="8377382" y="4544293"/>
                  <a:chExt cx="667506" cy="1221760"/>
                </a:xfrm>
              </p:grpSpPr>
              <p:grpSp>
                <p:nvGrpSpPr>
                  <p:cNvPr id="58" name="그룹 57">
                    <a:extLst>
                      <a:ext uri="{FF2B5EF4-FFF2-40B4-BE49-F238E27FC236}">
                        <a16:creationId xmlns:a16="http://schemas.microsoft.com/office/drawing/2014/main" id="{F6A0CB25-F5B1-39D1-F9DA-2270D863DA92}"/>
                      </a:ext>
                    </a:extLst>
                  </p:cNvPr>
                  <p:cNvGrpSpPr/>
                  <p:nvPr/>
                </p:nvGrpSpPr>
                <p:grpSpPr>
                  <a:xfrm>
                    <a:off x="8377382" y="4544293"/>
                    <a:ext cx="667504" cy="666298"/>
                    <a:chOff x="8377382" y="4544293"/>
                    <a:chExt cx="667504" cy="666298"/>
                  </a:xfrm>
                </p:grpSpPr>
                <p:sp>
                  <p:nvSpPr>
                    <p:cNvPr id="64" name="직사각형 63">
                      <a:extLst>
                        <a:ext uri="{FF2B5EF4-FFF2-40B4-BE49-F238E27FC236}">
                          <a16:creationId xmlns:a16="http://schemas.microsoft.com/office/drawing/2014/main" id="{F958E9E2-4F08-AA7A-A69F-EAD1DE1868E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77382" y="4673601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65" name="직사각형 64">
                      <a:extLst>
                        <a:ext uri="{FF2B5EF4-FFF2-40B4-BE49-F238E27FC236}">
                          <a16:creationId xmlns:a16="http://schemas.microsoft.com/office/drawing/2014/main" id="{2E269D09-0B81-1EE2-EB14-7879CBCBC28E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392743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66" name="직사각형 65">
                      <a:extLst>
                        <a:ext uri="{FF2B5EF4-FFF2-40B4-BE49-F238E27FC236}">
                          <a16:creationId xmlns:a16="http://schemas.microsoft.com/office/drawing/2014/main" id="{3BBE3065-F7EA-A305-F801-307DFE493373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34050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67" name="직사각형 66">
                      <a:extLst>
                        <a:ext uri="{FF2B5EF4-FFF2-40B4-BE49-F238E27FC236}">
                          <a16:creationId xmlns:a16="http://schemas.microsoft.com/office/drawing/2014/main" id="{09795CCF-4AA0-1799-314A-BBC1586CC343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948205"/>
                      <a:ext cx="110836" cy="413936"/>
                    </a:xfrm>
                    <a:prstGeom prst="rect">
                      <a:avLst/>
                    </a:prstGeom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</p:grpSp>
              <p:grpSp>
                <p:nvGrpSpPr>
                  <p:cNvPr id="59" name="그룹 58">
                    <a:extLst>
                      <a:ext uri="{FF2B5EF4-FFF2-40B4-BE49-F238E27FC236}">
                        <a16:creationId xmlns:a16="http://schemas.microsoft.com/office/drawing/2014/main" id="{C4C42DDF-23EC-BAE8-1923-620A9E327F43}"/>
                      </a:ext>
                    </a:extLst>
                  </p:cNvPr>
                  <p:cNvGrpSpPr/>
                  <p:nvPr/>
                </p:nvGrpSpPr>
                <p:grpSpPr>
                  <a:xfrm>
                    <a:off x="8377384" y="5099755"/>
                    <a:ext cx="667504" cy="666298"/>
                    <a:chOff x="8377382" y="4544293"/>
                    <a:chExt cx="667504" cy="666298"/>
                  </a:xfrm>
                </p:grpSpPr>
                <p:sp>
                  <p:nvSpPr>
                    <p:cNvPr id="60" name="직사각형 59">
                      <a:extLst>
                        <a:ext uri="{FF2B5EF4-FFF2-40B4-BE49-F238E27FC236}">
                          <a16:creationId xmlns:a16="http://schemas.microsoft.com/office/drawing/2014/main" id="{F26A5ED9-FCDC-7C76-412F-693A040B845B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77382" y="4673601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61" name="직사각형 60">
                      <a:extLst>
                        <a:ext uri="{FF2B5EF4-FFF2-40B4-BE49-F238E27FC236}">
                          <a16:creationId xmlns:a16="http://schemas.microsoft.com/office/drawing/2014/main" id="{0817B0E1-350C-A046-4713-3E7D8DC3584A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392743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62" name="직사각형 61">
                      <a:extLst>
                        <a:ext uri="{FF2B5EF4-FFF2-40B4-BE49-F238E27FC236}">
                          <a16:creationId xmlns:a16="http://schemas.microsoft.com/office/drawing/2014/main" id="{BCA1BA38-7F14-D336-5A2C-2473E85C973B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34050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63" name="직사각형 62">
                      <a:extLst>
                        <a:ext uri="{FF2B5EF4-FFF2-40B4-BE49-F238E27FC236}">
                          <a16:creationId xmlns:a16="http://schemas.microsoft.com/office/drawing/2014/main" id="{76F5441F-C9EE-B7D4-E557-68D7AABD6CF4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948205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</p:grpSp>
            </p:grpSp>
            <p:sp>
              <p:nvSpPr>
                <p:cNvPr id="57" name="직사각형 56">
                  <a:extLst>
                    <a:ext uri="{FF2B5EF4-FFF2-40B4-BE49-F238E27FC236}">
                      <a16:creationId xmlns:a16="http://schemas.microsoft.com/office/drawing/2014/main" id="{B695F6FE-7E19-7DEE-CF6F-5C8A5C984B84}"/>
                    </a:ext>
                  </a:extLst>
                </p:cNvPr>
                <p:cNvSpPr/>
                <p:nvPr/>
              </p:nvSpPr>
              <p:spPr>
                <a:xfrm>
                  <a:off x="8808029" y="5562151"/>
                  <a:ext cx="101021" cy="110836"/>
                </a:xfrm>
                <a:prstGeom prst="rect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600"/>
                </a:p>
              </p:txBody>
            </p:sp>
          </p:grpSp>
          <p:grpSp>
            <p:nvGrpSpPr>
              <p:cNvPr id="17" name="그룹 16">
                <a:extLst>
                  <a:ext uri="{FF2B5EF4-FFF2-40B4-BE49-F238E27FC236}">
                    <a16:creationId xmlns:a16="http://schemas.microsoft.com/office/drawing/2014/main" id="{CAD1A2C8-DCAE-6BA7-1469-9EACF5E0C2FC}"/>
                  </a:ext>
                </a:extLst>
              </p:cNvPr>
              <p:cNvGrpSpPr/>
              <p:nvPr/>
            </p:nvGrpSpPr>
            <p:grpSpPr>
              <a:xfrm>
                <a:off x="9003883" y="4451227"/>
                <a:ext cx="796802" cy="1221760"/>
                <a:chOff x="8112248" y="4451227"/>
                <a:chExt cx="796802" cy="1221760"/>
              </a:xfrm>
            </p:grpSpPr>
            <p:grpSp>
              <p:nvGrpSpPr>
                <p:cNvPr id="44" name="그룹 43">
                  <a:extLst>
                    <a:ext uri="{FF2B5EF4-FFF2-40B4-BE49-F238E27FC236}">
                      <a16:creationId xmlns:a16="http://schemas.microsoft.com/office/drawing/2014/main" id="{250661FC-FBE5-4A7E-478A-FED782937A90}"/>
                    </a:ext>
                  </a:extLst>
                </p:cNvPr>
                <p:cNvGrpSpPr/>
                <p:nvPr/>
              </p:nvGrpSpPr>
              <p:grpSpPr>
                <a:xfrm>
                  <a:off x="8112248" y="4451227"/>
                  <a:ext cx="667506" cy="1221760"/>
                  <a:chOff x="8377382" y="4544293"/>
                  <a:chExt cx="667506" cy="1221760"/>
                </a:xfrm>
              </p:grpSpPr>
              <p:grpSp>
                <p:nvGrpSpPr>
                  <p:cNvPr id="46" name="그룹 45">
                    <a:extLst>
                      <a:ext uri="{FF2B5EF4-FFF2-40B4-BE49-F238E27FC236}">
                        <a16:creationId xmlns:a16="http://schemas.microsoft.com/office/drawing/2014/main" id="{094AE875-5790-41DE-5ED6-0836321165C9}"/>
                      </a:ext>
                    </a:extLst>
                  </p:cNvPr>
                  <p:cNvGrpSpPr/>
                  <p:nvPr/>
                </p:nvGrpSpPr>
                <p:grpSpPr>
                  <a:xfrm>
                    <a:off x="8377382" y="4544293"/>
                    <a:ext cx="667504" cy="666298"/>
                    <a:chOff x="8377382" y="4544293"/>
                    <a:chExt cx="667504" cy="666298"/>
                  </a:xfrm>
                </p:grpSpPr>
                <p:sp>
                  <p:nvSpPr>
                    <p:cNvPr id="52" name="직사각형 51">
                      <a:extLst>
                        <a:ext uri="{FF2B5EF4-FFF2-40B4-BE49-F238E27FC236}">
                          <a16:creationId xmlns:a16="http://schemas.microsoft.com/office/drawing/2014/main" id="{AFC3D50E-4FB0-FB8E-CD1A-6C6A710BA171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77382" y="4673601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53" name="직사각형 52">
                      <a:extLst>
                        <a:ext uri="{FF2B5EF4-FFF2-40B4-BE49-F238E27FC236}">
                          <a16:creationId xmlns:a16="http://schemas.microsoft.com/office/drawing/2014/main" id="{D9356A68-FB3C-EEB5-64B3-C9532F620300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392743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54" name="직사각형 53">
                      <a:extLst>
                        <a:ext uri="{FF2B5EF4-FFF2-40B4-BE49-F238E27FC236}">
                          <a16:creationId xmlns:a16="http://schemas.microsoft.com/office/drawing/2014/main" id="{A2394750-1257-3CBB-E272-E267D59DEF4F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34050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55" name="직사각형 54">
                      <a:extLst>
                        <a:ext uri="{FF2B5EF4-FFF2-40B4-BE49-F238E27FC236}">
                          <a16:creationId xmlns:a16="http://schemas.microsoft.com/office/drawing/2014/main" id="{3708A668-EC37-9449-95D2-6BBBD9EDCC97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948205"/>
                      <a:ext cx="110836" cy="413936"/>
                    </a:xfrm>
                    <a:prstGeom prst="rect">
                      <a:avLst/>
                    </a:prstGeom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</p:grpSp>
              <p:grpSp>
                <p:nvGrpSpPr>
                  <p:cNvPr id="47" name="그룹 46">
                    <a:extLst>
                      <a:ext uri="{FF2B5EF4-FFF2-40B4-BE49-F238E27FC236}">
                        <a16:creationId xmlns:a16="http://schemas.microsoft.com/office/drawing/2014/main" id="{04BCE741-FF86-6518-8EFF-AB37649701BF}"/>
                      </a:ext>
                    </a:extLst>
                  </p:cNvPr>
                  <p:cNvGrpSpPr/>
                  <p:nvPr/>
                </p:nvGrpSpPr>
                <p:grpSpPr>
                  <a:xfrm>
                    <a:off x="8377384" y="5099755"/>
                    <a:ext cx="667504" cy="666298"/>
                    <a:chOff x="8377382" y="4544293"/>
                    <a:chExt cx="667504" cy="666298"/>
                  </a:xfrm>
                </p:grpSpPr>
                <p:sp>
                  <p:nvSpPr>
                    <p:cNvPr id="48" name="직사각형 47">
                      <a:extLst>
                        <a:ext uri="{FF2B5EF4-FFF2-40B4-BE49-F238E27FC236}">
                          <a16:creationId xmlns:a16="http://schemas.microsoft.com/office/drawing/2014/main" id="{7E1704FB-279B-1ACD-F12A-E8CBDBB7CC33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77382" y="4673601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49" name="직사각형 48">
                      <a:extLst>
                        <a:ext uri="{FF2B5EF4-FFF2-40B4-BE49-F238E27FC236}">
                          <a16:creationId xmlns:a16="http://schemas.microsoft.com/office/drawing/2014/main" id="{FD73EA42-4740-2DDF-787A-F4716A8791C9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392743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50" name="직사각형 49">
                      <a:extLst>
                        <a:ext uri="{FF2B5EF4-FFF2-40B4-BE49-F238E27FC236}">
                          <a16:creationId xmlns:a16="http://schemas.microsoft.com/office/drawing/2014/main" id="{44C01A7D-5DE7-163F-DE06-64B6B5CDDA9F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34050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51" name="직사각형 50">
                      <a:extLst>
                        <a:ext uri="{FF2B5EF4-FFF2-40B4-BE49-F238E27FC236}">
                          <a16:creationId xmlns:a16="http://schemas.microsoft.com/office/drawing/2014/main" id="{3647B072-E6DA-9DFA-229D-8E7753FBD8C2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948205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</p:grpSp>
            </p:grpSp>
            <p:sp>
              <p:nvSpPr>
                <p:cNvPr id="45" name="직사각형 44">
                  <a:extLst>
                    <a:ext uri="{FF2B5EF4-FFF2-40B4-BE49-F238E27FC236}">
                      <a16:creationId xmlns:a16="http://schemas.microsoft.com/office/drawing/2014/main" id="{190CEE81-0284-28BB-9EFA-CC778890CAF3}"/>
                    </a:ext>
                  </a:extLst>
                </p:cNvPr>
                <p:cNvSpPr/>
                <p:nvPr/>
              </p:nvSpPr>
              <p:spPr>
                <a:xfrm>
                  <a:off x="8808029" y="5562151"/>
                  <a:ext cx="101021" cy="110836"/>
                </a:xfrm>
                <a:prstGeom prst="rect">
                  <a:avLst/>
                </a:prstGeom>
                <a:solidFill>
                  <a:srgbClr val="FF0000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600"/>
                </a:p>
              </p:txBody>
            </p:sp>
          </p:grpSp>
          <p:grpSp>
            <p:nvGrpSpPr>
              <p:cNvPr id="18" name="그룹 17">
                <a:extLst>
                  <a:ext uri="{FF2B5EF4-FFF2-40B4-BE49-F238E27FC236}">
                    <a16:creationId xmlns:a16="http://schemas.microsoft.com/office/drawing/2014/main" id="{F57A3AAA-3846-59A7-301F-44B17912E905}"/>
                  </a:ext>
                </a:extLst>
              </p:cNvPr>
              <p:cNvGrpSpPr/>
              <p:nvPr/>
            </p:nvGrpSpPr>
            <p:grpSpPr>
              <a:xfrm>
                <a:off x="9935853" y="4451227"/>
                <a:ext cx="796802" cy="1221760"/>
                <a:chOff x="8112248" y="4451227"/>
                <a:chExt cx="796802" cy="1221760"/>
              </a:xfrm>
            </p:grpSpPr>
            <p:grpSp>
              <p:nvGrpSpPr>
                <p:cNvPr id="32" name="그룹 31">
                  <a:extLst>
                    <a:ext uri="{FF2B5EF4-FFF2-40B4-BE49-F238E27FC236}">
                      <a16:creationId xmlns:a16="http://schemas.microsoft.com/office/drawing/2014/main" id="{CC9100F4-4BE4-C6BE-C7C0-AC0D01BFCD90}"/>
                    </a:ext>
                  </a:extLst>
                </p:cNvPr>
                <p:cNvGrpSpPr/>
                <p:nvPr/>
              </p:nvGrpSpPr>
              <p:grpSpPr>
                <a:xfrm>
                  <a:off x="8112248" y="4451227"/>
                  <a:ext cx="667506" cy="1221760"/>
                  <a:chOff x="8377382" y="4544293"/>
                  <a:chExt cx="667506" cy="1221760"/>
                </a:xfrm>
              </p:grpSpPr>
              <p:grpSp>
                <p:nvGrpSpPr>
                  <p:cNvPr id="34" name="그룹 33">
                    <a:extLst>
                      <a:ext uri="{FF2B5EF4-FFF2-40B4-BE49-F238E27FC236}">
                        <a16:creationId xmlns:a16="http://schemas.microsoft.com/office/drawing/2014/main" id="{6A24775B-2E74-264A-D9B7-FCE90C0F84FD}"/>
                      </a:ext>
                    </a:extLst>
                  </p:cNvPr>
                  <p:cNvGrpSpPr/>
                  <p:nvPr/>
                </p:nvGrpSpPr>
                <p:grpSpPr>
                  <a:xfrm>
                    <a:off x="8377382" y="4544293"/>
                    <a:ext cx="667504" cy="666298"/>
                    <a:chOff x="8377382" y="4544293"/>
                    <a:chExt cx="667504" cy="666298"/>
                  </a:xfrm>
                </p:grpSpPr>
                <p:sp>
                  <p:nvSpPr>
                    <p:cNvPr id="40" name="직사각형 39">
                      <a:extLst>
                        <a:ext uri="{FF2B5EF4-FFF2-40B4-BE49-F238E27FC236}">
                          <a16:creationId xmlns:a16="http://schemas.microsoft.com/office/drawing/2014/main" id="{DC979551-78DC-6DCF-272C-395FEC90DB5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77382" y="4673601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41" name="직사각형 40">
                      <a:extLst>
                        <a:ext uri="{FF2B5EF4-FFF2-40B4-BE49-F238E27FC236}">
                          <a16:creationId xmlns:a16="http://schemas.microsoft.com/office/drawing/2014/main" id="{17BE180D-DCA0-2BDB-BDD7-0181AA3002EA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392743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42" name="직사각형 41">
                      <a:extLst>
                        <a:ext uri="{FF2B5EF4-FFF2-40B4-BE49-F238E27FC236}">
                          <a16:creationId xmlns:a16="http://schemas.microsoft.com/office/drawing/2014/main" id="{0A773539-34BB-A238-0B91-5F90860A5914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34050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43" name="직사각형 42">
                      <a:extLst>
                        <a:ext uri="{FF2B5EF4-FFF2-40B4-BE49-F238E27FC236}">
                          <a16:creationId xmlns:a16="http://schemas.microsoft.com/office/drawing/2014/main" id="{415C7EE0-F711-CE43-DCE3-8CBA544AB558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948205"/>
                      <a:ext cx="110836" cy="413936"/>
                    </a:xfrm>
                    <a:prstGeom prst="rect">
                      <a:avLst/>
                    </a:prstGeom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</p:grpSp>
              <p:grpSp>
                <p:nvGrpSpPr>
                  <p:cNvPr id="35" name="그룹 34">
                    <a:extLst>
                      <a:ext uri="{FF2B5EF4-FFF2-40B4-BE49-F238E27FC236}">
                        <a16:creationId xmlns:a16="http://schemas.microsoft.com/office/drawing/2014/main" id="{C98C950D-4255-063B-71C5-AB922FEA892A}"/>
                      </a:ext>
                    </a:extLst>
                  </p:cNvPr>
                  <p:cNvGrpSpPr/>
                  <p:nvPr/>
                </p:nvGrpSpPr>
                <p:grpSpPr>
                  <a:xfrm>
                    <a:off x="8377384" y="5099755"/>
                    <a:ext cx="667504" cy="666298"/>
                    <a:chOff x="8377382" y="4544293"/>
                    <a:chExt cx="667504" cy="666298"/>
                  </a:xfrm>
                </p:grpSpPr>
                <p:sp>
                  <p:nvSpPr>
                    <p:cNvPr id="36" name="직사각형 35">
                      <a:extLst>
                        <a:ext uri="{FF2B5EF4-FFF2-40B4-BE49-F238E27FC236}">
                          <a16:creationId xmlns:a16="http://schemas.microsoft.com/office/drawing/2014/main" id="{B5807B35-52FC-AB8A-06C8-BCD8BBFD699B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77382" y="4673601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37" name="직사각형 36">
                      <a:extLst>
                        <a:ext uri="{FF2B5EF4-FFF2-40B4-BE49-F238E27FC236}">
                          <a16:creationId xmlns:a16="http://schemas.microsoft.com/office/drawing/2014/main" id="{04BB3A4F-715E-03C5-1042-EA6BD224EE76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392743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38" name="직사각형 37">
                      <a:extLst>
                        <a:ext uri="{FF2B5EF4-FFF2-40B4-BE49-F238E27FC236}">
                          <a16:creationId xmlns:a16="http://schemas.microsoft.com/office/drawing/2014/main" id="{A87100F7-B11F-2E27-8E9B-978D4C037EB9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34050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39" name="직사각형 38">
                      <a:extLst>
                        <a:ext uri="{FF2B5EF4-FFF2-40B4-BE49-F238E27FC236}">
                          <a16:creationId xmlns:a16="http://schemas.microsoft.com/office/drawing/2014/main" id="{6A65C216-79EE-9734-3963-42312EEDD3E3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948205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</p:grpSp>
            </p:grpSp>
            <p:sp>
              <p:nvSpPr>
                <p:cNvPr id="33" name="직사각형 32">
                  <a:extLst>
                    <a:ext uri="{FF2B5EF4-FFF2-40B4-BE49-F238E27FC236}">
                      <a16:creationId xmlns:a16="http://schemas.microsoft.com/office/drawing/2014/main" id="{A2587E49-A97D-F23D-23A4-F5586670BDB4}"/>
                    </a:ext>
                  </a:extLst>
                </p:cNvPr>
                <p:cNvSpPr/>
                <p:nvPr/>
              </p:nvSpPr>
              <p:spPr>
                <a:xfrm>
                  <a:off x="8808029" y="5562151"/>
                  <a:ext cx="101021" cy="110836"/>
                </a:xfrm>
                <a:prstGeom prst="rect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600"/>
                </a:p>
              </p:txBody>
            </p:sp>
          </p:grpSp>
          <p:grpSp>
            <p:nvGrpSpPr>
              <p:cNvPr id="19" name="그룹 18">
                <a:extLst>
                  <a:ext uri="{FF2B5EF4-FFF2-40B4-BE49-F238E27FC236}">
                    <a16:creationId xmlns:a16="http://schemas.microsoft.com/office/drawing/2014/main" id="{B119D466-06C4-64C7-1836-53D024708A9B}"/>
                  </a:ext>
                </a:extLst>
              </p:cNvPr>
              <p:cNvGrpSpPr/>
              <p:nvPr/>
            </p:nvGrpSpPr>
            <p:grpSpPr>
              <a:xfrm>
                <a:off x="10845365" y="4451227"/>
                <a:ext cx="796802" cy="1221760"/>
                <a:chOff x="8112248" y="4451227"/>
                <a:chExt cx="796802" cy="1221760"/>
              </a:xfrm>
            </p:grpSpPr>
            <p:grpSp>
              <p:nvGrpSpPr>
                <p:cNvPr id="20" name="그룹 19">
                  <a:extLst>
                    <a:ext uri="{FF2B5EF4-FFF2-40B4-BE49-F238E27FC236}">
                      <a16:creationId xmlns:a16="http://schemas.microsoft.com/office/drawing/2014/main" id="{96E086F3-019F-AD01-F0CF-66BBF021322B}"/>
                    </a:ext>
                  </a:extLst>
                </p:cNvPr>
                <p:cNvGrpSpPr/>
                <p:nvPr/>
              </p:nvGrpSpPr>
              <p:grpSpPr>
                <a:xfrm>
                  <a:off x="8112248" y="4451227"/>
                  <a:ext cx="667506" cy="1221760"/>
                  <a:chOff x="8377382" y="4544293"/>
                  <a:chExt cx="667506" cy="1221760"/>
                </a:xfrm>
              </p:grpSpPr>
              <p:grpSp>
                <p:nvGrpSpPr>
                  <p:cNvPr id="22" name="그룹 21">
                    <a:extLst>
                      <a:ext uri="{FF2B5EF4-FFF2-40B4-BE49-F238E27FC236}">
                        <a16:creationId xmlns:a16="http://schemas.microsoft.com/office/drawing/2014/main" id="{69634F14-DA23-9C0D-286B-1E68DB6B7A79}"/>
                      </a:ext>
                    </a:extLst>
                  </p:cNvPr>
                  <p:cNvGrpSpPr/>
                  <p:nvPr/>
                </p:nvGrpSpPr>
                <p:grpSpPr>
                  <a:xfrm>
                    <a:off x="8377382" y="4544293"/>
                    <a:ext cx="667504" cy="666298"/>
                    <a:chOff x="8377382" y="4544293"/>
                    <a:chExt cx="667504" cy="666298"/>
                  </a:xfrm>
                </p:grpSpPr>
                <p:sp>
                  <p:nvSpPr>
                    <p:cNvPr id="28" name="직사각형 27">
                      <a:extLst>
                        <a:ext uri="{FF2B5EF4-FFF2-40B4-BE49-F238E27FC236}">
                          <a16:creationId xmlns:a16="http://schemas.microsoft.com/office/drawing/2014/main" id="{E81EDDE7-AF21-0534-355C-366110B0EE7F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77382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29" name="직사각형 28">
                      <a:extLst>
                        <a:ext uri="{FF2B5EF4-FFF2-40B4-BE49-F238E27FC236}">
                          <a16:creationId xmlns:a16="http://schemas.microsoft.com/office/drawing/2014/main" id="{34B44DF5-C25C-88C8-B898-FB5EC5F06AAE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392743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30" name="직사각형 29">
                      <a:extLst>
                        <a:ext uri="{FF2B5EF4-FFF2-40B4-BE49-F238E27FC236}">
                          <a16:creationId xmlns:a16="http://schemas.microsoft.com/office/drawing/2014/main" id="{E6888719-B2D3-9E2E-7E83-469AE00D4FBE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34050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31" name="직사각형 30">
                      <a:extLst>
                        <a:ext uri="{FF2B5EF4-FFF2-40B4-BE49-F238E27FC236}">
                          <a16:creationId xmlns:a16="http://schemas.microsoft.com/office/drawing/2014/main" id="{9A7731A2-6106-6B8D-074F-ECFFF0264F2C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948205"/>
                      <a:ext cx="110836" cy="413936"/>
                    </a:xfrm>
                    <a:prstGeom prst="rect">
                      <a:avLst/>
                    </a:prstGeom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</p:grpSp>
              <p:grpSp>
                <p:nvGrpSpPr>
                  <p:cNvPr id="23" name="그룹 22">
                    <a:extLst>
                      <a:ext uri="{FF2B5EF4-FFF2-40B4-BE49-F238E27FC236}">
                        <a16:creationId xmlns:a16="http://schemas.microsoft.com/office/drawing/2014/main" id="{CCD24D52-9DD8-54A0-E52D-B46C252F970A}"/>
                      </a:ext>
                    </a:extLst>
                  </p:cNvPr>
                  <p:cNvGrpSpPr/>
                  <p:nvPr/>
                </p:nvGrpSpPr>
                <p:grpSpPr>
                  <a:xfrm>
                    <a:off x="8377384" y="5099755"/>
                    <a:ext cx="667504" cy="666298"/>
                    <a:chOff x="8377382" y="4544293"/>
                    <a:chExt cx="667504" cy="666298"/>
                  </a:xfrm>
                </p:grpSpPr>
                <p:sp>
                  <p:nvSpPr>
                    <p:cNvPr id="24" name="직사각형 23">
                      <a:extLst>
                        <a:ext uri="{FF2B5EF4-FFF2-40B4-BE49-F238E27FC236}">
                          <a16:creationId xmlns:a16="http://schemas.microsoft.com/office/drawing/2014/main" id="{579E5DC3-697E-13A2-018F-C03EC7F569A8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77382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25" name="직사각형 24">
                      <a:extLst>
                        <a:ext uri="{FF2B5EF4-FFF2-40B4-BE49-F238E27FC236}">
                          <a16:creationId xmlns:a16="http://schemas.microsoft.com/office/drawing/2014/main" id="{0F85C64C-3A77-2324-4B8B-F9F1D39C9194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392743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26" name="직사각형 25">
                      <a:extLst>
                        <a:ext uri="{FF2B5EF4-FFF2-40B4-BE49-F238E27FC236}">
                          <a16:creationId xmlns:a16="http://schemas.microsoft.com/office/drawing/2014/main" id="{D60D81A2-3715-1430-0D91-CD01AA8D9EF1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34050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27" name="직사각형 26">
                      <a:extLst>
                        <a:ext uri="{FF2B5EF4-FFF2-40B4-BE49-F238E27FC236}">
                          <a16:creationId xmlns:a16="http://schemas.microsoft.com/office/drawing/2014/main" id="{60B6FC01-F296-A117-5B78-190022271DF8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948205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</p:grpSp>
            </p:grpSp>
            <p:sp>
              <p:nvSpPr>
                <p:cNvPr id="21" name="직사각형 20">
                  <a:extLst>
                    <a:ext uri="{FF2B5EF4-FFF2-40B4-BE49-F238E27FC236}">
                      <a16:creationId xmlns:a16="http://schemas.microsoft.com/office/drawing/2014/main" id="{AD07744C-8769-6E1A-0FCA-206BB32EC586}"/>
                    </a:ext>
                  </a:extLst>
                </p:cNvPr>
                <p:cNvSpPr/>
                <p:nvPr/>
              </p:nvSpPr>
              <p:spPr>
                <a:xfrm>
                  <a:off x="8808029" y="5562151"/>
                  <a:ext cx="101021" cy="110836"/>
                </a:xfrm>
                <a:prstGeom prst="rect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600"/>
                </a:p>
              </p:txBody>
            </p:sp>
          </p:grpSp>
        </p:grpSp>
      </p:grpSp>
      <p:cxnSp>
        <p:nvCxnSpPr>
          <p:cNvPr id="68" name="직선 화살표 연결선 67">
            <a:extLst>
              <a:ext uri="{FF2B5EF4-FFF2-40B4-BE49-F238E27FC236}">
                <a16:creationId xmlns:a16="http://schemas.microsoft.com/office/drawing/2014/main" id="{290F8777-7809-BEEE-0803-0A18815CCF4B}"/>
              </a:ext>
            </a:extLst>
          </p:cNvPr>
          <p:cNvCxnSpPr/>
          <p:nvPr/>
        </p:nvCxnSpPr>
        <p:spPr>
          <a:xfrm>
            <a:off x="10324920" y="627548"/>
            <a:ext cx="0" cy="42862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TextBox 68">
            <a:extLst>
              <a:ext uri="{FF2B5EF4-FFF2-40B4-BE49-F238E27FC236}">
                <a16:creationId xmlns:a16="http://schemas.microsoft.com/office/drawing/2014/main" id="{1C2FF450-840E-F027-51F7-8E62B97F06FE}"/>
              </a:ext>
            </a:extLst>
          </p:cNvPr>
          <p:cNvSpPr txBox="1"/>
          <p:nvPr/>
        </p:nvSpPr>
        <p:spPr>
          <a:xfrm>
            <a:off x="9716962" y="248780"/>
            <a:ext cx="16535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/>
              <a:t>cuser</a:t>
            </a:r>
            <a:r>
              <a:rPr lang="ko-KR" altLang="en-US"/>
              <a:t> 위치</a:t>
            </a:r>
          </a:p>
        </p:txBody>
      </p:sp>
      <p:cxnSp>
        <p:nvCxnSpPr>
          <p:cNvPr id="71" name="직선 화살표 연결선 70">
            <a:extLst>
              <a:ext uri="{FF2B5EF4-FFF2-40B4-BE49-F238E27FC236}">
                <a16:creationId xmlns:a16="http://schemas.microsoft.com/office/drawing/2014/main" id="{DF5BCB10-5E3C-EA03-26E0-1CAD29388B54}"/>
              </a:ext>
            </a:extLst>
          </p:cNvPr>
          <p:cNvCxnSpPr>
            <a:cxnSpLocks/>
          </p:cNvCxnSpPr>
          <p:nvPr/>
        </p:nvCxnSpPr>
        <p:spPr>
          <a:xfrm>
            <a:off x="4057650" y="3752850"/>
            <a:ext cx="114300" cy="1118556"/>
          </a:xfrm>
          <a:prstGeom prst="straightConnector1">
            <a:avLst/>
          </a:prstGeom>
          <a:ln>
            <a:solidFill>
              <a:srgbClr val="FFFF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직사각형 72">
            <a:extLst>
              <a:ext uri="{FF2B5EF4-FFF2-40B4-BE49-F238E27FC236}">
                <a16:creationId xmlns:a16="http://schemas.microsoft.com/office/drawing/2014/main" id="{CF5F5100-90D9-95DE-4CFB-4EB7F3085A40}"/>
              </a:ext>
            </a:extLst>
          </p:cNvPr>
          <p:cNvSpPr/>
          <p:nvPr/>
        </p:nvSpPr>
        <p:spPr>
          <a:xfrm>
            <a:off x="438150" y="5867400"/>
            <a:ext cx="534363" cy="18097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303C04B4-D023-40B2-C6A5-17B44C849BF2}"/>
              </a:ext>
            </a:extLst>
          </p:cNvPr>
          <p:cNvSpPr txBox="1"/>
          <p:nvPr/>
        </p:nvSpPr>
        <p:spPr>
          <a:xfrm>
            <a:off x="4231275" y="4061802"/>
            <a:ext cx="217905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>
                <a:highlight>
                  <a:srgbClr val="FFFF00"/>
                </a:highlight>
              </a:rPr>
              <a:t>2. hour 0</a:t>
            </a:r>
            <a:r>
              <a:rPr lang="ko-KR" altLang="en-US" sz="1000">
                <a:highlight>
                  <a:srgbClr val="FFFF00"/>
                </a:highlight>
              </a:rPr>
              <a:t>으로 바뀌지만 출력 </a:t>
            </a:r>
            <a:r>
              <a:rPr lang="en-US" altLang="ko-KR" sz="1000">
                <a:highlight>
                  <a:srgbClr val="FFFF00"/>
                </a:highlight>
              </a:rPr>
              <a:t>‘12</a:t>
            </a:r>
            <a:r>
              <a:rPr lang="ko-KR" altLang="en-US" sz="1000">
                <a:highlight>
                  <a:srgbClr val="FFFF00"/>
                </a:highlight>
              </a:rPr>
              <a:t>시</a:t>
            </a:r>
            <a:r>
              <a:rPr lang="en-US" altLang="ko-KR" sz="1000">
                <a:highlight>
                  <a:srgbClr val="FFFF00"/>
                </a:highlight>
              </a:rPr>
              <a:t>’</a:t>
            </a:r>
            <a:endParaRPr lang="ko-KR" altLang="en-US" sz="1000">
              <a:highlight>
                <a:srgbClr val="FFFF00"/>
              </a:highlight>
            </a:endParaRPr>
          </a:p>
        </p:txBody>
      </p:sp>
      <p:sp>
        <p:nvSpPr>
          <p:cNvPr id="78" name="직사각형 77">
            <a:extLst>
              <a:ext uri="{FF2B5EF4-FFF2-40B4-BE49-F238E27FC236}">
                <a16:creationId xmlns:a16="http://schemas.microsoft.com/office/drawing/2014/main" id="{3ED5982C-DFB6-0403-6154-954CBAE75C10}"/>
              </a:ext>
            </a:extLst>
          </p:cNvPr>
          <p:cNvSpPr/>
          <p:nvPr/>
        </p:nvSpPr>
        <p:spPr>
          <a:xfrm>
            <a:off x="585299" y="2370529"/>
            <a:ext cx="582761" cy="12762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1E895E78-45E6-3805-661E-5E397A9E20D7}"/>
              </a:ext>
            </a:extLst>
          </p:cNvPr>
          <p:cNvSpPr txBox="1"/>
          <p:nvPr/>
        </p:nvSpPr>
        <p:spPr>
          <a:xfrm>
            <a:off x="1168059" y="2311231"/>
            <a:ext cx="28098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>
                <a:highlight>
                  <a:srgbClr val="FFFF00"/>
                </a:highlight>
              </a:rPr>
              <a:t>SW3 : 0 – </a:t>
            </a:r>
            <a:r>
              <a:rPr lang="ko-KR" altLang="en-US" sz="1000">
                <a:highlight>
                  <a:srgbClr val="FFFF00"/>
                </a:highlight>
              </a:rPr>
              <a:t>최대 표현 </a:t>
            </a:r>
            <a:r>
              <a:rPr lang="en-US" altLang="ko-KR" sz="1000">
                <a:highlight>
                  <a:srgbClr val="FFFF00"/>
                </a:highlight>
              </a:rPr>
              <a:t>= 12 </a:t>
            </a:r>
            <a:endParaRPr lang="ko-KR" altLang="en-US" sz="1000">
              <a:highlight>
                <a:srgbClr val="FFFF00"/>
              </a:highlight>
            </a:endParaRP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D95DA369-FB6B-162D-6C85-26245D052CCC}"/>
              </a:ext>
            </a:extLst>
          </p:cNvPr>
          <p:cNvSpPr txBox="1"/>
          <p:nvPr/>
        </p:nvSpPr>
        <p:spPr>
          <a:xfrm>
            <a:off x="6933626" y="2550258"/>
            <a:ext cx="4676164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/>
              <a:t>o_wt_hour – </a:t>
            </a:r>
            <a:r>
              <a:rPr lang="ko-KR" altLang="en-US"/>
              <a:t>내부 시간 값</a:t>
            </a:r>
            <a:endParaRPr lang="en-US" altLang="ko-KR"/>
          </a:p>
          <a:p>
            <a:r>
              <a:rPr lang="en-US" altLang="ko-KR"/>
              <a:t>o_wt_hour_disp – </a:t>
            </a:r>
            <a:r>
              <a:rPr lang="ko-KR" altLang="en-US"/>
              <a:t>시간 출력 값</a:t>
            </a:r>
            <a:endParaRPr lang="en-US" altLang="ko-KR"/>
          </a:p>
          <a:p>
            <a:endParaRPr lang="en-US" altLang="ko-KR"/>
          </a:p>
          <a:p>
            <a:endParaRPr lang="en-US" altLang="ko-KR"/>
          </a:p>
          <a:p>
            <a:r>
              <a:rPr lang="ko-KR" altLang="en-US"/>
              <a:t>동작 설명</a:t>
            </a:r>
            <a:endParaRPr lang="en-US" altLang="ko-KR"/>
          </a:p>
          <a:p>
            <a:pPr marL="285750" indent="-285750">
              <a:buFontTx/>
              <a:buChar char="-"/>
            </a:pPr>
            <a:r>
              <a:rPr lang="en-US" altLang="ko-KR"/>
              <a:t>23:30</a:t>
            </a:r>
            <a:r>
              <a:rPr lang="ko-KR" altLang="en-US"/>
              <a:t> </a:t>
            </a:r>
            <a:r>
              <a:rPr lang="en-US" altLang="ko-KR"/>
              <a:t>-&gt; 00:30 (</a:t>
            </a:r>
            <a:r>
              <a:rPr lang="ko-KR" altLang="en-US"/>
              <a:t>오전 </a:t>
            </a:r>
            <a:r>
              <a:rPr lang="en-US" altLang="ko-KR"/>
              <a:t>12</a:t>
            </a:r>
            <a:r>
              <a:rPr lang="ko-KR" altLang="en-US"/>
              <a:t>시 </a:t>
            </a:r>
            <a:r>
              <a:rPr lang="en-US" altLang="ko-KR"/>
              <a:t>30</a:t>
            </a:r>
            <a:r>
              <a:rPr lang="ko-KR" altLang="en-US"/>
              <a:t>분</a:t>
            </a:r>
            <a:r>
              <a:rPr lang="en-US" altLang="ko-KR"/>
              <a:t>)</a:t>
            </a:r>
          </a:p>
          <a:p>
            <a:pPr marL="285750" indent="-285750">
              <a:buFontTx/>
              <a:buChar char="-"/>
            </a:pPr>
            <a:r>
              <a:rPr lang="en-US" altLang="ko-KR"/>
              <a:t>SW3</a:t>
            </a:r>
            <a:r>
              <a:rPr lang="ko-KR" altLang="en-US"/>
              <a:t> </a:t>
            </a:r>
            <a:r>
              <a:rPr lang="en-US" altLang="ko-KR"/>
              <a:t>:0 </a:t>
            </a:r>
            <a:r>
              <a:rPr lang="ko-KR" altLang="en-US"/>
              <a:t>이므로 최대 표현 </a:t>
            </a:r>
            <a:r>
              <a:rPr lang="en-US" altLang="ko-KR"/>
              <a:t>:12</a:t>
            </a:r>
          </a:p>
          <a:p>
            <a:pPr marL="285750" indent="-285750">
              <a:buFontTx/>
              <a:buChar char="-"/>
            </a:pPr>
            <a:r>
              <a:rPr lang="en-US" altLang="ko-KR"/>
              <a:t>o_wt_pm Deassert</a:t>
            </a:r>
          </a:p>
        </p:txBody>
      </p:sp>
      <p:cxnSp>
        <p:nvCxnSpPr>
          <p:cNvPr id="94" name="직선 화살표 연결선 93">
            <a:extLst>
              <a:ext uri="{FF2B5EF4-FFF2-40B4-BE49-F238E27FC236}">
                <a16:creationId xmlns:a16="http://schemas.microsoft.com/office/drawing/2014/main" id="{100F49A8-7D44-1DFD-C40B-2C4FBBC689E0}"/>
              </a:ext>
            </a:extLst>
          </p:cNvPr>
          <p:cNvCxnSpPr/>
          <p:nvPr/>
        </p:nvCxnSpPr>
        <p:spPr>
          <a:xfrm>
            <a:off x="4057650" y="5224711"/>
            <a:ext cx="0" cy="642689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직선 연결선 95">
            <a:extLst>
              <a:ext uri="{FF2B5EF4-FFF2-40B4-BE49-F238E27FC236}">
                <a16:creationId xmlns:a16="http://schemas.microsoft.com/office/drawing/2014/main" id="{D7C5A9F4-1F78-B267-5E96-2D219D73D1CA}"/>
              </a:ext>
            </a:extLst>
          </p:cNvPr>
          <p:cNvCxnSpPr/>
          <p:nvPr/>
        </p:nvCxnSpPr>
        <p:spPr>
          <a:xfrm>
            <a:off x="4381500" y="6335368"/>
            <a:ext cx="703888" cy="0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8" name="직사각형 97">
            <a:extLst>
              <a:ext uri="{FF2B5EF4-FFF2-40B4-BE49-F238E27FC236}">
                <a16:creationId xmlns:a16="http://schemas.microsoft.com/office/drawing/2014/main" id="{0355A2D2-A872-E314-614D-C20AAB495A9A}"/>
              </a:ext>
            </a:extLst>
          </p:cNvPr>
          <p:cNvSpPr/>
          <p:nvPr/>
        </p:nvSpPr>
        <p:spPr>
          <a:xfrm>
            <a:off x="512111" y="3333750"/>
            <a:ext cx="534363" cy="18097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2F6D4467-0ACC-98B2-6C02-44F156A3094F}"/>
              </a:ext>
            </a:extLst>
          </p:cNvPr>
          <p:cNvSpPr txBox="1"/>
          <p:nvPr/>
        </p:nvSpPr>
        <p:spPr>
          <a:xfrm>
            <a:off x="4057650" y="3533924"/>
            <a:ext cx="217905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>
                <a:highlight>
                  <a:srgbClr val="FFFF00"/>
                </a:highlight>
              </a:rPr>
              <a:t>UP</a:t>
            </a:r>
            <a:endParaRPr lang="ko-KR" altLang="en-US" sz="1000">
              <a:highlight>
                <a:srgbClr val="FFFF00"/>
              </a:highlight>
            </a:endParaRPr>
          </a:p>
        </p:txBody>
      </p:sp>
      <p:grpSp>
        <p:nvGrpSpPr>
          <p:cNvPr id="102" name="그룹 101">
            <a:extLst>
              <a:ext uri="{FF2B5EF4-FFF2-40B4-BE49-F238E27FC236}">
                <a16:creationId xmlns:a16="http://schemas.microsoft.com/office/drawing/2014/main" id="{6F40CAE1-2973-7DA0-5820-22FAD5CAE235}"/>
              </a:ext>
            </a:extLst>
          </p:cNvPr>
          <p:cNvGrpSpPr/>
          <p:nvPr/>
        </p:nvGrpSpPr>
        <p:grpSpPr>
          <a:xfrm>
            <a:off x="6730429" y="2713081"/>
            <a:ext cx="260347" cy="373802"/>
            <a:chOff x="4221165" y="4850909"/>
            <a:chExt cx="260347" cy="373802"/>
          </a:xfrm>
        </p:grpSpPr>
        <p:sp>
          <p:nvSpPr>
            <p:cNvPr id="103" name="타원 102">
              <a:extLst>
                <a:ext uri="{FF2B5EF4-FFF2-40B4-BE49-F238E27FC236}">
                  <a16:creationId xmlns:a16="http://schemas.microsoft.com/office/drawing/2014/main" id="{EFE77BC2-E6AF-355B-495B-7A892F00362D}"/>
                </a:ext>
              </a:extLst>
            </p:cNvPr>
            <p:cNvSpPr/>
            <p:nvPr/>
          </p:nvSpPr>
          <p:spPr>
            <a:xfrm>
              <a:off x="4221165" y="4850909"/>
              <a:ext cx="250822" cy="168753"/>
            </a:xfrm>
            <a:prstGeom prst="ellipse">
              <a:avLst/>
            </a:prstGeom>
            <a:solidFill>
              <a:srgbClr val="FFFF00"/>
            </a:solidFill>
            <a:ln>
              <a:solidFill>
                <a:schemeClr val="tx1"/>
              </a:solidFill>
            </a:ln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200" b="1">
                  <a:solidFill>
                    <a:schemeClr val="tx1"/>
                  </a:solidFill>
                </a:rPr>
                <a:t>1</a:t>
              </a:r>
              <a:endParaRPr lang="ko-KR" altLang="en-US" sz="1200" b="1">
                <a:solidFill>
                  <a:schemeClr val="tx1"/>
                </a:solidFill>
              </a:endParaRPr>
            </a:p>
          </p:txBody>
        </p:sp>
        <p:sp>
          <p:nvSpPr>
            <p:cNvPr id="104" name="타원 103">
              <a:extLst>
                <a:ext uri="{FF2B5EF4-FFF2-40B4-BE49-F238E27FC236}">
                  <a16:creationId xmlns:a16="http://schemas.microsoft.com/office/drawing/2014/main" id="{08D0C7F1-77A1-5701-2EDE-749FAF83FA48}"/>
                </a:ext>
              </a:extLst>
            </p:cNvPr>
            <p:cNvSpPr/>
            <p:nvPr/>
          </p:nvSpPr>
          <p:spPr>
            <a:xfrm>
              <a:off x="4230690" y="5055958"/>
              <a:ext cx="250822" cy="168753"/>
            </a:xfrm>
            <a:prstGeom prst="ellipse">
              <a:avLst/>
            </a:prstGeom>
            <a:solidFill>
              <a:srgbClr val="FFFF00"/>
            </a:solidFill>
            <a:ln>
              <a:solidFill>
                <a:schemeClr val="tx1"/>
              </a:solidFill>
            </a:ln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200" b="1">
                  <a:solidFill>
                    <a:schemeClr val="tx1"/>
                  </a:solidFill>
                </a:rPr>
                <a:t>2</a:t>
              </a:r>
              <a:endParaRPr lang="ko-KR" altLang="en-US" sz="1200" b="1">
                <a:solidFill>
                  <a:schemeClr val="tx1"/>
                </a:solidFill>
              </a:endParaRPr>
            </a:p>
          </p:txBody>
        </p:sp>
      </p:grpSp>
      <p:cxnSp>
        <p:nvCxnSpPr>
          <p:cNvPr id="106" name="직선 화살표 연결선 105">
            <a:extLst>
              <a:ext uri="{FF2B5EF4-FFF2-40B4-BE49-F238E27FC236}">
                <a16:creationId xmlns:a16="http://schemas.microsoft.com/office/drawing/2014/main" id="{82950383-D01F-89EB-60E6-C53074EE4806}"/>
              </a:ext>
            </a:extLst>
          </p:cNvPr>
          <p:cNvCxnSpPr>
            <a:cxnSpLocks/>
          </p:cNvCxnSpPr>
          <p:nvPr/>
        </p:nvCxnSpPr>
        <p:spPr>
          <a:xfrm flipV="1">
            <a:off x="4419600" y="6344893"/>
            <a:ext cx="0" cy="196803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1" name="TextBox 110">
            <a:extLst>
              <a:ext uri="{FF2B5EF4-FFF2-40B4-BE49-F238E27FC236}">
                <a16:creationId xmlns:a16="http://schemas.microsoft.com/office/drawing/2014/main" id="{ACAE913D-4B06-CC12-C21A-8DAC0E404474}"/>
              </a:ext>
            </a:extLst>
          </p:cNvPr>
          <p:cNvSpPr txBox="1"/>
          <p:nvPr/>
        </p:nvSpPr>
        <p:spPr>
          <a:xfrm>
            <a:off x="4418512" y="6367275"/>
            <a:ext cx="217905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>
                <a:highlight>
                  <a:srgbClr val="FFFF00"/>
                </a:highlight>
              </a:rPr>
              <a:t>3. LED[15] = 0 (‘</a:t>
            </a:r>
            <a:r>
              <a:rPr lang="ko-KR" altLang="en-US" sz="1000">
                <a:highlight>
                  <a:srgbClr val="FFFF00"/>
                </a:highlight>
              </a:rPr>
              <a:t>오전</a:t>
            </a:r>
            <a:r>
              <a:rPr lang="en-US" altLang="ko-KR" sz="1000">
                <a:highlight>
                  <a:srgbClr val="FFFF00"/>
                </a:highlight>
              </a:rPr>
              <a:t>’) </a:t>
            </a:r>
            <a:endParaRPr lang="ko-KR" altLang="en-US" sz="1000">
              <a:highlight>
                <a:srgbClr val="FFFF00"/>
              </a:highlight>
            </a:endParaRPr>
          </a:p>
        </p:txBody>
      </p:sp>
    </p:spTree>
    <p:extLst>
      <p:ext uri="{BB962C8B-B14F-4D97-AF65-F5344CB8AC3E}">
        <p14:creationId xmlns:p14="http://schemas.microsoft.com/office/powerpoint/2010/main" val="408719109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70C3A4-4B76-556C-BB0F-62FB8FCD47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C43540E6-298F-5739-AF16-1B298181C39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2260" y="971550"/>
            <a:ext cx="6145215" cy="5570146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B7E12C47-2DB7-6B44-49A2-A61929EF17ED}"/>
              </a:ext>
            </a:extLst>
          </p:cNvPr>
          <p:cNvSpPr txBox="1"/>
          <p:nvPr/>
        </p:nvSpPr>
        <p:spPr>
          <a:xfrm>
            <a:off x="311524" y="248780"/>
            <a:ext cx="939470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/>
              <a:t>검증 시나리오 </a:t>
            </a:r>
            <a:r>
              <a:rPr lang="en-US" altLang="ko-KR"/>
              <a:t>1. </a:t>
            </a:r>
            <a:r>
              <a:rPr lang="ko-KR" altLang="en-US"/>
              <a:t>버튼 동작 확인</a:t>
            </a:r>
            <a:endParaRPr lang="en-US" altLang="ko-KR"/>
          </a:p>
          <a:p>
            <a:r>
              <a:rPr lang="en-US" altLang="ko-KR"/>
              <a:t>P6 – </a:t>
            </a:r>
            <a:r>
              <a:rPr lang="ko-KR" altLang="en-US"/>
              <a:t>커서 위치</a:t>
            </a:r>
            <a:r>
              <a:rPr lang="en-US" altLang="ko-KR"/>
              <a:t> 2</a:t>
            </a:r>
            <a:r>
              <a:rPr lang="ko-KR" altLang="en-US"/>
              <a:t>에서 </a:t>
            </a:r>
            <a:r>
              <a:rPr lang="en-US" altLang="ko-KR"/>
              <a:t>23:30 </a:t>
            </a:r>
            <a:r>
              <a:rPr lang="ko-KR" altLang="en-US"/>
              <a:t>주입 </a:t>
            </a:r>
            <a:r>
              <a:rPr lang="en-US" altLang="ko-KR"/>
              <a:t>( U -&gt; D)</a:t>
            </a:r>
            <a:r>
              <a:rPr lang="ko-KR" altLang="en-US"/>
              <a:t> </a:t>
            </a:r>
            <a:endParaRPr lang="en-US" altLang="ko-KR"/>
          </a:p>
          <a:p>
            <a:r>
              <a:rPr lang="en-US" altLang="ko-KR"/>
              <a:t>      </a:t>
            </a:r>
            <a:endParaRPr lang="ko-KR" altLang="en-US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EF3F9106-0A92-37E0-9F23-45A66DEEBE02}"/>
              </a:ext>
            </a:extLst>
          </p:cNvPr>
          <p:cNvSpPr/>
          <p:nvPr/>
        </p:nvSpPr>
        <p:spPr>
          <a:xfrm>
            <a:off x="2305051" y="2647950"/>
            <a:ext cx="1476374" cy="3715993"/>
          </a:xfrm>
          <a:prstGeom prst="rect">
            <a:avLst/>
          </a:prstGeom>
          <a:solidFill>
            <a:schemeClr val="tx1">
              <a:alpha val="67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132CC9C-AF14-5334-E44D-3759CA63908E}"/>
              </a:ext>
            </a:extLst>
          </p:cNvPr>
          <p:cNvSpPr txBox="1"/>
          <p:nvPr/>
        </p:nvSpPr>
        <p:spPr>
          <a:xfrm>
            <a:off x="2906338" y="4625185"/>
            <a:ext cx="217905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>
                <a:highlight>
                  <a:srgbClr val="FFFF00"/>
                </a:highlight>
              </a:rPr>
              <a:t>1. 23:30 </a:t>
            </a:r>
            <a:r>
              <a:rPr lang="ko-KR" altLang="en-US" sz="1000">
                <a:highlight>
                  <a:srgbClr val="FFFF00"/>
                </a:highlight>
              </a:rPr>
              <a:t>주입</a:t>
            </a:r>
          </a:p>
        </p:txBody>
      </p:sp>
      <p:cxnSp>
        <p:nvCxnSpPr>
          <p:cNvPr id="71" name="직선 화살표 연결선 70">
            <a:extLst>
              <a:ext uri="{FF2B5EF4-FFF2-40B4-BE49-F238E27FC236}">
                <a16:creationId xmlns:a16="http://schemas.microsoft.com/office/drawing/2014/main" id="{B9AC634C-09AE-6DF6-9BDC-26890EF3D944}"/>
              </a:ext>
            </a:extLst>
          </p:cNvPr>
          <p:cNvCxnSpPr>
            <a:cxnSpLocks/>
          </p:cNvCxnSpPr>
          <p:nvPr/>
        </p:nvCxnSpPr>
        <p:spPr>
          <a:xfrm>
            <a:off x="5437239" y="4065907"/>
            <a:ext cx="249436" cy="792675"/>
          </a:xfrm>
          <a:prstGeom prst="straightConnector1">
            <a:avLst/>
          </a:prstGeom>
          <a:ln>
            <a:solidFill>
              <a:srgbClr val="FFFF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직사각형 72">
            <a:extLst>
              <a:ext uri="{FF2B5EF4-FFF2-40B4-BE49-F238E27FC236}">
                <a16:creationId xmlns:a16="http://schemas.microsoft.com/office/drawing/2014/main" id="{AC36E0A7-7437-EA2B-AD96-600D1828C344}"/>
              </a:ext>
            </a:extLst>
          </p:cNvPr>
          <p:cNvSpPr/>
          <p:nvPr/>
        </p:nvSpPr>
        <p:spPr>
          <a:xfrm>
            <a:off x="438150" y="5867400"/>
            <a:ext cx="534363" cy="18097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8" name="직사각형 77">
            <a:extLst>
              <a:ext uri="{FF2B5EF4-FFF2-40B4-BE49-F238E27FC236}">
                <a16:creationId xmlns:a16="http://schemas.microsoft.com/office/drawing/2014/main" id="{7D920809-DB0E-2D68-369B-DB5E2B64440B}"/>
              </a:ext>
            </a:extLst>
          </p:cNvPr>
          <p:cNvSpPr/>
          <p:nvPr/>
        </p:nvSpPr>
        <p:spPr>
          <a:xfrm>
            <a:off x="585299" y="2370529"/>
            <a:ext cx="582761" cy="12762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E0914A4A-B513-F2C2-90EB-7E6776427F72}"/>
              </a:ext>
            </a:extLst>
          </p:cNvPr>
          <p:cNvSpPr txBox="1"/>
          <p:nvPr/>
        </p:nvSpPr>
        <p:spPr>
          <a:xfrm>
            <a:off x="1168059" y="2311231"/>
            <a:ext cx="28098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>
                <a:highlight>
                  <a:srgbClr val="FFFF00"/>
                </a:highlight>
              </a:rPr>
              <a:t>SW3 : 0 – </a:t>
            </a:r>
            <a:r>
              <a:rPr lang="ko-KR" altLang="en-US" sz="1000">
                <a:highlight>
                  <a:srgbClr val="FFFF00"/>
                </a:highlight>
              </a:rPr>
              <a:t>최대 표현 </a:t>
            </a:r>
            <a:r>
              <a:rPr lang="en-US" altLang="ko-KR" sz="1000">
                <a:highlight>
                  <a:srgbClr val="FFFF00"/>
                </a:highlight>
              </a:rPr>
              <a:t>= 12 </a:t>
            </a:r>
            <a:endParaRPr lang="ko-KR" altLang="en-US" sz="1000">
              <a:highlight>
                <a:srgbClr val="FFFF00"/>
              </a:highlight>
            </a:endParaRP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6A4A5255-380F-7B2E-E323-A9FA7181F13C}"/>
              </a:ext>
            </a:extLst>
          </p:cNvPr>
          <p:cNvSpPr txBox="1"/>
          <p:nvPr/>
        </p:nvSpPr>
        <p:spPr>
          <a:xfrm>
            <a:off x="6930537" y="1909286"/>
            <a:ext cx="4676164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altLang="ko-KR"/>
          </a:p>
          <a:p>
            <a:r>
              <a:rPr lang="ko-KR" altLang="en-US"/>
              <a:t>동작 설명</a:t>
            </a:r>
            <a:endParaRPr lang="en-US" altLang="ko-KR"/>
          </a:p>
          <a:p>
            <a:pPr marL="285750" indent="-285750">
              <a:buFontTx/>
              <a:buChar char="-"/>
            </a:pPr>
            <a:r>
              <a:rPr lang="en-US" altLang="ko-KR"/>
              <a:t>00:30 </a:t>
            </a:r>
            <a:r>
              <a:rPr lang="ko-KR" altLang="en-US"/>
              <a:t>에서 </a:t>
            </a:r>
            <a:r>
              <a:rPr lang="en-US" altLang="ko-KR"/>
              <a:t>Down -&gt; 23:30</a:t>
            </a:r>
          </a:p>
          <a:p>
            <a:pPr marL="285750" indent="-285750">
              <a:buFontTx/>
              <a:buChar char="-"/>
            </a:pPr>
            <a:r>
              <a:rPr lang="ko-KR" altLang="en-US"/>
              <a:t>출력 </a:t>
            </a:r>
            <a:r>
              <a:rPr lang="en-US" altLang="ko-KR"/>
              <a:t>11:30</a:t>
            </a:r>
          </a:p>
          <a:p>
            <a:pPr marL="285750" indent="-285750">
              <a:buFontTx/>
              <a:buChar char="-"/>
            </a:pPr>
            <a:r>
              <a:rPr lang="en-US" altLang="ko-KR"/>
              <a:t>o_wt_pm -&gt; assert ( ‘</a:t>
            </a:r>
            <a:r>
              <a:rPr lang="ko-KR" altLang="en-US"/>
              <a:t>오후</a:t>
            </a:r>
            <a:r>
              <a:rPr lang="en-US" altLang="ko-KR"/>
              <a:t>’ </a:t>
            </a:r>
            <a:r>
              <a:rPr lang="ko-KR" altLang="en-US"/>
              <a:t>표시</a:t>
            </a:r>
            <a:r>
              <a:rPr lang="en-US" altLang="ko-KR"/>
              <a:t>)</a:t>
            </a:r>
          </a:p>
        </p:txBody>
      </p:sp>
      <p:cxnSp>
        <p:nvCxnSpPr>
          <p:cNvPr id="94" name="직선 화살표 연결선 93">
            <a:extLst>
              <a:ext uri="{FF2B5EF4-FFF2-40B4-BE49-F238E27FC236}">
                <a16:creationId xmlns:a16="http://schemas.microsoft.com/office/drawing/2014/main" id="{13787B69-8E16-08E2-AF18-288E1A545F31}"/>
              </a:ext>
            </a:extLst>
          </p:cNvPr>
          <p:cNvCxnSpPr>
            <a:cxnSpLocks/>
          </p:cNvCxnSpPr>
          <p:nvPr/>
        </p:nvCxnSpPr>
        <p:spPr>
          <a:xfrm flipV="1">
            <a:off x="5389614" y="5753100"/>
            <a:ext cx="0" cy="257175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F8AE34F9-9919-BBA1-B589-EDB537FA9E4F}"/>
              </a:ext>
            </a:extLst>
          </p:cNvPr>
          <p:cNvSpPr txBox="1"/>
          <p:nvPr/>
        </p:nvSpPr>
        <p:spPr>
          <a:xfrm>
            <a:off x="5438132" y="3942796"/>
            <a:ext cx="217905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>
                <a:highlight>
                  <a:srgbClr val="FFFF00"/>
                </a:highlight>
              </a:rPr>
              <a:t>Down</a:t>
            </a:r>
            <a:endParaRPr lang="ko-KR" altLang="en-US" sz="1000">
              <a:highlight>
                <a:srgbClr val="FFFF00"/>
              </a:highlight>
            </a:endParaRPr>
          </a:p>
        </p:txBody>
      </p:sp>
    </p:spTree>
    <p:extLst>
      <p:ext uri="{BB962C8B-B14F-4D97-AF65-F5344CB8AC3E}">
        <p14:creationId xmlns:p14="http://schemas.microsoft.com/office/powerpoint/2010/main" val="167671733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그림 16">
            <a:extLst>
              <a:ext uri="{FF2B5EF4-FFF2-40B4-BE49-F238E27FC236}">
                <a16:creationId xmlns:a16="http://schemas.microsoft.com/office/drawing/2014/main" id="{CF423366-2F5C-D5CE-0478-4A8CBB5DA96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004" y="768460"/>
            <a:ext cx="8166405" cy="5970984"/>
          </a:xfrm>
          <a:prstGeom prst="rect">
            <a:avLst/>
          </a:prstGeom>
        </p:spPr>
      </p:pic>
      <p:sp>
        <p:nvSpPr>
          <p:cNvPr id="10" name="직사각형 9">
            <a:extLst>
              <a:ext uri="{FF2B5EF4-FFF2-40B4-BE49-F238E27FC236}">
                <a16:creationId xmlns:a16="http://schemas.microsoft.com/office/drawing/2014/main" id="{6F9CD08F-355B-B36B-C634-DE7B5A2F34F1}"/>
              </a:ext>
            </a:extLst>
          </p:cNvPr>
          <p:cNvSpPr/>
          <p:nvPr/>
        </p:nvSpPr>
        <p:spPr>
          <a:xfrm>
            <a:off x="2371977" y="819150"/>
            <a:ext cx="2043487" cy="5901244"/>
          </a:xfrm>
          <a:prstGeom prst="rect">
            <a:avLst/>
          </a:prstGeom>
          <a:solidFill>
            <a:schemeClr val="tx1">
              <a:alpha val="67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7" name="직선 화살표 연결선 6">
            <a:extLst>
              <a:ext uri="{FF2B5EF4-FFF2-40B4-BE49-F238E27FC236}">
                <a16:creationId xmlns:a16="http://schemas.microsoft.com/office/drawing/2014/main" id="{04A3A2A4-3A3F-181B-4385-48169DAA4AF4}"/>
              </a:ext>
            </a:extLst>
          </p:cNvPr>
          <p:cNvCxnSpPr/>
          <p:nvPr/>
        </p:nvCxnSpPr>
        <p:spPr>
          <a:xfrm flipV="1">
            <a:off x="4415469" y="1600200"/>
            <a:ext cx="0" cy="22860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E21B9314-1DC7-2119-883D-4A7DC8E50DA8}"/>
              </a:ext>
            </a:extLst>
          </p:cNvPr>
          <p:cNvSpPr txBox="1"/>
          <p:nvPr/>
        </p:nvSpPr>
        <p:spPr>
          <a:xfrm>
            <a:off x="2720634" y="1573054"/>
            <a:ext cx="280987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>
                <a:highlight>
                  <a:srgbClr val="FFFF00"/>
                </a:highlight>
              </a:rPr>
              <a:t>SW0 : 1 – Stopwatch</a:t>
            </a:r>
          </a:p>
          <a:p>
            <a:r>
              <a:rPr lang="en-US" altLang="ko-KR" sz="1000">
                <a:highlight>
                  <a:srgbClr val="FFFF00"/>
                </a:highlight>
              </a:rPr>
              <a:t>RUN </a:t>
            </a:r>
            <a:r>
              <a:rPr lang="ko-KR" altLang="en-US" sz="1000">
                <a:highlight>
                  <a:srgbClr val="FFFF00"/>
                </a:highlight>
              </a:rPr>
              <a:t>상태  </a:t>
            </a:r>
            <a:r>
              <a:rPr lang="en-US" altLang="ko-KR" sz="1000">
                <a:highlight>
                  <a:srgbClr val="FFFF00"/>
                </a:highlight>
              </a:rPr>
              <a:t>+ D Lap time</a:t>
            </a:r>
            <a:endParaRPr lang="ko-KR" altLang="en-US" sz="1000">
              <a:highlight>
                <a:srgbClr val="FFFF00"/>
              </a:highlight>
            </a:endParaRPr>
          </a:p>
        </p:txBody>
      </p:sp>
      <p:sp>
        <p:nvSpPr>
          <p:cNvPr id="13" name="사각형: 둥근 모서리 12">
            <a:extLst>
              <a:ext uri="{FF2B5EF4-FFF2-40B4-BE49-F238E27FC236}">
                <a16:creationId xmlns:a16="http://schemas.microsoft.com/office/drawing/2014/main" id="{0EBEF1FD-307C-1285-88E9-1B97CEAC3EFB}"/>
              </a:ext>
            </a:extLst>
          </p:cNvPr>
          <p:cNvSpPr/>
          <p:nvPr/>
        </p:nvSpPr>
        <p:spPr>
          <a:xfrm>
            <a:off x="4415464" y="6515100"/>
            <a:ext cx="4128461" cy="246221"/>
          </a:xfrm>
          <a:prstGeom prst="round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타원 17">
            <a:extLst>
              <a:ext uri="{FF2B5EF4-FFF2-40B4-BE49-F238E27FC236}">
                <a16:creationId xmlns:a16="http://schemas.microsoft.com/office/drawing/2014/main" id="{4CBCEA69-4F55-CBED-9181-9CC2BE4D8B24}"/>
              </a:ext>
            </a:extLst>
          </p:cNvPr>
          <p:cNvSpPr/>
          <p:nvPr/>
        </p:nvSpPr>
        <p:spPr>
          <a:xfrm>
            <a:off x="4552950" y="2705100"/>
            <a:ext cx="190500" cy="246221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0" name="직선 화살표 연결선 19">
            <a:extLst>
              <a:ext uri="{FF2B5EF4-FFF2-40B4-BE49-F238E27FC236}">
                <a16:creationId xmlns:a16="http://schemas.microsoft.com/office/drawing/2014/main" id="{569E0397-8036-3EC3-3D65-AB5A96AF80A8}"/>
              </a:ext>
            </a:extLst>
          </p:cNvPr>
          <p:cNvCxnSpPr>
            <a:cxnSpLocks/>
            <a:stCxn id="18" idx="4"/>
          </p:cNvCxnSpPr>
          <p:nvPr/>
        </p:nvCxnSpPr>
        <p:spPr>
          <a:xfrm flipH="1">
            <a:off x="4629150" y="2951321"/>
            <a:ext cx="19050" cy="1858804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AF383E1D-3FB9-F56B-4B61-C90BC9B9E30A}"/>
              </a:ext>
            </a:extLst>
          </p:cNvPr>
          <p:cNvSpPr txBox="1"/>
          <p:nvPr/>
        </p:nvSpPr>
        <p:spPr>
          <a:xfrm>
            <a:off x="2385518" y="6216847"/>
            <a:ext cx="421957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>
                <a:highlight>
                  <a:srgbClr val="FFFF00"/>
                </a:highlight>
              </a:rPr>
              <a:t>back ground </a:t>
            </a:r>
            <a:r>
              <a:rPr lang="ko-KR" altLang="en-US" sz="1400">
                <a:highlight>
                  <a:srgbClr val="FFFF00"/>
                </a:highlight>
              </a:rPr>
              <a:t>에서 시간 </a:t>
            </a:r>
            <a:r>
              <a:rPr lang="en-US" altLang="ko-KR" sz="1400">
                <a:highlight>
                  <a:srgbClr val="FFFF00"/>
                </a:highlight>
              </a:rPr>
              <a:t>update</a:t>
            </a:r>
            <a:endParaRPr lang="ko-KR" altLang="en-US" sz="1400">
              <a:highlight>
                <a:srgbClr val="FFFF00"/>
              </a:highlight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9A826DA-5ADE-FB17-DD7A-5265338AF8D1}"/>
              </a:ext>
            </a:extLst>
          </p:cNvPr>
          <p:cNvSpPr txBox="1"/>
          <p:nvPr/>
        </p:nvSpPr>
        <p:spPr>
          <a:xfrm>
            <a:off x="366972" y="38933"/>
            <a:ext cx="939470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/>
              <a:t>검증 시나리오 </a:t>
            </a:r>
            <a:r>
              <a:rPr lang="en-US" altLang="ko-KR"/>
              <a:t>1. </a:t>
            </a:r>
            <a:r>
              <a:rPr lang="ko-KR" altLang="en-US"/>
              <a:t>버튼 동작 확인</a:t>
            </a:r>
            <a:endParaRPr lang="en-US" altLang="ko-KR"/>
          </a:p>
          <a:p>
            <a:r>
              <a:rPr lang="en-US" altLang="ko-KR"/>
              <a:t>P7 – Stopwatch </a:t>
            </a:r>
            <a:r>
              <a:rPr lang="ko-KR" altLang="en-US"/>
              <a:t>켜졌을 때</a:t>
            </a:r>
            <a:r>
              <a:rPr lang="en-US" altLang="ko-KR"/>
              <a:t>, ds</a:t>
            </a:r>
          </a:p>
          <a:p>
            <a:r>
              <a:rPr lang="en-US" altLang="ko-KR"/>
              <a:t>      </a:t>
            </a: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9149164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1057</TotalTime>
  <Words>671</Words>
  <Application>Microsoft Office PowerPoint</Application>
  <PresentationFormat>와이드스크린</PresentationFormat>
  <Paragraphs>133</Paragraphs>
  <Slides>13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13</vt:i4>
      </vt:variant>
    </vt:vector>
  </HeadingPairs>
  <TitlesOfParts>
    <vt:vector size="16" baseType="lpstr">
      <vt:lpstr>맑은 고딕</vt:lpstr>
      <vt:lpstr>Arial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안성 정</dc:creator>
  <cp:lastModifiedBy>안성 정</cp:lastModifiedBy>
  <cp:revision>7</cp:revision>
  <dcterms:created xsi:type="dcterms:W3CDTF">2026-10-17T08:11:08Z</dcterms:created>
  <dcterms:modified xsi:type="dcterms:W3CDTF">2026-10-18T12:29:37Z</dcterms:modified>
</cp:coreProperties>
</file>