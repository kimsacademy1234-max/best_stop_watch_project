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79" r:id="rId2"/>
    <p:sldId id="280" r:id="rId3"/>
    <p:sldId id="285" r:id="rId4"/>
    <p:sldId id="261" r:id="rId5"/>
    <p:sldId id="266" r:id="rId6"/>
    <p:sldId id="271" r:id="rId7"/>
    <p:sldId id="272" r:id="rId8"/>
    <p:sldId id="273" r:id="rId9"/>
    <p:sldId id="262" r:id="rId10"/>
    <p:sldId id="263" r:id="rId11"/>
    <p:sldId id="276" r:id="rId12"/>
    <p:sldId id="281" r:id="rId13"/>
    <p:sldId id="286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FFFF"/>
    <a:srgbClr val="4ADE80"/>
    <a:srgbClr val="E9F5EC"/>
    <a:srgbClr val="FBEDE6"/>
    <a:srgbClr val="E7F1FA"/>
    <a:srgbClr val="F0EC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193" autoAdjust="0"/>
    <p:restoredTop sz="94660"/>
  </p:normalViewPr>
  <p:slideViewPr>
    <p:cSldViewPr snapToGrid="0">
      <p:cViewPr>
        <p:scale>
          <a:sx n="50" d="100"/>
          <a:sy n="50" d="100"/>
        </p:scale>
        <p:origin x="18" y="9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8T12:29:36.5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8T11:23:56.3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243 776 24575,'-1'-3'0,"0"-1"0,-1 1 0,1 0 0,-1-1 0,0 1 0,0 0 0,0 0 0,0 1 0,-1-1 0,1 0 0,-1 1 0,0-1 0,0 1 0,-3-2 0,-5-6 0,-12-13 0,-6-4 0,-43-53 0,64 70 0,0-2 0,1 1 0,0-1 0,1 0 0,1-1 0,-1 1 0,2-1 0,-6-24 0,6 14 0,0 0 0,0-29 0,4 46 0,0-1 0,1 1 0,-1 0 0,1 0 0,0 0 0,1 0 0,0 0 0,0 0 0,0 0 0,0 1 0,1-1 0,0 1 0,6-9 0,-6 10 0,84-95 0,-75 85 0,2 2 0,0 0 0,0 1 0,1 0 0,19-11 0,-20 17 0,-1-1 0,25-5 0,14-6 0,-30 9 0,0 0 0,0 0 0,0 2 0,1 1 0,-1 1 0,1 1 0,1 1 0,30 1 0,-14 1 0,-23 0 0,1-1 0,0 2 0,0 1 0,-1 0 0,1 1 0,-1 1 0,21 7 0,12 8 0,0-2 0,53 10 0,105 12 0,-152-30 0,-42-7 0,-5-1 0,-1 1 0,1 0 0,0 0 0,9 4 0,-16-5 0,0 0 0,0 0 0,0 0 0,0 0 0,0 1 0,0-1 0,0 1 0,-1-1 0,1 1 0,0 0 0,-1-1 0,0 1 0,1 0 0,-1 0 0,0 0 0,0 0 0,0 0 0,0 0 0,0 0 0,-1 1 0,1 1 0,3 25 0,-1 0 0,-1 0 0,-2 0 0,-1-1 0,-1 1 0,-2 0 0,-10 40 0,12-59-195,-2-1 0,1 0 0,-1-1 0,0 1 0,-1-1 0,-11 16 0,2-5-6631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8T11:23:57.5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43 24575,'0'154'0,"0"-153"0,0 0 0,0 1 0,0-1 0,0 0 0,0 0 0,0 0 0,0 1 0,0-1 0,1 0 0,-1 0 0,0 0 0,1 0 0,-1 1 0,1-1 0,-1 0 0,1 0 0,0 0 0,-1 0 0,1 0 0,0 0 0,0 0 0,0-1 0,-1 1 0,1 0 0,0 0 0,0-1 0,0 1 0,0 0 0,1-1 0,-1 1 0,0-1 0,0 1 0,0-1 0,0 0 0,0 0 0,1 1 0,-1-1 0,0 0 0,0 0 0,1 0 0,-1 0 0,0 0 0,0 0 0,0-1 0,2 1 0,0-1 0,1-1 0,-1 1 0,1-1 0,-1 0 0,0 1 0,0-1 0,0-1 0,0 1 0,0 0 0,0-1 0,-1 0 0,1 1 0,-1-1 0,3-4 0,3-5 0,-1 0 0,2 1 0,0 0 0,0 0 0,1 1 0,0 0 0,1 1 0,0 0 0,0 0 0,1 2 0,0-1 0,15-6 0,-3 3-682,31-21-1,-31 15-6143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8T11:24:02.5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8T11:24:02.9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8T12:16:37.3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24575,'1'7'0,"0"-1"0,0 0 0,0 1 0,1-1 0,0 0 0,1 0 0,4 9 0,5 13 0,3 11 0,3-1 0,35 58 0,7 15 0,-47-84 0,1-1 0,1 0 0,26 33 0,80 89 0,-78-94 0,-30-37 0,1 0 0,0-1 0,0-1 0,19 15 0,-2-4 0,-1 1 0,-2 1 0,-1 2 0,-1 1 0,-1 1 0,39 69 0,-47-77 0,0-1 0,2 0 0,22 21 0,34 43 0,-44-45 0,31 44 0,4-3 0,91 89 0,-99-115 0,-1 2 0,61 85 0,-94-113 0,2-1 0,1-2 0,41 35 0,-38-42 0,0 0 0,2-3 0,66 30 0,10 6 0,50 36 0,-98-64-1365,-43-20-5461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8T12:16:38.3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0 289 24575,'53'-1'0,"-27"0"0,0 0 0,0 2 0,0 1 0,0 1 0,0 1 0,34 10 0,-32-3 0,-20-7 0,1 0 0,1-1 0,-1 0 0,0 0 0,1-1 0,0 0 0,-1-1 0,15 1 0,-22-3 0,0 1 0,-1-1 0,1 1 0,0-1 0,0 0 0,-1 0 0,1 1 0,-1-1 0,1 0 0,-1 0 0,1-1 0,-1 1 0,0 0 0,1 0 0,-1-1 0,0 1 0,0-1 0,0 1 0,0-1 0,0 1 0,0-1 0,0 0 0,-1 1 0,1-1 0,-1 0 0,1 0 0,-1 1 0,0-1 0,1 0 0,-1 0 0,0 0 0,0 0 0,-1-3 0,1-8 0,-1 1 0,-1-1 0,-5-19 0,6 28 0,-3-21 40,1 1-1,0-30 1,2 30-535,-1 0 1,-6-31-1,4 40-6331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8T12:16:44.1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678 2 24575,'-8'0'0,"-1"1"0,1 0 0,0 1 0,0 0 0,0 0 0,0 1 0,0 0 0,1 1 0,-1-1 0,-6 6 0,-14 9 0,-30 26 0,27-21 0,-138 112 0,119-99 0,-85 82 0,129-112 0,1 0 0,0 1 0,1 0 0,-1 1 0,2-1 0,-1 0 0,1 1 0,-4 11 0,-14 70 0,14-57 0,-9 40 0,4 2 0,4 0 0,2 0 0,6 102 0,2-152 0,1 0 0,2-1 0,0 1 0,2-1 0,0 0 0,2-1 0,0 0 0,25 41 0,-6-19 0,3-2 0,1 0 0,38 36 0,-42-48 0,87 88 0,-64-65 0,-40-39 0,1 0 0,1-1 0,25 19 0,7 0 0,72 39 0,-101-63 0,1-1 0,-1 0 0,1-1 0,0-1 0,1-1 0,-1 0 0,1-1 0,30 1 0,249-6 0,-282 1 0,-1 0 0,1-1 0,-1-1 0,0 0 0,27-11 0,70-35 0,-77 33 0,-12 6 0,103-53 0,-108 53 0,-1-1 0,-1 0 0,0 0 0,0-2 0,16-18 0,6-8 0,45-36 0,18-19 0,-85 79 0,-2-2 0,0 1 0,0-2 0,14-28 0,-7 10 0,-14 26 0,1-1 0,-2 0 0,1 0 0,-2 0 0,1-1 0,-2 0 0,1 0 0,-2 0 0,3-24 0,-4 16 0,0-30 0,8-53 0,-5 74 0,-2 0 0,0-1 0,-2 0 0,-1 1 0,-1-1 0,-8-34 0,7 46 0,0-2 0,-1-1 0,-1 1 0,-1 0 0,-1 0 0,0 1 0,-1 0 0,-13-20 0,16 28 0,-1 1 0,2-1 0,-1-1 0,2 1 0,-1-1 0,2 1 0,-1-1 0,2 0 0,-1-20 0,1 19 0,0 0 0,-1 0 0,0 0 0,-1 0 0,0 0 0,-1 0 0,0 1 0,-8-15 0,-4 2 0,-1 1 0,-1 0 0,-1 1 0,-1 1 0,-1 1 0,-1 1 0,0 0 0,-31-18 0,33 27 0,0 1 0,-1 1 0,0 0 0,-33-7 0,-3-2 0,25 8 0,-1 1 0,-1 2 0,0 1 0,-43-2 0,-140 6 0,117 4 0,-59 11 0,87-4 0,67-9-151,-1 1-1,1 0 0,-1 0 0,1 0 1,-1 1-1,1 0 0,0 0 1,-8 4-1,2 2-6674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8T12:19:44.8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39 0 24575,'-4'4'0,"-4"1"0,-5 3 0,0 0-8191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F0A4B3-CA1E-4FF1-8F8B-7B92F1823D8C}" type="datetimeFigureOut">
              <a:rPr lang="ko-KR" altLang="en-US" smtClean="0"/>
              <a:t>2026-10-18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7C412D-2024-4FE9-9C42-3C14E8CA90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8580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E708B6-A0CB-AD3D-8EA3-9AE0593279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468D456-833F-4031-E90B-1D12EC6E9D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1BFCD0-BBD5-B254-3B40-649F80BCE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ADE31-F0DA-4525-8F7E-DAF618595163}" type="datetimeFigureOut">
              <a:rPr lang="ko-KR" altLang="en-US" smtClean="0"/>
              <a:t>2026-10-18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5FFC66-88E5-DBCD-3AD7-820B18667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FED7FE-30D7-5D8D-BF91-3CD30BCB7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DF04A-CC8C-44C5-BD51-C25453536A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9279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AB89A7-817A-5512-ED6E-44A93121D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7E030A-E9E9-9BD9-2400-06371EF07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96C378-E847-EEC9-FE84-31DC60347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ADE31-F0DA-4525-8F7E-DAF618595163}" type="datetimeFigureOut">
              <a:rPr lang="ko-KR" altLang="en-US" smtClean="0"/>
              <a:t>2026-10-18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4D4E31-7966-8295-EBDD-5BE807708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A4242F-ADC0-6B4B-3F62-ED9D6969A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DF04A-CC8C-44C5-BD51-C25453536A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7671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F3C99B-2116-0A8D-9D04-DABBA1423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BB037D5-AE35-4245-C3BD-886D6FE869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A779B4-44A1-964A-12A8-5AC6113F6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ADE31-F0DA-4525-8F7E-DAF618595163}" type="datetimeFigureOut">
              <a:rPr lang="ko-KR" altLang="en-US" smtClean="0"/>
              <a:t>2026-10-18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86F202-D9F0-8DBA-8093-0DBB8110F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A7D761-E7AD-7769-A636-312C6972D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DF04A-CC8C-44C5-BD51-C25453536A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5215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07A72E-34FB-EE98-84B6-D62748886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E7D24D-2469-636A-7793-500965EED8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E296658-363B-7D6F-E951-9AD1AA6C4C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8131787-0870-397D-8655-7FBECFF9C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ADE31-F0DA-4525-8F7E-DAF618595163}" type="datetimeFigureOut">
              <a:rPr lang="ko-KR" altLang="en-US" smtClean="0"/>
              <a:t>2026-10-18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9D6E61C-F45C-A224-8BB8-84189E07D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F118D7A-E00D-B29D-FA11-D6DBD936C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DF04A-CC8C-44C5-BD51-C25453536A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64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F800FE-CC49-BD6E-C9F8-E3B81577B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696C0BD-F068-C84F-3083-3E632B80B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F9438C-E486-715E-F64D-9A9015E80F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2B8F176-128C-E7B1-E0C2-351F5658AE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81DEC65-A928-138D-ABD7-E2ED4FDAD7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CA11F7E-F64D-DDC9-C184-9CC931AC4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ADE31-F0DA-4525-8F7E-DAF618595163}" type="datetimeFigureOut">
              <a:rPr lang="ko-KR" altLang="en-US" smtClean="0"/>
              <a:t>2026-10-18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EDCE54C-24A2-77A1-85C4-9F84E2D0C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EF5B560-9B6E-4F12-2A8C-5F8219CE2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DF04A-CC8C-44C5-BD51-C25453536A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7599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A197E7-5CAC-26A1-11BE-80000A1D8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D245C2C-83C4-745F-A762-7B94B01A3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ADE31-F0DA-4525-8F7E-DAF618595163}" type="datetimeFigureOut">
              <a:rPr lang="ko-KR" altLang="en-US" smtClean="0"/>
              <a:t>2026-10-18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6D8CD62-6622-ED92-EA0C-51FD9BF9D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9168A10-F03C-FE48-3F66-09279E8AE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DF04A-CC8C-44C5-BD51-C25453536A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3877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7BE7696-11BD-9DC0-6B3A-8FF9FEC84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ADE31-F0DA-4525-8F7E-DAF618595163}" type="datetimeFigureOut">
              <a:rPr lang="ko-KR" altLang="en-US" smtClean="0"/>
              <a:t>2026-10-18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5C9A881-B2F7-2B09-EC21-2F8210AA6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DBB4BD-DE58-2A33-9276-4494C2C9A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DF04A-CC8C-44C5-BD51-C25453536A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0196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ED7CE4-4815-CC1F-A4E1-1578C234F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249F44-46FB-45D4-24E3-69D7CEFA8B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282EA21-EB3B-53F3-7D7A-3400D636EF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B2EF2AC-3A3B-62CB-140D-B691F547E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ADE31-F0DA-4525-8F7E-DAF618595163}" type="datetimeFigureOut">
              <a:rPr lang="ko-KR" altLang="en-US" smtClean="0"/>
              <a:t>2026-10-18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C9262F4-0B0F-8BD8-CB92-2D1C8908C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F3DC644-AAE7-5E93-1F53-69EBE9942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DF04A-CC8C-44C5-BD51-C25453536A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991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71741C-9C18-72ED-6128-7EEB8BF73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80C6F50-9FF7-DC03-72E5-B719F946D0A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7B66949-F666-093A-9B79-0A719E00D1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D79BF81-3DE0-F9D2-9617-576E955C2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ADE31-F0DA-4525-8F7E-DAF618595163}" type="datetimeFigureOut">
              <a:rPr lang="ko-KR" altLang="en-US" smtClean="0"/>
              <a:t>2026-10-18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DBC979B-9BA3-6262-8922-EB2F14FBA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FC2F84B-F68D-8045-199A-B97598E0F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DF04A-CC8C-44C5-BD51-C25453536A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566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0AB0D6-0C33-616D-D85B-4618E1A2C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E4F09A0-0DD2-CF30-25E6-92FDB4128D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70F908-4D66-6586-D721-F43A4E77C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ADE31-F0DA-4525-8F7E-DAF618595163}" type="datetimeFigureOut">
              <a:rPr lang="ko-KR" altLang="en-US" smtClean="0"/>
              <a:t>2026-10-18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F8211E-2965-1DB7-A7C5-B1D01AED7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265F6F-B536-79BE-33C7-EAC3773F7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DF04A-CC8C-44C5-BD51-C25453536A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2823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1A03FD1-8C27-0622-C383-5DB06F66A6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83BFA3E-B8A9-A35A-55BB-C9864EADED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A2E36B-EA5A-9338-BD2D-EF03B2DCF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ADE31-F0DA-4525-8F7E-DAF618595163}" type="datetimeFigureOut">
              <a:rPr lang="ko-KR" altLang="en-US" smtClean="0"/>
              <a:t>2026-10-18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6D2A96F-83C5-573E-F888-22AEB5582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99DFFC-00B4-F917-289D-856B9A43F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DF04A-CC8C-44C5-BD51-C25453536A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9105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FF6C98B-EA0F-DE3A-F05D-DC7E9FB22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36F6218-3D80-9EA4-8A14-17F4A7A0BA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68E980-F312-D1FA-3550-064E7A2950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5ADE31-F0DA-4525-8F7E-DAF618595163}" type="datetimeFigureOut">
              <a:rPr lang="ko-KR" altLang="en-US" smtClean="0"/>
              <a:t>2026-10-18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511A87-46DC-0393-D647-D31905B268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B63FF7-5A01-590B-0305-36930D724C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DDF04A-CC8C-44C5-BD51-C25453536A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6402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5" Type="http://schemas.openxmlformats.org/officeDocument/2006/relationships/image" Target="../media/image6.png"/><Relationship Id="rId4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customXml" Target="../ink/ink9.xml"/><Relationship Id="rId3" Type="http://schemas.openxmlformats.org/officeDocument/2006/relationships/image" Target="../media/image1.png"/><Relationship Id="rId7" Type="http://schemas.openxmlformats.org/officeDocument/2006/relationships/customXml" Target="../ink/ink6.xml"/><Relationship Id="rId12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5.xml"/><Relationship Id="rId11" Type="http://schemas.openxmlformats.org/officeDocument/2006/relationships/customXml" Target="../ink/ink8.xml"/><Relationship Id="rId5" Type="http://schemas.openxmlformats.org/officeDocument/2006/relationships/image" Target="../media/image2.png"/><Relationship Id="rId10" Type="http://schemas.openxmlformats.org/officeDocument/2006/relationships/image" Target="../media/image10.png"/><Relationship Id="rId4" Type="http://schemas.openxmlformats.org/officeDocument/2006/relationships/customXml" Target="../ink/ink4.xml"/><Relationship Id="rId9" Type="http://schemas.openxmlformats.org/officeDocument/2006/relationships/customXml" Target="../ink/ink7.xml"/><Relationship Id="rId1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F64FB-776F-552E-3F52-F371E0C22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3F35E8B9-C8AC-EE79-77C8-831643496F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985" t="2697"/>
          <a:stretch>
            <a:fillRect/>
          </a:stretch>
        </p:blipFill>
        <p:spPr>
          <a:xfrm>
            <a:off x="481025" y="1665405"/>
            <a:ext cx="5649481" cy="4531158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92381B57-0AC2-20F1-8BA5-1B73694DC97B}"/>
              </a:ext>
            </a:extLst>
          </p:cNvPr>
          <p:cNvGrpSpPr/>
          <p:nvPr/>
        </p:nvGrpSpPr>
        <p:grpSpPr>
          <a:xfrm>
            <a:off x="8317472" y="2900885"/>
            <a:ext cx="2263396" cy="1120545"/>
            <a:chOff x="9165688" y="330849"/>
            <a:chExt cx="4277095" cy="2484421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D5327748-AD24-6015-E239-90C69533B7D5}"/>
                </a:ext>
              </a:extLst>
            </p:cNvPr>
            <p:cNvGrpSpPr/>
            <p:nvPr/>
          </p:nvGrpSpPr>
          <p:grpSpPr>
            <a:xfrm>
              <a:off x="9165688" y="330849"/>
              <a:ext cx="2860497" cy="994910"/>
              <a:chOff x="8147507" y="4736955"/>
              <a:chExt cx="2860497" cy="994910"/>
            </a:xfrm>
          </p:grpSpPr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76C85C3C-98CA-58D8-1F72-928134DB0483}"/>
                  </a:ext>
                </a:extLst>
              </p:cNvPr>
              <p:cNvSpPr/>
              <p:nvPr/>
            </p:nvSpPr>
            <p:spPr>
              <a:xfrm>
                <a:off x="8147507" y="4736955"/>
                <a:ext cx="2860497" cy="994910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grpSp>
            <p:nvGrpSpPr>
              <p:cNvPr id="15" name="그룹 14">
                <a:extLst>
                  <a:ext uri="{FF2B5EF4-FFF2-40B4-BE49-F238E27FC236}">
                    <a16:creationId xmlns:a16="http://schemas.microsoft.com/office/drawing/2014/main" id="{73358468-83A4-0F26-8D35-B1AE304B962A}"/>
                  </a:ext>
                </a:extLst>
              </p:cNvPr>
              <p:cNvGrpSpPr/>
              <p:nvPr/>
            </p:nvGrpSpPr>
            <p:grpSpPr>
              <a:xfrm>
                <a:off x="8408334" y="4819650"/>
                <a:ext cx="2500334" cy="808179"/>
                <a:chOff x="8112248" y="4451227"/>
                <a:chExt cx="3529919" cy="1221760"/>
              </a:xfrm>
            </p:grpSpPr>
            <p:grpSp>
              <p:nvGrpSpPr>
                <p:cNvPr id="18" name="그룹 17">
                  <a:extLst>
                    <a:ext uri="{FF2B5EF4-FFF2-40B4-BE49-F238E27FC236}">
                      <a16:creationId xmlns:a16="http://schemas.microsoft.com/office/drawing/2014/main" id="{B27F5FD2-4BA9-7F10-0AB2-238AA7F8B995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796802" cy="1221760"/>
                  <a:chOff x="8112248" y="4451227"/>
                  <a:chExt cx="796802" cy="1221760"/>
                </a:xfrm>
              </p:grpSpPr>
              <p:grpSp>
                <p:nvGrpSpPr>
                  <p:cNvPr id="74" name="그룹 73">
                    <a:extLst>
                      <a:ext uri="{FF2B5EF4-FFF2-40B4-BE49-F238E27FC236}">
                        <a16:creationId xmlns:a16="http://schemas.microsoft.com/office/drawing/2014/main" id="{7687B386-2696-EE8D-FDE1-47E010A05D68}"/>
                      </a:ext>
                    </a:extLst>
                  </p:cNvPr>
                  <p:cNvGrpSpPr/>
                  <p:nvPr/>
                </p:nvGrpSpPr>
                <p:grpSpPr>
                  <a:xfrm>
                    <a:off x="8112248" y="4451227"/>
                    <a:ext cx="667506" cy="1221760"/>
                    <a:chOff x="8377382" y="4544293"/>
                    <a:chExt cx="667506" cy="1221760"/>
                  </a:xfrm>
                </p:grpSpPr>
                <p:grpSp>
                  <p:nvGrpSpPr>
                    <p:cNvPr id="76" name="그룹 75">
                      <a:extLst>
                        <a:ext uri="{FF2B5EF4-FFF2-40B4-BE49-F238E27FC236}">
                          <a16:creationId xmlns:a16="http://schemas.microsoft.com/office/drawing/2014/main" id="{E03C6CED-1E26-6814-66BE-72D5C7C47BE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77382" y="4544293"/>
                      <a:ext cx="667504" cy="666298"/>
                      <a:chOff x="8377382" y="4544293"/>
                      <a:chExt cx="667504" cy="666298"/>
                    </a:xfrm>
                  </p:grpSpPr>
                  <p:sp>
                    <p:nvSpPr>
                      <p:cNvPr id="82" name="직사각형 81">
                        <a:extLst>
                          <a:ext uri="{FF2B5EF4-FFF2-40B4-BE49-F238E27FC236}">
                            <a16:creationId xmlns:a16="http://schemas.microsoft.com/office/drawing/2014/main" id="{B4337614-DF18-690C-5427-5D442DF487C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77382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83" name="직사각형 82">
                        <a:extLst>
                          <a:ext uri="{FF2B5EF4-FFF2-40B4-BE49-F238E27FC236}">
                            <a16:creationId xmlns:a16="http://schemas.microsoft.com/office/drawing/2014/main" id="{1DFF30FE-7B13-2233-697B-EC6179E88892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392743"/>
                        <a:ext cx="110836" cy="41393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84" name="직사각형 83">
                        <a:extLst>
                          <a:ext uri="{FF2B5EF4-FFF2-40B4-BE49-F238E27FC236}">
                            <a16:creationId xmlns:a16="http://schemas.microsoft.com/office/drawing/2014/main" id="{91A76EB2-74A7-AA3A-0754-4201139C271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34050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85" name="직사각형 84">
                        <a:extLst>
                          <a:ext uri="{FF2B5EF4-FFF2-40B4-BE49-F238E27FC236}">
                            <a16:creationId xmlns:a16="http://schemas.microsoft.com/office/drawing/2014/main" id="{4FE77878-D16F-3533-0873-B2954AEFAD8E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948205"/>
                        <a:ext cx="110836" cy="413936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</p:grpSp>
                <p:grpSp>
                  <p:nvGrpSpPr>
                    <p:cNvPr id="77" name="그룹 76">
                      <a:extLst>
                        <a:ext uri="{FF2B5EF4-FFF2-40B4-BE49-F238E27FC236}">
                          <a16:creationId xmlns:a16="http://schemas.microsoft.com/office/drawing/2014/main" id="{8936D56D-849B-A10A-2FD2-94327015FC5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77384" y="5099755"/>
                      <a:ext cx="667504" cy="666298"/>
                      <a:chOff x="8377382" y="4544293"/>
                      <a:chExt cx="667504" cy="666298"/>
                    </a:xfrm>
                  </p:grpSpPr>
                  <p:sp>
                    <p:nvSpPr>
                      <p:cNvPr id="78" name="직사각형 77">
                        <a:extLst>
                          <a:ext uri="{FF2B5EF4-FFF2-40B4-BE49-F238E27FC236}">
                            <a16:creationId xmlns:a16="http://schemas.microsoft.com/office/drawing/2014/main" id="{DD6DB0D7-5E2D-3A0B-D80E-87DD41846A3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77382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79" name="직사각형 78">
                        <a:extLst>
                          <a:ext uri="{FF2B5EF4-FFF2-40B4-BE49-F238E27FC236}">
                            <a16:creationId xmlns:a16="http://schemas.microsoft.com/office/drawing/2014/main" id="{2C4E22E4-6810-7528-D064-E6624F4ED09F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392743"/>
                        <a:ext cx="110836" cy="41393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80" name="직사각형 79">
                        <a:extLst>
                          <a:ext uri="{FF2B5EF4-FFF2-40B4-BE49-F238E27FC236}">
                            <a16:creationId xmlns:a16="http://schemas.microsoft.com/office/drawing/2014/main" id="{DA6A37DE-D325-AD8D-EF21-56179F8B479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34050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81" name="직사각형 80">
                        <a:extLst>
                          <a:ext uri="{FF2B5EF4-FFF2-40B4-BE49-F238E27FC236}">
                            <a16:creationId xmlns:a16="http://schemas.microsoft.com/office/drawing/2014/main" id="{65D8C99B-D352-4FB6-6E3C-361277AFC595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948205"/>
                        <a:ext cx="110836" cy="41393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</p:grpSp>
              </p:grpSp>
              <p:sp>
                <p:nvSpPr>
                  <p:cNvPr id="75" name="직사각형 74">
                    <a:extLst>
                      <a:ext uri="{FF2B5EF4-FFF2-40B4-BE49-F238E27FC236}">
                        <a16:creationId xmlns:a16="http://schemas.microsoft.com/office/drawing/2014/main" id="{4D1EEAD1-7E4B-B9E9-119E-C1B7CEEE97B5}"/>
                      </a:ext>
                    </a:extLst>
                  </p:cNvPr>
                  <p:cNvSpPr/>
                  <p:nvPr/>
                </p:nvSpPr>
                <p:spPr>
                  <a:xfrm>
                    <a:off x="8808029" y="5562151"/>
                    <a:ext cx="101021" cy="110836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000"/>
                  </a:p>
                </p:txBody>
              </p:sp>
            </p:grpSp>
            <p:grpSp>
              <p:nvGrpSpPr>
                <p:cNvPr id="19" name="그룹 18">
                  <a:extLst>
                    <a:ext uri="{FF2B5EF4-FFF2-40B4-BE49-F238E27FC236}">
                      <a16:creationId xmlns:a16="http://schemas.microsoft.com/office/drawing/2014/main" id="{9CC8A0C6-EEF8-3B82-50F2-99E70806D494}"/>
                    </a:ext>
                  </a:extLst>
                </p:cNvPr>
                <p:cNvGrpSpPr/>
                <p:nvPr/>
              </p:nvGrpSpPr>
              <p:grpSpPr>
                <a:xfrm>
                  <a:off x="9003883" y="4451227"/>
                  <a:ext cx="796802" cy="1221760"/>
                  <a:chOff x="8112248" y="4451227"/>
                  <a:chExt cx="796802" cy="1221760"/>
                </a:xfrm>
              </p:grpSpPr>
              <p:grpSp>
                <p:nvGrpSpPr>
                  <p:cNvPr id="62" name="그룹 61">
                    <a:extLst>
                      <a:ext uri="{FF2B5EF4-FFF2-40B4-BE49-F238E27FC236}">
                        <a16:creationId xmlns:a16="http://schemas.microsoft.com/office/drawing/2014/main" id="{18E12A04-BBF6-CD71-ABD7-9698C7C66AB4}"/>
                      </a:ext>
                    </a:extLst>
                  </p:cNvPr>
                  <p:cNvGrpSpPr/>
                  <p:nvPr/>
                </p:nvGrpSpPr>
                <p:grpSpPr>
                  <a:xfrm>
                    <a:off x="8112248" y="4451227"/>
                    <a:ext cx="667506" cy="1221760"/>
                    <a:chOff x="8377382" y="4544293"/>
                    <a:chExt cx="667506" cy="1221760"/>
                  </a:xfrm>
                </p:grpSpPr>
                <p:grpSp>
                  <p:nvGrpSpPr>
                    <p:cNvPr id="64" name="그룹 63">
                      <a:extLst>
                        <a:ext uri="{FF2B5EF4-FFF2-40B4-BE49-F238E27FC236}">
                          <a16:creationId xmlns:a16="http://schemas.microsoft.com/office/drawing/2014/main" id="{0DCC7F98-7FDC-0094-22A9-5112B9631DC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77382" y="4544293"/>
                      <a:ext cx="667504" cy="666298"/>
                      <a:chOff x="8377382" y="4544293"/>
                      <a:chExt cx="667504" cy="666298"/>
                    </a:xfrm>
                  </p:grpSpPr>
                  <p:sp>
                    <p:nvSpPr>
                      <p:cNvPr id="70" name="직사각형 69">
                        <a:extLst>
                          <a:ext uri="{FF2B5EF4-FFF2-40B4-BE49-F238E27FC236}">
                            <a16:creationId xmlns:a16="http://schemas.microsoft.com/office/drawing/2014/main" id="{8CA3A958-288B-5F24-C4DB-31D0B39364F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77382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71" name="직사각형 70">
                        <a:extLst>
                          <a:ext uri="{FF2B5EF4-FFF2-40B4-BE49-F238E27FC236}">
                            <a16:creationId xmlns:a16="http://schemas.microsoft.com/office/drawing/2014/main" id="{BCA3A5C0-C7BF-2E7A-D87D-A39136069592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392743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72" name="직사각형 71">
                        <a:extLst>
                          <a:ext uri="{FF2B5EF4-FFF2-40B4-BE49-F238E27FC236}">
                            <a16:creationId xmlns:a16="http://schemas.microsoft.com/office/drawing/2014/main" id="{F6BB4C5F-934E-3899-B3E9-54D8FE5BE7D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34050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73" name="직사각형 72">
                        <a:extLst>
                          <a:ext uri="{FF2B5EF4-FFF2-40B4-BE49-F238E27FC236}">
                            <a16:creationId xmlns:a16="http://schemas.microsoft.com/office/drawing/2014/main" id="{90FCEE55-9C82-7247-36FF-2112B69FA525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948205"/>
                        <a:ext cx="110836" cy="413936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</p:grpSp>
                <p:grpSp>
                  <p:nvGrpSpPr>
                    <p:cNvPr id="65" name="그룹 64">
                      <a:extLst>
                        <a:ext uri="{FF2B5EF4-FFF2-40B4-BE49-F238E27FC236}">
                          <a16:creationId xmlns:a16="http://schemas.microsoft.com/office/drawing/2014/main" id="{7E93513E-9585-6914-9108-92C9AB7F210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77384" y="5099755"/>
                      <a:ext cx="667504" cy="666298"/>
                      <a:chOff x="8377382" y="4544293"/>
                      <a:chExt cx="667504" cy="666298"/>
                    </a:xfrm>
                  </p:grpSpPr>
                  <p:sp>
                    <p:nvSpPr>
                      <p:cNvPr id="66" name="직사각형 65">
                        <a:extLst>
                          <a:ext uri="{FF2B5EF4-FFF2-40B4-BE49-F238E27FC236}">
                            <a16:creationId xmlns:a16="http://schemas.microsoft.com/office/drawing/2014/main" id="{1A81924A-B44E-F67E-D33D-C616284A01C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77382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67" name="직사각형 66">
                        <a:extLst>
                          <a:ext uri="{FF2B5EF4-FFF2-40B4-BE49-F238E27FC236}">
                            <a16:creationId xmlns:a16="http://schemas.microsoft.com/office/drawing/2014/main" id="{18AB9D03-44D1-6FDF-D6B3-EF6FDD2DA89D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392743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68" name="직사각형 67">
                        <a:extLst>
                          <a:ext uri="{FF2B5EF4-FFF2-40B4-BE49-F238E27FC236}">
                            <a16:creationId xmlns:a16="http://schemas.microsoft.com/office/drawing/2014/main" id="{553DD385-65AD-80CA-96B3-2CC807D8B03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34050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69" name="직사각형 68">
                        <a:extLst>
                          <a:ext uri="{FF2B5EF4-FFF2-40B4-BE49-F238E27FC236}">
                            <a16:creationId xmlns:a16="http://schemas.microsoft.com/office/drawing/2014/main" id="{12D167E4-1211-0A2A-C0F0-845CC03ED679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948205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</p:grpSp>
              </p:grpSp>
              <p:sp>
                <p:nvSpPr>
                  <p:cNvPr id="63" name="직사각형 62">
                    <a:extLst>
                      <a:ext uri="{FF2B5EF4-FFF2-40B4-BE49-F238E27FC236}">
                        <a16:creationId xmlns:a16="http://schemas.microsoft.com/office/drawing/2014/main" id="{A9186EE1-FEDD-59B2-B5E8-6C0527D1B98F}"/>
                      </a:ext>
                    </a:extLst>
                  </p:cNvPr>
                  <p:cNvSpPr/>
                  <p:nvPr/>
                </p:nvSpPr>
                <p:spPr>
                  <a:xfrm>
                    <a:off x="8808029" y="5562151"/>
                    <a:ext cx="101021" cy="110836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000"/>
                  </a:p>
                </p:txBody>
              </p:sp>
            </p:grpSp>
            <p:grpSp>
              <p:nvGrpSpPr>
                <p:cNvPr id="20" name="그룹 19">
                  <a:extLst>
                    <a:ext uri="{FF2B5EF4-FFF2-40B4-BE49-F238E27FC236}">
                      <a16:creationId xmlns:a16="http://schemas.microsoft.com/office/drawing/2014/main" id="{9279227F-82DD-A38C-759A-FC373C01FAD0}"/>
                    </a:ext>
                  </a:extLst>
                </p:cNvPr>
                <p:cNvGrpSpPr/>
                <p:nvPr/>
              </p:nvGrpSpPr>
              <p:grpSpPr>
                <a:xfrm>
                  <a:off x="9935853" y="4451227"/>
                  <a:ext cx="796802" cy="1221760"/>
                  <a:chOff x="8112248" y="4451227"/>
                  <a:chExt cx="796802" cy="1221760"/>
                </a:xfrm>
              </p:grpSpPr>
              <p:grpSp>
                <p:nvGrpSpPr>
                  <p:cNvPr id="45" name="그룹 44">
                    <a:extLst>
                      <a:ext uri="{FF2B5EF4-FFF2-40B4-BE49-F238E27FC236}">
                        <a16:creationId xmlns:a16="http://schemas.microsoft.com/office/drawing/2014/main" id="{A4F78DF7-6FB4-A122-1214-39B0ACB580FB}"/>
                      </a:ext>
                    </a:extLst>
                  </p:cNvPr>
                  <p:cNvGrpSpPr/>
                  <p:nvPr/>
                </p:nvGrpSpPr>
                <p:grpSpPr>
                  <a:xfrm>
                    <a:off x="8112248" y="4451227"/>
                    <a:ext cx="667506" cy="1221760"/>
                    <a:chOff x="8377382" y="4544293"/>
                    <a:chExt cx="667506" cy="1221760"/>
                  </a:xfrm>
                </p:grpSpPr>
                <p:grpSp>
                  <p:nvGrpSpPr>
                    <p:cNvPr id="49" name="그룹 48">
                      <a:extLst>
                        <a:ext uri="{FF2B5EF4-FFF2-40B4-BE49-F238E27FC236}">
                          <a16:creationId xmlns:a16="http://schemas.microsoft.com/office/drawing/2014/main" id="{2B3D46C6-17C7-2E3A-1103-9603B0F31FB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77382" y="4544293"/>
                      <a:ext cx="667504" cy="666298"/>
                      <a:chOff x="8377382" y="4544293"/>
                      <a:chExt cx="667504" cy="666298"/>
                    </a:xfrm>
                  </p:grpSpPr>
                  <p:sp>
                    <p:nvSpPr>
                      <p:cNvPr id="58" name="직사각형 57">
                        <a:extLst>
                          <a:ext uri="{FF2B5EF4-FFF2-40B4-BE49-F238E27FC236}">
                            <a16:creationId xmlns:a16="http://schemas.microsoft.com/office/drawing/2014/main" id="{D99963F4-54AC-78D2-E233-09CCFC5028A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77382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59" name="직사각형 58">
                        <a:extLst>
                          <a:ext uri="{FF2B5EF4-FFF2-40B4-BE49-F238E27FC236}">
                            <a16:creationId xmlns:a16="http://schemas.microsoft.com/office/drawing/2014/main" id="{7E956468-F71D-3568-715E-DB7896458EE3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392743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60" name="직사각형 59">
                        <a:extLst>
                          <a:ext uri="{FF2B5EF4-FFF2-40B4-BE49-F238E27FC236}">
                            <a16:creationId xmlns:a16="http://schemas.microsoft.com/office/drawing/2014/main" id="{D7EDEABC-7152-2D7E-D60C-6F56325B0D1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34050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61" name="직사각형 60">
                        <a:extLst>
                          <a:ext uri="{FF2B5EF4-FFF2-40B4-BE49-F238E27FC236}">
                            <a16:creationId xmlns:a16="http://schemas.microsoft.com/office/drawing/2014/main" id="{6129D091-593C-988F-D1FE-C5491F2054C9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948205"/>
                        <a:ext cx="110836" cy="413936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</p:grpSp>
                <p:grpSp>
                  <p:nvGrpSpPr>
                    <p:cNvPr id="51" name="그룹 50">
                      <a:extLst>
                        <a:ext uri="{FF2B5EF4-FFF2-40B4-BE49-F238E27FC236}">
                          <a16:creationId xmlns:a16="http://schemas.microsoft.com/office/drawing/2014/main" id="{1854221C-22F3-C296-FFF0-640E718D62C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77384" y="5099755"/>
                      <a:ext cx="667504" cy="666298"/>
                      <a:chOff x="8377382" y="4544293"/>
                      <a:chExt cx="667504" cy="666298"/>
                    </a:xfrm>
                  </p:grpSpPr>
                  <p:sp>
                    <p:nvSpPr>
                      <p:cNvPr id="53" name="직사각형 52">
                        <a:extLst>
                          <a:ext uri="{FF2B5EF4-FFF2-40B4-BE49-F238E27FC236}">
                            <a16:creationId xmlns:a16="http://schemas.microsoft.com/office/drawing/2014/main" id="{32DE110F-E864-9186-2701-92B9B56E2A3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77382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55" name="직사각형 54">
                        <a:extLst>
                          <a:ext uri="{FF2B5EF4-FFF2-40B4-BE49-F238E27FC236}">
                            <a16:creationId xmlns:a16="http://schemas.microsoft.com/office/drawing/2014/main" id="{E895FBF5-0897-4624-7991-FF275D486CAE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392743"/>
                        <a:ext cx="110836" cy="41393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56" name="직사각형 55">
                        <a:extLst>
                          <a:ext uri="{FF2B5EF4-FFF2-40B4-BE49-F238E27FC236}">
                            <a16:creationId xmlns:a16="http://schemas.microsoft.com/office/drawing/2014/main" id="{0F64A1CC-5258-56BD-9514-3247ADABD2F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34050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57" name="직사각형 56">
                        <a:extLst>
                          <a:ext uri="{FF2B5EF4-FFF2-40B4-BE49-F238E27FC236}">
                            <a16:creationId xmlns:a16="http://schemas.microsoft.com/office/drawing/2014/main" id="{BCE35D4A-05B3-1CA4-9633-9E7D087942FE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948205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</p:grpSp>
              </p:grpSp>
              <p:sp>
                <p:nvSpPr>
                  <p:cNvPr id="47" name="직사각형 46">
                    <a:extLst>
                      <a:ext uri="{FF2B5EF4-FFF2-40B4-BE49-F238E27FC236}">
                        <a16:creationId xmlns:a16="http://schemas.microsoft.com/office/drawing/2014/main" id="{3A0BBAEC-49F4-2140-FFA6-D521D843B46D}"/>
                      </a:ext>
                    </a:extLst>
                  </p:cNvPr>
                  <p:cNvSpPr/>
                  <p:nvPr/>
                </p:nvSpPr>
                <p:spPr>
                  <a:xfrm>
                    <a:off x="8808029" y="5562151"/>
                    <a:ext cx="101021" cy="110836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000"/>
                  </a:p>
                </p:txBody>
              </p:sp>
            </p:grpSp>
            <p:grpSp>
              <p:nvGrpSpPr>
                <p:cNvPr id="22" name="그룹 21">
                  <a:extLst>
                    <a:ext uri="{FF2B5EF4-FFF2-40B4-BE49-F238E27FC236}">
                      <a16:creationId xmlns:a16="http://schemas.microsoft.com/office/drawing/2014/main" id="{DAD6B637-D698-8092-6C85-8080DD6D910B}"/>
                    </a:ext>
                  </a:extLst>
                </p:cNvPr>
                <p:cNvGrpSpPr/>
                <p:nvPr/>
              </p:nvGrpSpPr>
              <p:grpSpPr>
                <a:xfrm>
                  <a:off x="10845365" y="4451227"/>
                  <a:ext cx="796802" cy="1221760"/>
                  <a:chOff x="8112248" y="4451227"/>
                  <a:chExt cx="796802" cy="1221760"/>
                </a:xfrm>
              </p:grpSpPr>
              <p:grpSp>
                <p:nvGrpSpPr>
                  <p:cNvPr id="24" name="그룹 23">
                    <a:extLst>
                      <a:ext uri="{FF2B5EF4-FFF2-40B4-BE49-F238E27FC236}">
                        <a16:creationId xmlns:a16="http://schemas.microsoft.com/office/drawing/2014/main" id="{7EE0702B-867D-B3D8-92AA-80EBCBBCD537}"/>
                      </a:ext>
                    </a:extLst>
                  </p:cNvPr>
                  <p:cNvGrpSpPr/>
                  <p:nvPr/>
                </p:nvGrpSpPr>
                <p:grpSpPr>
                  <a:xfrm>
                    <a:off x="8112248" y="4451227"/>
                    <a:ext cx="667506" cy="1221760"/>
                    <a:chOff x="8377382" y="4544293"/>
                    <a:chExt cx="667506" cy="1221760"/>
                  </a:xfrm>
                </p:grpSpPr>
                <p:grpSp>
                  <p:nvGrpSpPr>
                    <p:cNvPr id="27" name="그룹 26">
                      <a:extLst>
                        <a:ext uri="{FF2B5EF4-FFF2-40B4-BE49-F238E27FC236}">
                          <a16:creationId xmlns:a16="http://schemas.microsoft.com/office/drawing/2014/main" id="{E26FDE7D-BCE8-B71E-4DD0-04264AC821C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77382" y="4544293"/>
                      <a:ext cx="667504" cy="666298"/>
                      <a:chOff x="8377382" y="4544293"/>
                      <a:chExt cx="667504" cy="666298"/>
                    </a:xfrm>
                  </p:grpSpPr>
                  <p:sp>
                    <p:nvSpPr>
                      <p:cNvPr id="41" name="직사각형 40">
                        <a:extLst>
                          <a:ext uri="{FF2B5EF4-FFF2-40B4-BE49-F238E27FC236}">
                            <a16:creationId xmlns:a16="http://schemas.microsoft.com/office/drawing/2014/main" id="{451BBE00-F50D-6328-FBF9-3237ECC2814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77382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42" name="직사각형 41">
                        <a:extLst>
                          <a:ext uri="{FF2B5EF4-FFF2-40B4-BE49-F238E27FC236}">
                            <a16:creationId xmlns:a16="http://schemas.microsoft.com/office/drawing/2014/main" id="{3D3D48F5-27AB-BCA3-EF93-62CBD051516F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392743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43" name="직사각형 42">
                        <a:extLst>
                          <a:ext uri="{FF2B5EF4-FFF2-40B4-BE49-F238E27FC236}">
                            <a16:creationId xmlns:a16="http://schemas.microsoft.com/office/drawing/2014/main" id="{A9293933-E37C-4A3A-0260-2DB19D2D59D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34050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44" name="직사각형 43">
                        <a:extLst>
                          <a:ext uri="{FF2B5EF4-FFF2-40B4-BE49-F238E27FC236}">
                            <a16:creationId xmlns:a16="http://schemas.microsoft.com/office/drawing/2014/main" id="{A0419367-6C30-92B8-4D19-D3D563ECD34F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948205"/>
                        <a:ext cx="110836" cy="413936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</p:grpSp>
                <p:grpSp>
                  <p:nvGrpSpPr>
                    <p:cNvPr id="30" name="그룹 29">
                      <a:extLst>
                        <a:ext uri="{FF2B5EF4-FFF2-40B4-BE49-F238E27FC236}">
                          <a16:creationId xmlns:a16="http://schemas.microsoft.com/office/drawing/2014/main" id="{F5E7556A-1280-8CC7-9BF4-6F68DD5FF9E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77384" y="5099755"/>
                      <a:ext cx="667504" cy="666298"/>
                      <a:chOff x="8377382" y="4544293"/>
                      <a:chExt cx="667504" cy="666298"/>
                    </a:xfrm>
                  </p:grpSpPr>
                  <p:sp>
                    <p:nvSpPr>
                      <p:cNvPr id="34" name="직사각형 33">
                        <a:extLst>
                          <a:ext uri="{FF2B5EF4-FFF2-40B4-BE49-F238E27FC236}">
                            <a16:creationId xmlns:a16="http://schemas.microsoft.com/office/drawing/2014/main" id="{EF65CAA9-04DD-1B63-11BA-AA6986289EA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77382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36" name="직사각형 35">
                        <a:extLst>
                          <a:ext uri="{FF2B5EF4-FFF2-40B4-BE49-F238E27FC236}">
                            <a16:creationId xmlns:a16="http://schemas.microsoft.com/office/drawing/2014/main" id="{738BA6B0-9018-9A24-9CCB-1057DD1A29E7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392743"/>
                        <a:ext cx="110836" cy="41393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38" name="직사각형 37">
                        <a:extLst>
                          <a:ext uri="{FF2B5EF4-FFF2-40B4-BE49-F238E27FC236}">
                            <a16:creationId xmlns:a16="http://schemas.microsoft.com/office/drawing/2014/main" id="{556F75DD-4AE6-C755-C22C-2F925BE2A14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34050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40" name="직사각형 39">
                        <a:extLst>
                          <a:ext uri="{FF2B5EF4-FFF2-40B4-BE49-F238E27FC236}">
                            <a16:creationId xmlns:a16="http://schemas.microsoft.com/office/drawing/2014/main" id="{D4B4A222-C911-2254-7319-E19436BA158A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948205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</p:grpSp>
              </p:grpSp>
              <p:sp>
                <p:nvSpPr>
                  <p:cNvPr id="26" name="직사각형 25">
                    <a:extLst>
                      <a:ext uri="{FF2B5EF4-FFF2-40B4-BE49-F238E27FC236}">
                        <a16:creationId xmlns:a16="http://schemas.microsoft.com/office/drawing/2014/main" id="{44FD30B5-F1C8-1180-EF46-945DE943848C}"/>
                      </a:ext>
                    </a:extLst>
                  </p:cNvPr>
                  <p:cNvSpPr/>
                  <p:nvPr/>
                </p:nvSpPr>
                <p:spPr>
                  <a:xfrm>
                    <a:off x="8808029" y="5562151"/>
                    <a:ext cx="101021" cy="110836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000"/>
                  </a:p>
                </p:txBody>
              </p:sp>
            </p:grpSp>
          </p:grpSp>
        </p:grpSp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2E10067C-A66A-AF1C-5482-F599777BAB1D}"/>
                </a:ext>
              </a:extLst>
            </p:cNvPr>
            <p:cNvCxnSpPr/>
            <p:nvPr/>
          </p:nvCxnSpPr>
          <p:spPr>
            <a:xfrm flipV="1">
              <a:off x="11603612" y="1465226"/>
              <a:ext cx="0" cy="77001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0178041-E5FA-5450-3134-C00C44700023}"/>
                </a:ext>
              </a:extLst>
            </p:cNvPr>
            <p:cNvSpPr txBox="1"/>
            <p:nvPr/>
          </p:nvSpPr>
          <p:spPr>
            <a:xfrm>
              <a:off x="11105983" y="2235241"/>
              <a:ext cx="2336800" cy="5800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50"/>
                <a:t>cursor 0</a:t>
              </a:r>
              <a:endParaRPr lang="ko-KR" altLang="en-US" sz="1050"/>
            </a:p>
          </p:txBody>
        </p:sp>
      </p:grpSp>
      <p:grpSp>
        <p:nvGrpSpPr>
          <p:cNvPr id="144" name="그룹 143">
            <a:extLst>
              <a:ext uri="{FF2B5EF4-FFF2-40B4-BE49-F238E27FC236}">
                <a16:creationId xmlns:a16="http://schemas.microsoft.com/office/drawing/2014/main" id="{FCFDB55C-083B-CD7B-D071-140E3F158B01}"/>
              </a:ext>
            </a:extLst>
          </p:cNvPr>
          <p:cNvGrpSpPr/>
          <p:nvPr/>
        </p:nvGrpSpPr>
        <p:grpSpPr>
          <a:xfrm>
            <a:off x="8317473" y="4059384"/>
            <a:ext cx="1940068" cy="1109975"/>
            <a:chOff x="9165688" y="310942"/>
            <a:chExt cx="3666110" cy="2460983"/>
          </a:xfrm>
        </p:grpSpPr>
        <p:grpSp>
          <p:nvGrpSpPr>
            <p:cNvPr id="145" name="그룹 144">
              <a:extLst>
                <a:ext uri="{FF2B5EF4-FFF2-40B4-BE49-F238E27FC236}">
                  <a16:creationId xmlns:a16="http://schemas.microsoft.com/office/drawing/2014/main" id="{4E01EDBD-051C-32DB-EAA2-92E854816026}"/>
                </a:ext>
              </a:extLst>
            </p:cNvPr>
            <p:cNvGrpSpPr/>
            <p:nvPr/>
          </p:nvGrpSpPr>
          <p:grpSpPr>
            <a:xfrm>
              <a:off x="9165688" y="310942"/>
              <a:ext cx="2860497" cy="994910"/>
              <a:chOff x="8147507" y="4717048"/>
              <a:chExt cx="2860497" cy="994910"/>
            </a:xfrm>
          </p:grpSpPr>
          <p:sp>
            <p:nvSpPr>
              <p:cNvPr id="148" name="직사각형 147">
                <a:extLst>
                  <a:ext uri="{FF2B5EF4-FFF2-40B4-BE49-F238E27FC236}">
                    <a16:creationId xmlns:a16="http://schemas.microsoft.com/office/drawing/2014/main" id="{0B52BAC9-49EC-EDC1-133C-4A85CAFC0A72}"/>
                  </a:ext>
                </a:extLst>
              </p:cNvPr>
              <p:cNvSpPr/>
              <p:nvPr/>
            </p:nvSpPr>
            <p:spPr>
              <a:xfrm>
                <a:off x="8147507" y="4717048"/>
                <a:ext cx="2860497" cy="994910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grpSp>
            <p:nvGrpSpPr>
              <p:cNvPr id="149" name="그룹 148">
                <a:extLst>
                  <a:ext uri="{FF2B5EF4-FFF2-40B4-BE49-F238E27FC236}">
                    <a16:creationId xmlns:a16="http://schemas.microsoft.com/office/drawing/2014/main" id="{B6DB0FF7-100A-FFEE-C99D-7B94D7B2AE38}"/>
                  </a:ext>
                </a:extLst>
              </p:cNvPr>
              <p:cNvGrpSpPr/>
              <p:nvPr/>
            </p:nvGrpSpPr>
            <p:grpSpPr>
              <a:xfrm>
                <a:off x="8408334" y="4819650"/>
                <a:ext cx="2500334" cy="808179"/>
                <a:chOff x="8112248" y="4451227"/>
                <a:chExt cx="3529919" cy="1221760"/>
              </a:xfrm>
            </p:grpSpPr>
            <p:grpSp>
              <p:nvGrpSpPr>
                <p:cNvPr id="150" name="그룹 149">
                  <a:extLst>
                    <a:ext uri="{FF2B5EF4-FFF2-40B4-BE49-F238E27FC236}">
                      <a16:creationId xmlns:a16="http://schemas.microsoft.com/office/drawing/2014/main" id="{7D88547E-9F7A-C49D-E8ED-C9A89BE9BEDD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796802" cy="1221760"/>
                  <a:chOff x="8112248" y="4451227"/>
                  <a:chExt cx="796802" cy="1221760"/>
                </a:xfrm>
              </p:grpSpPr>
              <p:grpSp>
                <p:nvGrpSpPr>
                  <p:cNvPr id="190" name="그룹 189">
                    <a:extLst>
                      <a:ext uri="{FF2B5EF4-FFF2-40B4-BE49-F238E27FC236}">
                        <a16:creationId xmlns:a16="http://schemas.microsoft.com/office/drawing/2014/main" id="{DDE4AFD9-7264-23F9-BAE3-FF2EE54F5733}"/>
                      </a:ext>
                    </a:extLst>
                  </p:cNvPr>
                  <p:cNvGrpSpPr/>
                  <p:nvPr/>
                </p:nvGrpSpPr>
                <p:grpSpPr>
                  <a:xfrm>
                    <a:off x="8112248" y="4451227"/>
                    <a:ext cx="667506" cy="1221760"/>
                    <a:chOff x="8377382" y="4544293"/>
                    <a:chExt cx="667506" cy="1221760"/>
                  </a:xfrm>
                </p:grpSpPr>
                <p:grpSp>
                  <p:nvGrpSpPr>
                    <p:cNvPr id="192" name="그룹 191">
                      <a:extLst>
                        <a:ext uri="{FF2B5EF4-FFF2-40B4-BE49-F238E27FC236}">
                          <a16:creationId xmlns:a16="http://schemas.microsoft.com/office/drawing/2014/main" id="{E9CE58FA-DD78-2B24-7B61-8A279EB4DD0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77382" y="4544293"/>
                      <a:ext cx="667504" cy="666298"/>
                      <a:chOff x="8377382" y="4544293"/>
                      <a:chExt cx="667504" cy="666298"/>
                    </a:xfrm>
                  </p:grpSpPr>
                  <p:sp>
                    <p:nvSpPr>
                      <p:cNvPr id="198" name="직사각형 197">
                        <a:extLst>
                          <a:ext uri="{FF2B5EF4-FFF2-40B4-BE49-F238E27FC236}">
                            <a16:creationId xmlns:a16="http://schemas.microsoft.com/office/drawing/2014/main" id="{6BAFA7E0-FD2F-939F-8E08-5C042B1A97D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77382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199" name="직사각형 198">
                        <a:extLst>
                          <a:ext uri="{FF2B5EF4-FFF2-40B4-BE49-F238E27FC236}">
                            <a16:creationId xmlns:a16="http://schemas.microsoft.com/office/drawing/2014/main" id="{0CB2EA1A-CB4E-5793-605A-798CA3AE2E5E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392743"/>
                        <a:ext cx="110836" cy="41393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200" name="직사각형 199">
                        <a:extLst>
                          <a:ext uri="{FF2B5EF4-FFF2-40B4-BE49-F238E27FC236}">
                            <a16:creationId xmlns:a16="http://schemas.microsoft.com/office/drawing/2014/main" id="{8C99EA81-3EEA-8CFB-5F96-18F4D80220C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34050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201" name="직사각형 200">
                        <a:extLst>
                          <a:ext uri="{FF2B5EF4-FFF2-40B4-BE49-F238E27FC236}">
                            <a16:creationId xmlns:a16="http://schemas.microsoft.com/office/drawing/2014/main" id="{8D57852C-1E7D-6AAC-08FC-E5D3EA7693E2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948205"/>
                        <a:ext cx="110836" cy="413936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</p:grpSp>
                <p:grpSp>
                  <p:nvGrpSpPr>
                    <p:cNvPr id="193" name="그룹 192">
                      <a:extLst>
                        <a:ext uri="{FF2B5EF4-FFF2-40B4-BE49-F238E27FC236}">
                          <a16:creationId xmlns:a16="http://schemas.microsoft.com/office/drawing/2014/main" id="{259291FF-B436-B03C-2EA8-153F6D3E8B6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77384" y="5099755"/>
                      <a:ext cx="667504" cy="666298"/>
                      <a:chOff x="8377382" y="4544293"/>
                      <a:chExt cx="667504" cy="666298"/>
                    </a:xfrm>
                  </p:grpSpPr>
                  <p:sp>
                    <p:nvSpPr>
                      <p:cNvPr id="194" name="직사각형 193">
                        <a:extLst>
                          <a:ext uri="{FF2B5EF4-FFF2-40B4-BE49-F238E27FC236}">
                            <a16:creationId xmlns:a16="http://schemas.microsoft.com/office/drawing/2014/main" id="{3D9B214E-1FB0-69CD-1525-CB7ED14F023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77382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195" name="직사각형 194">
                        <a:extLst>
                          <a:ext uri="{FF2B5EF4-FFF2-40B4-BE49-F238E27FC236}">
                            <a16:creationId xmlns:a16="http://schemas.microsoft.com/office/drawing/2014/main" id="{0018CCFF-752C-EEEA-1848-803D23E5A99A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392743"/>
                        <a:ext cx="110836" cy="41393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196" name="직사각형 195">
                        <a:extLst>
                          <a:ext uri="{FF2B5EF4-FFF2-40B4-BE49-F238E27FC236}">
                            <a16:creationId xmlns:a16="http://schemas.microsoft.com/office/drawing/2014/main" id="{CBD1B3A2-11F7-8DDC-1BA6-A9EAE8376BC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34050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197" name="직사각형 196">
                        <a:extLst>
                          <a:ext uri="{FF2B5EF4-FFF2-40B4-BE49-F238E27FC236}">
                            <a16:creationId xmlns:a16="http://schemas.microsoft.com/office/drawing/2014/main" id="{F34E5243-655E-3D0B-D21A-C045928C7FDA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948205"/>
                        <a:ext cx="110836" cy="41393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</p:grpSp>
              </p:grpSp>
              <p:sp>
                <p:nvSpPr>
                  <p:cNvPr id="191" name="직사각형 190">
                    <a:extLst>
                      <a:ext uri="{FF2B5EF4-FFF2-40B4-BE49-F238E27FC236}">
                        <a16:creationId xmlns:a16="http://schemas.microsoft.com/office/drawing/2014/main" id="{06D157AE-23BA-76B4-583F-F6E74C5CE6EA}"/>
                      </a:ext>
                    </a:extLst>
                  </p:cNvPr>
                  <p:cNvSpPr/>
                  <p:nvPr/>
                </p:nvSpPr>
                <p:spPr>
                  <a:xfrm>
                    <a:off x="8808029" y="5562151"/>
                    <a:ext cx="101021" cy="110836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000"/>
                  </a:p>
                </p:txBody>
              </p:sp>
            </p:grpSp>
            <p:grpSp>
              <p:nvGrpSpPr>
                <p:cNvPr id="151" name="그룹 150">
                  <a:extLst>
                    <a:ext uri="{FF2B5EF4-FFF2-40B4-BE49-F238E27FC236}">
                      <a16:creationId xmlns:a16="http://schemas.microsoft.com/office/drawing/2014/main" id="{58C1F096-04A0-1B77-84E1-6CB5067B1374}"/>
                    </a:ext>
                  </a:extLst>
                </p:cNvPr>
                <p:cNvGrpSpPr/>
                <p:nvPr/>
              </p:nvGrpSpPr>
              <p:grpSpPr>
                <a:xfrm>
                  <a:off x="9003883" y="4451227"/>
                  <a:ext cx="796802" cy="1221760"/>
                  <a:chOff x="8112248" y="4451227"/>
                  <a:chExt cx="796802" cy="1221760"/>
                </a:xfrm>
              </p:grpSpPr>
              <p:grpSp>
                <p:nvGrpSpPr>
                  <p:cNvPr id="178" name="그룹 177">
                    <a:extLst>
                      <a:ext uri="{FF2B5EF4-FFF2-40B4-BE49-F238E27FC236}">
                        <a16:creationId xmlns:a16="http://schemas.microsoft.com/office/drawing/2014/main" id="{4E40A95C-568B-0631-761C-93A5B6E0E1CF}"/>
                      </a:ext>
                    </a:extLst>
                  </p:cNvPr>
                  <p:cNvGrpSpPr/>
                  <p:nvPr/>
                </p:nvGrpSpPr>
                <p:grpSpPr>
                  <a:xfrm>
                    <a:off x="8112248" y="4451227"/>
                    <a:ext cx="667506" cy="1221760"/>
                    <a:chOff x="8377382" y="4544293"/>
                    <a:chExt cx="667506" cy="1221760"/>
                  </a:xfrm>
                </p:grpSpPr>
                <p:grpSp>
                  <p:nvGrpSpPr>
                    <p:cNvPr id="180" name="그룹 179">
                      <a:extLst>
                        <a:ext uri="{FF2B5EF4-FFF2-40B4-BE49-F238E27FC236}">
                          <a16:creationId xmlns:a16="http://schemas.microsoft.com/office/drawing/2014/main" id="{F9AD5500-7B6D-0277-69E1-4717070CFE4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77382" y="4544293"/>
                      <a:ext cx="667504" cy="666298"/>
                      <a:chOff x="8377382" y="4544293"/>
                      <a:chExt cx="667504" cy="666298"/>
                    </a:xfrm>
                  </p:grpSpPr>
                  <p:sp>
                    <p:nvSpPr>
                      <p:cNvPr id="186" name="직사각형 185">
                        <a:extLst>
                          <a:ext uri="{FF2B5EF4-FFF2-40B4-BE49-F238E27FC236}">
                            <a16:creationId xmlns:a16="http://schemas.microsoft.com/office/drawing/2014/main" id="{C6D60CD7-03ED-5F32-67D2-A22CAA0A87B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77382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187" name="직사각형 186">
                        <a:extLst>
                          <a:ext uri="{FF2B5EF4-FFF2-40B4-BE49-F238E27FC236}">
                            <a16:creationId xmlns:a16="http://schemas.microsoft.com/office/drawing/2014/main" id="{F9C74869-6E77-46C6-42D3-057603642C00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392743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188" name="직사각형 187">
                        <a:extLst>
                          <a:ext uri="{FF2B5EF4-FFF2-40B4-BE49-F238E27FC236}">
                            <a16:creationId xmlns:a16="http://schemas.microsoft.com/office/drawing/2014/main" id="{3CF53912-5AC0-5B1C-2DCB-A5B797115D1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34050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189" name="직사각형 188">
                        <a:extLst>
                          <a:ext uri="{FF2B5EF4-FFF2-40B4-BE49-F238E27FC236}">
                            <a16:creationId xmlns:a16="http://schemas.microsoft.com/office/drawing/2014/main" id="{D1C2FD02-FC40-169D-D49D-B8223B57C3B3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948205"/>
                        <a:ext cx="110836" cy="413936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</p:grpSp>
                <p:grpSp>
                  <p:nvGrpSpPr>
                    <p:cNvPr id="181" name="그룹 180">
                      <a:extLst>
                        <a:ext uri="{FF2B5EF4-FFF2-40B4-BE49-F238E27FC236}">
                          <a16:creationId xmlns:a16="http://schemas.microsoft.com/office/drawing/2014/main" id="{56AE03AA-FFED-1080-997F-CD2BB4DC0AA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77384" y="5099755"/>
                      <a:ext cx="667504" cy="666298"/>
                      <a:chOff x="8377382" y="4544293"/>
                      <a:chExt cx="667504" cy="666298"/>
                    </a:xfrm>
                  </p:grpSpPr>
                  <p:sp>
                    <p:nvSpPr>
                      <p:cNvPr id="182" name="직사각형 181">
                        <a:extLst>
                          <a:ext uri="{FF2B5EF4-FFF2-40B4-BE49-F238E27FC236}">
                            <a16:creationId xmlns:a16="http://schemas.microsoft.com/office/drawing/2014/main" id="{264A9130-C22B-9626-9313-81231615017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77382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183" name="직사각형 182">
                        <a:extLst>
                          <a:ext uri="{FF2B5EF4-FFF2-40B4-BE49-F238E27FC236}">
                            <a16:creationId xmlns:a16="http://schemas.microsoft.com/office/drawing/2014/main" id="{77A5AB15-B009-5AB6-754D-90A5587E952F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392743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184" name="직사각형 183">
                        <a:extLst>
                          <a:ext uri="{FF2B5EF4-FFF2-40B4-BE49-F238E27FC236}">
                            <a16:creationId xmlns:a16="http://schemas.microsoft.com/office/drawing/2014/main" id="{1B47669A-B8DA-B2F5-46BB-934F73DA132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34050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185" name="직사각형 184">
                        <a:extLst>
                          <a:ext uri="{FF2B5EF4-FFF2-40B4-BE49-F238E27FC236}">
                            <a16:creationId xmlns:a16="http://schemas.microsoft.com/office/drawing/2014/main" id="{5F80C315-38E1-3100-646A-9892E21F2183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948205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</p:grpSp>
              </p:grpSp>
              <p:sp>
                <p:nvSpPr>
                  <p:cNvPr id="179" name="직사각형 178">
                    <a:extLst>
                      <a:ext uri="{FF2B5EF4-FFF2-40B4-BE49-F238E27FC236}">
                        <a16:creationId xmlns:a16="http://schemas.microsoft.com/office/drawing/2014/main" id="{F3553F3F-F4F0-229F-845A-559B58B7C21C}"/>
                      </a:ext>
                    </a:extLst>
                  </p:cNvPr>
                  <p:cNvSpPr/>
                  <p:nvPr/>
                </p:nvSpPr>
                <p:spPr>
                  <a:xfrm>
                    <a:off x="8808029" y="5562151"/>
                    <a:ext cx="101021" cy="110836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000"/>
                  </a:p>
                </p:txBody>
              </p:sp>
            </p:grpSp>
            <p:grpSp>
              <p:nvGrpSpPr>
                <p:cNvPr id="152" name="그룹 151">
                  <a:extLst>
                    <a:ext uri="{FF2B5EF4-FFF2-40B4-BE49-F238E27FC236}">
                      <a16:creationId xmlns:a16="http://schemas.microsoft.com/office/drawing/2014/main" id="{2E074B6F-C8DE-44EF-3CC7-1D66BADD7ED2}"/>
                    </a:ext>
                  </a:extLst>
                </p:cNvPr>
                <p:cNvGrpSpPr/>
                <p:nvPr/>
              </p:nvGrpSpPr>
              <p:grpSpPr>
                <a:xfrm>
                  <a:off x="9935853" y="4451227"/>
                  <a:ext cx="796802" cy="1221760"/>
                  <a:chOff x="8112248" y="4451227"/>
                  <a:chExt cx="796802" cy="1221760"/>
                </a:xfrm>
              </p:grpSpPr>
              <p:grpSp>
                <p:nvGrpSpPr>
                  <p:cNvPr id="166" name="그룹 165">
                    <a:extLst>
                      <a:ext uri="{FF2B5EF4-FFF2-40B4-BE49-F238E27FC236}">
                        <a16:creationId xmlns:a16="http://schemas.microsoft.com/office/drawing/2014/main" id="{4697A8E6-623B-F14C-01D8-6CE74A7088B9}"/>
                      </a:ext>
                    </a:extLst>
                  </p:cNvPr>
                  <p:cNvGrpSpPr/>
                  <p:nvPr/>
                </p:nvGrpSpPr>
                <p:grpSpPr>
                  <a:xfrm>
                    <a:off x="8112248" y="4451227"/>
                    <a:ext cx="667506" cy="1221760"/>
                    <a:chOff x="8377382" y="4544293"/>
                    <a:chExt cx="667506" cy="1221760"/>
                  </a:xfrm>
                </p:grpSpPr>
                <p:grpSp>
                  <p:nvGrpSpPr>
                    <p:cNvPr id="168" name="그룹 167">
                      <a:extLst>
                        <a:ext uri="{FF2B5EF4-FFF2-40B4-BE49-F238E27FC236}">
                          <a16:creationId xmlns:a16="http://schemas.microsoft.com/office/drawing/2014/main" id="{54EBBFBC-1555-7C08-A8FA-1FC14F28823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77382" y="4544293"/>
                      <a:ext cx="667504" cy="666298"/>
                      <a:chOff x="8377382" y="4544293"/>
                      <a:chExt cx="667504" cy="666298"/>
                    </a:xfrm>
                  </p:grpSpPr>
                  <p:sp>
                    <p:nvSpPr>
                      <p:cNvPr id="174" name="직사각형 173">
                        <a:extLst>
                          <a:ext uri="{FF2B5EF4-FFF2-40B4-BE49-F238E27FC236}">
                            <a16:creationId xmlns:a16="http://schemas.microsoft.com/office/drawing/2014/main" id="{58C471DA-7C69-8890-157D-7FD99DC5D71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77382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175" name="직사각형 174">
                        <a:extLst>
                          <a:ext uri="{FF2B5EF4-FFF2-40B4-BE49-F238E27FC236}">
                            <a16:creationId xmlns:a16="http://schemas.microsoft.com/office/drawing/2014/main" id="{704DE007-342B-893B-C385-DA30D46E8783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392743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176" name="직사각형 175">
                        <a:extLst>
                          <a:ext uri="{FF2B5EF4-FFF2-40B4-BE49-F238E27FC236}">
                            <a16:creationId xmlns:a16="http://schemas.microsoft.com/office/drawing/2014/main" id="{F8F982F3-2DDE-52E6-DD75-75EF36A6DF9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34050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177" name="직사각형 176">
                        <a:extLst>
                          <a:ext uri="{FF2B5EF4-FFF2-40B4-BE49-F238E27FC236}">
                            <a16:creationId xmlns:a16="http://schemas.microsoft.com/office/drawing/2014/main" id="{5E3678D1-5D4F-F0F6-EE09-4B277BC66AC9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948205"/>
                        <a:ext cx="110836" cy="413936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</p:grpSp>
                <p:grpSp>
                  <p:nvGrpSpPr>
                    <p:cNvPr id="169" name="그룹 168">
                      <a:extLst>
                        <a:ext uri="{FF2B5EF4-FFF2-40B4-BE49-F238E27FC236}">
                          <a16:creationId xmlns:a16="http://schemas.microsoft.com/office/drawing/2014/main" id="{4F84FE82-524D-A05F-BD84-04D3E1D1732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77384" y="5099755"/>
                      <a:ext cx="667504" cy="666298"/>
                      <a:chOff x="8377382" y="4544293"/>
                      <a:chExt cx="667504" cy="666298"/>
                    </a:xfrm>
                  </p:grpSpPr>
                  <p:sp>
                    <p:nvSpPr>
                      <p:cNvPr id="170" name="직사각형 169">
                        <a:extLst>
                          <a:ext uri="{FF2B5EF4-FFF2-40B4-BE49-F238E27FC236}">
                            <a16:creationId xmlns:a16="http://schemas.microsoft.com/office/drawing/2014/main" id="{A2990F08-7206-7857-BE47-335ADDD0349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77382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171" name="직사각형 170">
                        <a:extLst>
                          <a:ext uri="{FF2B5EF4-FFF2-40B4-BE49-F238E27FC236}">
                            <a16:creationId xmlns:a16="http://schemas.microsoft.com/office/drawing/2014/main" id="{88D568FD-F9F4-8560-7304-63925B434248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392743"/>
                        <a:ext cx="110836" cy="41393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172" name="직사각형 171">
                        <a:extLst>
                          <a:ext uri="{FF2B5EF4-FFF2-40B4-BE49-F238E27FC236}">
                            <a16:creationId xmlns:a16="http://schemas.microsoft.com/office/drawing/2014/main" id="{1727F26F-F9B4-D8CF-FEFF-37FD7B85062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34050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173" name="직사각형 172">
                        <a:extLst>
                          <a:ext uri="{FF2B5EF4-FFF2-40B4-BE49-F238E27FC236}">
                            <a16:creationId xmlns:a16="http://schemas.microsoft.com/office/drawing/2014/main" id="{63EB69F4-9131-6391-090E-19F5FFFC86FE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948205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</p:grpSp>
              </p:grpSp>
              <p:sp>
                <p:nvSpPr>
                  <p:cNvPr id="167" name="직사각형 166">
                    <a:extLst>
                      <a:ext uri="{FF2B5EF4-FFF2-40B4-BE49-F238E27FC236}">
                        <a16:creationId xmlns:a16="http://schemas.microsoft.com/office/drawing/2014/main" id="{19E12E65-8F48-04AE-F494-89E9AE745F43}"/>
                      </a:ext>
                    </a:extLst>
                  </p:cNvPr>
                  <p:cNvSpPr/>
                  <p:nvPr/>
                </p:nvSpPr>
                <p:spPr>
                  <a:xfrm>
                    <a:off x="8808029" y="5562151"/>
                    <a:ext cx="101021" cy="110836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000"/>
                  </a:p>
                </p:txBody>
              </p:sp>
            </p:grpSp>
            <p:grpSp>
              <p:nvGrpSpPr>
                <p:cNvPr id="153" name="그룹 152">
                  <a:extLst>
                    <a:ext uri="{FF2B5EF4-FFF2-40B4-BE49-F238E27FC236}">
                      <a16:creationId xmlns:a16="http://schemas.microsoft.com/office/drawing/2014/main" id="{9F52F12A-4A0F-917D-556C-3F73485BE2CF}"/>
                    </a:ext>
                  </a:extLst>
                </p:cNvPr>
                <p:cNvGrpSpPr/>
                <p:nvPr/>
              </p:nvGrpSpPr>
              <p:grpSpPr>
                <a:xfrm>
                  <a:off x="10845365" y="4451227"/>
                  <a:ext cx="796802" cy="1221760"/>
                  <a:chOff x="8112248" y="4451227"/>
                  <a:chExt cx="796802" cy="1221760"/>
                </a:xfrm>
              </p:grpSpPr>
              <p:grpSp>
                <p:nvGrpSpPr>
                  <p:cNvPr id="154" name="그룹 153">
                    <a:extLst>
                      <a:ext uri="{FF2B5EF4-FFF2-40B4-BE49-F238E27FC236}">
                        <a16:creationId xmlns:a16="http://schemas.microsoft.com/office/drawing/2014/main" id="{67468F83-6493-4EF4-046E-20CD51A10740}"/>
                      </a:ext>
                    </a:extLst>
                  </p:cNvPr>
                  <p:cNvGrpSpPr/>
                  <p:nvPr/>
                </p:nvGrpSpPr>
                <p:grpSpPr>
                  <a:xfrm>
                    <a:off x="8112248" y="4451227"/>
                    <a:ext cx="667506" cy="1221760"/>
                    <a:chOff x="8377382" y="4544293"/>
                    <a:chExt cx="667506" cy="1221760"/>
                  </a:xfrm>
                </p:grpSpPr>
                <p:grpSp>
                  <p:nvGrpSpPr>
                    <p:cNvPr id="156" name="그룹 155">
                      <a:extLst>
                        <a:ext uri="{FF2B5EF4-FFF2-40B4-BE49-F238E27FC236}">
                          <a16:creationId xmlns:a16="http://schemas.microsoft.com/office/drawing/2014/main" id="{B1CA9256-7785-9B30-67B1-AA9BBB2A7D7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77382" y="4544293"/>
                      <a:ext cx="667504" cy="666298"/>
                      <a:chOff x="8377382" y="4544293"/>
                      <a:chExt cx="667504" cy="666298"/>
                    </a:xfrm>
                  </p:grpSpPr>
                  <p:sp>
                    <p:nvSpPr>
                      <p:cNvPr id="162" name="직사각형 161">
                        <a:extLst>
                          <a:ext uri="{FF2B5EF4-FFF2-40B4-BE49-F238E27FC236}">
                            <a16:creationId xmlns:a16="http://schemas.microsoft.com/office/drawing/2014/main" id="{B526E990-AA15-9368-0DC1-86CF106FB8F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77382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163" name="직사각형 162">
                        <a:extLst>
                          <a:ext uri="{FF2B5EF4-FFF2-40B4-BE49-F238E27FC236}">
                            <a16:creationId xmlns:a16="http://schemas.microsoft.com/office/drawing/2014/main" id="{7C6670E9-366D-9942-BF88-503899A230E5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392743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164" name="직사각형 163">
                        <a:extLst>
                          <a:ext uri="{FF2B5EF4-FFF2-40B4-BE49-F238E27FC236}">
                            <a16:creationId xmlns:a16="http://schemas.microsoft.com/office/drawing/2014/main" id="{A0FBB094-00C2-5FC1-E017-1AFFC03003C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34050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165" name="직사각형 164">
                        <a:extLst>
                          <a:ext uri="{FF2B5EF4-FFF2-40B4-BE49-F238E27FC236}">
                            <a16:creationId xmlns:a16="http://schemas.microsoft.com/office/drawing/2014/main" id="{244948D9-4F0D-00B0-8222-2C24101FB20D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948205"/>
                        <a:ext cx="110836" cy="413936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</p:grpSp>
                <p:grpSp>
                  <p:nvGrpSpPr>
                    <p:cNvPr id="157" name="그룹 156">
                      <a:extLst>
                        <a:ext uri="{FF2B5EF4-FFF2-40B4-BE49-F238E27FC236}">
                          <a16:creationId xmlns:a16="http://schemas.microsoft.com/office/drawing/2014/main" id="{0E47122A-15BC-473D-BC72-2EBB5086756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77384" y="5099755"/>
                      <a:ext cx="667504" cy="666298"/>
                      <a:chOff x="8377382" y="4544293"/>
                      <a:chExt cx="667504" cy="666298"/>
                    </a:xfrm>
                  </p:grpSpPr>
                  <p:sp>
                    <p:nvSpPr>
                      <p:cNvPr id="158" name="직사각형 157">
                        <a:extLst>
                          <a:ext uri="{FF2B5EF4-FFF2-40B4-BE49-F238E27FC236}">
                            <a16:creationId xmlns:a16="http://schemas.microsoft.com/office/drawing/2014/main" id="{4CEC4805-0DEC-789F-4130-734344517ED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77382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159" name="직사각형 158">
                        <a:extLst>
                          <a:ext uri="{FF2B5EF4-FFF2-40B4-BE49-F238E27FC236}">
                            <a16:creationId xmlns:a16="http://schemas.microsoft.com/office/drawing/2014/main" id="{82A42498-EBFD-9A81-9150-DDEE9AF955A6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392743"/>
                        <a:ext cx="110836" cy="41393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160" name="직사각형 159">
                        <a:extLst>
                          <a:ext uri="{FF2B5EF4-FFF2-40B4-BE49-F238E27FC236}">
                            <a16:creationId xmlns:a16="http://schemas.microsoft.com/office/drawing/2014/main" id="{D279AD37-6714-C755-31B8-8A3E3FC52DC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34050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161" name="직사각형 160">
                        <a:extLst>
                          <a:ext uri="{FF2B5EF4-FFF2-40B4-BE49-F238E27FC236}">
                            <a16:creationId xmlns:a16="http://schemas.microsoft.com/office/drawing/2014/main" id="{1DF11511-2BB9-AB7D-A5C1-7C0E8872FD01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948205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</p:grpSp>
              </p:grpSp>
              <p:sp>
                <p:nvSpPr>
                  <p:cNvPr id="155" name="직사각형 154">
                    <a:extLst>
                      <a:ext uri="{FF2B5EF4-FFF2-40B4-BE49-F238E27FC236}">
                        <a16:creationId xmlns:a16="http://schemas.microsoft.com/office/drawing/2014/main" id="{6A913D08-049A-EC2F-4E5D-9F6F481E6146}"/>
                      </a:ext>
                    </a:extLst>
                  </p:cNvPr>
                  <p:cNvSpPr/>
                  <p:nvPr/>
                </p:nvSpPr>
                <p:spPr>
                  <a:xfrm>
                    <a:off x="8808029" y="5562151"/>
                    <a:ext cx="101021" cy="110836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000"/>
                  </a:p>
                </p:txBody>
              </p:sp>
            </p:grpSp>
          </p:grpSp>
        </p:grpSp>
        <p:cxnSp>
          <p:nvCxnSpPr>
            <p:cNvPr id="146" name="직선 화살표 연결선 145">
              <a:extLst>
                <a:ext uri="{FF2B5EF4-FFF2-40B4-BE49-F238E27FC236}">
                  <a16:creationId xmlns:a16="http://schemas.microsoft.com/office/drawing/2014/main" id="{42D66831-F6F5-A462-6D7C-14C826D2DDA5}"/>
                </a:ext>
              </a:extLst>
            </p:cNvPr>
            <p:cNvCxnSpPr/>
            <p:nvPr/>
          </p:nvCxnSpPr>
          <p:spPr>
            <a:xfrm flipV="1">
              <a:off x="10992628" y="1447547"/>
              <a:ext cx="0" cy="770015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D7581E3B-E2D8-C614-3CEA-765E264E21E0}"/>
                </a:ext>
              </a:extLst>
            </p:cNvPr>
            <p:cNvSpPr txBox="1"/>
            <p:nvPr/>
          </p:nvSpPr>
          <p:spPr>
            <a:xfrm>
              <a:off x="10494997" y="2191896"/>
              <a:ext cx="2336801" cy="5800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50"/>
                <a:t>cursor 1</a:t>
              </a:r>
              <a:endParaRPr lang="ko-KR" altLang="en-US" sz="1050"/>
            </a:p>
          </p:txBody>
        </p:sp>
      </p:grpSp>
      <p:grpSp>
        <p:nvGrpSpPr>
          <p:cNvPr id="202" name="그룹 201">
            <a:extLst>
              <a:ext uri="{FF2B5EF4-FFF2-40B4-BE49-F238E27FC236}">
                <a16:creationId xmlns:a16="http://schemas.microsoft.com/office/drawing/2014/main" id="{B51F79CD-B02B-5001-951E-303FA358326B}"/>
              </a:ext>
            </a:extLst>
          </p:cNvPr>
          <p:cNvGrpSpPr/>
          <p:nvPr/>
        </p:nvGrpSpPr>
        <p:grpSpPr>
          <a:xfrm>
            <a:off x="8317472" y="5158725"/>
            <a:ext cx="1585103" cy="1147432"/>
            <a:chOff x="9165688" y="310942"/>
            <a:chExt cx="2995340" cy="2544032"/>
          </a:xfrm>
        </p:grpSpPr>
        <p:grpSp>
          <p:nvGrpSpPr>
            <p:cNvPr id="203" name="그룹 202">
              <a:extLst>
                <a:ext uri="{FF2B5EF4-FFF2-40B4-BE49-F238E27FC236}">
                  <a16:creationId xmlns:a16="http://schemas.microsoft.com/office/drawing/2014/main" id="{524CA2BC-976E-DFD8-83BF-BBB84DF2248E}"/>
                </a:ext>
              </a:extLst>
            </p:cNvPr>
            <p:cNvGrpSpPr/>
            <p:nvPr/>
          </p:nvGrpSpPr>
          <p:grpSpPr>
            <a:xfrm>
              <a:off x="9165688" y="310942"/>
              <a:ext cx="2860497" cy="994910"/>
              <a:chOff x="8147507" y="4717048"/>
              <a:chExt cx="2860497" cy="994910"/>
            </a:xfrm>
          </p:grpSpPr>
          <p:sp>
            <p:nvSpPr>
              <p:cNvPr id="206" name="직사각형 205">
                <a:extLst>
                  <a:ext uri="{FF2B5EF4-FFF2-40B4-BE49-F238E27FC236}">
                    <a16:creationId xmlns:a16="http://schemas.microsoft.com/office/drawing/2014/main" id="{AAB9B12D-B48B-21C1-8094-D5FE4AE10069}"/>
                  </a:ext>
                </a:extLst>
              </p:cNvPr>
              <p:cNvSpPr/>
              <p:nvPr/>
            </p:nvSpPr>
            <p:spPr>
              <a:xfrm>
                <a:off x="8147507" y="4717048"/>
                <a:ext cx="2860497" cy="994910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grpSp>
            <p:nvGrpSpPr>
              <p:cNvPr id="207" name="그룹 206">
                <a:extLst>
                  <a:ext uri="{FF2B5EF4-FFF2-40B4-BE49-F238E27FC236}">
                    <a16:creationId xmlns:a16="http://schemas.microsoft.com/office/drawing/2014/main" id="{1296C03C-160A-C31A-FE3E-7EF4468B8133}"/>
                  </a:ext>
                </a:extLst>
              </p:cNvPr>
              <p:cNvGrpSpPr/>
              <p:nvPr/>
            </p:nvGrpSpPr>
            <p:grpSpPr>
              <a:xfrm>
                <a:off x="8408334" y="4819650"/>
                <a:ext cx="2500334" cy="808179"/>
                <a:chOff x="8112248" y="4451227"/>
                <a:chExt cx="3529919" cy="1221760"/>
              </a:xfrm>
            </p:grpSpPr>
            <p:grpSp>
              <p:nvGrpSpPr>
                <p:cNvPr id="208" name="그룹 207">
                  <a:extLst>
                    <a:ext uri="{FF2B5EF4-FFF2-40B4-BE49-F238E27FC236}">
                      <a16:creationId xmlns:a16="http://schemas.microsoft.com/office/drawing/2014/main" id="{3A0A6B79-DF4B-B657-5DBC-35E54C0D2C61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796802" cy="1221760"/>
                  <a:chOff x="8112248" y="4451227"/>
                  <a:chExt cx="796802" cy="1221760"/>
                </a:xfrm>
              </p:grpSpPr>
              <p:grpSp>
                <p:nvGrpSpPr>
                  <p:cNvPr id="248" name="그룹 247">
                    <a:extLst>
                      <a:ext uri="{FF2B5EF4-FFF2-40B4-BE49-F238E27FC236}">
                        <a16:creationId xmlns:a16="http://schemas.microsoft.com/office/drawing/2014/main" id="{E260930E-0272-B829-4ABA-3E0074FD3405}"/>
                      </a:ext>
                    </a:extLst>
                  </p:cNvPr>
                  <p:cNvGrpSpPr/>
                  <p:nvPr/>
                </p:nvGrpSpPr>
                <p:grpSpPr>
                  <a:xfrm>
                    <a:off x="8112248" y="4451227"/>
                    <a:ext cx="667506" cy="1221760"/>
                    <a:chOff x="8377382" y="4544293"/>
                    <a:chExt cx="667506" cy="1221760"/>
                  </a:xfrm>
                </p:grpSpPr>
                <p:grpSp>
                  <p:nvGrpSpPr>
                    <p:cNvPr id="250" name="그룹 249">
                      <a:extLst>
                        <a:ext uri="{FF2B5EF4-FFF2-40B4-BE49-F238E27FC236}">
                          <a16:creationId xmlns:a16="http://schemas.microsoft.com/office/drawing/2014/main" id="{2E6035B0-E050-C9F3-D0DF-11B0F0BC7C9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77382" y="4544293"/>
                      <a:ext cx="667504" cy="666298"/>
                      <a:chOff x="8377382" y="4544293"/>
                      <a:chExt cx="667504" cy="666298"/>
                    </a:xfrm>
                  </p:grpSpPr>
                  <p:sp>
                    <p:nvSpPr>
                      <p:cNvPr id="256" name="직사각형 255">
                        <a:extLst>
                          <a:ext uri="{FF2B5EF4-FFF2-40B4-BE49-F238E27FC236}">
                            <a16:creationId xmlns:a16="http://schemas.microsoft.com/office/drawing/2014/main" id="{34BECD58-E7F0-CC1E-31A1-4FFA5F4F400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77382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257" name="직사각형 256">
                        <a:extLst>
                          <a:ext uri="{FF2B5EF4-FFF2-40B4-BE49-F238E27FC236}">
                            <a16:creationId xmlns:a16="http://schemas.microsoft.com/office/drawing/2014/main" id="{BB4628B7-E2EC-269D-8BC2-24C9093CFC98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392743"/>
                        <a:ext cx="110836" cy="41393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258" name="직사각형 257">
                        <a:extLst>
                          <a:ext uri="{FF2B5EF4-FFF2-40B4-BE49-F238E27FC236}">
                            <a16:creationId xmlns:a16="http://schemas.microsoft.com/office/drawing/2014/main" id="{9020E365-A17C-2B59-3562-E32077A7A63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34050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259" name="직사각형 258">
                        <a:extLst>
                          <a:ext uri="{FF2B5EF4-FFF2-40B4-BE49-F238E27FC236}">
                            <a16:creationId xmlns:a16="http://schemas.microsoft.com/office/drawing/2014/main" id="{702469ED-C022-746A-083C-BC04D05DCC78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948205"/>
                        <a:ext cx="110836" cy="413936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</p:grpSp>
                <p:grpSp>
                  <p:nvGrpSpPr>
                    <p:cNvPr id="251" name="그룹 250">
                      <a:extLst>
                        <a:ext uri="{FF2B5EF4-FFF2-40B4-BE49-F238E27FC236}">
                          <a16:creationId xmlns:a16="http://schemas.microsoft.com/office/drawing/2014/main" id="{6F46AB49-3D01-6BAC-80D4-660413EF033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77384" y="5099755"/>
                      <a:ext cx="667504" cy="666298"/>
                      <a:chOff x="8377382" y="4544293"/>
                      <a:chExt cx="667504" cy="666298"/>
                    </a:xfrm>
                  </p:grpSpPr>
                  <p:sp>
                    <p:nvSpPr>
                      <p:cNvPr id="252" name="직사각형 251">
                        <a:extLst>
                          <a:ext uri="{FF2B5EF4-FFF2-40B4-BE49-F238E27FC236}">
                            <a16:creationId xmlns:a16="http://schemas.microsoft.com/office/drawing/2014/main" id="{FB73126D-B228-B002-0081-1BF2193776F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77382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253" name="직사각형 252">
                        <a:extLst>
                          <a:ext uri="{FF2B5EF4-FFF2-40B4-BE49-F238E27FC236}">
                            <a16:creationId xmlns:a16="http://schemas.microsoft.com/office/drawing/2014/main" id="{F98624A6-6CA6-6814-28C1-991F327D3ED5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392743"/>
                        <a:ext cx="110836" cy="41393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254" name="직사각형 253">
                        <a:extLst>
                          <a:ext uri="{FF2B5EF4-FFF2-40B4-BE49-F238E27FC236}">
                            <a16:creationId xmlns:a16="http://schemas.microsoft.com/office/drawing/2014/main" id="{686D93BD-2878-030C-ACE4-E1A4ADFB984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34050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255" name="직사각형 254">
                        <a:extLst>
                          <a:ext uri="{FF2B5EF4-FFF2-40B4-BE49-F238E27FC236}">
                            <a16:creationId xmlns:a16="http://schemas.microsoft.com/office/drawing/2014/main" id="{45C417CB-B6B9-454B-5236-601B8CBFE59D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948205"/>
                        <a:ext cx="110836" cy="41393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</p:grpSp>
              </p:grpSp>
              <p:sp>
                <p:nvSpPr>
                  <p:cNvPr id="249" name="직사각형 248">
                    <a:extLst>
                      <a:ext uri="{FF2B5EF4-FFF2-40B4-BE49-F238E27FC236}">
                        <a16:creationId xmlns:a16="http://schemas.microsoft.com/office/drawing/2014/main" id="{436EAE59-ADDB-FCD3-92C0-59C488C48962}"/>
                      </a:ext>
                    </a:extLst>
                  </p:cNvPr>
                  <p:cNvSpPr/>
                  <p:nvPr/>
                </p:nvSpPr>
                <p:spPr>
                  <a:xfrm>
                    <a:off x="8808029" y="5562151"/>
                    <a:ext cx="101021" cy="110836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000"/>
                  </a:p>
                </p:txBody>
              </p:sp>
            </p:grpSp>
            <p:grpSp>
              <p:nvGrpSpPr>
                <p:cNvPr id="209" name="그룹 208">
                  <a:extLst>
                    <a:ext uri="{FF2B5EF4-FFF2-40B4-BE49-F238E27FC236}">
                      <a16:creationId xmlns:a16="http://schemas.microsoft.com/office/drawing/2014/main" id="{A72F45E3-6291-E25C-4126-403AFEFDFB46}"/>
                    </a:ext>
                  </a:extLst>
                </p:cNvPr>
                <p:cNvGrpSpPr/>
                <p:nvPr/>
              </p:nvGrpSpPr>
              <p:grpSpPr>
                <a:xfrm>
                  <a:off x="9003883" y="4451227"/>
                  <a:ext cx="796802" cy="1221760"/>
                  <a:chOff x="8112248" y="4451227"/>
                  <a:chExt cx="796802" cy="1221760"/>
                </a:xfrm>
              </p:grpSpPr>
              <p:grpSp>
                <p:nvGrpSpPr>
                  <p:cNvPr id="236" name="그룹 235">
                    <a:extLst>
                      <a:ext uri="{FF2B5EF4-FFF2-40B4-BE49-F238E27FC236}">
                        <a16:creationId xmlns:a16="http://schemas.microsoft.com/office/drawing/2014/main" id="{092AED39-1CF5-FDAB-F1C4-60FB19DF5A0E}"/>
                      </a:ext>
                    </a:extLst>
                  </p:cNvPr>
                  <p:cNvGrpSpPr/>
                  <p:nvPr/>
                </p:nvGrpSpPr>
                <p:grpSpPr>
                  <a:xfrm>
                    <a:off x="8112248" y="4451227"/>
                    <a:ext cx="667506" cy="1221760"/>
                    <a:chOff x="8377382" y="4544293"/>
                    <a:chExt cx="667506" cy="1221760"/>
                  </a:xfrm>
                </p:grpSpPr>
                <p:grpSp>
                  <p:nvGrpSpPr>
                    <p:cNvPr id="238" name="그룹 237">
                      <a:extLst>
                        <a:ext uri="{FF2B5EF4-FFF2-40B4-BE49-F238E27FC236}">
                          <a16:creationId xmlns:a16="http://schemas.microsoft.com/office/drawing/2014/main" id="{064AA2A3-8EF0-E005-EBE1-B023D383758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77382" y="4544293"/>
                      <a:ext cx="667504" cy="666298"/>
                      <a:chOff x="8377382" y="4544293"/>
                      <a:chExt cx="667504" cy="666298"/>
                    </a:xfrm>
                  </p:grpSpPr>
                  <p:sp>
                    <p:nvSpPr>
                      <p:cNvPr id="244" name="직사각형 243">
                        <a:extLst>
                          <a:ext uri="{FF2B5EF4-FFF2-40B4-BE49-F238E27FC236}">
                            <a16:creationId xmlns:a16="http://schemas.microsoft.com/office/drawing/2014/main" id="{AFC9D6D2-ED66-CF90-F73A-D67E73F5A1B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77382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245" name="직사각형 244">
                        <a:extLst>
                          <a:ext uri="{FF2B5EF4-FFF2-40B4-BE49-F238E27FC236}">
                            <a16:creationId xmlns:a16="http://schemas.microsoft.com/office/drawing/2014/main" id="{5C2CD665-4B42-83AC-C42F-E8EB779EF5E7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392743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246" name="직사각형 245">
                        <a:extLst>
                          <a:ext uri="{FF2B5EF4-FFF2-40B4-BE49-F238E27FC236}">
                            <a16:creationId xmlns:a16="http://schemas.microsoft.com/office/drawing/2014/main" id="{CAAEDC46-7105-01DA-4DE8-9185EE40672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34050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247" name="직사각형 246">
                        <a:extLst>
                          <a:ext uri="{FF2B5EF4-FFF2-40B4-BE49-F238E27FC236}">
                            <a16:creationId xmlns:a16="http://schemas.microsoft.com/office/drawing/2014/main" id="{2BD0C640-8084-2219-E6E1-E7B29BBF5299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948205"/>
                        <a:ext cx="110836" cy="413936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</p:grpSp>
                <p:grpSp>
                  <p:nvGrpSpPr>
                    <p:cNvPr id="239" name="그룹 238">
                      <a:extLst>
                        <a:ext uri="{FF2B5EF4-FFF2-40B4-BE49-F238E27FC236}">
                          <a16:creationId xmlns:a16="http://schemas.microsoft.com/office/drawing/2014/main" id="{BA82DB30-BBDB-5863-14F2-D92DAE66A61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77384" y="5099755"/>
                      <a:ext cx="667504" cy="666298"/>
                      <a:chOff x="8377382" y="4544293"/>
                      <a:chExt cx="667504" cy="666298"/>
                    </a:xfrm>
                  </p:grpSpPr>
                  <p:sp>
                    <p:nvSpPr>
                      <p:cNvPr id="240" name="직사각형 239">
                        <a:extLst>
                          <a:ext uri="{FF2B5EF4-FFF2-40B4-BE49-F238E27FC236}">
                            <a16:creationId xmlns:a16="http://schemas.microsoft.com/office/drawing/2014/main" id="{7E427461-53DB-BC46-ED90-84D29C5BCF4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77382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241" name="직사각형 240">
                        <a:extLst>
                          <a:ext uri="{FF2B5EF4-FFF2-40B4-BE49-F238E27FC236}">
                            <a16:creationId xmlns:a16="http://schemas.microsoft.com/office/drawing/2014/main" id="{8C979E17-B8DA-0612-9A8C-B672F8005251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392743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242" name="직사각형 241">
                        <a:extLst>
                          <a:ext uri="{FF2B5EF4-FFF2-40B4-BE49-F238E27FC236}">
                            <a16:creationId xmlns:a16="http://schemas.microsoft.com/office/drawing/2014/main" id="{8FD88D43-BB30-DC02-AB6B-BFFE0921E14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34050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243" name="직사각형 242">
                        <a:extLst>
                          <a:ext uri="{FF2B5EF4-FFF2-40B4-BE49-F238E27FC236}">
                            <a16:creationId xmlns:a16="http://schemas.microsoft.com/office/drawing/2014/main" id="{4994449B-D74D-7FE7-4B90-58752CD07B80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948205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</p:grpSp>
              </p:grpSp>
              <p:sp>
                <p:nvSpPr>
                  <p:cNvPr id="237" name="직사각형 236">
                    <a:extLst>
                      <a:ext uri="{FF2B5EF4-FFF2-40B4-BE49-F238E27FC236}">
                        <a16:creationId xmlns:a16="http://schemas.microsoft.com/office/drawing/2014/main" id="{D8A78DAB-064F-89E2-EA58-34D767660479}"/>
                      </a:ext>
                    </a:extLst>
                  </p:cNvPr>
                  <p:cNvSpPr/>
                  <p:nvPr/>
                </p:nvSpPr>
                <p:spPr>
                  <a:xfrm>
                    <a:off x="8808029" y="5562151"/>
                    <a:ext cx="101021" cy="110836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000"/>
                  </a:p>
                </p:txBody>
              </p:sp>
            </p:grpSp>
            <p:grpSp>
              <p:nvGrpSpPr>
                <p:cNvPr id="210" name="그룹 209">
                  <a:extLst>
                    <a:ext uri="{FF2B5EF4-FFF2-40B4-BE49-F238E27FC236}">
                      <a16:creationId xmlns:a16="http://schemas.microsoft.com/office/drawing/2014/main" id="{E97C78CB-83F4-ABF5-16F9-9F9061330D06}"/>
                    </a:ext>
                  </a:extLst>
                </p:cNvPr>
                <p:cNvGrpSpPr/>
                <p:nvPr/>
              </p:nvGrpSpPr>
              <p:grpSpPr>
                <a:xfrm>
                  <a:off x="9935853" y="4451227"/>
                  <a:ext cx="796802" cy="1221760"/>
                  <a:chOff x="8112248" y="4451227"/>
                  <a:chExt cx="796802" cy="1221760"/>
                </a:xfrm>
              </p:grpSpPr>
              <p:grpSp>
                <p:nvGrpSpPr>
                  <p:cNvPr id="224" name="그룹 223">
                    <a:extLst>
                      <a:ext uri="{FF2B5EF4-FFF2-40B4-BE49-F238E27FC236}">
                        <a16:creationId xmlns:a16="http://schemas.microsoft.com/office/drawing/2014/main" id="{7AF94C1D-EAD4-D060-ABB3-ADB6BAFE7E6A}"/>
                      </a:ext>
                    </a:extLst>
                  </p:cNvPr>
                  <p:cNvGrpSpPr/>
                  <p:nvPr/>
                </p:nvGrpSpPr>
                <p:grpSpPr>
                  <a:xfrm>
                    <a:off x="8112248" y="4451227"/>
                    <a:ext cx="667506" cy="1221760"/>
                    <a:chOff x="8377382" y="4544293"/>
                    <a:chExt cx="667506" cy="1221760"/>
                  </a:xfrm>
                </p:grpSpPr>
                <p:grpSp>
                  <p:nvGrpSpPr>
                    <p:cNvPr id="226" name="그룹 225">
                      <a:extLst>
                        <a:ext uri="{FF2B5EF4-FFF2-40B4-BE49-F238E27FC236}">
                          <a16:creationId xmlns:a16="http://schemas.microsoft.com/office/drawing/2014/main" id="{76B8E797-BFC5-8E93-51DC-EE7BB168777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77382" y="4544293"/>
                      <a:ext cx="667504" cy="666298"/>
                      <a:chOff x="8377382" y="4544293"/>
                      <a:chExt cx="667504" cy="666298"/>
                    </a:xfrm>
                  </p:grpSpPr>
                  <p:sp>
                    <p:nvSpPr>
                      <p:cNvPr id="232" name="직사각형 231">
                        <a:extLst>
                          <a:ext uri="{FF2B5EF4-FFF2-40B4-BE49-F238E27FC236}">
                            <a16:creationId xmlns:a16="http://schemas.microsoft.com/office/drawing/2014/main" id="{CDE5BF37-8D9D-08CC-F203-689D2E11502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77382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233" name="직사각형 232">
                        <a:extLst>
                          <a:ext uri="{FF2B5EF4-FFF2-40B4-BE49-F238E27FC236}">
                            <a16:creationId xmlns:a16="http://schemas.microsoft.com/office/drawing/2014/main" id="{F1B2560F-2D29-9E6B-36C2-137A900E061E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392743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234" name="직사각형 233">
                        <a:extLst>
                          <a:ext uri="{FF2B5EF4-FFF2-40B4-BE49-F238E27FC236}">
                            <a16:creationId xmlns:a16="http://schemas.microsoft.com/office/drawing/2014/main" id="{FF9630F1-20AF-705F-3235-E7219DD98C2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34050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235" name="직사각형 234">
                        <a:extLst>
                          <a:ext uri="{FF2B5EF4-FFF2-40B4-BE49-F238E27FC236}">
                            <a16:creationId xmlns:a16="http://schemas.microsoft.com/office/drawing/2014/main" id="{8DCD7F9C-265C-4B29-B6C8-BD5A347F80B9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948205"/>
                        <a:ext cx="110836" cy="413936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</p:grpSp>
                <p:grpSp>
                  <p:nvGrpSpPr>
                    <p:cNvPr id="227" name="그룹 226">
                      <a:extLst>
                        <a:ext uri="{FF2B5EF4-FFF2-40B4-BE49-F238E27FC236}">
                          <a16:creationId xmlns:a16="http://schemas.microsoft.com/office/drawing/2014/main" id="{C34008AD-CA7D-825D-85A2-F8374B56359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77384" y="5099755"/>
                      <a:ext cx="667504" cy="666298"/>
                      <a:chOff x="8377382" y="4544293"/>
                      <a:chExt cx="667504" cy="666298"/>
                    </a:xfrm>
                  </p:grpSpPr>
                  <p:sp>
                    <p:nvSpPr>
                      <p:cNvPr id="228" name="직사각형 227">
                        <a:extLst>
                          <a:ext uri="{FF2B5EF4-FFF2-40B4-BE49-F238E27FC236}">
                            <a16:creationId xmlns:a16="http://schemas.microsoft.com/office/drawing/2014/main" id="{21E76998-47AB-6E46-74F4-2CC9FAF1319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77382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229" name="직사각형 228">
                        <a:extLst>
                          <a:ext uri="{FF2B5EF4-FFF2-40B4-BE49-F238E27FC236}">
                            <a16:creationId xmlns:a16="http://schemas.microsoft.com/office/drawing/2014/main" id="{2F420B33-96C7-DF18-8C5C-B1B2C3AFD67F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392743"/>
                        <a:ext cx="110836" cy="41393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230" name="직사각형 229">
                        <a:extLst>
                          <a:ext uri="{FF2B5EF4-FFF2-40B4-BE49-F238E27FC236}">
                            <a16:creationId xmlns:a16="http://schemas.microsoft.com/office/drawing/2014/main" id="{373FBC95-2512-B103-2739-A4BB7416213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34050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231" name="직사각형 230">
                        <a:extLst>
                          <a:ext uri="{FF2B5EF4-FFF2-40B4-BE49-F238E27FC236}">
                            <a16:creationId xmlns:a16="http://schemas.microsoft.com/office/drawing/2014/main" id="{4354EE55-2E90-2B03-E604-C69258EF290A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948205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</p:grpSp>
              </p:grpSp>
              <p:sp>
                <p:nvSpPr>
                  <p:cNvPr id="225" name="직사각형 224">
                    <a:extLst>
                      <a:ext uri="{FF2B5EF4-FFF2-40B4-BE49-F238E27FC236}">
                        <a16:creationId xmlns:a16="http://schemas.microsoft.com/office/drawing/2014/main" id="{A6BB31E1-517A-0791-61EC-58CF5193C847}"/>
                      </a:ext>
                    </a:extLst>
                  </p:cNvPr>
                  <p:cNvSpPr/>
                  <p:nvPr/>
                </p:nvSpPr>
                <p:spPr>
                  <a:xfrm>
                    <a:off x="8808029" y="5562151"/>
                    <a:ext cx="101021" cy="110836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000"/>
                  </a:p>
                </p:txBody>
              </p:sp>
            </p:grpSp>
            <p:grpSp>
              <p:nvGrpSpPr>
                <p:cNvPr id="211" name="그룹 210">
                  <a:extLst>
                    <a:ext uri="{FF2B5EF4-FFF2-40B4-BE49-F238E27FC236}">
                      <a16:creationId xmlns:a16="http://schemas.microsoft.com/office/drawing/2014/main" id="{2EDECB2A-1F34-BB25-06B0-B81E2BCB2B7D}"/>
                    </a:ext>
                  </a:extLst>
                </p:cNvPr>
                <p:cNvGrpSpPr/>
                <p:nvPr/>
              </p:nvGrpSpPr>
              <p:grpSpPr>
                <a:xfrm>
                  <a:off x="10845365" y="4451227"/>
                  <a:ext cx="796802" cy="1221760"/>
                  <a:chOff x="8112248" y="4451227"/>
                  <a:chExt cx="796802" cy="1221760"/>
                </a:xfrm>
              </p:grpSpPr>
              <p:grpSp>
                <p:nvGrpSpPr>
                  <p:cNvPr id="212" name="그룹 211">
                    <a:extLst>
                      <a:ext uri="{FF2B5EF4-FFF2-40B4-BE49-F238E27FC236}">
                        <a16:creationId xmlns:a16="http://schemas.microsoft.com/office/drawing/2014/main" id="{BB637048-9B08-A9B9-3BD6-6534926CE98A}"/>
                      </a:ext>
                    </a:extLst>
                  </p:cNvPr>
                  <p:cNvGrpSpPr/>
                  <p:nvPr/>
                </p:nvGrpSpPr>
                <p:grpSpPr>
                  <a:xfrm>
                    <a:off x="8112248" y="4451227"/>
                    <a:ext cx="667506" cy="1221760"/>
                    <a:chOff x="8377382" y="4544293"/>
                    <a:chExt cx="667506" cy="1221760"/>
                  </a:xfrm>
                </p:grpSpPr>
                <p:grpSp>
                  <p:nvGrpSpPr>
                    <p:cNvPr id="214" name="그룹 213">
                      <a:extLst>
                        <a:ext uri="{FF2B5EF4-FFF2-40B4-BE49-F238E27FC236}">
                          <a16:creationId xmlns:a16="http://schemas.microsoft.com/office/drawing/2014/main" id="{43CA3FD7-B0FB-DD75-7A24-B3BF565C246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77382" y="4544293"/>
                      <a:ext cx="667504" cy="666298"/>
                      <a:chOff x="8377382" y="4544293"/>
                      <a:chExt cx="667504" cy="666298"/>
                    </a:xfrm>
                  </p:grpSpPr>
                  <p:sp>
                    <p:nvSpPr>
                      <p:cNvPr id="220" name="직사각형 219">
                        <a:extLst>
                          <a:ext uri="{FF2B5EF4-FFF2-40B4-BE49-F238E27FC236}">
                            <a16:creationId xmlns:a16="http://schemas.microsoft.com/office/drawing/2014/main" id="{B321CADA-B75A-DC13-B26D-CE946C0574E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77382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221" name="직사각형 220">
                        <a:extLst>
                          <a:ext uri="{FF2B5EF4-FFF2-40B4-BE49-F238E27FC236}">
                            <a16:creationId xmlns:a16="http://schemas.microsoft.com/office/drawing/2014/main" id="{21C21E85-10AD-EF13-641C-9E023B1BB8C2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392743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222" name="직사각형 221">
                        <a:extLst>
                          <a:ext uri="{FF2B5EF4-FFF2-40B4-BE49-F238E27FC236}">
                            <a16:creationId xmlns:a16="http://schemas.microsoft.com/office/drawing/2014/main" id="{3AA8169F-2A65-BD0B-DF4A-7253CE65737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34050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223" name="직사각형 222">
                        <a:extLst>
                          <a:ext uri="{FF2B5EF4-FFF2-40B4-BE49-F238E27FC236}">
                            <a16:creationId xmlns:a16="http://schemas.microsoft.com/office/drawing/2014/main" id="{BAB0E3D8-FE17-3AE6-5F0F-7D067ECEF93E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948205"/>
                        <a:ext cx="110836" cy="413936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</p:grpSp>
                <p:grpSp>
                  <p:nvGrpSpPr>
                    <p:cNvPr id="215" name="그룹 214">
                      <a:extLst>
                        <a:ext uri="{FF2B5EF4-FFF2-40B4-BE49-F238E27FC236}">
                          <a16:creationId xmlns:a16="http://schemas.microsoft.com/office/drawing/2014/main" id="{F1A7CC14-FAA3-5171-7ED6-20C3C86F4E3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77384" y="5099755"/>
                      <a:ext cx="667504" cy="666298"/>
                      <a:chOff x="8377382" y="4544293"/>
                      <a:chExt cx="667504" cy="666298"/>
                    </a:xfrm>
                  </p:grpSpPr>
                  <p:sp>
                    <p:nvSpPr>
                      <p:cNvPr id="216" name="직사각형 215">
                        <a:extLst>
                          <a:ext uri="{FF2B5EF4-FFF2-40B4-BE49-F238E27FC236}">
                            <a16:creationId xmlns:a16="http://schemas.microsoft.com/office/drawing/2014/main" id="{A198B1F3-EC95-0073-14E1-E1744A81FA9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77382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217" name="직사각형 216">
                        <a:extLst>
                          <a:ext uri="{FF2B5EF4-FFF2-40B4-BE49-F238E27FC236}">
                            <a16:creationId xmlns:a16="http://schemas.microsoft.com/office/drawing/2014/main" id="{993AE491-7C40-5792-D0B1-5930EE48AD0B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392743"/>
                        <a:ext cx="110836" cy="41393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218" name="직사각형 217">
                        <a:extLst>
                          <a:ext uri="{FF2B5EF4-FFF2-40B4-BE49-F238E27FC236}">
                            <a16:creationId xmlns:a16="http://schemas.microsoft.com/office/drawing/2014/main" id="{5367F0F5-46C1-8FF6-A3A2-967A98BF773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34050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219" name="직사각형 218">
                        <a:extLst>
                          <a:ext uri="{FF2B5EF4-FFF2-40B4-BE49-F238E27FC236}">
                            <a16:creationId xmlns:a16="http://schemas.microsoft.com/office/drawing/2014/main" id="{0A2108D2-2907-B79D-1A0F-819F2F449851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948205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</p:grpSp>
              </p:grpSp>
              <p:sp>
                <p:nvSpPr>
                  <p:cNvPr id="213" name="직사각형 212">
                    <a:extLst>
                      <a:ext uri="{FF2B5EF4-FFF2-40B4-BE49-F238E27FC236}">
                        <a16:creationId xmlns:a16="http://schemas.microsoft.com/office/drawing/2014/main" id="{D12387B0-6D2D-65B7-DDEE-5D8551D4FFA8}"/>
                      </a:ext>
                    </a:extLst>
                  </p:cNvPr>
                  <p:cNvSpPr/>
                  <p:nvPr/>
                </p:nvSpPr>
                <p:spPr>
                  <a:xfrm>
                    <a:off x="8808029" y="5562151"/>
                    <a:ext cx="101021" cy="110836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000"/>
                  </a:p>
                </p:txBody>
              </p:sp>
            </p:grpSp>
          </p:grpSp>
        </p:grpSp>
        <p:cxnSp>
          <p:nvCxnSpPr>
            <p:cNvPr id="204" name="직선 화살표 연결선 203">
              <a:extLst>
                <a:ext uri="{FF2B5EF4-FFF2-40B4-BE49-F238E27FC236}">
                  <a16:creationId xmlns:a16="http://schemas.microsoft.com/office/drawing/2014/main" id="{AA65C580-DAC7-3B35-0214-D6F720850452}"/>
                </a:ext>
              </a:extLst>
            </p:cNvPr>
            <p:cNvCxnSpPr/>
            <p:nvPr/>
          </p:nvCxnSpPr>
          <p:spPr>
            <a:xfrm flipV="1">
              <a:off x="10321857" y="1504931"/>
              <a:ext cx="0" cy="77001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264B3573-A5D3-C0AF-DD92-2300B5672FBF}"/>
                </a:ext>
              </a:extLst>
            </p:cNvPr>
            <p:cNvSpPr txBox="1"/>
            <p:nvPr/>
          </p:nvSpPr>
          <p:spPr>
            <a:xfrm>
              <a:off x="9824229" y="2274945"/>
              <a:ext cx="2336799" cy="5800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50"/>
                <a:t>cursor 2</a:t>
              </a:r>
              <a:endParaRPr lang="ko-KR" altLang="en-US" sz="1050"/>
            </a:p>
          </p:txBody>
        </p:sp>
      </p:grpSp>
      <p:sp>
        <p:nvSpPr>
          <p:cNvPr id="377" name="TextBox 376">
            <a:extLst>
              <a:ext uri="{FF2B5EF4-FFF2-40B4-BE49-F238E27FC236}">
                <a16:creationId xmlns:a16="http://schemas.microsoft.com/office/drawing/2014/main" id="{8B0ABCA0-AF9C-46C6-C91C-B27B8C3A4215}"/>
              </a:ext>
            </a:extLst>
          </p:cNvPr>
          <p:cNvSpPr txBox="1"/>
          <p:nvPr/>
        </p:nvSpPr>
        <p:spPr>
          <a:xfrm>
            <a:off x="6836084" y="2983146"/>
            <a:ext cx="14288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>
                <a:highlight>
                  <a:srgbClr val="F0ECFB"/>
                </a:highlight>
              </a:rPr>
              <a:t>SET_MIN_1</a:t>
            </a:r>
            <a:endParaRPr lang="ko-KR" altLang="en-US" sz="1050">
              <a:highlight>
                <a:srgbClr val="F0ECFB"/>
              </a:highlight>
            </a:endParaRPr>
          </a:p>
        </p:txBody>
      </p:sp>
      <p:sp>
        <p:nvSpPr>
          <p:cNvPr id="378" name="TextBox 377">
            <a:extLst>
              <a:ext uri="{FF2B5EF4-FFF2-40B4-BE49-F238E27FC236}">
                <a16:creationId xmlns:a16="http://schemas.microsoft.com/office/drawing/2014/main" id="{489E2236-63B3-49F9-4AE2-B3CB0221E4D9}"/>
              </a:ext>
            </a:extLst>
          </p:cNvPr>
          <p:cNvSpPr txBox="1"/>
          <p:nvPr/>
        </p:nvSpPr>
        <p:spPr>
          <a:xfrm>
            <a:off x="6836084" y="4129821"/>
            <a:ext cx="14288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>
                <a:highlight>
                  <a:srgbClr val="FBEDE6"/>
                </a:highlight>
              </a:rPr>
              <a:t>SET_MIN_10</a:t>
            </a:r>
            <a:endParaRPr lang="ko-KR" altLang="en-US" sz="1050">
              <a:highlight>
                <a:srgbClr val="FBEDE6"/>
              </a:highlight>
            </a:endParaRPr>
          </a:p>
        </p:txBody>
      </p:sp>
      <p:sp>
        <p:nvSpPr>
          <p:cNvPr id="379" name="TextBox 378">
            <a:extLst>
              <a:ext uri="{FF2B5EF4-FFF2-40B4-BE49-F238E27FC236}">
                <a16:creationId xmlns:a16="http://schemas.microsoft.com/office/drawing/2014/main" id="{A70088CE-8FDA-673B-1C8C-5039206C0A08}"/>
              </a:ext>
            </a:extLst>
          </p:cNvPr>
          <p:cNvSpPr txBox="1"/>
          <p:nvPr/>
        </p:nvSpPr>
        <p:spPr>
          <a:xfrm>
            <a:off x="6836084" y="5274835"/>
            <a:ext cx="14288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>
                <a:highlight>
                  <a:srgbClr val="E9F5EC"/>
                </a:highlight>
              </a:rPr>
              <a:t>SET_HOUR</a:t>
            </a:r>
            <a:endParaRPr lang="ko-KR" altLang="en-US" sz="1050">
              <a:highlight>
                <a:srgbClr val="E9F5EC"/>
              </a:highlight>
            </a:endParaRPr>
          </a:p>
        </p:txBody>
      </p:sp>
      <p:grpSp>
        <p:nvGrpSpPr>
          <p:cNvPr id="380" name="그룹 379">
            <a:extLst>
              <a:ext uri="{FF2B5EF4-FFF2-40B4-BE49-F238E27FC236}">
                <a16:creationId xmlns:a16="http://schemas.microsoft.com/office/drawing/2014/main" id="{87654E86-FB8C-FB64-71E4-2AFE253534F1}"/>
              </a:ext>
            </a:extLst>
          </p:cNvPr>
          <p:cNvGrpSpPr/>
          <p:nvPr/>
        </p:nvGrpSpPr>
        <p:grpSpPr>
          <a:xfrm>
            <a:off x="8317464" y="1782501"/>
            <a:ext cx="1690218" cy="789761"/>
            <a:chOff x="9165688" y="330849"/>
            <a:chExt cx="3193975" cy="1751021"/>
          </a:xfrm>
        </p:grpSpPr>
        <p:grpSp>
          <p:nvGrpSpPr>
            <p:cNvPr id="381" name="그룹 380">
              <a:extLst>
                <a:ext uri="{FF2B5EF4-FFF2-40B4-BE49-F238E27FC236}">
                  <a16:creationId xmlns:a16="http://schemas.microsoft.com/office/drawing/2014/main" id="{EDC21FE7-F744-BFF5-F7B0-FF238FFFAF4F}"/>
                </a:ext>
              </a:extLst>
            </p:cNvPr>
            <p:cNvGrpSpPr/>
            <p:nvPr/>
          </p:nvGrpSpPr>
          <p:grpSpPr>
            <a:xfrm>
              <a:off x="9165688" y="330849"/>
              <a:ext cx="2860497" cy="994910"/>
              <a:chOff x="8147507" y="4736955"/>
              <a:chExt cx="2860497" cy="994910"/>
            </a:xfrm>
          </p:grpSpPr>
          <p:sp>
            <p:nvSpPr>
              <p:cNvPr id="384" name="직사각형 383">
                <a:extLst>
                  <a:ext uri="{FF2B5EF4-FFF2-40B4-BE49-F238E27FC236}">
                    <a16:creationId xmlns:a16="http://schemas.microsoft.com/office/drawing/2014/main" id="{5670B782-B90E-DAA1-C027-1FC9B9BE6FA9}"/>
                  </a:ext>
                </a:extLst>
              </p:cNvPr>
              <p:cNvSpPr/>
              <p:nvPr/>
            </p:nvSpPr>
            <p:spPr>
              <a:xfrm>
                <a:off x="8147507" y="4736955"/>
                <a:ext cx="2860497" cy="994910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grpSp>
            <p:nvGrpSpPr>
              <p:cNvPr id="385" name="그룹 384">
                <a:extLst>
                  <a:ext uri="{FF2B5EF4-FFF2-40B4-BE49-F238E27FC236}">
                    <a16:creationId xmlns:a16="http://schemas.microsoft.com/office/drawing/2014/main" id="{5C236C81-FB3B-0517-D030-4954F6AD50D6}"/>
                  </a:ext>
                </a:extLst>
              </p:cNvPr>
              <p:cNvGrpSpPr/>
              <p:nvPr/>
            </p:nvGrpSpPr>
            <p:grpSpPr>
              <a:xfrm>
                <a:off x="8408334" y="4819650"/>
                <a:ext cx="2500334" cy="808179"/>
                <a:chOff x="8112248" y="4451227"/>
                <a:chExt cx="3529919" cy="1221760"/>
              </a:xfrm>
            </p:grpSpPr>
            <p:grpSp>
              <p:nvGrpSpPr>
                <p:cNvPr id="386" name="그룹 385">
                  <a:extLst>
                    <a:ext uri="{FF2B5EF4-FFF2-40B4-BE49-F238E27FC236}">
                      <a16:creationId xmlns:a16="http://schemas.microsoft.com/office/drawing/2014/main" id="{27D92426-C270-A1A4-B1B5-BC0FEC085714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796802" cy="1221760"/>
                  <a:chOff x="8112248" y="4451227"/>
                  <a:chExt cx="796802" cy="1221760"/>
                </a:xfrm>
              </p:grpSpPr>
              <p:grpSp>
                <p:nvGrpSpPr>
                  <p:cNvPr id="426" name="그룹 425">
                    <a:extLst>
                      <a:ext uri="{FF2B5EF4-FFF2-40B4-BE49-F238E27FC236}">
                        <a16:creationId xmlns:a16="http://schemas.microsoft.com/office/drawing/2014/main" id="{8F34D47E-97B1-B4E9-9052-8EB50655CC02}"/>
                      </a:ext>
                    </a:extLst>
                  </p:cNvPr>
                  <p:cNvGrpSpPr/>
                  <p:nvPr/>
                </p:nvGrpSpPr>
                <p:grpSpPr>
                  <a:xfrm>
                    <a:off x="8112248" y="4451227"/>
                    <a:ext cx="667506" cy="1221760"/>
                    <a:chOff x="8377382" y="4544293"/>
                    <a:chExt cx="667506" cy="1221760"/>
                  </a:xfrm>
                </p:grpSpPr>
                <p:grpSp>
                  <p:nvGrpSpPr>
                    <p:cNvPr id="428" name="그룹 427">
                      <a:extLst>
                        <a:ext uri="{FF2B5EF4-FFF2-40B4-BE49-F238E27FC236}">
                          <a16:creationId xmlns:a16="http://schemas.microsoft.com/office/drawing/2014/main" id="{23E1739F-DF09-815E-1D27-CDB70970C45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77382" y="4544293"/>
                      <a:ext cx="667504" cy="666298"/>
                      <a:chOff x="8377382" y="4544293"/>
                      <a:chExt cx="667504" cy="666298"/>
                    </a:xfrm>
                  </p:grpSpPr>
                  <p:sp>
                    <p:nvSpPr>
                      <p:cNvPr id="434" name="직사각형 433">
                        <a:extLst>
                          <a:ext uri="{FF2B5EF4-FFF2-40B4-BE49-F238E27FC236}">
                            <a16:creationId xmlns:a16="http://schemas.microsoft.com/office/drawing/2014/main" id="{3F1E04DE-63BC-50D6-5682-282F5721BB3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77382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435" name="직사각형 434">
                        <a:extLst>
                          <a:ext uri="{FF2B5EF4-FFF2-40B4-BE49-F238E27FC236}">
                            <a16:creationId xmlns:a16="http://schemas.microsoft.com/office/drawing/2014/main" id="{4C2BC212-7FB4-4534-B34E-EFE157BDC1E2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392743"/>
                        <a:ext cx="110836" cy="41393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436" name="직사각형 435">
                        <a:extLst>
                          <a:ext uri="{FF2B5EF4-FFF2-40B4-BE49-F238E27FC236}">
                            <a16:creationId xmlns:a16="http://schemas.microsoft.com/office/drawing/2014/main" id="{3CD25829-6940-D070-E452-24F02B73194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34050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437" name="직사각형 436">
                        <a:extLst>
                          <a:ext uri="{FF2B5EF4-FFF2-40B4-BE49-F238E27FC236}">
                            <a16:creationId xmlns:a16="http://schemas.microsoft.com/office/drawing/2014/main" id="{ACC75438-E1F3-D83D-8DDC-A2D48D1CA243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948205"/>
                        <a:ext cx="110836" cy="413936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</p:grpSp>
                <p:grpSp>
                  <p:nvGrpSpPr>
                    <p:cNvPr id="429" name="그룹 428">
                      <a:extLst>
                        <a:ext uri="{FF2B5EF4-FFF2-40B4-BE49-F238E27FC236}">
                          <a16:creationId xmlns:a16="http://schemas.microsoft.com/office/drawing/2014/main" id="{364F1B7D-1C40-0679-BDA1-9E4EC71DA32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77384" y="5099755"/>
                      <a:ext cx="667504" cy="666298"/>
                      <a:chOff x="8377382" y="4544293"/>
                      <a:chExt cx="667504" cy="666298"/>
                    </a:xfrm>
                  </p:grpSpPr>
                  <p:sp>
                    <p:nvSpPr>
                      <p:cNvPr id="430" name="직사각형 429">
                        <a:extLst>
                          <a:ext uri="{FF2B5EF4-FFF2-40B4-BE49-F238E27FC236}">
                            <a16:creationId xmlns:a16="http://schemas.microsoft.com/office/drawing/2014/main" id="{2E641502-EC82-C6A5-57BF-9FE1405873D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77382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431" name="직사각형 430">
                        <a:extLst>
                          <a:ext uri="{FF2B5EF4-FFF2-40B4-BE49-F238E27FC236}">
                            <a16:creationId xmlns:a16="http://schemas.microsoft.com/office/drawing/2014/main" id="{290576F5-45B4-2388-F4D5-9E9C5B65FC35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392743"/>
                        <a:ext cx="110836" cy="41393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432" name="직사각형 431">
                        <a:extLst>
                          <a:ext uri="{FF2B5EF4-FFF2-40B4-BE49-F238E27FC236}">
                            <a16:creationId xmlns:a16="http://schemas.microsoft.com/office/drawing/2014/main" id="{6CF0CD4B-3212-8671-151E-7A03C899DF4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34050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433" name="직사각형 432">
                        <a:extLst>
                          <a:ext uri="{FF2B5EF4-FFF2-40B4-BE49-F238E27FC236}">
                            <a16:creationId xmlns:a16="http://schemas.microsoft.com/office/drawing/2014/main" id="{9BFB6063-379A-B52C-DB6A-614AD66F7025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948205"/>
                        <a:ext cx="110836" cy="41393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</p:grpSp>
              </p:grpSp>
              <p:sp>
                <p:nvSpPr>
                  <p:cNvPr id="427" name="직사각형 426">
                    <a:extLst>
                      <a:ext uri="{FF2B5EF4-FFF2-40B4-BE49-F238E27FC236}">
                        <a16:creationId xmlns:a16="http://schemas.microsoft.com/office/drawing/2014/main" id="{7B5A4E5D-0FA7-2E71-46AF-1F4C42D22E1D}"/>
                      </a:ext>
                    </a:extLst>
                  </p:cNvPr>
                  <p:cNvSpPr/>
                  <p:nvPr/>
                </p:nvSpPr>
                <p:spPr>
                  <a:xfrm>
                    <a:off x="8808029" y="5562151"/>
                    <a:ext cx="101021" cy="110836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000"/>
                  </a:p>
                </p:txBody>
              </p:sp>
            </p:grpSp>
            <p:grpSp>
              <p:nvGrpSpPr>
                <p:cNvPr id="387" name="그룹 386">
                  <a:extLst>
                    <a:ext uri="{FF2B5EF4-FFF2-40B4-BE49-F238E27FC236}">
                      <a16:creationId xmlns:a16="http://schemas.microsoft.com/office/drawing/2014/main" id="{BD634B2C-EC53-A692-F9C7-CECDF40F12DC}"/>
                    </a:ext>
                  </a:extLst>
                </p:cNvPr>
                <p:cNvGrpSpPr/>
                <p:nvPr/>
              </p:nvGrpSpPr>
              <p:grpSpPr>
                <a:xfrm>
                  <a:off x="9003883" y="4451227"/>
                  <a:ext cx="796802" cy="1221760"/>
                  <a:chOff x="8112248" y="4451227"/>
                  <a:chExt cx="796802" cy="1221760"/>
                </a:xfrm>
              </p:grpSpPr>
              <p:grpSp>
                <p:nvGrpSpPr>
                  <p:cNvPr id="414" name="그룹 413">
                    <a:extLst>
                      <a:ext uri="{FF2B5EF4-FFF2-40B4-BE49-F238E27FC236}">
                        <a16:creationId xmlns:a16="http://schemas.microsoft.com/office/drawing/2014/main" id="{ADF515BB-E15C-DB83-7258-F7733214D4D1}"/>
                      </a:ext>
                    </a:extLst>
                  </p:cNvPr>
                  <p:cNvGrpSpPr/>
                  <p:nvPr/>
                </p:nvGrpSpPr>
                <p:grpSpPr>
                  <a:xfrm>
                    <a:off x="8112248" y="4451227"/>
                    <a:ext cx="667506" cy="1221760"/>
                    <a:chOff x="8377382" y="4544293"/>
                    <a:chExt cx="667506" cy="1221760"/>
                  </a:xfrm>
                </p:grpSpPr>
                <p:grpSp>
                  <p:nvGrpSpPr>
                    <p:cNvPr id="416" name="그룹 415">
                      <a:extLst>
                        <a:ext uri="{FF2B5EF4-FFF2-40B4-BE49-F238E27FC236}">
                          <a16:creationId xmlns:a16="http://schemas.microsoft.com/office/drawing/2014/main" id="{903C00EA-6355-E88B-F11D-3DD9C2F36C4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77382" y="4544293"/>
                      <a:ext cx="667504" cy="666298"/>
                      <a:chOff x="8377382" y="4544293"/>
                      <a:chExt cx="667504" cy="666298"/>
                    </a:xfrm>
                  </p:grpSpPr>
                  <p:sp>
                    <p:nvSpPr>
                      <p:cNvPr id="422" name="직사각형 421">
                        <a:extLst>
                          <a:ext uri="{FF2B5EF4-FFF2-40B4-BE49-F238E27FC236}">
                            <a16:creationId xmlns:a16="http://schemas.microsoft.com/office/drawing/2014/main" id="{54CF84AC-90F3-EBE1-43ED-264E4D54176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77382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423" name="직사각형 422">
                        <a:extLst>
                          <a:ext uri="{FF2B5EF4-FFF2-40B4-BE49-F238E27FC236}">
                            <a16:creationId xmlns:a16="http://schemas.microsoft.com/office/drawing/2014/main" id="{9C490AF5-F42D-44A8-5B32-13E4038E830D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392743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424" name="직사각형 423">
                        <a:extLst>
                          <a:ext uri="{FF2B5EF4-FFF2-40B4-BE49-F238E27FC236}">
                            <a16:creationId xmlns:a16="http://schemas.microsoft.com/office/drawing/2014/main" id="{11891D06-A66B-73AF-B71E-CB17DB48580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34050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425" name="직사각형 424">
                        <a:extLst>
                          <a:ext uri="{FF2B5EF4-FFF2-40B4-BE49-F238E27FC236}">
                            <a16:creationId xmlns:a16="http://schemas.microsoft.com/office/drawing/2014/main" id="{D488442F-EFF0-1BB0-6D8D-6F97670267E6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948205"/>
                        <a:ext cx="110836" cy="413936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</p:grpSp>
                <p:grpSp>
                  <p:nvGrpSpPr>
                    <p:cNvPr id="417" name="그룹 416">
                      <a:extLst>
                        <a:ext uri="{FF2B5EF4-FFF2-40B4-BE49-F238E27FC236}">
                          <a16:creationId xmlns:a16="http://schemas.microsoft.com/office/drawing/2014/main" id="{96E84541-A77B-3C43-A485-D352BF8670B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77384" y="5099755"/>
                      <a:ext cx="667504" cy="666298"/>
                      <a:chOff x="8377382" y="4544293"/>
                      <a:chExt cx="667504" cy="666298"/>
                    </a:xfrm>
                  </p:grpSpPr>
                  <p:sp>
                    <p:nvSpPr>
                      <p:cNvPr id="418" name="직사각형 417">
                        <a:extLst>
                          <a:ext uri="{FF2B5EF4-FFF2-40B4-BE49-F238E27FC236}">
                            <a16:creationId xmlns:a16="http://schemas.microsoft.com/office/drawing/2014/main" id="{B918CAEE-2D83-6880-C2D6-E0ACEC20D68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77382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419" name="직사각형 418">
                        <a:extLst>
                          <a:ext uri="{FF2B5EF4-FFF2-40B4-BE49-F238E27FC236}">
                            <a16:creationId xmlns:a16="http://schemas.microsoft.com/office/drawing/2014/main" id="{E975FAD8-208D-9E77-FC7E-FB97F4AC9723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392743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420" name="직사각형 419">
                        <a:extLst>
                          <a:ext uri="{FF2B5EF4-FFF2-40B4-BE49-F238E27FC236}">
                            <a16:creationId xmlns:a16="http://schemas.microsoft.com/office/drawing/2014/main" id="{15B6B606-5746-9CC5-561D-E582245BD01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34050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421" name="직사각형 420">
                        <a:extLst>
                          <a:ext uri="{FF2B5EF4-FFF2-40B4-BE49-F238E27FC236}">
                            <a16:creationId xmlns:a16="http://schemas.microsoft.com/office/drawing/2014/main" id="{52C5B45E-1316-8ED2-253F-69E3D6552534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948205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</p:grpSp>
              </p:grpSp>
              <p:sp>
                <p:nvSpPr>
                  <p:cNvPr id="415" name="직사각형 414">
                    <a:extLst>
                      <a:ext uri="{FF2B5EF4-FFF2-40B4-BE49-F238E27FC236}">
                        <a16:creationId xmlns:a16="http://schemas.microsoft.com/office/drawing/2014/main" id="{B9C70EC4-DD7F-A91C-0DA3-76921E4B760B}"/>
                      </a:ext>
                    </a:extLst>
                  </p:cNvPr>
                  <p:cNvSpPr/>
                  <p:nvPr/>
                </p:nvSpPr>
                <p:spPr>
                  <a:xfrm>
                    <a:off x="8808029" y="5562151"/>
                    <a:ext cx="101021" cy="110836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000"/>
                  </a:p>
                </p:txBody>
              </p:sp>
            </p:grpSp>
            <p:grpSp>
              <p:nvGrpSpPr>
                <p:cNvPr id="388" name="그룹 387">
                  <a:extLst>
                    <a:ext uri="{FF2B5EF4-FFF2-40B4-BE49-F238E27FC236}">
                      <a16:creationId xmlns:a16="http://schemas.microsoft.com/office/drawing/2014/main" id="{EE75064D-1C69-7DF6-5D0E-3563DD72F61D}"/>
                    </a:ext>
                  </a:extLst>
                </p:cNvPr>
                <p:cNvGrpSpPr/>
                <p:nvPr/>
              </p:nvGrpSpPr>
              <p:grpSpPr>
                <a:xfrm>
                  <a:off x="9935853" y="4451227"/>
                  <a:ext cx="796802" cy="1221760"/>
                  <a:chOff x="8112248" y="4451227"/>
                  <a:chExt cx="796802" cy="1221760"/>
                </a:xfrm>
              </p:grpSpPr>
              <p:grpSp>
                <p:nvGrpSpPr>
                  <p:cNvPr id="402" name="그룹 401">
                    <a:extLst>
                      <a:ext uri="{FF2B5EF4-FFF2-40B4-BE49-F238E27FC236}">
                        <a16:creationId xmlns:a16="http://schemas.microsoft.com/office/drawing/2014/main" id="{BEA17906-9C4B-B916-D6A6-CD2B0B7ECB86}"/>
                      </a:ext>
                    </a:extLst>
                  </p:cNvPr>
                  <p:cNvGrpSpPr/>
                  <p:nvPr/>
                </p:nvGrpSpPr>
                <p:grpSpPr>
                  <a:xfrm>
                    <a:off x="8112248" y="4451227"/>
                    <a:ext cx="667506" cy="1221760"/>
                    <a:chOff x="8377382" y="4544293"/>
                    <a:chExt cx="667506" cy="1221760"/>
                  </a:xfrm>
                </p:grpSpPr>
                <p:grpSp>
                  <p:nvGrpSpPr>
                    <p:cNvPr id="404" name="그룹 403">
                      <a:extLst>
                        <a:ext uri="{FF2B5EF4-FFF2-40B4-BE49-F238E27FC236}">
                          <a16:creationId xmlns:a16="http://schemas.microsoft.com/office/drawing/2014/main" id="{F43A069C-29E1-D547-BBE8-EEDA5FBBA31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77382" y="4544293"/>
                      <a:ext cx="667504" cy="666298"/>
                      <a:chOff x="8377382" y="4544293"/>
                      <a:chExt cx="667504" cy="666298"/>
                    </a:xfrm>
                  </p:grpSpPr>
                  <p:sp>
                    <p:nvSpPr>
                      <p:cNvPr id="410" name="직사각형 409">
                        <a:extLst>
                          <a:ext uri="{FF2B5EF4-FFF2-40B4-BE49-F238E27FC236}">
                            <a16:creationId xmlns:a16="http://schemas.microsoft.com/office/drawing/2014/main" id="{2C57E52F-FB4D-65E2-DE0F-BF3ACB8364C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77382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411" name="직사각형 410">
                        <a:extLst>
                          <a:ext uri="{FF2B5EF4-FFF2-40B4-BE49-F238E27FC236}">
                            <a16:creationId xmlns:a16="http://schemas.microsoft.com/office/drawing/2014/main" id="{DF586EF7-18E5-1300-867E-0F7FBFE3F408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392743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412" name="직사각형 411">
                        <a:extLst>
                          <a:ext uri="{FF2B5EF4-FFF2-40B4-BE49-F238E27FC236}">
                            <a16:creationId xmlns:a16="http://schemas.microsoft.com/office/drawing/2014/main" id="{C0FC270A-889B-8A29-969A-AF3AB89E9F0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34050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413" name="직사각형 412">
                        <a:extLst>
                          <a:ext uri="{FF2B5EF4-FFF2-40B4-BE49-F238E27FC236}">
                            <a16:creationId xmlns:a16="http://schemas.microsoft.com/office/drawing/2014/main" id="{B82B9B0D-4BAC-9B0F-EFA7-E7E8BAD504CE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948205"/>
                        <a:ext cx="110836" cy="413936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</p:grpSp>
                <p:grpSp>
                  <p:nvGrpSpPr>
                    <p:cNvPr id="405" name="그룹 404">
                      <a:extLst>
                        <a:ext uri="{FF2B5EF4-FFF2-40B4-BE49-F238E27FC236}">
                          <a16:creationId xmlns:a16="http://schemas.microsoft.com/office/drawing/2014/main" id="{2CF2454E-9079-F9F8-3621-ADD6D61EE60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77384" y="5099755"/>
                      <a:ext cx="667504" cy="666298"/>
                      <a:chOff x="8377382" y="4544293"/>
                      <a:chExt cx="667504" cy="666298"/>
                    </a:xfrm>
                  </p:grpSpPr>
                  <p:sp>
                    <p:nvSpPr>
                      <p:cNvPr id="406" name="직사각형 405">
                        <a:extLst>
                          <a:ext uri="{FF2B5EF4-FFF2-40B4-BE49-F238E27FC236}">
                            <a16:creationId xmlns:a16="http://schemas.microsoft.com/office/drawing/2014/main" id="{C64D1F62-D1CD-9E97-3512-F2BA7F97EE3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77382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407" name="직사각형 406">
                        <a:extLst>
                          <a:ext uri="{FF2B5EF4-FFF2-40B4-BE49-F238E27FC236}">
                            <a16:creationId xmlns:a16="http://schemas.microsoft.com/office/drawing/2014/main" id="{141D8208-32C1-A4C5-E22A-389DEA2FC47F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392743"/>
                        <a:ext cx="110836" cy="41393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408" name="직사각형 407">
                        <a:extLst>
                          <a:ext uri="{FF2B5EF4-FFF2-40B4-BE49-F238E27FC236}">
                            <a16:creationId xmlns:a16="http://schemas.microsoft.com/office/drawing/2014/main" id="{FFA3777B-DD4D-B40C-515E-32F79DE1671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34050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409" name="직사각형 408">
                        <a:extLst>
                          <a:ext uri="{FF2B5EF4-FFF2-40B4-BE49-F238E27FC236}">
                            <a16:creationId xmlns:a16="http://schemas.microsoft.com/office/drawing/2014/main" id="{C8F5E3D6-1B96-4803-C255-7D3B7F8F3805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948205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</p:grpSp>
              </p:grpSp>
              <p:sp>
                <p:nvSpPr>
                  <p:cNvPr id="403" name="직사각형 402">
                    <a:extLst>
                      <a:ext uri="{FF2B5EF4-FFF2-40B4-BE49-F238E27FC236}">
                        <a16:creationId xmlns:a16="http://schemas.microsoft.com/office/drawing/2014/main" id="{B5939B76-EF15-EEF6-163E-7EF60744A284}"/>
                      </a:ext>
                    </a:extLst>
                  </p:cNvPr>
                  <p:cNvSpPr/>
                  <p:nvPr/>
                </p:nvSpPr>
                <p:spPr>
                  <a:xfrm>
                    <a:off x="8808029" y="5562151"/>
                    <a:ext cx="101021" cy="110836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000"/>
                  </a:p>
                </p:txBody>
              </p:sp>
            </p:grpSp>
            <p:grpSp>
              <p:nvGrpSpPr>
                <p:cNvPr id="389" name="그룹 388">
                  <a:extLst>
                    <a:ext uri="{FF2B5EF4-FFF2-40B4-BE49-F238E27FC236}">
                      <a16:creationId xmlns:a16="http://schemas.microsoft.com/office/drawing/2014/main" id="{533D1091-966A-E243-D6A4-BCC7C52819E8}"/>
                    </a:ext>
                  </a:extLst>
                </p:cNvPr>
                <p:cNvGrpSpPr/>
                <p:nvPr/>
              </p:nvGrpSpPr>
              <p:grpSpPr>
                <a:xfrm>
                  <a:off x="10845365" y="4451227"/>
                  <a:ext cx="796802" cy="1221760"/>
                  <a:chOff x="8112248" y="4451227"/>
                  <a:chExt cx="796802" cy="1221760"/>
                </a:xfrm>
              </p:grpSpPr>
              <p:grpSp>
                <p:nvGrpSpPr>
                  <p:cNvPr id="390" name="그룹 389">
                    <a:extLst>
                      <a:ext uri="{FF2B5EF4-FFF2-40B4-BE49-F238E27FC236}">
                        <a16:creationId xmlns:a16="http://schemas.microsoft.com/office/drawing/2014/main" id="{26BE0B41-8F55-5B3E-3E92-0FFBC1242493}"/>
                      </a:ext>
                    </a:extLst>
                  </p:cNvPr>
                  <p:cNvGrpSpPr/>
                  <p:nvPr/>
                </p:nvGrpSpPr>
                <p:grpSpPr>
                  <a:xfrm>
                    <a:off x="8112248" y="4451227"/>
                    <a:ext cx="667506" cy="1221760"/>
                    <a:chOff x="8377382" y="4544293"/>
                    <a:chExt cx="667506" cy="1221760"/>
                  </a:xfrm>
                </p:grpSpPr>
                <p:grpSp>
                  <p:nvGrpSpPr>
                    <p:cNvPr id="392" name="그룹 391">
                      <a:extLst>
                        <a:ext uri="{FF2B5EF4-FFF2-40B4-BE49-F238E27FC236}">
                          <a16:creationId xmlns:a16="http://schemas.microsoft.com/office/drawing/2014/main" id="{A46AE2A7-3E62-D3CA-ADF4-D8C1EA2E0C6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77382" y="4544293"/>
                      <a:ext cx="667504" cy="666298"/>
                      <a:chOff x="8377382" y="4544293"/>
                      <a:chExt cx="667504" cy="666298"/>
                    </a:xfrm>
                  </p:grpSpPr>
                  <p:sp>
                    <p:nvSpPr>
                      <p:cNvPr id="398" name="직사각형 397">
                        <a:extLst>
                          <a:ext uri="{FF2B5EF4-FFF2-40B4-BE49-F238E27FC236}">
                            <a16:creationId xmlns:a16="http://schemas.microsoft.com/office/drawing/2014/main" id="{21C86D70-9211-5795-22ED-EBC0BF68E37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77382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399" name="직사각형 398">
                        <a:extLst>
                          <a:ext uri="{FF2B5EF4-FFF2-40B4-BE49-F238E27FC236}">
                            <a16:creationId xmlns:a16="http://schemas.microsoft.com/office/drawing/2014/main" id="{4EC63C70-68A7-3A0F-3ED4-DBDF9EEAB33B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392743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400" name="직사각형 399">
                        <a:extLst>
                          <a:ext uri="{FF2B5EF4-FFF2-40B4-BE49-F238E27FC236}">
                            <a16:creationId xmlns:a16="http://schemas.microsoft.com/office/drawing/2014/main" id="{E1A77740-F287-FAC0-8E57-409122C7EEE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34050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401" name="직사각형 400">
                        <a:extLst>
                          <a:ext uri="{FF2B5EF4-FFF2-40B4-BE49-F238E27FC236}">
                            <a16:creationId xmlns:a16="http://schemas.microsoft.com/office/drawing/2014/main" id="{32BB0287-7459-647E-7326-E7EA84BBE624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948205"/>
                        <a:ext cx="110836" cy="413936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</p:grpSp>
                <p:grpSp>
                  <p:nvGrpSpPr>
                    <p:cNvPr id="393" name="그룹 392">
                      <a:extLst>
                        <a:ext uri="{FF2B5EF4-FFF2-40B4-BE49-F238E27FC236}">
                          <a16:creationId xmlns:a16="http://schemas.microsoft.com/office/drawing/2014/main" id="{F4D62620-ABDB-AC17-ED31-F269397C56F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77384" y="5099755"/>
                      <a:ext cx="667504" cy="666298"/>
                      <a:chOff x="8377382" y="4544293"/>
                      <a:chExt cx="667504" cy="666298"/>
                    </a:xfrm>
                  </p:grpSpPr>
                  <p:sp>
                    <p:nvSpPr>
                      <p:cNvPr id="394" name="직사각형 393">
                        <a:extLst>
                          <a:ext uri="{FF2B5EF4-FFF2-40B4-BE49-F238E27FC236}">
                            <a16:creationId xmlns:a16="http://schemas.microsoft.com/office/drawing/2014/main" id="{7AB3BD20-31B9-16AF-ABE8-5E0EA436AB3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77382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395" name="직사각형 394">
                        <a:extLst>
                          <a:ext uri="{FF2B5EF4-FFF2-40B4-BE49-F238E27FC236}">
                            <a16:creationId xmlns:a16="http://schemas.microsoft.com/office/drawing/2014/main" id="{F791B455-57B0-5938-A473-0CDDB5F9FCE6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392743"/>
                        <a:ext cx="110836" cy="41393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396" name="직사각형 395">
                        <a:extLst>
                          <a:ext uri="{FF2B5EF4-FFF2-40B4-BE49-F238E27FC236}">
                            <a16:creationId xmlns:a16="http://schemas.microsoft.com/office/drawing/2014/main" id="{3F0CA0D8-4972-0EC8-ECA4-E7EBB4C8CDF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34050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397" name="직사각형 396">
                        <a:extLst>
                          <a:ext uri="{FF2B5EF4-FFF2-40B4-BE49-F238E27FC236}">
                            <a16:creationId xmlns:a16="http://schemas.microsoft.com/office/drawing/2014/main" id="{69E8C18A-FD3D-BE5C-D71C-1CFC3C0A69A9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948205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</p:grpSp>
              </p:grpSp>
              <p:sp>
                <p:nvSpPr>
                  <p:cNvPr id="391" name="직사각형 390">
                    <a:extLst>
                      <a:ext uri="{FF2B5EF4-FFF2-40B4-BE49-F238E27FC236}">
                        <a16:creationId xmlns:a16="http://schemas.microsoft.com/office/drawing/2014/main" id="{28503A7F-66FD-BC69-3186-B3B39092A2B8}"/>
                      </a:ext>
                    </a:extLst>
                  </p:cNvPr>
                  <p:cNvSpPr/>
                  <p:nvPr/>
                </p:nvSpPr>
                <p:spPr>
                  <a:xfrm>
                    <a:off x="8808029" y="5562151"/>
                    <a:ext cx="101021" cy="110836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000"/>
                  </a:p>
                </p:txBody>
              </p:sp>
            </p:grpSp>
          </p:grpSp>
        </p:grpSp>
        <p:sp>
          <p:nvSpPr>
            <p:cNvPr id="383" name="TextBox 382">
              <a:extLst>
                <a:ext uri="{FF2B5EF4-FFF2-40B4-BE49-F238E27FC236}">
                  <a16:creationId xmlns:a16="http://schemas.microsoft.com/office/drawing/2014/main" id="{AEBA42BE-6B0C-D3C8-C942-99EB5BCF9653}"/>
                </a:ext>
              </a:extLst>
            </p:cNvPr>
            <p:cNvSpPr txBox="1"/>
            <p:nvPr/>
          </p:nvSpPr>
          <p:spPr>
            <a:xfrm>
              <a:off x="10022865" y="1501843"/>
              <a:ext cx="2336798" cy="5800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50"/>
                <a:t>cursor x</a:t>
              </a:r>
              <a:endParaRPr lang="ko-KR" altLang="en-US" sz="1050"/>
            </a:p>
          </p:txBody>
        </p:sp>
      </p:grpSp>
      <p:sp>
        <p:nvSpPr>
          <p:cNvPr id="438" name="TextBox 437">
            <a:extLst>
              <a:ext uri="{FF2B5EF4-FFF2-40B4-BE49-F238E27FC236}">
                <a16:creationId xmlns:a16="http://schemas.microsoft.com/office/drawing/2014/main" id="{CC7A2252-A882-9B54-1169-25C1C59576E4}"/>
              </a:ext>
            </a:extLst>
          </p:cNvPr>
          <p:cNvSpPr txBox="1"/>
          <p:nvPr/>
        </p:nvSpPr>
        <p:spPr>
          <a:xfrm>
            <a:off x="6836084" y="1892332"/>
            <a:ext cx="14288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>
                <a:highlight>
                  <a:srgbClr val="E7F1FA"/>
                </a:highlight>
              </a:rPr>
              <a:t>NORMAL</a:t>
            </a:r>
            <a:endParaRPr lang="ko-KR" altLang="en-US" sz="1050">
              <a:highlight>
                <a:srgbClr val="E7F1FA"/>
              </a:highlight>
            </a:endParaRPr>
          </a:p>
        </p:txBody>
      </p:sp>
      <p:sp>
        <p:nvSpPr>
          <p:cNvPr id="440" name="TextBox 439">
            <a:extLst>
              <a:ext uri="{FF2B5EF4-FFF2-40B4-BE49-F238E27FC236}">
                <a16:creationId xmlns:a16="http://schemas.microsoft.com/office/drawing/2014/main" id="{8DA4C3D7-9CD0-6661-CC3C-AF30D0D5DE95}"/>
              </a:ext>
            </a:extLst>
          </p:cNvPr>
          <p:cNvSpPr txBox="1"/>
          <p:nvPr/>
        </p:nvSpPr>
        <p:spPr>
          <a:xfrm>
            <a:off x="243713" y="208345"/>
            <a:ext cx="90405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Watch control unit</a:t>
            </a:r>
            <a:r>
              <a:rPr lang="ko-KR" altLang="en-US"/>
              <a:t>  </a:t>
            </a:r>
            <a:r>
              <a:rPr lang="en-US" altLang="ko-KR"/>
              <a:t>– </a:t>
            </a:r>
            <a:r>
              <a:rPr lang="ko-KR" altLang="en-US"/>
              <a:t>시간</a:t>
            </a:r>
            <a:r>
              <a:rPr lang="en-US" altLang="ko-KR"/>
              <a:t>/ </a:t>
            </a:r>
            <a:r>
              <a:rPr lang="ko-KR" altLang="en-US"/>
              <a:t>분 </a:t>
            </a:r>
            <a:r>
              <a:rPr lang="en-US" altLang="ko-KR"/>
              <a:t>BCD(SW=1) </a:t>
            </a:r>
            <a:r>
              <a:rPr lang="ko-KR" altLang="en-US"/>
              <a:t>에서 </a:t>
            </a:r>
            <a:r>
              <a:rPr lang="en-US" altLang="ko-KR"/>
              <a:t>SW2=1 </a:t>
            </a:r>
            <a:r>
              <a:rPr lang="ko-KR" altLang="en-US"/>
              <a:t>일 때</a:t>
            </a:r>
            <a:r>
              <a:rPr lang="en-US" altLang="ko-KR"/>
              <a:t>, </a:t>
            </a:r>
            <a:r>
              <a:rPr lang="ko-KR" altLang="en-US"/>
              <a:t>시간 </a:t>
            </a:r>
            <a:r>
              <a:rPr lang="en-US" altLang="ko-KR"/>
              <a:t>Setting </a:t>
            </a:r>
            <a:r>
              <a:rPr lang="ko-KR" altLang="en-US"/>
              <a:t>기능</a:t>
            </a:r>
            <a:r>
              <a:rPr lang="en-US" altLang="ko-KR"/>
              <a:t> </a:t>
            </a:r>
          </a:p>
          <a:p>
            <a:endParaRPr lang="en-US" altLang="ko-KR"/>
          </a:p>
          <a:p>
            <a:r>
              <a:rPr lang="en-US" altLang="ko-KR"/>
              <a:t>cursor</a:t>
            </a:r>
            <a:r>
              <a:rPr lang="ko-KR" altLang="en-US"/>
              <a:t> 의 역할 </a:t>
            </a:r>
            <a:r>
              <a:rPr lang="en-US" altLang="ko-KR"/>
              <a:t>: </a:t>
            </a:r>
          </a:p>
          <a:p>
            <a:pPr marL="342900" indent="-342900">
              <a:buAutoNum type="arabicPeriod"/>
            </a:pPr>
            <a:r>
              <a:rPr lang="en-US" altLang="ko-KR"/>
              <a:t>Watch control enable </a:t>
            </a:r>
            <a:r>
              <a:rPr lang="ko-KR" altLang="en-US"/>
              <a:t>시</a:t>
            </a:r>
            <a:r>
              <a:rPr lang="en-US" altLang="ko-KR"/>
              <a:t>, </a:t>
            </a:r>
            <a:r>
              <a:rPr lang="ko-KR" altLang="en-US"/>
              <a:t>시간 값 세팅 위치 선정</a:t>
            </a:r>
            <a:r>
              <a:rPr lang="en-US" altLang="ko-KR"/>
              <a:t> </a:t>
            </a:r>
            <a:r>
              <a:rPr lang="ko-KR" altLang="en-US"/>
              <a:t>및 </a:t>
            </a:r>
            <a:r>
              <a:rPr lang="en-US" altLang="ko-KR"/>
              <a:t>Anode </a:t>
            </a:r>
            <a:r>
              <a:rPr lang="ko-KR" altLang="en-US"/>
              <a:t>별 점멸 </a:t>
            </a:r>
            <a:r>
              <a:rPr lang="en-US" altLang="ko-KR"/>
              <a:t>input</a:t>
            </a:r>
            <a:r>
              <a:rPr lang="ko-KR" altLang="en-US"/>
              <a:t>에 기여 </a:t>
            </a:r>
            <a:r>
              <a:rPr lang="en-US" altLang="ko-KR"/>
              <a:t> </a:t>
            </a:r>
            <a:r>
              <a:rPr lang="ko-KR" altLang="en-US"/>
              <a:t>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47" name="잉크 446">
                <a:extLst>
                  <a:ext uri="{FF2B5EF4-FFF2-40B4-BE49-F238E27FC236}">
                    <a16:creationId xmlns:a16="http://schemas.microsoft.com/office/drawing/2014/main" id="{036A92B0-403C-3888-6F7C-F031923CEBC3}"/>
                  </a:ext>
                </a:extLst>
              </p14:cNvPr>
              <p14:cNvContentPartPr/>
              <p14:nvPr/>
            </p14:nvContentPartPr>
            <p14:xfrm>
              <a:off x="37860" y="2468640"/>
              <a:ext cx="360" cy="360"/>
            </p14:xfrm>
          </p:contentPart>
        </mc:Choice>
        <mc:Fallback xmlns="">
          <p:pic>
            <p:nvPicPr>
              <p:cNvPr id="447" name="잉크 446">
                <a:extLst>
                  <a:ext uri="{FF2B5EF4-FFF2-40B4-BE49-F238E27FC236}">
                    <a16:creationId xmlns:a16="http://schemas.microsoft.com/office/drawing/2014/main" id="{036A92B0-403C-3888-6F7C-F031923CEBC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740" y="2462520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460254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2AA30-AFAD-C749-676E-74302ED3D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TextBox 439">
            <a:extLst>
              <a:ext uri="{FF2B5EF4-FFF2-40B4-BE49-F238E27FC236}">
                <a16:creationId xmlns:a16="http://schemas.microsoft.com/office/drawing/2014/main" id="{B16DB1DF-A3B1-ED0E-9A97-E13A07E25782}"/>
              </a:ext>
            </a:extLst>
          </p:cNvPr>
          <p:cNvSpPr txBox="1"/>
          <p:nvPr/>
        </p:nvSpPr>
        <p:spPr>
          <a:xfrm>
            <a:off x="237086" y="186584"/>
            <a:ext cx="107224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Watch control unit</a:t>
            </a:r>
            <a:r>
              <a:rPr lang="ko-KR" altLang="en-US"/>
              <a:t> 기능 정의</a:t>
            </a:r>
            <a:endParaRPr lang="en-US" altLang="ko-KR"/>
          </a:p>
          <a:p>
            <a:r>
              <a:rPr lang="en-US" altLang="ko-KR"/>
              <a:t>cursor</a:t>
            </a:r>
            <a:r>
              <a:rPr lang="ko-KR" altLang="en-US"/>
              <a:t> 값 </a:t>
            </a:r>
            <a:r>
              <a:rPr lang="en-US" altLang="ko-KR"/>
              <a:t>-&gt; </a:t>
            </a:r>
          </a:p>
          <a:p>
            <a:r>
              <a:rPr lang="en-US" altLang="ko-KR"/>
              <a:t>Fnd controller </a:t>
            </a:r>
            <a:r>
              <a:rPr lang="ko-KR" altLang="en-US"/>
              <a:t>내부 및 출력</a:t>
            </a:r>
            <a:r>
              <a:rPr lang="en-US" altLang="ko-KR"/>
              <a:t>( </a:t>
            </a:r>
            <a:r>
              <a:rPr lang="ko-KR" altLang="en-US">
                <a:highlight>
                  <a:srgbClr val="FFFF00"/>
                </a:highlight>
              </a:rPr>
              <a:t>기존의 </a:t>
            </a:r>
            <a:r>
              <a:rPr lang="en-US" altLang="ko-KR">
                <a:highlight>
                  <a:srgbClr val="FFFF00"/>
                </a:highlight>
              </a:rPr>
              <a:t>anode3</a:t>
            </a:r>
            <a:r>
              <a:rPr lang="ko-KR" altLang="en-US">
                <a:highlight>
                  <a:srgbClr val="FFFF00"/>
                </a:highlight>
              </a:rPr>
              <a:t>의 점멸 자원을 이용하여 자리값 세팅에 적용</a:t>
            </a:r>
            <a:r>
              <a:rPr lang="en-US" altLang="ko-KR"/>
              <a:t>)</a:t>
            </a:r>
            <a:r>
              <a:rPr lang="ko-KR" altLang="en-US"/>
              <a:t> </a:t>
            </a:r>
            <a:endParaRPr lang="en-US" altLang="ko-KR"/>
          </a:p>
        </p:txBody>
      </p: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A26669A0-C9BC-AF01-B496-948D1BE7D2D2}"/>
              </a:ext>
            </a:extLst>
          </p:cNvPr>
          <p:cNvGrpSpPr/>
          <p:nvPr/>
        </p:nvGrpSpPr>
        <p:grpSpPr>
          <a:xfrm>
            <a:off x="174131" y="2943512"/>
            <a:ext cx="7526209" cy="3727900"/>
            <a:chOff x="56283" y="2028239"/>
            <a:chExt cx="7911457" cy="3929728"/>
          </a:xfrm>
        </p:grpSpPr>
        <p:grpSp>
          <p:nvGrpSpPr>
            <p:cNvPr id="90" name="그룹 89">
              <a:extLst>
                <a:ext uri="{FF2B5EF4-FFF2-40B4-BE49-F238E27FC236}">
                  <a16:creationId xmlns:a16="http://schemas.microsoft.com/office/drawing/2014/main" id="{6EDBECF8-6D7D-EF57-A5C4-36C045835D57}"/>
                </a:ext>
              </a:extLst>
            </p:cNvPr>
            <p:cNvGrpSpPr/>
            <p:nvPr/>
          </p:nvGrpSpPr>
          <p:grpSpPr>
            <a:xfrm>
              <a:off x="56283" y="2028239"/>
              <a:ext cx="7911457" cy="3929728"/>
              <a:chOff x="699013" y="1975231"/>
              <a:chExt cx="7911457" cy="3929728"/>
            </a:xfrm>
          </p:grpSpPr>
          <p:grpSp>
            <p:nvGrpSpPr>
              <p:cNvPr id="33" name="그룹 32">
                <a:extLst>
                  <a:ext uri="{FF2B5EF4-FFF2-40B4-BE49-F238E27FC236}">
                    <a16:creationId xmlns:a16="http://schemas.microsoft.com/office/drawing/2014/main" id="{F4EDB32C-0171-FD4C-6B26-4273977C210D}"/>
                  </a:ext>
                </a:extLst>
              </p:cNvPr>
              <p:cNvGrpSpPr/>
              <p:nvPr/>
            </p:nvGrpSpPr>
            <p:grpSpPr>
              <a:xfrm>
                <a:off x="699013" y="1975231"/>
                <a:ext cx="7911457" cy="3929728"/>
                <a:chOff x="-14219" y="1975231"/>
                <a:chExt cx="7911457" cy="3929728"/>
              </a:xfrm>
            </p:grpSpPr>
            <p:pic>
              <p:nvPicPr>
                <p:cNvPr id="3" name="그림 2">
                  <a:extLst>
                    <a:ext uri="{FF2B5EF4-FFF2-40B4-BE49-F238E27FC236}">
                      <a16:creationId xmlns:a16="http://schemas.microsoft.com/office/drawing/2014/main" id="{88C346DD-37A1-84DA-18E9-14A14BA28AB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rcRect r="29830"/>
                <a:stretch>
                  <a:fillRect/>
                </a:stretch>
              </p:blipFill>
              <p:spPr>
                <a:xfrm>
                  <a:off x="273837" y="1999963"/>
                  <a:ext cx="5694147" cy="3904996"/>
                </a:xfrm>
                <a:prstGeom prst="rect">
                  <a:avLst/>
                </a:prstGeom>
              </p:spPr>
            </p:pic>
            <p:grpSp>
              <p:nvGrpSpPr>
                <p:cNvPr id="17" name="그룹 16">
                  <a:extLst>
                    <a:ext uri="{FF2B5EF4-FFF2-40B4-BE49-F238E27FC236}">
                      <a16:creationId xmlns:a16="http://schemas.microsoft.com/office/drawing/2014/main" id="{4FA4EB6A-19A4-4482-78DF-CB7E90C653B0}"/>
                    </a:ext>
                  </a:extLst>
                </p:cNvPr>
                <p:cNvGrpSpPr/>
                <p:nvPr/>
              </p:nvGrpSpPr>
              <p:grpSpPr>
                <a:xfrm>
                  <a:off x="443944" y="3412003"/>
                  <a:ext cx="1073430" cy="802188"/>
                  <a:chOff x="231912" y="2060713"/>
                  <a:chExt cx="1473027" cy="3783496"/>
                </a:xfrm>
              </p:grpSpPr>
              <p:sp>
                <p:nvSpPr>
                  <p:cNvPr id="6" name="직사각형 5">
                    <a:extLst>
                      <a:ext uri="{FF2B5EF4-FFF2-40B4-BE49-F238E27FC236}">
                        <a16:creationId xmlns:a16="http://schemas.microsoft.com/office/drawing/2014/main" id="{59FD1ACB-E03F-AA0E-E880-DD3EF38A1A3B}"/>
                      </a:ext>
                    </a:extLst>
                  </p:cNvPr>
                  <p:cNvSpPr/>
                  <p:nvPr/>
                </p:nvSpPr>
                <p:spPr>
                  <a:xfrm>
                    <a:off x="231912" y="2060713"/>
                    <a:ext cx="748749" cy="3783496"/>
                  </a:xfrm>
                  <a:prstGeom prst="rect">
                    <a:avLst/>
                  </a:prstGeom>
                  <a:no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cxnSp>
                <p:nvCxnSpPr>
                  <p:cNvPr id="11" name="직선 화살표 연결선 10">
                    <a:extLst>
                      <a:ext uri="{FF2B5EF4-FFF2-40B4-BE49-F238E27FC236}">
                        <a16:creationId xmlns:a16="http://schemas.microsoft.com/office/drawing/2014/main" id="{763E4693-612A-6D5A-C256-189C533A4D4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80661" y="2605522"/>
                    <a:ext cx="724278" cy="0"/>
                  </a:xfrm>
                  <a:prstGeom prst="straightConnector1">
                    <a:avLst/>
                  </a:prstGeom>
                  <a:ln>
                    <a:solidFill>
                      <a:srgbClr val="FF000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" name="직선 화살표 연결선 12">
                    <a:extLst>
                      <a:ext uri="{FF2B5EF4-FFF2-40B4-BE49-F238E27FC236}">
                        <a16:creationId xmlns:a16="http://schemas.microsoft.com/office/drawing/2014/main" id="{593A01F7-9A96-501E-A585-D5DAA2CDC98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80661" y="5104478"/>
                    <a:ext cx="724278" cy="0"/>
                  </a:xfrm>
                  <a:prstGeom prst="straightConnector1">
                    <a:avLst/>
                  </a:prstGeom>
                  <a:ln>
                    <a:solidFill>
                      <a:srgbClr val="FF000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4EA975A3-EB76-638D-EC81-7FD9121B85ED}"/>
                    </a:ext>
                  </a:extLst>
                </p:cNvPr>
                <p:cNvSpPr txBox="1"/>
                <p:nvPr/>
              </p:nvSpPr>
              <p:spPr>
                <a:xfrm>
                  <a:off x="-14219" y="3142952"/>
                  <a:ext cx="2711730" cy="2919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600" b="1">
                      <a:highlight>
                        <a:srgbClr val="FFFF00"/>
                      </a:highlight>
                    </a:rPr>
                    <a:t>1. enable(SW2 : 1 SW1 : 1 SW0 : 0 )</a:t>
                  </a:r>
                </a:p>
                <a:p>
                  <a:r>
                    <a:rPr lang="ko-KR" altLang="en-US" sz="600" b="1">
                      <a:highlight>
                        <a:srgbClr val="FFFF00"/>
                      </a:highlight>
                    </a:rPr>
                    <a:t> </a:t>
                  </a:r>
                  <a:r>
                    <a:rPr lang="en-US" altLang="ko-KR" sz="600" b="1">
                      <a:highlight>
                        <a:srgbClr val="FFFF00"/>
                      </a:highlight>
                    </a:rPr>
                    <a:t>Fnd controller </a:t>
                  </a:r>
                  <a:r>
                    <a:rPr lang="ko-KR" altLang="en-US" sz="600" b="1">
                      <a:highlight>
                        <a:srgbClr val="FFFF00"/>
                      </a:highlight>
                    </a:rPr>
                    <a:t>내부로 들어오는 신호 </a:t>
                  </a:r>
                  <a:r>
                    <a:rPr lang="en-US" altLang="ko-KR" sz="600" b="1">
                      <a:highlight>
                        <a:srgbClr val="FFFF00"/>
                      </a:highlight>
                    </a:rPr>
                    <a:t>= hour/min</a:t>
                  </a:r>
                  <a:endParaRPr lang="ko-KR" altLang="en-US" sz="600" b="1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6" name="직사각형 15">
                  <a:extLst>
                    <a:ext uri="{FF2B5EF4-FFF2-40B4-BE49-F238E27FC236}">
                      <a16:creationId xmlns:a16="http://schemas.microsoft.com/office/drawing/2014/main" id="{0D62EC0F-99CF-EE8D-2FDE-C95CB1156E78}"/>
                    </a:ext>
                  </a:extLst>
                </p:cNvPr>
                <p:cNvSpPr/>
                <p:nvPr/>
              </p:nvSpPr>
              <p:spPr>
                <a:xfrm>
                  <a:off x="2880360" y="3412002"/>
                  <a:ext cx="951208" cy="1060603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5" name="직사각형 24">
                  <a:extLst>
                    <a:ext uri="{FF2B5EF4-FFF2-40B4-BE49-F238E27FC236}">
                      <a16:creationId xmlns:a16="http://schemas.microsoft.com/office/drawing/2014/main" id="{B2E563F2-953D-744C-9682-E2E97502A5EB}"/>
                    </a:ext>
                  </a:extLst>
                </p:cNvPr>
                <p:cNvSpPr/>
                <p:nvPr/>
              </p:nvSpPr>
              <p:spPr>
                <a:xfrm>
                  <a:off x="2880360" y="3880103"/>
                  <a:ext cx="377190" cy="177244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9" name="직사각형 28">
                  <a:extLst>
                    <a:ext uri="{FF2B5EF4-FFF2-40B4-BE49-F238E27FC236}">
                      <a16:creationId xmlns:a16="http://schemas.microsoft.com/office/drawing/2014/main" id="{1401BD05-B996-2505-A911-DDBCF86908F5}"/>
                    </a:ext>
                  </a:extLst>
                </p:cNvPr>
                <p:cNvSpPr/>
                <p:nvPr/>
              </p:nvSpPr>
              <p:spPr>
                <a:xfrm>
                  <a:off x="583028" y="5416296"/>
                  <a:ext cx="377190" cy="95250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pic>
              <p:nvPicPr>
                <p:cNvPr id="32" name="그림 31">
                  <a:extLst>
                    <a:ext uri="{FF2B5EF4-FFF2-40B4-BE49-F238E27FC236}">
                      <a16:creationId xmlns:a16="http://schemas.microsoft.com/office/drawing/2014/main" id="{47520B4E-4A11-2873-2BE4-2D96F0470C9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rcRect l="70957" t="-586" r="386" b="586"/>
                <a:stretch>
                  <a:fillRect/>
                </a:stretch>
              </p:blipFill>
              <p:spPr>
                <a:xfrm>
                  <a:off x="5571744" y="1975231"/>
                  <a:ext cx="2325494" cy="3904996"/>
                </a:xfrm>
                <a:prstGeom prst="rect">
                  <a:avLst/>
                </a:prstGeom>
              </p:spPr>
            </p:pic>
          </p:grpSp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C6FC7AEB-DB3D-A994-9C88-31FA935BCCAC}"/>
                  </a:ext>
                </a:extLst>
              </p:cNvPr>
              <p:cNvSpPr/>
              <p:nvPr/>
            </p:nvSpPr>
            <p:spPr>
              <a:xfrm>
                <a:off x="1377696" y="4663440"/>
                <a:ext cx="319015" cy="95250"/>
              </a:xfrm>
              <a:prstGeom prst="rect">
                <a:avLst/>
              </a:prstGeom>
              <a:noFill/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F705A00B-79D2-8532-7EC1-0516DEF55B4B}"/>
                  </a:ext>
                </a:extLst>
              </p:cNvPr>
              <p:cNvSpPr/>
              <p:nvPr/>
            </p:nvSpPr>
            <p:spPr>
              <a:xfrm>
                <a:off x="2230606" y="4491936"/>
                <a:ext cx="874641" cy="371611"/>
              </a:xfrm>
              <a:prstGeom prst="rect">
                <a:avLst/>
              </a:prstGeom>
              <a:noFill/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48" name="직선 연결선 47">
                <a:extLst>
                  <a:ext uri="{FF2B5EF4-FFF2-40B4-BE49-F238E27FC236}">
                    <a16:creationId xmlns:a16="http://schemas.microsoft.com/office/drawing/2014/main" id="{40D813D8-AF1A-0B96-9992-A62956C517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05247" y="4704246"/>
                <a:ext cx="2156395" cy="1866"/>
              </a:xfrm>
              <a:prstGeom prst="line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직선 연결선 49">
                <a:extLst>
                  <a:ext uri="{FF2B5EF4-FFF2-40B4-BE49-F238E27FC236}">
                    <a16:creationId xmlns:a16="http://schemas.microsoft.com/office/drawing/2014/main" id="{A36F5612-2E96-FB47-5E23-56560AB70DA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61642" y="4472605"/>
                <a:ext cx="0" cy="227001"/>
              </a:xfrm>
              <a:prstGeom prst="line">
                <a:avLst/>
              </a:prstGeom>
              <a:ln>
                <a:solidFill>
                  <a:srgbClr val="92D05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" name="이등변 삼각형 53">
                <a:extLst>
                  <a:ext uri="{FF2B5EF4-FFF2-40B4-BE49-F238E27FC236}">
                    <a16:creationId xmlns:a16="http://schemas.microsoft.com/office/drawing/2014/main" id="{F4A9ACEB-B9DB-88E9-FCE8-7355086FCB09}"/>
                  </a:ext>
                </a:extLst>
              </p:cNvPr>
              <p:cNvSpPr/>
              <p:nvPr/>
            </p:nvSpPr>
            <p:spPr>
              <a:xfrm>
                <a:off x="5221289" y="4414520"/>
                <a:ext cx="82227" cy="45719"/>
              </a:xfrm>
              <a:prstGeom prst="triangle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491D5D08-B1E6-09C6-D9C9-2696E64C442E}"/>
                  </a:ext>
                </a:extLst>
              </p:cNvPr>
              <p:cNvSpPr txBox="1"/>
              <p:nvPr/>
            </p:nvSpPr>
            <p:spPr>
              <a:xfrm>
                <a:off x="3334910" y="3230587"/>
                <a:ext cx="2438400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600" b="1">
                    <a:highlight>
                      <a:srgbClr val="FFFF00"/>
                    </a:highlight>
                  </a:rPr>
                  <a:t>2. State machine </a:t>
                </a:r>
                <a:r>
                  <a:rPr lang="ko-KR" altLang="en-US" sz="600" b="1">
                    <a:highlight>
                      <a:srgbClr val="FFFF00"/>
                    </a:highlight>
                  </a:rPr>
                  <a:t>의 </a:t>
                </a:r>
                <a:r>
                  <a:rPr lang="en-US" altLang="ko-KR" sz="600" b="1">
                    <a:highlight>
                      <a:srgbClr val="FFFF00"/>
                    </a:highlight>
                  </a:rPr>
                  <a:t>cursor </a:t>
                </a:r>
                <a:r>
                  <a:rPr lang="ko-KR" altLang="en-US" sz="600" b="1">
                    <a:highlight>
                      <a:srgbClr val="FFFF00"/>
                    </a:highlight>
                  </a:rPr>
                  <a:t>값이 </a:t>
                </a:r>
                <a:r>
                  <a:rPr lang="en-US" altLang="ko-KR" sz="600" b="1">
                    <a:highlight>
                      <a:srgbClr val="FFFF00"/>
                    </a:highlight>
                  </a:rPr>
                  <a:t>‘</a:t>
                </a:r>
                <a:r>
                  <a:rPr lang="ko-KR" altLang="en-US" sz="600" b="1">
                    <a:highlight>
                      <a:srgbClr val="FFFF00"/>
                    </a:highlight>
                  </a:rPr>
                  <a:t>점멸 위치</a:t>
                </a:r>
                <a:r>
                  <a:rPr lang="en-US" altLang="ko-KR" sz="600" b="1">
                    <a:highlight>
                      <a:srgbClr val="FFFF00"/>
                    </a:highlight>
                  </a:rPr>
                  <a:t>’</a:t>
                </a:r>
                <a:r>
                  <a:rPr lang="ko-KR" altLang="en-US" sz="600" b="1">
                    <a:highlight>
                      <a:srgbClr val="FFFF00"/>
                    </a:highlight>
                  </a:rPr>
                  <a:t>를 결정</a:t>
                </a:r>
              </a:p>
            </p:txBody>
          </p:sp>
          <p:cxnSp>
            <p:nvCxnSpPr>
              <p:cNvPr id="89" name="직선 화살표 연결선 88">
                <a:extLst>
                  <a:ext uri="{FF2B5EF4-FFF2-40B4-BE49-F238E27FC236}">
                    <a16:creationId xmlns:a16="http://schemas.microsoft.com/office/drawing/2014/main" id="{D8DB7473-DD9C-C117-81E9-8EE78FF51614}"/>
                  </a:ext>
                </a:extLst>
              </p:cNvPr>
              <p:cNvCxnSpPr/>
              <p:nvPr/>
            </p:nvCxnSpPr>
            <p:spPr>
              <a:xfrm>
                <a:off x="1696711" y="4706112"/>
                <a:ext cx="533895" cy="0"/>
              </a:xfrm>
              <a:prstGeom prst="straightConnector1">
                <a:avLst/>
              </a:prstGeom>
              <a:ln>
                <a:solidFill>
                  <a:srgbClr val="92D05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EFD1E57B-BB4B-42C4-ADC9-2C44CDF69EA7}"/>
                </a:ext>
              </a:extLst>
            </p:cNvPr>
            <p:cNvSpPr txBox="1"/>
            <p:nvPr/>
          </p:nvSpPr>
          <p:spPr>
            <a:xfrm>
              <a:off x="2189819" y="4786764"/>
              <a:ext cx="3453991" cy="194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 b="1">
                  <a:highlight>
                    <a:srgbClr val="FFFF00"/>
                  </a:highlight>
                </a:rPr>
                <a:t>3. 4KHz </a:t>
              </a:r>
              <a:r>
                <a:rPr lang="ko-KR" altLang="en-US" sz="600" b="1">
                  <a:highlight>
                    <a:srgbClr val="FFFF00"/>
                  </a:highlight>
                </a:rPr>
                <a:t>주기로 </a:t>
              </a:r>
              <a:r>
                <a:rPr lang="en-US" altLang="ko-KR" sz="600" b="1">
                  <a:highlight>
                    <a:srgbClr val="FFFF00"/>
                  </a:highlight>
                </a:rPr>
                <a:t>Sel </a:t>
              </a:r>
              <a:r>
                <a:rPr lang="ko-KR" altLang="en-US" sz="600" b="1">
                  <a:highlight>
                    <a:srgbClr val="FFFF00"/>
                  </a:highlight>
                </a:rPr>
                <a:t>결정</a:t>
              </a:r>
              <a:r>
                <a:rPr lang="en-US" altLang="ko-KR" sz="600" b="1">
                  <a:highlight>
                    <a:srgbClr val="FFFF00"/>
                  </a:highlight>
                </a:rPr>
                <a:t>(anode</a:t>
              </a:r>
              <a:r>
                <a:rPr lang="ko-KR" altLang="en-US" sz="600" b="1">
                  <a:highlight>
                    <a:srgbClr val="FFFF00"/>
                  </a:highlight>
                </a:rPr>
                <a:t>당 주기 </a:t>
              </a:r>
              <a:r>
                <a:rPr lang="en-US" altLang="ko-KR" sz="600" b="1">
                  <a:highlight>
                    <a:srgbClr val="FFFF00"/>
                  </a:highlight>
                </a:rPr>
                <a:t>0.25ms / DISP</a:t>
              </a:r>
              <a:r>
                <a:rPr lang="ko-KR" altLang="en-US" sz="600" b="1">
                  <a:highlight>
                    <a:srgbClr val="FFFF00"/>
                  </a:highlight>
                </a:rPr>
                <a:t> 표시 </a:t>
              </a:r>
              <a:r>
                <a:rPr lang="en-US" altLang="ko-KR" sz="600" b="1">
                  <a:highlight>
                    <a:srgbClr val="FFFF00"/>
                  </a:highlight>
                </a:rPr>
                <a:t>1ms , </a:t>
              </a:r>
              <a:r>
                <a:rPr lang="ko-KR" altLang="en-US" sz="600" b="1">
                  <a:highlight>
                    <a:srgbClr val="FFFF00"/>
                  </a:highlight>
                </a:rPr>
                <a:t>점멸 </a:t>
              </a:r>
              <a:r>
                <a:rPr lang="en-US" altLang="ko-KR" sz="600" b="1">
                  <a:highlight>
                    <a:srgbClr val="FFFF00"/>
                  </a:highlight>
                </a:rPr>
                <a:t>1ms)</a:t>
              </a:r>
              <a:endParaRPr lang="ko-KR" altLang="en-US" sz="600" b="1">
                <a:highlight>
                  <a:srgbClr val="FFFF00"/>
                </a:highlight>
              </a:endParaRPr>
            </a:p>
          </p:txBody>
        </p:sp>
      </p:grp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32018AB8-8D89-BF64-C001-B004F859F4A5}"/>
              </a:ext>
            </a:extLst>
          </p:cNvPr>
          <p:cNvGrpSpPr/>
          <p:nvPr/>
        </p:nvGrpSpPr>
        <p:grpSpPr>
          <a:xfrm>
            <a:off x="2123679" y="1562482"/>
            <a:ext cx="1707281" cy="561814"/>
            <a:chOff x="8147507" y="4736955"/>
            <a:chExt cx="2860497" cy="994910"/>
          </a:xfrm>
        </p:grpSpPr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A46A8063-8F60-A934-3AC2-1A09421AE1EA}"/>
                </a:ext>
              </a:extLst>
            </p:cNvPr>
            <p:cNvSpPr/>
            <p:nvPr/>
          </p:nvSpPr>
          <p:spPr>
            <a:xfrm>
              <a:off x="8147507" y="4736955"/>
              <a:ext cx="2860497" cy="99491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/>
            </a:p>
          </p:txBody>
        </p:sp>
        <p:grpSp>
          <p:nvGrpSpPr>
            <p:cNvPr id="100" name="그룹 99">
              <a:extLst>
                <a:ext uri="{FF2B5EF4-FFF2-40B4-BE49-F238E27FC236}">
                  <a16:creationId xmlns:a16="http://schemas.microsoft.com/office/drawing/2014/main" id="{55F12AB8-8E88-F091-B580-D3A5A070F46E}"/>
                </a:ext>
              </a:extLst>
            </p:cNvPr>
            <p:cNvGrpSpPr/>
            <p:nvPr/>
          </p:nvGrpSpPr>
          <p:grpSpPr>
            <a:xfrm>
              <a:off x="8408334" y="4819650"/>
              <a:ext cx="2500334" cy="808179"/>
              <a:chOff x="8112248" y="4451227"/>
              <a:chExt cx="3529919" cy="1221760"/>
            </a:xfrm>
          </p:grpSpPr>
          <p:grpSp>
            <p:nvGrpSpPr>
              <p:cNvPr id="101" name="그룹 100">
                <a:extLst>
                  <a:ext uri="{FF2B5EF4-FFF2-40B4-BE49-F238E27FC236}">
                    <a16:creationId xmlns:a16="http://schemas.microsoft.com/office/drawing/2014/main" id="{C05C04CA-8295-465B-CD99-4B781DC5C7ED}"/>
                  </a:ext>
                </a:extLst>
              </p:cNvPr>
              <p:cNvGrpSpPr/>
              <p:nvPr/>
            </p:nvGrpSpPr>
            <p:grpSpPr>
              <a:xfrm>
                <a:off x="8112248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41" name="그룹 140">
                  <a:extLst>
                    <a:ext uri="{FF2B5EF4-FFF2-40B4-BE49-F238E27FC236}">
                      <a16:creationId xmlns:a16="http://schemas.microsoft.com/office/drawing/2014/main" id="{823666E9-E6B4-4BED-9CE2-1B8AB8A58C5B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43" name="그룹 142">
                    <a:extLst>
                      <a:ext uri="{FF2B5EF4-FFF2-40B4-BE49-F238E27FC236}">
                        <a16:creationId xmlns:a16="http://schemas.microsoft.com/office/drawing/2014/main" id="{99C74CAE-E6F1-0C1F-3B18-99B7ABED8517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65" name="직사각형 264">
                      <a:extLst>
                        <a:ext uri="{FF2B5EF4-FFF2-40B4-BE49-F238E27FC236}">
                          <a16:creationId xmlns:a16="http://schemas.microsoft.com/office/drawing/2014/main" id="{6415F0DB-4C7F-6173-0A12-663986F39A8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266" name="직사각형 265">
                      <a:extLst>
                        <a:ext uri="{FF2B5EF4-FFF2-40B4-BE49-F238E27FC236}">
                          <a16:creationId xmlns:a16="http://schemas.microsoft.com/office/drawing/2014/main" id="{7D75AD31-A06B-2873-1AA7-A5296FA672C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267" name="직사각형 266">
                      <a:extLst>
                        <a:ext uri="{FF2B5EF4-FFF2-40B4-BE49-F238E27FC236}">
                          <a16:creationId xmlns:a16="http://schemas.microsoft.com/office/drawing/2014/main" id="{49BFB211-886C-1E6C-0B48-FF009BCE015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268" name="직사각형 267">
                      <a:extLst>
                        <a:ext uri="{FF2B5EF4-FFF2-40B4-BE49-F238E27FC236}">
                          <a16:creationId xmlns:a16="http://schemas.microsoft.com/office/drawing/2014/main" id="{3627D167-9D71-ECCA-BD28-53C9382B094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260" name="그룹 259">
                    <a:extLst>
                      <a:ext uri="{FF2B5EF4-FFF2-40B4-BE49-F238E27FC236}">
                        <a16:creationId xmlns:a16="http://schemas.microsoft.com/office/drawing/2014/main" id="{6B9E46AF-5532-F442-A6D6-16DA0F49AE58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61" name="직사각형 260">
                      <a:extLst>
                        <a:ext uri="{FF2B5EF4-FFF2-40B4-BE49-F238E27FC236}">
                          <a16:creationId xmlns:a16="http://schemas.microsoft.com/office/drawing/2014/main" id="{C3D47C61-84CE-3505-3797-7D9D300886B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262" name="직사각형 261">
                      <a:extLst>
                        <a:ext uri="{FF2B5EF4-FFF2-40B4-BE49-F238E27FC236}">
                          <a16:creationId xmlns:a16="http://schemas.microsoft.com/office/drawing/2014/main" id="{839C030E-CB70-1C39-743A-F1963E36AD6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263" name="직사각형 262">
                      <a:extLst>
                        <a:ext uri="{FF2B5EF4-FFF2-40B4-BE49-F238E27FC236}">
                          <a16:creationId xmlns:a16="http://schemas.microsoft.com/office/drawing/2014/main" id="{9E43A76F-38CD-AA16-C632-95F1A23DA91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264" name="직사각형 263">
                      <a:extLst>
                        <a:ext uri="{FF2B5EF4-FFF2-40B4-BE49-F238E27FC236}">
                          <a16:creationId xmlns:a16="http://schemas.microsoft.com/office/drawing/2014/main" id="{CFDF30F6-59B8-52F9-DEAE-87C33D6CF83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142" name="직사각형 141">
                  <a:extLst>
                    <a:ext uri="{FF2B5EF4-FFF2-40B4-BE49-F238E27FC236}">
                      <a16:creationId xmlns:a16="http://schemas.microsoft.com/office/drawing/2014/main" id="{88B98F63-96A2-D063-5465-B0624BEDE35F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102" name="그룹 101">
                <a:extLst>
                  <a:ext uri="{FF2B5EF4-FFF2-40B4-BE49-F238E27FC236}">
                    <a16:creationId xmlns:a16="http://schemas.microsoft.com/office/drawing/2014/main" id="{48B980EF-B66B-11BC-F7DE-788569464429}"/>
                  </a:ext>
                </a:extLst>
              </p:cNvPr>
              <p:cNvGrpSpPr/>
              <p:nvPr/>
            </p:nvGrpSpPr>
            <p:grpSpPr>
              <a:xfrm>
                <a:off x="900388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29" name="그룹 128">
                  <a:extLst>
                    <a:ext uri="{FF2B5EF4-FFF2-40B4-BE49-F238E27FC236}">
                      <a16:creationId xmlns:a16="http://schemas.microsoft.com/office/drawing/2014/main" id="{CC7ED037-0E3A-E570-10D4-451730ED744E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31" name="그룹 130">
                    <a:extLst>
                      <a:ext uri="{FF2B5EF4-FFF2-40B4-BE49-F238E27FC236}">
                        <a16:creationId xmlns:a16="http://schemas.microsoft.com/office/drawing/2014/main" id="{931AF7FC-7A7F-E7EE-A008-4EE1FF2E1407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37" name="직사각형 136">
                      <a:extLst>
                        <a:ext uri="{FF2B5EF4-FFF2-40B4-BE49-F238E27FC236}">
                          <a16:creationId xmlns:a16="http://schemas.microsoft.com/office/drawing/2014/main" id="{B702DEEF-55E7-3234-625A-6E8D0C33BCC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38" name="직사각형 137">
                      <a:extLst>
                        <a:ext uri="{FF2B5EF4-FFF2-40B4-BE49-F238E27FC236}">
                          <a16:creationId xmlns:a16="http://schemas.microsoft.com/office/drawing/2014/main" id="{CC3B4573-8A19-2C85-6DE6-64B29AA72C0F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39" name="직사각형 138">
                      <a:extLst>
                        <a:ext uri="{FF2B5EF4-FFF2-40B4-BE49-F238E27FC236}">
                          <a16:creationId xmlns:a16="http://schemas.microsoft.com/office/drawing/2014/main" id="{4FDC15D2-CD85-3837-9018-789923449A6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40" name="직사각형 139">
                      <a:extLst>
                        <a:ext uri="{FF2B5EF4-FFF2-40B4-BE49-F238E27FC236}">
                          <a16:creationId xmlns:a16="http://schemas.microsoft.com/office/drawing/2014/main" id="{EE6ABE3D-D338-E922-ACBE-F024B84A8DC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132" name="그룹 131">
                    <a:extLst>
                      <a:ext uri="{FF2B5EF4-FFF2-40B4-BE49-F238E27FC236}">
                        <a16:creationId xmlns:a16="http://schemas.microsoft.com/office/drawing/2014/main" id="{9A6828B5-F5F6-D2F0-A352-4B09A05A81C1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33" name="직사각형 132">
                      <a:extLst>
                        <a:ext uri="{FF2B5EF4-FFF2-40B4-BE49-F238E27FC236}">
                          <a16:creationId xmlns:a16="http://schemas.microsoft.com/office/drawing/2014/main" id="{A554E5C4-C929-93A4-C9CA-B7974D8C510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34" name="직사각형 133">
                      <a:extLst>
                        <a:ext uri="{FF2B5EF4-FFF2-40B4-BE49-F238E27FC236}">
                          <a16:creationId xmlns:a16="http://schemas.microsoft.com/office/drawing/2014/main" id="{7A68A9D8-6CD3-1948-9B6A-1BC8A81E005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35" name="직사각형 134">
                      <a:extLst>
                        <a:ext uri="{FF2B5EF4-FFF2-40B4-BE49-F238E27FC236}">
                          <a16:creationId xmlns:a16="http://schemas.microsoft.com/office/drawing/2014/main" id="{08D98E6A-5FCC-3DBB-0B1E-DE46871D12B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36" name="직사각형 135">
                      <a:extLst>
                        <a:ext uri="{FF2B5EF4-FFF2-40B4-BE49-F238E27FC236}">
                          <a16:creationId xmlns:a16="http://schemas.microsoft.com/office/drawing/2014/main" id="{81D01FFC-9023-72C1-4A64-94039D537F89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130" name="직사각형 129">
                  <a:extLst>
                    <a:ext uri="{FF2B5EF4-FFF2-40B4-BE49-F238E27FC236}">
                      <a16:creationId xmlns:a16="http://schemas.microsoft.com/office/drawing/2014/main" id="{F9D37326-D35C-E38F-66E8-E3A6CDB2A177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103" name="그룹 102">
                <a:extLst>
                  <a:ext uri="{FF2B5EF4-FFF2-40B4-BE49-F238E27FC236}">
                    <a16:creationId xmlns:a16="http://schemas.microsoft.com/office/drawing/2014/main" id="{FC346ED7-DFF1-E24E-1B41-EDFB802FC8B7}"/>
                  </a:ext>
                </a:extLst>
              </p:cNvPr>
              <p:cNvGrpSpPr/>
              <p:nvPr/>
            </p:nvGrpSpPr>
            <p:grpSpPr>
              <a:xfrm>
                <a:off x="993585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17" name="그룹 116">
                  <a:extLst>
                    <a:ext uri="{FF2B5EF4-FFF2-40B4-BE49-F238E27FC236}">
                      <a16:creationId xmlns:a16="http://schemas.microsoft.com/office/drawing/2014/main" id="{05B1BD48-4346-BE9B-4C74-76D9EA32A91A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19" name="그룹 118">
                    <a:extLst>
                      <a:ext uri="{FF2B5EF4-FFF2-40B4-BE49-F238E27FC236}">
                        <a16:creationId xmlns:a16="http://schemas.microsoft.com/office/drawing/2014/main" id="{6EA72BFE-EFA2-178C-0C18-1E6D67B161B7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25" name="직사각형 124">
                      <a:extLst>
                        <a:ext uri="{FF2B5EF4-FFF2-40B4-BE49-F238E27FC236}">
                          <a16:creationId xmlns:a16="http://schemas.microsoft.com/office/drawing/2014/main" id="{DFAE5F05-48E4-06BE-0224-131836F1C8E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26" name="직사각형 125">
                      <a:extLst>
                        <a:ext uri="{FF2B5EF4-FFF2-40B4-BE49-F238E27FC236}">
                          <a16:creationId xmlns:a16="http://schemas.microsoft.com/office/drawing/2014/main" id="{396F797E-D8D1-954A-CA8D-7A3A8AAF292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27" name="직사각형 126">
                      <a:extLst>
                        <a:ext uri="{FF2B5EF4-FFF2-40B4-BE49-F238E27FC236}">
                          <a16:creationId xmlns:a16="http://schemas.microsoft.com/office/drawing/2014/main" id="{A4384081-ECFE-DDA3-B78F-38B14A38EDB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28" name="직사각형 127">
                      <a:extLst>
                        <a:ext uri="{FF2B5EF4-FFF2-40B4-BE49-F238E27FC236}">
                          <a16:creationId xmlns:a16="http://schemas.microsoft.com/office/drawing/2014/main" id="{82DBEDE9-C462-DCB6-36C4-02B3A91A83C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120" name="그룹 119">
                    <a:extLst>
                      <a:ext uri="{FF2B5EF4-FFF2-40B4-BE49-F238E27FC236}">
                        <a16:creationId xmlns:a16="http://schemas.microsoft.com/office/drawing/2014/main" id="{8011DC34-3C8C-85C7-85D0-9D22A089177C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21" name="직사각형 120">
                      <a:extLst>
                        <a:ext uri="{FF2B5EF4-FFF2-40B4-BE49-F238E27FC236}">
                          <a16:creationId xmlns:a16="http://schemas.microsoft.com/office/drawing/2014/main" id="{44ED77AD-7804-3DD1-EB80-130D1CEA22F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22" name="직사각형 121">
                      <a:extLst>
                        <a:ext uri="{FF2B5EF4-FFF2-40B4-BE49-F238E27FC236}">
                          <a16:creationId xmlns:a16="http://schemas.microsoft.com/office/drawing/2014/main" id="{7C4765A9-2FD0-C11A-15CA-BFBCFD248BF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23" name="직사각형 122">
                      <a:extLst>
                        <a:ext uri="{FF2B5EF4-FFF2-40B4-BE49-F238E27FC236}">
                          <a16:creationId xmlns:a16="http://schemas.microsoft.com/office/drawing/2014/main" id="{907B2AB8-D70F-0C99-DFEC-9E125DE3B83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24" name="직사각형 123">
                      <a:extLst>
                        <a:ext uri="{FF2B5EF4-FFF2-40B4-BE49-F238E27FC236}">
                          <a16:creationId xmlns:a16="http://schemas.microsoft.com/office/drawing/2014/main" id="{D0F1FA83-BCD3-6F1F-6660-94998FBFA3CB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118" name="직사각형 117">
                  <a:extLst>
                    <a:ext uri="{FF2B5EF4-FFF2-40B4-BE49-F238E27FC236}">
                      <a16:creationId xmlns:a16="http://schemas.microsoft.com/office/drawing/2014/main" id="{0504D088-B45E-DD55-A7DE-30DB7E457600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104" name="그룹 103">
                <a:extLst>
                  <a:ext uri="{FF2B5EF4-FFF2-40B4-BE49-F238E27FC236}">
                    <a16:creationId xmlns:a16="http://schemas.microsoft.com/office/drawing/2014/main" id="{CD480C87-27E3-B8BD-41AF-582CFC86F33B}"/>
                  </a:ext>
                </a:extLst>
              </p:cNvPr>
              <p:cNvGrpSpPr/>
              <p:nvPr/>
            </p:nvGrpSpPr>
            <p:grpSpPr>
              <a:xfrm>
                <a:off x="10845365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05" name="그룹 104">
                  <a:extLst>
                    <a:ext uri="{FF2B5EF4-FFF2-40B4-BE49-F238E27FC236}">
                      <a16:creationId xmlns:a16="http://schemas.microsoft.com/office/drawing/2014/main" id="{6B75E60A-3FBD-5B63-2B13-3A51619F637A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07" name="그룹 106">
                    <a:extLst>
                      <a:ext uri="{FF2B5EF4-FFF2-40B4-BE49-F238E27FC236}">
                        <a16:creationId xmlns:a16="http://schemas.microsoft.com/office/drawing/2014/main" id="{6B997CFD-9BB8-5D8B-B79C-C02C75456250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13" name="직사각형 112">
                      <a:extLst>
                        <a:ext uri="{FF2B5EF4-FFF2-40B4-BE49-F238E27FC236}">
                          <a16:creationId xmlns:a16="http://schemas.microsoft.com/office/drawing/2014/main" id="{0E2328F1-2C7D-91D5-39E4-41838F27684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4" name="직사각형 113">
                      <a:extLst>
                        <a:ext uri="{FF2B5EF4-FFF2-40B4-BE49-F238E27FC236}">
                          <a16:creationId xmlns:a16="http://schemas.microsoft.com/office/drawing/2014/main" id="{EF8B3DF3-A1B8-3DBC-FCD1-870920C935F9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5" name="직사각형 114">
                      <a:extLst>
                        <a:ext uri="{FF2B5EF4-FFF2-40B4-BE49-F238E27FC236}">
                          <a16:creationId xmlns:a16="http://schemas.microsoft.com/office/drawing/2014/main" id="{C052296F-F519-959B-D9F7-15A05096466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6" name="직사각형 115">
                      <a:extLst>
                        <a:ext uri="{FF2B5EF4-FFF2-40B4-BE49-F238E27FC236}">
                          <a16:creationId xmlns:a16="http://schemas.microsoft.com/office/drawing/2014/main" id="{5A6D2C44-BCB4-9C51-E3B7-D0BE3219FF6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108" name="그룹 107">
                    <a:extLst>
                      <a:ext uri="{FF2B5EF4-FFF2-40B4-BE49-F238E27FC236}">
                        <a16:creationId xmlns:a16="http://schemas.microsoft.com/office/drawing/2014/main" id="{395E6AE0-35A9-4F00-4406-6C4BF82B9903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09" name="직사각형 108">
                      <a:extLst>
                        <a:ext uri="{FF2B5EF4-FFF2-40B4-BE49-F238E27FC236}">
                          <a16:creationId xmlns:a16="http://schemas.microsoft.com/office/drawing/2014/main" id="{76B6BEC4-FB42-5E5B-EDB2-A8883ABFF86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0" name="직사각형 109">
                      <a:extLst>
                        <a:ext uri="{FF2B5EF4-FFF2-40B4-BE49-F238E27FC236}">
                          <a16:creationId xmlns:a16="http://schemas.microsoft.com/office/drawing/2014/main" id="{A4577B4C-AC6B-6F08-3899-729C870F005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1" name="직사각형 110">
                      <a:extLst>
                        <a:ext uri="{FF2B5EF4-FFF2-40B4-BE49-F238E27FC236}">
                          <a16:creationId xmlns:a16="http://schemas.microsoft.com/office/drawing/2014/main" id="{04EDC234-FB39-B556-0289-D1CADA4B35A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2" name="직사각형 111">
                      <a:extLst>
                        <a:ext uri="{FF2B5EF4-FFF2-40B4-BE49-F238E27FC236}">
                          <a16:creationId xmlns:a16="http://schemas.microsoft.com/office/drawing/2014/main" id="{7E760BBC-D1B8-6038-4581-89A9D8D1F53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106" name="직사각형 105">
                  <a:extLst>
                    <a:ext uri="{FF2B5EF4-FFF2-40B4-BE49-F238E27FC236}">
                      <a16:creationId xmlns:a16="http://schemas.microsoft.com/office/drawing/2014/main" id="{A618DEE9-8256-D721-E35D-3CE814D03E44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</p:grpSp>
      </p:grpSp>
      <p:cxnSp>
        <p:nvCxnSpPr>
          <p:cNvPr id="270" name="직선 화살표 연결선 269">
            <a:extLst>
              <a:ext uri="{FF2B5EF4-FFF2-40B4-BE49-F238E27FC236}">
                <a16:creationId xmlns:a16="http://schemas.microsoft.com/office/drawing/2014/main" id="{602E69FA-77C8-A29B-BF09-9D919738D69C}"/>
              </a:ext>
            </a:extLst>
          </p:cNvPr>
          <p:cNvCxnSpPr>
            <a:cxnSpLocks/>
          </p:cNvCxnSpPr>
          <p:nvPr/>
        </p:nvCxnSpPr>
        <p:spPr>
          <a:xfrm>
            <a:off x="3890757" y="1870375"/>
            <a:ext cx="53178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71" name="그룹 270">
            <a:extLst>
              <a:ext uri="{FF2B5EF4-FFF2-40B4-BE49-F238E27FC236}">
                <a16:creationId xmlns:a16="http://schemas.microsoft.com/office/drawing/2014/main" id="{9F51B901-DC33-53EE-F571-57E725267A26}"/>
              </a:ext>
            </a:extLst>
          </p:cNvPr>
          <p:cNvGrpSpPr/>
          <p:nvPr/>
        </p:nvGrpSpPr>
        <p:grpSpPr>
          <a:xfrm>
            <a:off x="4514191" y="1573886"/>
            <a:ext cx="1707281" cy="561816"/>
            <a:chOff x="8147507" y="4736955"/>
            <a:chExt cx="2860497" cy="994910"/>
          </a:xfrm>
        </p:grpSpPr>
        <p:sp>
          <p:nvSpPr>
            <p:cNvPr id="272" name="직사각형 271">
              <a:extLst>
                <a:ext uri="{FF2B5EF4-FFF2-40B4-BE49-F238E27FC236}">
                  <a16:creationId xmlns:a16="http://schemas.microsoft.com/office/drawing/2014/main" id="{54C5FE05-73DB-60A9-D4E3-3A90F6E617E1}"/>
                </a:ext>
              </a:extLst>
            </p:cNvPr>
            <p:cNvSpPr/>
            <p:nvPr/>
          </p:nvSpPr>
          <p:spPr>
            <a:xfrm>
              <a:off x="8147507" y="4736955"/>
              <a:ext cx="2860497" cy="99491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/>
            </a:p>
          </p:txBody>
        </p:sp>
        <p:grpSp>
          <p:nvGrpSpPr>
            <p:cNvPr id="273" name="그룹 272">
              <a:extLst>
                <a:ext uri="{FF2B5EF4-FFF2-40B4-BE49-F238E27FC236}">
                  <a16:creationId xmlns:a16="http://schemas.microsoft.com/office/drawing/2014/main" id="{CA126CDA-98AE-9BE8-B645-CD3E52A6941A}"/>
                </a:ext>
              </a:extLst>
            </p:cNvPr>
            <p:cNvGrpSpPr/>
            <p:nvPr/>
          </p:nvGrpSpPr>
          <p:grpSpPr>
            <a:xfrm>
              <a:off x="8408334" y="4819650"/>
              <a:ext cx="2500334" cy="808179"/>
              <a:chOff x="8112248" y="4451227"/>
              <a:chExt cx="3529919" cy="1221760"/>
            </a:xfrm>
          </p:grpSpPr>
          <p:grpSp>
            <p:nvGrpSpPr>
              <p:cNvPr id="274" name="그룹 273">
                <a:extLst>
                  <a:ext uri="{FF2B5EF4-FFF2-40B4-BE49-F238E27FC236}">
                    <a16:creationId xmlns:a16="http://schemas.microsoft.com/office/drawing/2014/main" id="{9F0A750D-5A65-838B-0014-8B7A9AAFA85E}"/>
                  </a:ext>
                </a:extLst>
              </p:cNvPr>
              <p:cNvGrpSpPr/>
              <p:nvPr/>
            </p:nvGrpSpPr>
            <p:grpSpPr>
              <a:xfrm>
                <a:off x="8112248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314" name="그룹 313">
                  <a:extLst>
                    <a:ext uri="{FF2B5EF4-FFF2-40B4-BE49-F238E27FC236}">
                      <a16:creationId xmlns:a16="http://schemas.microsoft.com/office/drawing/2014/main" id="{054B2293-75C6-2EB9-B1BC-B8C7CC337D4C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316" name="그룹 315">
                    <a:extLst>
                      <a:ext uri="{FF2B5EF4-FFF2-40B4-BE49-F238E27FC236}">
                        <a16:creationId xmlns:a16="http://schemas.microsoft.com/office/drawing/2014/main" id="{DD889BE1-35BA-0619-F835-E2B7BEE6E6AF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322" name="직사각형 321">
                      <a:extLst>
                        <a:ext uri="{FF2B5EF4-FFF2-40B4-BE49-F238E27FC236}">
                          <a16:creationId xmlns:a16="http://schemas.microsoft.com/office/drawing/2014/main" id="{D5DBE9DA-E4F0-51D6-0F40-83B86CD1B5C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323" name="직사각형 322">
                      <a:extLst>
                        <a:ext uri="{FF2B5EF4-FFF2-40B4-BE49-F238E27FC236}">
                          <a16:creationId xmlns:a16="http://schemas.microsoft.com/office/drawing/2014/main" id="{D5150AF2-9792-0A50-1288-F45724437A3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324" name="직사각형 323">
                      <a:extLst>
                        <a:ext uri="{FF2B5EF4-FFF2-40B4-BE49-F238E27FC236}">
                          <a16:creationId xmlns:a16="http://schemas.microsoft.com/office/drawing/2014/main" id="{1569C51E-CDE5-03C3-54B1-5A2CF54CACF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325" name="직사각형 324">
                      <a:extLst>
                        <a:ext uri="{FF2B5EF4-FFF2-40B4-BE49-F238E27FC236}">
                          <a16:creationId xmlns:a16="http://schemas.microsoft.com/office/drawing/2014/main" id="{02FA33DD-805E-8777-A350-4AC88DCF7F7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317" name="그룹 316">
                    <a:extLst>
                      <a:ext uri="{FF2B5EF4-FFF2-40B4-BE49-F238E27FC236}">
                        <a16:creationId xmlns:a16="http://schemas.microsoft.com/office/drawing/2014/main" id="{AB642F5C-A5E5-19D7-45B7-642ADB4149A2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318" name="직사각형 317">
                      <a:extLst>
                        <a:ext uri="{FF2B5EF4-FFF2-40B4-BE49-F238E27FC236}">
                          <a16:creationId xmlns:a16="http://schemas.microsoft.com/office/drawing/2014/main" id="{D9F9D55C-B884-93F5-1AAE-79B85127711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319" name="직사각형 318">
                      <a:extLst>
                        <a:ext uri="{FF2B5EF4-FFF2-40B4-BE49-F238E27FC236}">
                          <a16:creationId xmlns:a16="http://schemas.microsoft.com/office/drawing/2014/main" id="{4D5DBC18-8A88-5C66-36C4-4119722F5B2B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320" name="직사각형 319">
                      <a:extLst>
                        <a:ext uri="{FF2B5EF4-FFF2-40B4-BE49-F238E27FC236}">
                          <a16:creationId xmlns:a16="http://schemas.microsoft.com/office/drawing/2014/main" id="{56923D2A-21BA-3C55-D4E6-AC193EF80EE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321" name="직사각형 320">
                      <a:extLst>
                        <a:ext uri="{FF2B5EF4-FFF2-40B4-BE49-F238E27FC236}">
                          <a16:creationId xmlns:a16="http://schemas.microsoft.com/office/drawing/2014/main" id="{981C7ABA-F7B9-50D1-75BC-7AFC16CDDE4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315" name="직사각형 314">
                  <a:extLst>
                    <a:ext uri="{FF2B5EF4-FFF2-40B4-BE49-F238E27FC236}">
                      <a16:creationId xmlns:a16="http://schemas.microsoft.com/office/drawing/2014/main" id="{4703029A-15D9-FBF7-4FF6-768E9F3E7771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275" name="그룹 274">
                <a:extLst>
                  <a:ext uri="{FF2B5EF4-FFF2-40B4-BE49-F238E27FC236}">
                    <a16:creationId xmlns:a16="http://schemas.microsoft.com/office/drawing/2014/main" id="{38C6952E-3E69-6CA7-A4B7-1BC1A2BB5006}"/>
                  </a:ext>
                </a:extLst>
              </p:cNvPr>
              <p:cNvGrpSpPr/>
              <p:nvPr/>
            </p:nvGrpSpPr>
            <p:grpSpPr>
              <a:xfrm>
                <a:off x="900388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302" name="그룹 301">
                  <a:extLst>
                    <a:ext uri="{FF2B5EF4-FFF2-40B4-BE49-F238E27FC236}">
                      <a16:creationId xmlns:a16="http://schemas.microsoft.com/office/drawing/2014/main" id="{E9EBBE11-3219-ED4F-D606-9CBFDD30DAC7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304" name="그룹 303">
                    <a:extLst>
                      <a:ext uri="{FF2B5EF4-FFF2-40B4-BE49-F238E27FC236}">
                        <a16:creationId xmlns:a16="http://schemas.microsoft.com/office/drawing/2014/main" id="{68153FF2-01CA-5EBF-7099-1EF51A9337F2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310" name="직사각형 309">
                      <a:extLst>
                        <a:ext uri="{FF2B5EF4-FFF2-40B4-BE49-F238E27FC236}">
                          <a16:creationId xmlns:a16="http://schemas.microsoft.com/office/drawing/2014/main" id="{D5932A7F-6480-0B4C-39C4-400AD4A8EDD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311" name="직사각형 310">
                      <a:extLst>
                        <a:ext uri="{FF2B5EF4-FFF2-40B4-BE49-F238E27FC236}">
                          <a16:creationId xmlns:a16="http://schemas.microsoft.com/office/drawing/2014/main" id="{072F4840-484E-7296-9E8D-6F6AEAB6F93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312" name="직사각형 311">
                      <a:extLst>
                        <a:ext uri="{FF2B5EF4-FFF2-40B4-BE49-F238E27FC236}">
                          <a16:creationId xmlns:a16="http://schemas.microsoft.com/office/drawing/2014/main" id="{885031A4-86C2-3382-496D-B6ACF35E37E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313" name="직사각형 312">
                      <a:extLst>
                        <a:ext uri="{FF2B5EF4-FFF2-40B4-BE49-F238E27FC236}">
                          <a16:creationId xmlns:a16="http://schemas.microsoft.com/office/drawing/2014/main" id="{8377C4E5-8FEB-2F63-E349-D7B822514769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305" name="그룹 304">
                    <a:extLst>
                      <a:ext uri="{FF2B5EF4-FFF2-40B4-BE49-F238E27FC236}">
                        <a16:creationId xmlns:a16="http://schemas.microsoft.com/office/drawing/2014/main" id="{8F53CA01-4680-3B6E-63BF-E9F89DABFD5D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306" name="직사각형 305">
                      <a:extLst>
                        <a:ext uri="{FF2B5EF4-FFF2-40B4-BE49-F238E27FC236}">
                          <a16:creationId xmlns:a16="http://schemas.microsoft.com/office/drawing/2014/main" id="{E765890B-2107-5E15-CD7E-32776EDD35D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307" name="직사각형 306">
                      <a:extLst>
                        <a:ext uri="{FF2B5EF4-FFF2-40B4-BE49-F238E27FC236}">
                          <a16:creationId xmlns:a16="http://schemas.microsoft.com/office/drawing/2014/main" id="{47D169FC-6473-BFAA-9E44-51E19E5D7632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308" name="직사각형 307">
                      <a:extLst>
                        <a:ext uri="{FF2B5EF4-FFF2-40B4-BE49-F238E27FC236}">
                          <a16:creationId xmlns:a16="http://schemas.microsoft.com/office/drawing/2014/main" id="{DD4DF0F4-8BC3-F069-C20E-F08CAC555DF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309" name="직사각형 308">
                      <a:extLst>
                        <a:ext uri="{FF2B5EF4-FFF2-40B4-BE49-F238E27FC236}">
                          <a16:creationId xmlns:a16="http://schemas.microsoft.com/office/drawing/2014/main" id="{C2A46000-DC98-D8D4-842D-FA666277F2B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303" name="직사각형 302">
                  <a:extLst>
                    <a:ext uri="{FF2B5EF4-FFF2-40B4-BE49-F238E27FC236}">
                      <a16:creationId xmlns:a16="http://schemas.microsoft.com/office/drawing/2014/main" id="{E9712D2A-2C88-E371-3398-B30C21CD393D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276" name="그룹 275">
                <a:extLst>
                  <a:ext uri="{FF2B5EF4-FFF2-40B4-BE49-F238E27FC236}">
                    <a16:creationId xmlns:a16="http://schemas.microsoft.com/office/drawing/2014/main" id="{1A982C53-E244-25E6-38BE-2842E527C59F}"/>
                  </a:ext>
                </a:extLst>
              </p:cNvPr>
              <p:cNvGrpSpPr/>
              <p:nvPr/>
            </p:nvGrpSpPr>
            <p:grpSpPr>
              <a:xfrm>
                <a:off x="993585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290" name="그룹 289">
                  <a:extLst>
                    <a:ext uri="{FF2B5EF4-FFF2-40B4-BE49-F238E27FC236}">
                      <a16:creationId xmlns:a16="http://schemas.microsoft.com/office/drawing/2014/main" id="{560E2BB1-4ABE-3763-1EEB-170DDCA87871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292" name="그룹 291">
                    <a:extLst>
                      <a:ext uri="{FF2B5EF4-FFF2-40B4-BE49-F238E27FC236}">
                        <a16:creationId xmlns:a16="http://schemas.microsoft.com/office/drawing/2014/main" id="{E69C55B3-ADA0-1F9A-D873-89D6D7219D69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98" name="직사각형 297">
                      <a:extLst>
                        <a:ext uri="{FF2B5EF4-FFF2-40B4-BE49-F238E27FC236}">
                          <a16:creationId xmlns:a16="http://schemas.microsoft.com/office/drawing/2014/main" id="{5355C061-F7CB-094D-7CCD-C45576E618A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299" name="직사각형 298">
                      <a:extLst>
                        <a:ext uri="{FF2B5EF4-FFF2-40B4-BE49-F238E27FC236}">
                          <a16:creationId xmlns:a16="http://schemas.microsoft.com/office/drawing/2014/main" id="{409B4A3D-8C44-B98D-2CD5-79171B5C086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300" name="직사각형 299">
                      <a:extLst>
                        <a:ext uri="{FF2B5EF4-FFF2-40B4-BE49-F238E27FC236}">
                          <a16:creationId xmlns:a16="http://schemas.microsoft.com/office/drawing/2014/main" id="{58050EC7-3833-10EB-9401-02D15D6E6DF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301" name="직사각형 300">
                      <a:extLst>
                        <a:ext uri="{FF2B5EF4-FFF2-40B4-BE49-F238E27FC236}">
                          <a16:creationId xmlns:a16="http://schemas.microsoft.com/office/drawing/2014/main" id="{495E322A-D891-8E3F-2C33-1A574625DA9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293" name="그룹 292">
                    <a:extLst>
                      <a:ext uri="{FF2B5EF4-FFF2-40B4-BE49-F238E27FC236}">
                        <a16:creationId xmlns:a16="http://schemas.microsoft.com/office/drawing/2014/main" id="{7BF476CC-8B48-8D1E-37DE-4C8A50D4686E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94" name="직사각형 293">
                      <a:extLst>
                        <a:ext uri="{FF2B5EF4-FFF2-40B4-BE49-F238E27FC236}">
                          <a16:creationId xmlns:a16="http://schemas.microsoft.com/office/drawing/2014/main" id="{DD0A9773-6D00-03D7-6A3A-0024F801639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295" name="직사각형 294">
                      <a:extLst>
                        <a:ext uri="{FF2B5EF4-FFF2-40B4-BE49-F238E27FC236}">
                          <a16:creationId xmlns:a16="http://schemas.microsoft.com/office/drawing/2014/main" id="{E1E315EC-8DB6-C3B1-5BD0-F09FCC5117E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296" name="직사각형 295">
                      <a:extLst>
                        <a:ext uri="{FF2B5EF4-FFF2-40B4-BE49-F238E27FC236}">
                          <a16:creationId xmlns:a16="http://schemas.microsoft.com/office/drawing/2014/main" id="{8D2171BD-73B5-393D-EFA7-9C690F32755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297" name="직사각형 296">
                      <a:extLst>
                        <a:ext uri="{FF2B5EF4-FFF2-40B4-BE49-F238E27FC236}">
                          <a16:creationId xmlns:a16="http://schemas.microsoft.com/office/drawing/2014/main" id="{92145B3B-CE40-1D7A-247A-A2D5014EAAEB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291" name="직사각형 290">
                  <a:extLst>
                    <a:ext uri="{FF2B5EF4-FFF2-40B4-BE49-F238E27FC236}">
                      <a16:creationId xmlns:a16="http://schemas.microsoft.com/office/drawing/2014/main" id="{92244E3C-E4DA-EC00-10DC-AE4D69D14B47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277" name="그룹 276">
                <a:extLst>
                  <a:ext uri="{FF2B5EF4-FFF2-40B4-BE49-F238E27FC236}">
                    <a16:creationId xmlns:a16="http://schemas.microsoft.com/office/drawing/2014/main" id="{5153A503-40CB-9B7A-DE65-99EB71F3E87F}"/>
                  </a:ext>
                </a:extLst>
              </p:cNvPr>
              <p:cNvGrpSpPr/>
              <p:nvPr/>
            </p:nvGrpSpPr>
            <p:grpSpPr>
              <a:xfrm>
                <a:off x="10845365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278" name="그룹 277">
                  <a:extLst>
                    <a:ext uri="{FF2B5EF4-FFF2-40B4-BE49-F238E27FC236}">
                      <a16:creationId xmlns:a16="http://schemas.microsoft.com/office/drawing/2014/main" id="{EED74C30-2E80-5F91-C322-F70DD5D5ABE2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280" name="그룹 279">
                    <a:extLst>
                      <a:ext uri="{FF2B5EF4-FFF2-40B4-BE49-F238E27FC236}">
                        <a16:creationId xmlns:a16="http://schemas.microsoft.com/office/drawing/2014/main" id="{7DECD65C-5FDB-DCF7-FB1E-A3C267B9CD69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86" name="직사각형 285">
                      <a:extLst>
                        <a:ext uri="{FF2B5EF4-FFF2-40B4-BE49-F238E27FC236}">
                          <a16:creationId xmlns:a16="http://schemas.microsoft.com/office/drawing/2014/main" id="{7FC5F6E7-73B3-7A6F-744D-92DBE7813AB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287" name="직사각형 286">
                      <a:extLst>
                        <a:ext uri="{FF2B5EF4-FFF2-40B4-BE49-F238E27FC236}">
                          <a16:creationId xmlns:a16="http://schemas.microsoft.com/office/drawing/2014/main" id="{C2DA629E-4C13-8D67-9B5A-A6AEFB5C60BB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288" name="직사각형 287">
                      <a:extLst>
                        <a:ext uri="{FF2B5EF4-FFF2-40B4-BE49-F238E27FC236}">
                          <a16:creationId xmlns:a16="http://schemas.microsoft.com/office/drawing/2014/main" id="{F06284E9-F20E-58B8-5C5F-726A2787F4D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289" name="직사각형 288">
                      <a:extLst>
                        <a:ext uri="{FF2B5EF4-FFF2-40B4-BE49-F238E27FC236}">
                          <a16:creationId xmlns:a16="http://schemas.microsoft.com/office/drawing/2014/main" id="{9CD5A6BB-36CB-0029-1E61-D5D7CAED590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281" name="그룹 280">
                    <a:extLst>
                      <a:ext uri="{FF2B5EF4-FFF2-40B4-BE49-F238E27FC236}">
                        <a16:creationId xmlns:a16="http://schemas.microsoft.com/office/drawing/2014/main" id="{6F98974B-76B7-7A91-1AC7-FCB1B790394E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82" name="직사각형 281">
                      <a:extLst>
                        <a:ext uri="{FF2B5EF4-FFF2-40B4-BE49-F238E27FC236}">
                          <a16:creationId xmlns:a16="http://schemas.microsoft.com/office/drawing/2014/main" id="{441F4AAE-407A-BDF3-AA05-0A0E6C7FD3E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283" name="직사각형 282">
                      <a:extLst>
                        <a:ext uri="{FF2B5EF4-FFF2-40B4-BE49-F238E27FC236}">
                          <a16:creationId xmlns:a16="http://schemas.microsoft.com/office/drawing/2014/main" id="{0C5F2E8D-E146-5C16-655A-04A7494F782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284" name="직사각형 283">
                      <a:extLst>
                        <a:ext uri="{FF2B5EF4-FFF2-40B4-BE49-F238E27FC236}">
                          <a16:creationId xmlns:a16="http://schemas.microsoft.com/office/drawing/2014/main" id="{A7494270-4C27-B8C0-6646-851BE7E0CEB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285" name="직사각형 284">
                      <a:extLst>
                        <a:ext uri="{FF2B5EF4-FFF2-40B4-BE49-F238E27FC236}">
                          <a16:creationId xmlns:a16="http://schemas.microsoft.com/office/drawing/2014/main" id="{0B802ABB-1571-AD16-C0C0-D35363EB7ED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279" name="직사각형 278">
                  <a:extLst>
                    <a:ext uri="{FF2B5EF4-FFF2-40B4-BE49-F238E27FC236}">
                      <a16:creationId xmlns:a16="http://schemas.microsoft.com/office/drawing/2014/main" id="{2F3F4D1D-5039-61A3-DDA9-5A2A2203EAA3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</p:grpSp>
      </p:grpSp>
      <p:grpSp>
        <p:nvGrpSpPr>
          <p:cNvPr id="328" name="그룹 327">
            <a:extLst>
              <a:ext uri="{FF2B5EF4-FFF2-40B4-BE49-F238E27FC236}">
                <a16:creationId xmlns:a16="http://schemas.microsoft.com/office/drawing/2014/main" id="{09DD77D5-C629-06A4-287F-F7D1DA011643}"/>
              </a:ext>
            </a:extLst>
          </p:cNvPr>
          <p:cNvGrpSpPr/>
          <p:nvPr/>
        </p:nvGrpSpPr>
        <p:grpSpPr>
          <a:xfrm>
            <a:off x="6914796" y="1570323"/>
            <a:ext cx="1707281" cy="561816"/>
            <a:chOff x="8147507" y="4736955"/>
            <a:chExt cx="2860497" cy="994910"/>
          </a:xfrm>
        </p:grpSpPr>
        <p:sp>
          <p:nvSpPr>
            <p:cNvPr id="329" name="직사각형 328">
              <a:extLst>
                <a:ext uri="{FF2B5EF4-FFF2-40B4-BE49-F238E27FC236}">
                  <a16:creationId xmlns:a16="http://schemas.microsoft.com/office/drawing/2014/main" id="{A15498EE-2E5C-DD06-D2A7-4953B2974C30}"/>
                </a:ext>
              </a:extLst>
            </p:cNvPr>
            <p:cNvSpPr/>
            <p:nvPr/>
          </p:nvSpPr>
          <p:spPr>
            <a:xfrm>
              <a:off x="8147507" y="4736955"/>
              <a:ext cx="2860497" cy="99491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/>
            </a:p>
          </p:txBody>
        </p:sp>
        <p:grpSp>
          <p:nvGrpSpPr>
            <p:cNvPr id="330" name="그룹 329">
              <a:extLst>
                <a:ext uri="{FF2B5EF4-FFF2-40B4-BE49-F238E27FC236}">
                  <a16:creationId xmlns:a16="http://schemas.microsoft.com/office/drawing/2014/main" id="{8F86D4BF-2EC6-EE05-8DD6-2CB3CBD99452}"/>
                </a:ext>
              </a:extLst>
            </p:cNvPr>
            <p:cNvGrpSpPr/>
            <p:nvPr/>
          </p:nvGrpSpPr>
          <p:grpSpPr>
            <a:xfrm>
              <a:off x="8408334" y="4819650"/>
              <a:ext cx="2500334" cy="808179"/>
              <a:chOff x="8112248" y="4451227"/>
              <a:chExt cx="3529919" cy="1221760"/>
            </a:xfrm>
          </p:grpSpPr>
          <p:grpSp>
            <p:nvGrpSpPr>
              <p:cNvPr id="331" name="그룹 330">
                <a:extLst>
                  <a:ext uri="{FF2B5EF4-FFF2-40B4-BE49-F238E27FC236}">
                    <a16:creationId xmlns:a16="http://schemas.microsoft.com/office/drawing/2014/main" id="{514F9C44-915F-C3BE-358D-5EB59BC45D0B}"/>
                  </a:ext>
                </a:extLst>
              </p:cNvPr>
              <p:cNvGrpSpPr/>
              <p:nvPr/>
            </p:nvGrpSpPr>
            <p:grpSpPr>
              <a:xfrm>
                <a:off x="8112248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371" name="그룹 370">
                  <a:extLst>
                    <a:ext uri="{FF2B5EF4-FFF2-40B4-BE49-F238E27FC236}">
                      <a16:creationId xmlns:a16="http://schemas.microsoft.com/office/drawing/2014/main" id="{F9EF8F13-2480-2951-D983-4C42826C66CF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373" name="그룹 372">
                    <a:extLst>
                      <a:ext uri="{FF2B5EF4-FFF2-40B4-BE49-F238E27FC236}">
                        <a16:creationId xmlns:a16="http://schemas.microsoft.com/office/drawing/2014/main" id="{FA2EBAB8-5B0B-1E6A-82B0-659E37EAE896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441" name="직사각형 440">
                      <a:extLst>
                        <a:ext uri="{FF2B5EF4-FFF2-40B4-BE49-F238E27FC236}">
                          <a16:creationId xmlns:a16="http://schemas.microsoft.com/office/drawing/2014/main" id="{E70353E3-F035-C39F-84DF-03B5E03AC29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42" name="직사각형 441">
                      <a:extLst>
                        <a:ext uri="{FF2B5EF4-FFF2-40B4-BE49-F238E27FC236}">
                          <a16:creationId xmlns:a16="http://schemas.microsoft.com/office/drawing/2014/main" id="{D6C14533-437D-7E27-E7AA-6743157316BB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43" name="직사각형 442">
                      <a:extLst>
                        <a:ext uri="{FF2B5EF4-FFF2-40B4-BE49-F238E27FC236}">
                          <a16:creationId xmlns:a16="http://schemas.microsoft.com/office/drawing/2014/main" id="{E44461EA-2EAD-6F4B-175E-231F92F64F8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44" name="직사각형 443">
                      <a:extLst>
                        <a:ext uri="{FF2B5EF4-FFF2-40B4-BE49-F238E27FC236}">
                          <a16:creationId xmlns:a16="http://schemas.microsoft.com/office/drawing/2014/main" id="{17A2C9B3-BEF9-6563-DBE1-A42A30E89FC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374" name="그룹 373">
                    <a:extLst>
                      <a:ext uri="{FF2B5EF4-FFF2-40B4-BE49-F238E27FC236}">
                        <a16:creationId xmlns:a16="http://schemas.microsoft.com/office/drawing/2014/main" id="{DDAA6E95-447A-DF9F-7536-6EC494F5E4DA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375" name="직사각형 374">
                      <a:extLst>
                        <a:ext uri="{FF2B5EF4-FFF2-40B4-BE49-F238E27FC236}">
                          <a16:creationId xmlns:a16="http://schemas.microsoft.com/office/drawing/2014/main" id="{CC8C49EF-7604-5653-4FBD-73BD213CD40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376" name="직사각형 375">
                      <a:extLst>
                        <a:ext uri="{FF2B5EF4-FFF2-40B4-BE49-F238E27FC236}">
                          <a16:creationId xmlns:a16="http://schemas.microsoft.com/office/drawing/2014/main" id="{89932E67-04E9-25F6-A560-2708AEEE314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382" name="직사각형 381">
                      <a:extLst>
                        <a:ext uri="{FF2B5EF4-FFF2-40B4-BE49-F238E27FC236}">
                          <a16:creationId xmlns:a16="http://schemas.microsoft.com/office/drawing/2014/main" id="{FA8698CD-CE9A-CA3E-AC4A-8F262CA8815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39" name="직사각형 438">
                      <a:extLst>
                        <a:ext uri="{FF2B5EF4-FFF2-40B4-BE49-F238E27FC236}">
                          <a16:creationId xmlns:a16="http://schemas.microsoft.com/office/drawing/2014/main" id="{8A4AD356-43A0-F721-862E-692F650082F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372" name="직사각형 371">
                  <a:extLst>
                    <a:ext uri="{FF2B5EF4-FFF2-40B4-BE49-F238E27FC236}">
                      <a16:creationId xmlns:a16="http://schemas.microsoft.com/office/drawing/2014/main" id="{DC2C8962-B50A-79C9-42C3-CD995B1D8802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332" name="그룹 331">
                <a:extLst>
                  <a:ext uri="{FF2B5EF4-FFF2-40B4-BE49-F238E27FC236}">
                    <a16:creationId xmlns:a16="http://schemas.microsoft.com/office/drawing/2014/main" id="{49E7A53D-46C3-099B-6B76-A79F9BC22671}"/>
                  </a:ext>
                </a:extLst>
              </p:cNvPr>
              <p:cNvGrpSpPr/>
              <p:nvPr/>
            </p:nvGrpSpPr>
            <p:grpSpPr>
              <a:xfrm>
                <a:off x="900388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359" name="그룹 358">
                  <a:extLst>
                    <a:ext uri="{FF2B5EF4-FFF2-40B4-BE49-F238E27FC236}">
                      <a16:creationId xmlns:a16="http://schemas.microsoft.com/office/drawing/2014/main" id="{C782E840-05B1-93C9-F3A1-72A8218776DF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361" name="그룹 360">
                    <a:extLst>
                      <a:ext uri="{FF2B5EF4-FFF2-40B4-BE49-F238E27FC236}">
                        <a16:creationId xmlns:a16="http://schemas.microsoft.com/office/drawing/2014/main" id="{A16A93D6-B83E-6990-ECDA-50DD4335C29B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367" name="직사각형 366">
                      <a:extLst>
                        <a:ext uri="{FF2B5EF4-FFF2-40B4-BE49-F238E27FC236}">
                          <a16:creationId xmlns:a16="http://schemas.microsoft.com/office/drawing/2014/main" id="{C59A456E-8814-D4B0-88B6-ACC7AC274C5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368" name="직사각형 367">
                      <a:extLst>
                        <a:ext uri="{FF2B5EF4-FFF2-40B4-BE49-F238E27FC236}">
                          <a16:creationId xmlns:a16="http://schemas.microsoft.com/office/drawing/2014/main" id="{193C5C0D-5EE8-F703-999D-9AAAB53D811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369" name="직사각형 368">
                      <a:extLst>
                        <a:ext uri="{FF2B5EF4-FFF2-40B4-BE49-F238E27FC236}">
                          <a16:creationId xmlns:a16="http://schemas.microsoft.com/office/drawing/2014/main" id="{8933D384-DE18-445C-3898-5031CCF589B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370" name="직사각형 369">
                      <a:extLst>
                        <a:ext uri="{FF2B5EF4-FFF2-40B4-BE49-F238E27FC236}">
                          <a16:creationId xmlns:a16="http://schemas.microsoft.com/office/drawing/2014/main" id="{1E5C4931-E1A7-2902-FB31-5D2756369C6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362" name="그룹 361">
                    <a:extLst>
                      <a:ext uri="{FF2B5EF4-FFF2-40B4-BE49-F238E27FC236}">
                        <a16:creationId xmlns:a16="http://schemas.microsoft.com/office/drawing/2014/main" id="{53A6C881-F16C-97AC-430E-9DD8DEC8DBA0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363" name="직사각형 362">
                      <a:extLst>
                        <a:ext uri="{FF2B5EF4-FFF2-40B4-BE49-F238E27FC236}">
                          <a16:creationId xmlns:a16="http://schemas.microsoft.com/office/drawing/2014/main" id="{9267CEDD-D138-1E6B-B986-50C3005D31E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364" name="직사각형 363">
                      <a:extLst>
                        <a:ext uri="{FF2B5EF4-FFF2-40B4-BE49-F238E27FC236}">
                          <a16:creationId xmlns:a16="http://schemas.microsoft.com/office/drawing/2014/main" id="{D84A975E-DE35-8C4D-E69F-3164EC799D85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365" name="직사각형 364">
                      <a:extLst>
                        <a:ext uri="{FF2B5EF4-FFF2-40B4-BE49-F238E27FC236}">
                          <a16:creationId xmlns:a16="http://schemas.microsoft.com/office/drawing/2014/main" id="{273082CF-A466-F400-4E9F-1F92F41F981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366" name="직사각형 365">
                      <a:extLst>
                        <a:ext uri="{FF2B5EF4-FFF2-40B4-BE49-F238E27FC236}">
                          <a16:creationId xmlns:a16="http://schemas.microsoft.com/office/drawing/2014/main" id="{E2F231CC-63ED-94DF-442C-604B281B68D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360" name="직사각형 359">
                  <a:extLst>
                    <a:ext uri="{FF2B5EF4-FFF2-40B4-BE49-F238E27FC236}">
                      <a16:creationId xmlns:a16="http://schemas.microsoft.com/office/drawing/2014/main" id="{E86F3CC6-7A21-DA7D-DE46-F646D7910663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333" name="그룹 332">
                <a:extLst>
                  <a:ext uri="{FF2B5EF4-FFF2-40B4-BE49-F238E27FC236}">
                    <a16:creationId xmlns:a16="http://schemas.microsoft.com/office/drawing/2014/main" id="{E01531FD-B358-CA43-2D7B-C38263245C9A}"/>
                  </a:ext>
                </a:extLst>
              </p:cNvPr>
              <p:cNvGrpSpPr/>
              <p:nvPr/>
            </p:nvGrpSpPr>
            <p:grpSpPr>
              <a:xfrm>
                <a:off x="993585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347" name="그룹 346">
                  <a:extLst>
                    <a:ext uri="{FF2B5EF4-FFF2-40B4-BE49-F238E27FC236}">
                      <a16:creationId xmlns:a16="http://schemas.microsoft.com/office/drawing/2014/main" id="{B2679DCC-96D1-F0E8-BD29-51DAC399E252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349" name="그룹 348">
                    <a:extLst>
                      <a:ext uri="{FF2B5EF4-FFF2-40B4-BE49-F238E27FC236}">
                        <a16:creationId xmlns:a16="http://schemas.microsoft.com/office/drawing/2014/main" id="{A5550583-7EF3-A5D5-DE07-887840AA4E7D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355" name="직사각형 354">
                      <a:extLst>
                        <a:ext uri="{FF2B5EF4-FFF2-40B4-BE49-F238E27FC236}">
                          <a16:creationId xmlns:a16="http://schemas.microsoft.com/office/drawing/2014/main" id="{5045DCD3-1B9E-AD78-A12F-50C645617F2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356" name="직사각형 355">
                      <a:extLst>
                        <a:ext uri="{FF2B5EF4-FFF2-40B4-BE49-F238E27FC236}">
                          <a16:creationId xmlns:a16="http://schemas.microsoft.com/office/drawing/2014/main" id="{D81A52CA-F59D-0822-4726-E431539602C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357" name="직사각형 356">
                      <a:extLst>
                        <a:ext uri="{FF2B5EF4-FFF2-40B4-BE49-F238E27FC236}">
                          <a16:creationId xmlns:a16="http://schemas.microsoft.com/office/drawing/2014/main" id="{7B97B113-93CD-7D1D-F7FE-EB6C7336686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358" name="직사각형 357">
                      <a:extLst>
                        <a:ext uri="{FF2B5EF4-FFF2-40B4-BE49-F238E27FC236}">
                          <a16:creationId xmlns:a16="http://schemas.microsoft.com/office/drawing/2014/main" id="{77DE24AA-7612-5249-E441-7B4F84D02E8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350" name="그룹 349">
                    <a:extLst>
                      <a:ext uri="{FF2B5EF4-FFF2-40B4-BE49-F238E27FC236}">
                        <a16:creationId xmlns:a16="http://schemas.microsoft.com/office/drawing/2014/main" id="{0F46DF3C-B655-E175-67C8-2B6F1A26A070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351" name="직사각형 350">
                      <a:extLst>
                        <a:ext uri="{FF2B5EF4-FFF2-40B4-BE49-F238E27FC236}">
                          <a16:creationId xmlns:a16="http://schemas.microsoft.com/office/drawing/2014/main" id="{B6992D2E-E9B2-87DB-097B-4A6F6E2C958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352" name="직사각형 351">
                      <a:extLst>
                        <a:ext uri="{FF2B5EF4-FFF2-40B4-BE49-F238E27FC236}">
                          <a16:creationId xmlns:a16="http://schemas.microsoft.com/office/drawing/2014/main" id="{A9385C57-E7D7-78CD-4DA7-E1391C5D255B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353" name="직사각형 352">
                      <a:extLst>
                        <a:ext uri="{FF2B5EF4-FFF2-40B4-BE49-F238E27FC236}">
                          <a16:creationId xmlns:a16="http://schemas.microsoft.com/office/drawing/2014/main" id="{A86805DB-80CD-B605-0EC0-C5A4CCE58BC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354" name="직사각형 353">
                      <a:extLst>
                        <a:ext uri="{FF2B5EF4-FFF2-40B4-BE49-F238E27FC236}">
                          <a16:creationId xmlns:a16="http://schemas.microsoft.com/office/drawing/2014/main" id="{D1BB74AF-CA7D-9351-1069-CAC0434BD5F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348" name="직사각형 347">
                  <a:extLst>
                    <a:ext uri="{FF2B5EF4-FFF2-40B4-BE49-F238E27FC236}">
                      <a16:creationId xmlns:a16="http://schemas.microsoft.com/office/drawing/2014/main" id="{9A22C0B2-9444-402A-59C0-59FFEF46AAD3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334" name="그룹 333">
                <a:extLst>
                  <a:ext uri="{FF2B5EF4-FFF2-40B4-BE49-F238E27FC236}">
                    <a16:creationId xmlns:a16="http://schemas.microsoft.com/office/drawing/2014/main" id="{7430E33F-5A25-88D9-5E68-0713E06479AF}"/>
                  </a:ext>
                </a:extLst>
              </p:cNvPr>
              <p:cNvGrpSpPr/>
              <p:nvPr/>
            </p:nvGrpSpPr>
            <p:grpSpPr>
              <a:xfrm>
                <a:off x="10845365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335" name="그룹 334">
                  <a:extLst>
                    <a:ext uri="{FF2B5EF4-FFF2-40B4-BE49-F238E27FC236}">
                      <a16:creationId xmlns:a16="http://schemas.microsoft.com/office/drawing/2014/main" id="{E8D6FFD5-02FF-B2E3-4E77-D86979444AC6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337" name="그룹 336">
                    <a:extLst>
                      <a:ext uri="{FF2B5EF4-FFF2-40B4-BE49-F238E27FC236}">
                        <a16:creationId xmlns:a16="http://schemas.microsoft.com/office/drawing/2014/main" id="{DE3B09D2-90CC-AC30-E4F2-78C93F43545E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343" name="직사각형 342">
                      <a:extLst>
                        <a:ext uri="{FF2B5EF4-FFF2-40B4-BE49-F238E27FC236}">
                          <a16:creationId xmlns:a16="http://schemas.microsoft.com/office/drawing/2014/main" id="{0A223586-E261-4DFD-945C-5E460E0F98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344" name="직사각형 343">
                      <a:extLst>
                        <a:ext uri="{FF2B5EF4-FFF2-40B4-BE49-F238E27FC236}">
                          <a16:creationId xmlns:a16="http://schemas.microsoft.com/office/drawing/2014/main" id="{39100E4D-4CA2-58B2-E5DA-003E2E79C4BF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345" name="직사각형 344">
                      <a:extLst>
                        <a:ext uri="{FF2B5EF4-FFF2-40B4-BE49-F238E27FC236}">
                          <a16:creationId xmlns:a16="http://schemas.microsoft.com/office/drawing/2014/main" id="{6986D81F-8280-66E6-2E51-71253BF736E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346" name="직사각형 345">
                      <a:extLst>
                        <a:ext uri="{FF2B5EF4-FFF2-40B4-BE49-F238E27FC236}">
                          <a16:creationId xmlns:a16="http://schemas.microsoft.com/office/drawing/2014/main" id="{10D9F601-16A9-81DB-D5EC-749363C5B4B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338" name="그룹 337">
                    <a:extLst>
                      <a:ext uri="{FF2B5EF4-FFF2-40B4-BE49-F238E27FC236}">
                        <a16:creationId xmlns:a16="http://schemas.microsoft.com/office/drawing/2014/main" id="{A269A812-8E41-A3BF-D57F-477E65C36B53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339" name="직사각형 338">
                      <a:extLst>
                        <a:ext uri="{FF2B5EF4-FFF2-40B4-BE49-F238E27FC236}">
                          <a16:creationId xmlns:a16="http://schemas.microsoft.com/office/drawing/2014/main" id="{E1D52D35-B750-1503-2C2C-E2C66348C35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340" name="직사각형 339">
                      <a:extLst>
                        <a:ext uri="{FF2B5EF4-FFF2-40B4-BE49-F238E27FC236}">
                          <a16:creationId xmlns:a16="http://schemas.microsoft.com/office/drawing/2014/main" id="{46A0441D-83F0-AF17-EF57-9556250D463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341" name="직사각형 340">
                      <a:extLst>
                        <a:ext uri="{FF2B5EF4-FFF2-40B4-BE49-F238E27FC236}">
                          <a16:creationId xmlns:a16="http://schemas.microsoft.com/office/drawing/2014/main" id="{9E54AAC7-40C4-33E7-B86D-5DBF42533AC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342" name="직사각형 341">
                      <a:extLst>
                        <a:ext uri="{FF2B5EF4-FFF2-40B4-BE49-F238E27FC236}">
                          <a16:creationId xmlns:a16="http://schemas.microsoft.com/office/drawing/2014/main" id="{AB2FAEA7-09AF-B1AB-F0BE-7D047F2127E2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336" name="직사각형 335">
                  <a:extLst>
                    <a:ext uri="{FF2B5EF4-FFF2-40B4-BE49-F238E27FC236}">
                      <a16:creationId xmlns:a16="http://schemas.microsoft.com/office/drawing/2014/main" id="{E2B1BF38-7307-472B-591A-35F0FF2EC37B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</p:grpSp>
      </p:grpSp>
      <p:cxnSp>
        <p:nvCxnSpPr>
          <p:cNvPr id="445" name="직선 화살표 연결선 444">
            <a:extLst>
              <a:ext uri="{FF2B5EF4-FFF2-40B4-BE49-F238E27FC236}">
                <a16:creationId xmlns:a16="http://schemas.microsoft.com/office/drawing/2014/main" id="{BE9C20EF-09CF-3276-4C40-981CD2BC0065}"/>
              </a:ext>
            </a:extLst>
          </p:cNvPr>
          <p:cNvCxnSpPr>
            <a:cxnSpLocks/>
          </p:cNvCxnSpPr>
          <p:nvPr/>
        </p:nvCxnSpPr>
        <p:spPr>
          <a:xfrm>
            <a:off x="6298674" y="1856681"/>
            <a:ext cx="53178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6" name="TextBox 445">
            <a:extLst>
              <a:ext uri="{FF2B5EF4-FFF2-40B4-BE49-F238E27FC236}">
                <a16:creationId xmlns:a16="http://schemas.microsoft.com/office/drawing/2014/main" id="{D94D840C-D0B8-97F0-952C-41BC6C6709E8}"/>
              </a:ext>
            </a:extLst>
          </p:cNvPr>
          <p:cNvSpPr txBox="1"/>
          <p:nvPr/>
        </p:nvSpPr>
        <p:spPr>
          <a:xfrm>
            <a:off x="399273" y="1624749"/>
            <a:ext cx="1632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msec &lt; 50</a:t>
            </a:r>
            <a:endParaRPr lang="ko-KR" altLang="en-US"/>
          </a:p>
        </p:txBody>
      </p:sp>
      <p:grpSp>
        <p:nvGrpSpPr>
          <p:cNvPr id="447" name="그룹 446">
            <a:extLst>
              <a:ext uri="{FF2B5EF4-FFF2-40B4-BE49-F238E27FC236}">
                <a16:creationId xmlns:a16="http://schemas.microsoft.com/office/drawing/2014/main" id="{30FA9D8B-39F6-867F-30E4-1B3C05AA380E}"/>
              </a:ext>
            </a:extLst>
          </p:cNvPr>
          <p:cNvGrpSpPr/>
          <p:nvPr/>
        </p:nvGrpSpPr>
        <p:grpSpPr>
          <a:xfrm>
            <a:off x="2117583" y="2324704"/>
            <a:ext cx="1707281" cy="561814"/>
            <a:chOff x="8147507" y="4736955"/>
            <a:chExt cx="2860497" cy="994910"/>
          </a:xfrm>
        </p:grpSpPr>
        <p:sp>
          <p:nvSpPr>
            <p:cNvPr id="448" name="직사각형 447">
              <a:extLst>
                <a:ext uri="{FF2B5EF4-FFF2-40B4-BE49-F238E27FC236}">
                  <a16:creationId xmlns:a16="http://schemas.microsoft.com/office/drawing/2014/main" id="{D7918ACB-E2AF-B315-391F-64B175D3DD77}"/>
                </a:ext>
              </a:extLst>
            </p:cNvPr>
            <p:cNvSpPr/>
            <p:nvPr/>
          </p:nvSpPr>
          <p:spPr>
            <a:xfrm>
              <a:off x="8147507" y="4736955"/>
              <a:ext cx="2860497" cy="99491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/>
            </a:p>
          </p:txBody>
        </p:sp>
        <p:grpSp>
          <p:nvGrpSpPr>
            <p:cNvPr id="449" name="그룹 448">
              <a:extLst>
                <a:ext uri="{FF2B5EF4-FFF2-40B4-BE49-F238E27FC236}">
                  <a16:creationId xmlns:a16="http://schemas.microsoft.com/office/drawing/2014/main" id="{43CE6B67-11B7-9DFB-719C-3A1109770533}"/>
                </a:ext>
              </a:extLst>
            </p:cNvPr>
            <p:cNvGrpSpPr/>
            <p:nvPr/>
          </p:nvGrpSpPr>
          <p:grpSpPr>
            <a:xfrm>
              <a:off x="8408334" y="4819650"/>
              <a:ext cx="2500334" cy="808179"/>
              <a:chOff x="8112248" y="4451227"/>
              <a:chExt cx="3529919" cy="1221760"/>
            </a:xfrm>
          </p:grpSpPr>
          <p:grpSp>
            <p:nvGrpSpPr>
              <p:cNvPr id="450" name="그룹 449">
                <a:extLst>
                  <a:ext uri="{FF2B5EF4-FFF2-40B4-BE49-F238E27FC236}">
                    <a16:creationId xmlns:a16="http://schemas.microsoft.com/office/drawing/2014/main" id="{5E458850-0ED7-206E-ACB4-C247E2FC03FE}"/>
                  </a:ext>
                </a:extLst>
              </p:cNvPr>
              <p:cNvGrpSpPr/>
              <p:nvPr/>
            </p:nvGrpSpPr>
            <p:grpSpPr>
              <a:xfrm>
                <a:off x="8112248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490" name="그룹 489">
                  <a:extLst>
                    <a:ext uri="{FF2B5EF4-FFF2-40B4-BE49-F238E27FC236}">
                      <a16:creationId xmlns:a16="http://schemas.microsoft.com/office/drawing/2014/main" id="{2DBCC74C-F007-15A4-62FE-FF25FC6D5647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492" name="그룹 491">
                    <a:extLst>
                      <a:ext uri="{FF2B5EF4-FFF2-40B4-BE49-F238E27FC236}">
                        <a16:creationId xmlns:a16="http://schemas.microsoft.com/office/drawing/2014/main" id="{40009072-0D7B-68C3-9281-8886E985E504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498" name="직사각형 497">
                      <a:extLst>
                        <a:ext uri="{FF2B5EF4-FFF2-40B4-BE49-F238E27FC236}">
                          <a16:creationId xmlns:a16="http://schemas.microsoft.com/office/drawing/2014/main" id="{AC57C50A-B19D-0052-80CC-24114C8BEFA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99" name="직사각형 498">
                      <a:extLst>
                        <a:ext uri="{FF2B5EF4-FFF2-40B4-BE49-F238E27FC236}">
                          <a16:creationId xmlns:a16="http://schemas.microsoft.com/office/drawing/2014/main" id="{2DDED5A1-6F43-4DFD-3F1D-E2F9C435991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00" name="직사각형 499">
                      <a:extLst>
                        <a:ext uri="{FF2B5EF4-FFF2-40B4-BE49-F238E27FC236}">
                          <a16:creationId xmlns:a16="http://schemas.microsoft.com/office/drawing/2014/main" id="{C0CB4DAD-C0B5-B8B7-9DC5-A88C209F51A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01" name="직사각형 500">
                      <a:extLst>
                        <a:ext uri="{FF2B5EF4-FFF2-40B4-BE49-F238E27FC236}">
                          <a16:creationId xmlns:a16="http://schemas.microsoft.com/office/drawing/2014/main" id="{34912D8E-9BC5-6185-04F9-F36194B1674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493" name="그룹 492">
                    <a:extLst>
                      <a:ext uri="{FF2B5EF4-FFF2-40B4-BE49-F238E27FC236}">
                        <a16:creationId xmlns:a16="http://schemas.microsoft.com/office/drawing/2014/main" id="{632A11E4-C550-07FF-66AC-D2CD10DCA850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494" name="직사각형 493">
                      <a:extLst>
                        <a:ext uri="{FF2B5EF4-FFF2-40B4-BE49-F238E27FC236}">
                          <a16:creationId xmlns:a16="http://schemas.microsoft.com/office/drawing/2014/main" id="{3F64DCB5-CF64-7B25-2CC9-D6C39BBC515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95" name="직사각형 494">
                      <a:extLst>
                        <a:ext uri="{FF2B5EF4-FFF2-40B4-BE49-F238E27FC236}">
                          <a16:creationId xmlns:a16="http://schemas.microsoft.com/office/drawing/2014/main" id="{655C6168-4865-EE1E-84A8-3AD00001E2C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96" name="직사각형 495">
                      <a:extLst>
                        <a:ext uri="{FF2B5EF4-FFF2-40B4-BE49-F238E27FC236}">
                          <a16:creationId xmlns:a16="http://schemas.microsoft.com/office/drawing/2014/main" id="{91177E98-328F-F40C-C896-70C633E842C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97" name="직사각형 496">
                      <a:extLst>
                        <a:ext uri="{FF2B5EF4-FFF2-40B4-BE49-F238E27FC236}">
                          <a16:creationId xmlns:a16="http://schemas.microsoft.com/office/drawing/2014/main" id="{E5561096-8504-6AB3-29CE-01C0587FC90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491" name="직사각형 490">
                  <a:extLst>
                    <a:ext uri="{FF2B5EF4-FFF2-40B4-BE49-F238E27FC236}">
                      <a16:creationId xmlns:a16="http://schemas.microsoft.com/office/drawing/2014/main" id="{8AA0C06E-54B1-DF09-BE1F-66F2DE91D22F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451" name="그룹 450">
                <a:extLst>
                  <a:ext uri="{FF2B5EF4-FFF2-40B4-BE49-F238E27FC236}">
                    <a16:creationId xmlns:a16="http://schemas.microsoft.com/office/drawing/2014/main" id="{BC449AAA-5256-3D8D-239A-308B76F88E3D}"/>
                  </a:ext>
                </a:extLst>
              </p:cNvPr>
              <p:cNvGrpSpPr/>
              <p:nvPr/>
            </p:nvGrpSpPr>
            <p:grpSpPr>
              <a:xfrm>
                <a:off x="900388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478" name="그룹 477">
                  <a:extLst>
                    <a:ext uri="{FF2B5EF4-FFF2-40B4-BE49-F238E27FC236}">
                      <a16:creationId xmlns:a16="http://schemas.microsoft.com/office/drawing/2014/main" id="{587AC8F9-E4D1-420B-AED8-6875E3C6135A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480" name="그룹 479">
                    <a:extLst>
                      <a:ext uri="{FF2B5EF4-FFF2-40B4-BE49-F238E27FC236}">
                        <a16:creationId xmlns:a16="http://schemas.microsoft.com/office/drawing/2014/main" id="{7FE931AD-4B94-5E7E-0D67-BA239F059ED1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486" name="직사각형 485">
                      <a:extLst>
                        <a:ext uri="{FF2B5EF4-FFF2-40B4-BE49-F238E27FC236}">
                          <a16:creationId xmlns:a16="http://schemas.microsoft.com/office/drawing/2014/main" id="{6BAB7E0C-4429-9916-1BDC-A4BD610F5DA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87" name="직사각형 486">
                      <a:extLst>
                        <a:ext uri="{FF2B5EF4-FFF2-40B4-BE49-F238E27FC236}">
                          <a16:creationId xmlns:a16="http://schemas.microsoft.com/office/drawing/2014/main" id="{252A9F40-A707-0546-3E8D-CB2ED8DE72AB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88" name="직사각형 487">
                      <a:extLst>
                        <a:ext uri="{FF2B5EF4-FFF2-40B4-BE49-F238E27FC236}">
                          <a16:creationId xmlns:a16="http://schemas.microsoft.com/office/drawing/2014/main" id="{D944B4EB-F584-7BB6-4699-FDCE7AB3039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89" name="직사각형 488">
                      <a:extLst>
                        <a:ext uri="{FF2B5EF4-FFF2-40B4-BE49-F238E27FC236}">
                          <a16:creationId xmlns:a16="http://schemas.microsoft.com/office/drawing/2014/main" id="{9C428F40-153E-825F-4979-6C41062C627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481" name="그룹 480">
                    <a:extLst>
                      <a:ext uri="{FF2B5EF4-FFF2-40B4-BE49-F238E27FC236}">
                        <a16:creationId xmlns:a16="http://schemas.microsoft.com/office/drawing/2014/main" id="{D3B76AC7-C235-62CF-CFD1-5AC377AA9F96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482" name="직사각형 481">
                      <a:extLst>
                        <a:ext uri="{FF2B5EF4-FFF2-40B4-BE49-F238E27FC236}">
                          <a16:creationId xmlns:a16="http://schemas.microsoft.com/office/drawing/2014/main" id="{BB06C705-2CB5-9775-E1E8-8EA1A4EB041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83" name="직사각형 482">
                      <a:extLst>
                        <a:ext uri="{FF2B5EF4-FFF2-40B4-BE49-F238E27FC236}">
                          <a16:creationId xmlns:a16="http://schemas.microsoft.com/office/drawing/2014/main" id="{059EFFCC-11CC-402C-C559-393622DB6BF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84" name="직사각형 483">
                      <a:extLst>
                        <a:ext uri="{FF2B5EF4-FFF2-40B4-BE49-F238E27FC236}">
                          <a16:creationId xmlns:a16="http://schemas.microsoft.com/office/drawing/2014/main" id="{2703974D-0124-E86F-443D-660FE104ABD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85" name="직사각형 484">
                      <a:extLst>
                        <a:ext uri="{FF2B5EF4-FFF2-40B4-BE49-F238E27FC236}">
                          <a16:creationId xmlns:a16="http://schemas.microsoft.com/office/drawing/2014/main" id="{266CFD8F-81FF-9231-74A4-28821474D515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479" name="직사각형 478">
                  <a:extLst>
                    <a:ext uri="{FF2B5EF4-FFF2-40B4-BE49-F238E27FC236}">
                      <a16:creationId xmlns:a16="http://schemas.microsoft.com/office/drawing/2014/main" id="{59B402AA-2E3A-E911-016D-26F00C4A9B15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452" name="그룹 451">
                <a:extLst>
                  <a:ext uri="{FF2B5EF4-FFF2-40B4-BE49-F238E27FC236}">
                    <a16:creationId xmlns:a16="http://schemas.microsoft.com/office/drawing/2014/main" id="{CDCA8F51-F0A5-2855-E278-2E75C14C366F}"/>
                  </a:ext>
                </a:extLst>
              </p:cNvPr>
              <p:cNvGrpSpPr/>
              <p:nvPr/>
            </p:nvGrpSpPr>
            <p:grpSpPr>
              <a:xfrm>
                <a:off x="993585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466" name="그룹 465">
                  <a:extLst>
                    <a:ext uri="{FF2B5EF4-FFF2-40B4-BE49-F238E27FC236}">
                      <a16:creationId xmlns:a16="http://schemas.microsoft.com/office/drawing/2014/main" id="{1D4CA0DF-C3C9-879A-4236-A7D2469F6F6E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468" name="그룹 467">
                    <a:extLst>
                      <a:ext uri="{FF2B5EF4-FFF2-40B4-BE49-F238E27FC236}">
                        <a16:creationId xmlns:a16="http://schemas.microsoft.com/office/drawing/2014/main" id="{186350BD-1F4B-7B2C-7CD0-4B6B8F16F494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474" name="직사각형 473">
                      <a:extLst>
                        <a:ext uri="{FF2B5EF4-FFF2-40B4-BE49-F238E27FC236}">
                          <a16:creationId xmlns:a16="http://schemas.microsoft.com/office/drawing/2014/main" id="{15067685-36FD-72D7-693A-7BA46CC198D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75" name="직사각형 474">
                      <a:extLst>
                        <a:ext uri="{FF2B5EF4-FFF2-40B4-BE49-F238E27FC236}">
                          <a16:creationId xmlns:a16="http://schemas.microsoft.com/office/drawing/2014/main" id="{1FA8733C-23EA-9F05-B1FC-24A1EC7CAC7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76" name="직사각형 475">
                      <a:extLst>
                        <a:ext uri="{FF2B5EF4-FFF2-40B4-BE49-F238E27FC236}">
                          <a16:creationId xmlns:a16="http://schemas.microsoft.com/office/drawing/2014/main" id="{FBEF7AA9-C3B8-F163-36FA-FCA8F92EBED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77" name="직사각형 476">
                      <a:extLst>
                        <a:ext uri="{FF2B5EF4-FFF2-40B4-BE49-F238E27FC236}">
                          <a16:creationId xmlns:a16="http://schemas.microsoft.com/office/drawing/2014/main" id="{9D3C58B6-2EC2-BC0B-B570-2714B5884B3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469" name="그룹 468">
                    <a:extLst>
                      <a:ext uri="{FF2B5EF4-FFF2-40B4-BE49-F238E27FC236}">
                        <a16:creationId xmlns:a16="http://schemas.microsoft.com/office/drawing/2014/main" id="{B77928E3-CE95-D1CF-F45B-9DFB89154502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470" name="직사각형 469">
                      <a:extLst>
                        <a:ext uri="{FF2B5EF4-FFF2-40B4-BE49-F238E27FC236}">
                          <a16:creationId xmlns:a16="http://schemas.microsoft.com/office/drawing/2014/main" id="{EEC800ED-3509-3429-E205-2F15ABBEFEC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71" name="직사각형 470">
                      <a:extLst>
                        <a:ext uri="{FF2B5EF4-FFF2-40B4-BE49-F238E27FC236}">
                          <a16:creationId xmlns:a16="http://schemas.microsoft.com/office/drawing/2014/main" id="{BA7D87A9-BD72-FD60-76E1-DC0342225B15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72" name="직사각형 471">
                      <a:extLst>
                        <a:ext uri="{FF2B5EF4-FFF2-40B4-BE49-F238E27FC236}">
                          <a16:creationId xmlns:a16="http://schemas.microsoft.com/office/drawing/2014/main" id="{0BA8DFE8-74AC-AB41-0986-ACB4FA55FD5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73" name="직사각형 472">
                      <a:extLst>
                        <a:ext uri="{FF2B5EF4-FFF2-40B4-BE49-F238E27FC236}">
                          <a16:creationId xmlns:a16="http://schemas.microsoft.com/office/drawing/2014/main" id="{97819057-89D6-8BC1-D620-213C8F54267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467" name="직사각형 466">
                  <a:extLst>
                    <a:ext uri="{FF2B5EF4-FFF2-40B4-BE49-F238E27FC236}">
                      <a16:creationId xmlns:a16="http://schemas.microsoft.com/office/drawing/2014/main" id="{DD09D863-1678-99DE-0A21-BEB454752F9C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453" name="그룹 452">
                <a:extLst>
                  <a:ext uri="{FF2B5EF4-FFF2-40B4-BE49-F238E27FC236}">
                    <a16:creationId xmlns:a16="http://schemas.microsoft.com/office/drawing/2014/main" id="{190FB4CC-90AB-62E5-6EDB-BD9A3ABD41BF}"/>
                  </a:ext>
                </a:extLst>
              </p:cNvPr>
              <p:cNvGrpSpPr/>
              <p:nvPr/>
            </p:nvGrpSpPr>
            <p:grpSpPr>
              <a:xfrm>
                <a:off x="10845365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454" name="그룹 453">
                  <a:extLst>
                    <a:ext uri="{FF2B5EF4-FFF2-40B4-BE49-F238E27FC236}">
                      <a16:creationId xmlns:a16="http://schemas.microsoft.com/office/drawing/2014/main" id="{B7DBE0F5-5A7D-1CEF-3A09-A8EF5ADC9EE9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456" name="그룹 455">
                    <a:extLst>
                      <a:ext uri="{FF2B5EF4-FFF2-40B4-BE49-F238E27FC236}">
                        <a16:creationId xmlns:a16="http://schemas.microsoft.com/office/drawing/2014/main" id="{0A5A0462-D515-68A7-34E3-358E37D37AEA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462" name="직사각형 461">
                      <a:extLst>
                        <a:ext uri="{FF2B5EF4-FFF2-40B4-BE49-F238E27FC236}">
                          <a16:creationId xmlns:a16="http://schemas.microsoft.com/office/drawing/2014/main" id="{D74E859E-70E0-6D41-8C94-523CC6DA95A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63" name="직사각형 462">
                      <a:extLst>
                        <a:ext uri="{FF2B5EF4-FFF2-40B4-BE49-F238E27FC236}">
                          <a16:creationId xmlns:a16="http://schemas.microsoft.com/office/drawing/2014/main" id="{6250F949-4F9A-35F9-62FB-587203F0668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64" name="직사각형 463">
                      <a:extLst>
                        <a:ext uri="{FF2B5EF4-FFF2-40B4-BE49-F238E27FC236}">
                          <a16:creationId xmlns:a16="http://schemas.microsoft.com/office/drawing/2014/main" id="{40F4A935-46CC-BD95-C9D3-3B526C28F2C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65" name="직사각형 464">
                      <a:extLst>
                        <a:ext uri="{FF2B5EF4-FFF2-40B4-BE49-F238E27FC236}">
                          <a16:creationId xmlns:a16="http://schemas.microsoft.com/office/drawing/2014/main" id="{C59853DF-2DFC-F9E1-D967-3F261CD6E1F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457" name="그룹 456">
                    <a:extLst>
                      <a:ext uri="{FF2B5EF4-FFF2-40B4-BE49-F238E27FC236}">
                        <a16:creationId xmlns:a16="http://schemas.microsoft.com/office/drawing/2014/main" id="{D70FFC6B-D900-D8E8-C069-06CB5EDEA096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458" name="직사각형 457">
                      <a:extLst>
                        <a:ext uri="{FF2B5EF4-FFF2-40B4-BE49-F238E27FC236}">
                          <a16:creationId xmlns:a16="http://schemas.microsoft.com/office/drawing/2014/main" id="{B3048653-48FB-817D-08D6-A0F38256B38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59" name="직사각형 458">
                      <a:extLst>
                        <a:ext uri="{FF2B5EF4-FFF2-40B4-BE49-F238E27FC236}">
                          <a16:creationId xmlns:a16="http://schemas.microsoft.com/office/drawing/2014/main" id="{76590FB2-06D3-AA32-458F-29CE69FA5DAB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60" name="직사각형 459">
                      <a:extLst>
                        <a:ext uri="{FF2B5EF4-FFF2-40B4-BE49-F238E27FC236}">
                          <a16:creationId xmlns:a16="http://schemas.microsoft.com/office/drawing/2014/main" id="{0B190020-AE88-4A0F-209F-C75BD7AB256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61" name="직사각형 460">
                      <a:extLst>
                        <a:ext uri="{FF2B5EF4-FFF2-40B4-BE49-F238E27FC236}">
                          <a16:creationId xmlns:a16="http://schemas.microsoft.com/office/drawing/2014/main" id="{001563DA-FFF5-325C-B6D0-BC13F709BE3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455" name="직사각형 454">
                  <a:extLst>
                    <a:ext uri="{FF2B5EF4-FFF2-40B4-BE49-F238E27FC236}">
                      <a16:creationId xmlns:a16="http://schemas.microsoft.com/office/drawing/2014/main" id="{36111CB3-1FCD-A854-6078-01940314159E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</p:grpSp>
      </p:grpSp>
      <p:cxnSp>
        <p:nvCxnSpPr>
          <p:cNvPr id="502" name="직선 화살표 연결선 501">
            <a:extLst>
              <a:ext uri="{FF2B5EF4-FFF2-40B4-BE49-F238E27FC236}">
                <a16:creationId xmlns:a16="http://schemas.microsoft.com/office/drawing/2014/main" id="{6C61919D-CD5C-0272-15DD-F211A6E3E709}"/>
              </a:ext>
            </a:extLst>
          </p:cNvPr>
          <p:cNvCxnSpPr>
            <a:cxnSpLocks/>
          </p:cNvCxnSpPr>
          <p:nvPr/>
        </p:nvCxnSpPr>
        <p:spPr>
          <a:xfrm>
            <a:off x="3884661" y="2632597"/>
            <a:ext cx="53178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03" name="그룹 502">
            <a:extLst>
              <a:ext uri="{FF2B5EF4-FFF2-40B4-BE49-F238E27FC236}">
                <a16:creationId xmlns:a16="http://schemas.microsoft.com/office/drawing/2014/main" id="{B3C904E1-82B0-4ECC-9028-7D4FACA1459A}"/>
              </a:ext>
            </a:extLst>
          </p:cNvPr>
          <p:cNvGrpSpPr/>
          <p:nvPr/>
        </p:nvGrpSpPr>
        <p:grpSpPr>
          <a:xfrm>
            <a:off x="4508095" y="2336108"/>
            <a:ext cx="1707281" cy="561816"/>
            <a:chOff x="8147507" y="4736955"/>
            <a:chExt cx="2860497" cy="994910"/>
          </a:xfrm>
        </p:grpSpPr>
        <p:sp>
          <p:nvSpPr>
            <p:cNvPr id="504" name="직사각형 503">
              <a:extLst>
                <a:ext uri="{FF2B5EF4-FFF2-40B4-BE49-F238E27FC236}">
                  <a16:creationId xmlns:a16="http://schemas.microsoft.com/office/drawing/2014/main" id="{5A4B11C4-84D3-1BBE-4B6F-9A6686D2D97F}"/>
                </a:ext>
              </a:extLst>
            </p:cNvPr>
            <p:cNvSpPr/>
            <p:nvPr/>
          </p:nvSpPr>
          <p:spPr>
            <a:xfrm>
              <a:off x="8147507" y="4736955"/>
              <a:ext cx="2860497" cy="99491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/>
            </a:p>
          </p:txBody>
        </p:sp>
        <p:grpSp>
          <p:nvGrpSpPr>
            <p:cNvPr id="505" name="그룹 504">
              <a:extLst>
                <a:ext uri="{FF2B5EF4-FFF2-40B4-BE49-F238E27FC236}">
                  <a16:creationId xmlns:a16="http://schemas.microsoft.com/office/drawing/2014/main" id="{6EF157D8-C719-B941-E8DE-8A12C70F77D9}"/>
                </a:ext>
              </a:extLst>
            </p:cNvPr>
            <p:cNvGrpSpPr/>
            <p:nvPr/>
          </p:nvGrpSpPr>
          <p:grpSpPr>
            <a:xfrm>
              <a:off x="8408334" y="4819650"/>
              <a:ext cx="2500334" cy="808179"/>
              <a:chOff x="8112248" y="4451227"/>
              <a:chExt cx="3529919" cy="1221760"/>
            </a:xfrm>
          </p:grpSpPr>
          <p:grpSp>
            <p:nvGrpSpPr>
              <p:cNvPr id="506" name="그룹 505">
                <a:extLst>
                  <a:ext uri="{FF2B5EF4-FFF2-40B4-BE49-F238E27FC236}">
                    <a16:creationId xmlns:a16="http://schemas.microsoft.com/office/drawing/2014/main" id="{2DE8E7A8-3D58-5982-CA9D-7D60502A1CB4}"/>
                  </a:ext>
                </a:extLst>
              </p:cNvPr>
              <p:cNvGrpSpPr/>
              <p:nvPr/>
            </p:nvGrpSpPr>
            <p:grpSpPr>
              <a:xfrm>
                <a:off x="8112248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546" name="그룹 545">
                  <a:extLst>
                    <a:ext uri="{FF2B5EF4-FFF2-40B4-BE49-F238E27FC236}">
                      <a16:creationId xmlns:a16="http://schemas.microsoft.com/office/drawing/2014/main" id="{F5821C48-5161-FB33-B262-D2CEA69CA3FC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548" name="그룹 547">
                    <a:extLst>
                      <a:ext uri="{FF2B5EF4-FFF2-40B4-BE49-F238E27FC236}">
                        <a16:creationId xmlns:a16="http://schemas.microsoft.com/office/drawing/2014/main" id="{358D0513-83BA-A17D-0D31-59F02C2AE5F2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554" name="직사각형 553">
                      <a:extLst>
                        <a:ext uri="{FF2B5EF4-FFF2-40B4-BE49-F238E27FC236}">
                          <a16:creationId xmlns:a16="http://schemas.microsoft.com/office/drawing/2014/main" id="{13221CA0-9D99-EEC0-0002-5C8E57C6FFC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55" name="직사각형 554">
                      <a:extLst>
                        <a:ext uri="{FF2B5EF4-FFF2-40B4-BE49-F238E27FC236}">
                          <a16:creationId xmlns:a16="http://schemas.microsoft.com/office/drawing/2014/main" id="{4F3DB811-AD2E-10A0-EFB4-844C30C0D87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56" name="직사각형 555">
                      <a:extLst>
                        <a:ext uri="{FF2B5EF4-FFF2-40B4-BE49-F238E27FC236}">
                          <a16:creationId xmlns:a16="http://schemas.microsoft.com/office/drawing/2014/main" id="{DB1838C1-197A-3B9B-F40F-EC3D2D80BF4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57" name="직사각형 556">
                      <a:extLst>
                        <a:ext uri="{FF2B5EF4-FFF2-40B4-BE49-F238E27FC236}">
                          <a16:creationId xmlns:a16="http://schemas.microsoft.com/office/drawing/2014/main" id="{B3A77F5B-1CBF-3CC7-A385-0228B242B8B2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549" name="그룹 548">
                    <a:extLst>
                      <a:ext uri="{FF2B5EF4-FFF2-40B4-BE49-F238E27FC236}">
                        <a16:creationId xmlns:a16="http://schemas.microsoft.com/office/drawing/2014/main" id="{DF8A7D0A-E2D3-3271-50C2-81C2F6FE8938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550" name="직사각형 549">
                      <a:extLst>
                        <a:ext uri="{FF2B5EF4-FFF2-40B4-BE49-F238E27FC236}">
                          <a16:creationId xmlns:a16="http://schemas.microsoft.com/office/drawing/2014/main" id="{0CC5A012-1F88-BD7B-DCC7-7407919951E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51" name="직사각형 550">
                      <a:extLst>
                        <a:ext uri="{FF2B5EF4-FFF2-40B4-BE49-F238E27FC236}">
                          <a16:creationId xmlns:a16="http://schemas.microsoft.com/office/drawing/2014/main" id="{38E41C0A-F440-D0CB-984F-EEEC45502E4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52" name="직사각형 551">
                      <a:extLst>
                        <a:ext uri="{FF2B5EF4-FFF2-40B4-BE49-F238E27FC236}">
                          <a16:creationId xmlns:a16="http://schemas.microsoft.com/office/drawing/2014/main" id="{1378C269-16F5-0B43-648D-D2780844B49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53" name="직사각형 552">
                      <a:extLst>
                        <a:ext uri="{FF2B5EF4-FFF2-40B4-BE49-F238E27FC236}">
                          <a16:creationId xmlns:a16="http://schemas.microsoft.com/office/drawing/2014/main" id="{7B97DE19-DD26-FFCB-1A2A-BCF26249191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547" name="직사각형 546">
                  <a:extLst>
                    <a:ext uri="{FF2B5EF4-FFF2-40B4-BE49-F238E27FC236}">
                      <a16:creationId xmlns:a16="http://schemas.microsoft.com/office/drawing/2014/main" id="{5F2B2345-B191-A7E8-BB2F-269D9FE67F91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507" name="그룹 506">
                <a:extLst>
                  <a:ext uri="{FF2B5EF4-FFF2-40B4-BE49-F238E27FC236}">
                    <a16:creationId xmlns:a16="http://schemas.microsoft.com/office/drawing/2014/main" id="{04D5AADF-B45E-305D-7EC3-CFC608B72B42}"/>
                  </a:ext>
                </a:extLst>
              </p:cNvPr>
              <p:cNvGrpSpPr/>
              <p:nvPr/>
            </p:nvGrpSpPr>
            <p:grpSpPr>
              <a:xfrm>
                <a:off x="900388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534" name="그룹 533">
                  <a:extLst>
                    <a:ext uri="{FF2B5EF4-FFF2-40B4-BE49-F238E27FC236}">
                      <a16:creationId xmlns:a16="http://schemas.microsoft.com/office/drawing/2014/main" id="{DA3F3CE0-8CE0-F2A5-00FD-CFAFE4FCE230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536" name="그룹 535">
                    <a:extLst>
                      <a:ext uri="{FF2B5EF4-FFF2-40B4-BE49-F238E27FC236}">
                        <a16:creationId xmlns:a16="http://schemas.microsoft.com/office/drawing/2014/main" id="{E450015A-DFB3-A7ED-CEB1-04E880C60568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542" name="직사각형 541">
                      <a:extLst>
                        <a:ext uri="{FF2B5EF4-FFF2-40B4-BE49-F238E27FC236}">
                          <a16:creationId xmlns:a16="http://schemas.microsoft.com/office/drawing/2014/main" id="{9EE6EEEF-4134-19B1-DC38-2AAB02F7EB7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43" name="직사각형 542">
                      <a:extLst>
                        <a:ext uri="{FF2B5EF4-FFF2-40B4-BE49-F238E27FC236}">
                          <a16:creationId xmlns:a16="http://schemas.microsoft.com/office/drawing/2014/main" id="{F56B2DB0-36AE-8131-3177-066D87D03AC9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44" name="직사각형 543">
                      <a:extLst>
                        <a:ext uri="{FF2B5EF4-FFF2-40B4-BE49-F238E27FC236}">
                          <a16:creationId xmlns:a16="http://schemas.microsoft.com/office/drawing/2014/main" id="{678FDDD1-0A5A-5A98-C63E-E6ED2DC40CF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45" name="직사각형 544">
                      <a:extLst>
                        <a:ext uri="{FF2B5EF4-FFF2-40B4-BE49-F238E27FC236}">
                          <a16:creationId xmlns:a16="http://schemas.microsoft.com/office/drawing/2014/main" id="{2631ECCB-21E0-37C0-7D0E-A253A955467F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537" name="그룹 536">
                    <a:extLst>
                      <a:ext uri="{FF2B5EF4-FFF2-40B4-BE49-F238E27FC236}">
                        <a16:creationId xmlns:a16="http://schemas.microsoft.com/office/drawing/2014/main" id="{4A470CB3-7DBD-BBC2-56DA-97B18557A027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538" name="직사각형 537">
                      <a:extLst>
                        <a:ext uri="{FF2B5EF4-FFF2-40B4-BE49-F238E27FC236}">
                          <a16:creationId xmlns:a16="http://schemas.microsoft.com/office/drawing/2014/main" id="{E5D2B91C-0159-43AB-63BD-CA8CAD5A3BD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39" name="직사각형 538">
                      <a:extLst>
                        <a:ext uri="{FF2B5EF4-FFF2-40B4-BE49-F238E27FC236}">
                          <a16:creationId xmlns:a16="http://schemas.microsoft.com/office/drawing/2014/main" id="{32BCEE55-0E95-F124-DAFC-965EC804EAF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40" name="직사각형 539">
                      <a:extLst>
                        <a:ext uri="{FF2B5EF4-FFF2-40B4-BE49-F238E27FC236}">
                          <a16:creationId xmlns:a16="http://schemas.microsoft.com/office/drawing/2014/main" id="{C7732D16-0124-86CB-DBD7-944C28CC848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41" name="직사각형 540">
                      <a:extLst>
                        <a:ext uri="{FF2B5EF4-FFF2-40B4-BE49-F238E27FC236}">
                          <a16:creationId xmlns:a16="http://schemas.microsoft.com/office/drawing/2014/main" id="{ED2E32B2-67B8-F3C6-2826-8A5754D8EF8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535" name="직사각형 534">
                  <a:extLst>
                    <a:ext uri="{FF2B5EF4-FFF2-40B4-BE49-F238E27FC236}">
                      <a16:creationId xmlns:a16="http://schemas.microsoft.com/office/drawing/2014/main" id="{A6B46426-AF7C-C633-0B1D-5A498673EC24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508" name="그룹 507">
                <a:extLst>
                  <a:ext uri="{FF2B5EF4-FFF2-40B4-BE49-F238E27FC236}">
                    <a16:creationId xmlns:a16="http://schemas.microsoft.com/office/drawing/2014/main" id="{5D9D4775-6CE7-0114-2A7D-D781994B4327}"/>
                  </a:ext>
                </a:extLst>
              </p:cNvPr>
              <p:cNvGrpSpPr/>
              <p:nvPr/>
            </p:nvGrpSpPr>
            <p:grpSpPr>
              <a:xfrm>
                <a:off x="993585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522" name="그룹 521">
                  <a:extLst>
                    <a:ext uri="{FF2B5EF4-FFF2-40B4-BE49-F238E27FC236}">
                      <a16:creationId xmlns:a16="http://schemas.microsoft.com/office/drawing/2014/main" id="{EE702EB0-A89F-3300-2093-036FEE6A94E0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524" name="그룹 523">
                    <a:extLst>
                      <a:ext uri="{FF2B5EF4-FFF2-40B4-BE49-F238E27FC236}">
                        <a16:creationId xmlns:a16="http://schemas.microsoft.com/office/drawing/2014/main" id="{E6950C1C-68D2-677A-1C3E-BE0F4EA1BEE5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530" name="직사각형 529">
                      <a:extLst>
                        <a:ext uri="{FF2B5EF4-FFF2-40B4-BE49-F238E27FC236}">
                          <a16:creationId xmlns:a16="http://schemas.microsoft.com/office/drawing/2014/main" id="{9121F736-6918-D7DC-E550-57B98A98679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31" name="직사각형 530">
                      <a:extLst>
                        <a:ext uri="{FF2B5EF4-FFF2-40B4-BE49-F238E27FC236}">
                          <a16:creationId xmlns:a16="http://schemas.microsoft.com/office/drawing/2014/main" id="{556428B7-5020-FFA8-A58A-08DFD82E9372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32" name="직사각형 531">
                      <a:extLst>
                        <a:ext uri="{FF2B5EF4-FFF2-40B4-BE49-F238E27FC236}">
                          <a16:creationId xmlns:a16="http://schemas.microsoft.com/office/drawing/2014/main" id="{926F72C1-A69D-ED33-FC56-16C9997D685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33" name="직사각형 532">
                      <a:extLst>
                        <a:ext uri="{FF2B5EF4-FFF2-40B4-BE49-F238E27FC236}">
                          <a16:creationId xmlns:a16="http://schemas.microsoft.com/office/drawing/2014/main" id="{6F667CDD-8AD3-B1C0-7811-52D004130E9B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525" name="그룹 524">
                    <a:extLst>
                      <a:ext uri="{FF2B5EF4-FFF2-40B4-BE49-F238E27FC236}">
                        <a16:creationId xmlns:a16="http://schemas.microsoft.com/office/drawing/2014/main" id="{9F4C128E-E45D-B407-7DBE-74A645C435C4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526" name="직사각형 525">
                      <a:extLst>
                        <a:ext uri="{FF2B5EF4-FFF2-40B4-BE49-F238E27FC236}">
                          <a16:creationId xmlns:a16="http://schemas.microsoft.com/office/drawing/2014/main" id="{128EBD65-CFFB-A309-7BA3-5A61828D139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27" name="직사각형 526">
                      <a:extLst>
                        <a:ext uri="{FF2B5EF4-FFF2-40B4-BE49-F238E27FC236}">
                          <a16:creationId xmlns:a16="http://schemas.microsoft.com/office/drawing/2014/main" id="{27EB1F62-8BD6-D069-5EA9-C3A5BBEAA08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28" name="직사각형 527">
                      <a:extLst>
                        <a:ext uri="{FF2B5EF4-FFF2-40B4-BE49-F238E27FC236}">
                          <a16:creationId xmlns:a16="http://schemas.microsoft.com/office/drawing/2014/main" id="{53C8AA4A-4131-45E0-8B21-6C572AC62C8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29" name="직사각형 528">
                      <a:extLst>
                        <a:ext uri="{FF2B5EF4-FFF2-40B4-BE49-F238E27FC236}">
                          <a16:creationId xmlns:a16="http://schemas.microsoft.com/office/drawing/2014/main" id="{784F2F78-97CD-5B96-5B4D-A50180BCF6B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523" name="직사각형 522">
                  <a:extLst>
                    <a:ext uri="{FF2B5EF4-FFF2-40B4-BE49-F238E27FC236}">
                      <a16:creationId xmlns:a16="http://schemas.microsoft.com/office/drawing/2014/main" id="{8D07BF77-BBB1-AF97-5888-D79648222AE5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509" name="그룹 508">
                <a:extLst>
                  <a:ext uri="{FF2B5EF4-FFF2-40B4-BE49-F238E27FC236}">
                    <a16:creationId xmlns:a16="http://schemas.microsoft.com/office/drawing/2014/main" id="{3319D0F5-F7BD-9E4A-89E5-136E4E1DC7DE}"/>
                  </a:ext>
                </a:extLst>
              </p:cNvPr>
              <p:cNvGrpSpPr/>
              <p:nvPr/>
            </p:nvGrpSpPr>
            <p:grpSpPr>
              <a:xfrm>
                <a:off x="10845365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510" name="그룹 509">
                  <a:extLst>
                    <a:ext uri="{FF2B5EF4-FFF2-40B4-BE49-F238E27FC236}">
                      <a16:creationId xmlns:a16="http://schemas.microsoft.com/office/drawing/2014/main" id="{00D73065-3954-DFCD-8664-A0F9E9903635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512" name="그룹 511">
                    <a:extLst>
                      <a:ext uri="{FF2B5EF4-FFF2-40B4-BE49-F238E27FC236}">
                        <a16:creationId xmlns:a16="http://schemas.microsoft.com/office/drawing/2014/main" id="{27E8D73C-237C-EC00-C149-ED21B032D893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518" name="직사각형 517">
                      <a:extLst>
                        <a:ext uri="{FF2B5EF4-FFF2-40B4-BE49-F238E27FC236}">
                          <a16:creationId xmlns:a16="http://schemas.microsoft.com/office/drawing/2014/main" id="{747D14B1-F172-899D-BE98-BFB42C18224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19" name="직사각형 518">
                      <a:extLst>
                        <a:ext uri="{FF2B5EF4-FFF2-40B4-BE49-F238E27FC236}">
                          <a16:creationId xmlns:a16="http://schemas.microsoft.com/office/drawing/2014/main" id="{4C4542B9-EFEE-1339-9AFE-DD71D5719F6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20" name="직사각형 519">
                      <a:extLst>
                        <a:ext uri="{FF2B5EF4-FFF2-40B4-BE49-F238E27FC236}">
                          <a16:creationId xmlns:a16="http://schemas.microsoft.com/office/drawing/2014/main" id="{3064237D-964A-5CC7-4172-78AE753043D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21" name="직사각형 520">
                      <a:extLst>
                        <a:ext uri="{FF2B5EF4-FFF2-40B4-BE49-F238E27FC236}">
                          <a16:creationId xmlns:a16="http://schemas.microsoft.com/office/drawing/2014/main" id="{B42CE89A-035B-7F26-85A7-51D5724ECC1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513" name="그룹 512">
                    <a:extLst>
                      <a:ext uri="{FF2B5EF4-FFF2-40B4-BE49-F238E27FC236}">
                        <a16:creationId xmlns:a16="http://schemas.microsoft.com/office/drawing/2014/main" id="{7A5A6119-AA90-DF91-922E-7F419A54E096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514" name="직사각형 513">
                      <a:extLst>
                        <a:ext uri="{FF2B5EF4-FFF2-40B4-BE49-F238E27FC236}">
                          <a16:creationId xmlns:a16="http://schemas.microsoft.com/office/drawing/2014/main" id="{1C24E20E-165C-1806-B844-97C68C54875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15" name="직사각형 514">
                      <a:extLst>
                        <a:ext uri="{FF2B5EF4-FFF2-40B4-BE49-F238E27FC236}">
                          <a16:creationId xmlns:a16="http://schemas.microsoft.com/office/drawing/2014/main" id="{D0A14FD1-5B17-2371-B954-DFE4A13D8AB5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16" name="직사각형 515">
                      <a:extLst>
                        <a:ext uri="{FF2B5EF4-FFF2-40B4-BE49-F238E27FC236}">
                          <a16:creationId xmlns:a16="http://schemas.microsoft.com/office/drawing/2014/main" id="{775A3C50-8913-6965-60E9-8D652CFBEC0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17" name="직사각형 516">
                      <a:extLst>
                        <a:ext uri="{FF2B5EF4-FFF2-40B4-BE49-F238E27FC236}">
                          <a16:creationId xmlns:a16="http://schemas.microsoft.com/office/drawing/2014/main" id="{4425224B-751C-199E-8B2C-672ACC4F506F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511" name="직사각형 510">
                  <a:extLst>
                    <a:ext uri="{FF2B5EF4-FFF2-40B4-BE49-F238E27FC236}">
                      <a16:creationId xmlns:a16="http://schemas.microsoft.com/office/drawing/2014/main" id="{296E7B3C-7287-F9C5-69F9-C2A817C29B5B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</p:grpSp>
      </p:grpSp>
      <p:grpSp>
        <p:nvGrpSpPr>
          <p:cNvPr id="558" name="그룹 557">
            <a:extLst>
              <a:ext uri="{FF2B5EF4-FFF2-40B4-BE49-F238E27FC236}">
                <a16:creationId xmlns:a16="http://schemas.microsoft.com/office/drawing/2014/main" id="{5BEAD7BF-8B01-2828-D3E2-B91D24F6AF20}"/>
              </a:ext>
            </a:extLst>
          </p:cNvPr>
          <p:cNvGrpSpPr/>
          <p:nvPr/>
        </p:nvGrpSpPr>
        <p:grpSpPr>
          <a:xfrm>
            <a:off x="6923940" y="2332545"/>
            <a:ext cx="1707281" cy="561816"/>
            <a:chOff x="8147507" y="4736955"/>
            <a:chExt cx="2860497" cy="994910"/>
          </a:xfrm>
        </p:grpSpPr>
        <p:sp>
          <p:nvSpPr>
            <p:cNvPr id="559" name="직사각형 558">
              <a:extLst>
                <a:ext uri="{FF2B5EF4-FFF2-40B4-BE49-F238E27FC236}">
                  <a16:creationId xmlns:a16="http://schemas.microsoft.com/office/drawing/2014/main" id="{5ADC2A74-90EE-7ED5-AB42-7341E6F3315E}"/>
                </a:ext>
              </a:extLst>
            </p:cNvPr>
            <p:cNvSpPr/>
            <p:nvPr/>
          </p:nvSpPr>
          <p:spPr>
            <a:xfrm>
              <a:off x="8147507" y="4736955"/>
              <a:ext cx="2860497" cy="99491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/>
            </a:p>
          </p:txBody>
        </p:sp>
        <p:grpSp>
          <p:nvGrpSpPr>
            <p:cNvPr id="560" name="그룹 559">
              <a:extLst>
                <a:ext uri="{FF2B5EF4-FFF2-40B4-BE49-F238E27FC236}">
                  <a16:creationId xmlns:a16="http://schemas.microsoft.com/office/drawing/2014/main" id="{E4F08A00-3CD5-55E5-8245-90D211A93AA0}"/>
                </a:ext>
              </a:extLst>
            </p:cNvPr>
            <p:cNvGrpSpPr/>
            <p:nvPr/>
          </p:nvGrpSpPr>
          <p:grpSpPr>
            <a:xfrm>
              <a:off x="8408334" y="4819650"/>
              <a:ext cx="2500334" cy="808179"/>
              <a:chOff x="8112248" y="4451227"/>
              <a:chExt cx="3529919" cy="1221760"/>
            </a:xfrm>
          </p:grpSpPr>
          <p:grpSp>
            <p:nvGrpSpPr>
              <p:cNvPr id="561" name="그룹 560">
                <a:extLst>
                  <a:ext uri="{FF2B5EF4-FFF2-40B4-BE49-F238E27FC236}">
                    <a16:creationId xmlns:a16="http://schemas.microsoft.com/office/drawing/2014/main" id="{E0E0A7B9-8637-387D-3CCA-926D2B82DCD1}"/>
                  </a:ext>
                </a:extLst>
              </p:cNvPr>
              <p:cNvGrpSpPr/>
              <p:nvPr/>
            </p:nvGrpSpPr>
            <p:grpSpPr>
              <a:xfrm>
                <a:off x="8112248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601" name="그룹 600">
                  <a:extLst>
                    <a:ext uri="{FF2B5EF4-FFF2-40B4-BE49-F238E27FC236}">
                      <a16:creationId xmlns:a16="http://schemas.microsoft.com/office/drawing/2014/main" id="{DF7C914D-A511-6DE3-52EC-60C0DC5F836B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603" name="그룹 602">
                    <a:extLst>
                      <a:ext uri="{FF2B5EF4-FFF2-40B4-BE49-F238E27FC236}">
                        <a16:creationId xmlns:a16="http://schemas.microsoft.com/office/drawing/2014/main" id="{90EE2442-2E24-0B64-6204-A75C78E6DB5F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609" name="직사각형 608">
                      <a:extLst>
                        <a:ext uri="{FF2B5EF4-FFF2-40B4-BE49-F238E27FC236}">
                          <a16:creationId xmlns:a16="http://schemas.microsoft.com/office/drawing/2014/main" id="{325CE63C-ECB4-891C-F79E-7500BC981AA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10" name="직사각형 609">
                      <a:extLst>
                        <a:ext uri="{FF2B5EF4-FFF2-40B4-BE49-F238E27FC236}">
                          <a16:creationId xmlns:a16="http://schemas.microsoft.com/office/drawing/2014/main" id="{754363C3-D21D-376D-70CB-3BC86E28823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11" name="직사각형 610">
                      <a:extLst>
                        <a:ext uri="{FF2B5EF4-FFF2-40B4-BE49-F238E27FC236}">
                          <a16:creationId xmlns:a16="http://schemas.microsoft.com/office/drawing/2014/main" id="{A5B5163F-58EA-A737-5E2D-97968EEE2FE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12" name="직사각형 611">
                      <a:extLst>
                        <a:ext uri="{FF2B5EF4-FFF2-40B4-BE49-F238E27FC236}">
                          <a16:creationId xmlns:a16="http://schemas.microsoft.com/office/drawing/2014/main" id="{DB21610F-9791-8E23-DE64-4C1CA00B7BE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604" name="그룹 603">
                    <a:extLst>
                      <a:ext uri="{FF2B5EF4-FFF2-40B4-BE49-F238E27FC236}">
                        <a16:creationId xmlns:a16="http://schemas.microsoft.com/office/drawing/2014/main" id="{0C6BB8E4-A64C-8E95-C0EA-B8EF923BAA9D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605" name="직사각형 604">
                      <a:extLst>
                        <a:ext uri="{FF2B5EF4-FFF2-40B4-BE49-F238E27FC236}">
                          <a16:creationId xmlns:a16="http://schemas.microsoft.com/office/drawing/2014/main" id="{AA532E84-32CF-6882-C2C3-6A50F35BAB2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06" name="직사각형 605">
                      <a:extLst>
                        <a:ext uri="{FF2B5EF4-FFF2-40B4-BE49-F238E27FC236}">
                          <a16:creationId xmlns:a16="http://schemas.microsoft.com/office/drawing/2014/main" id="{0CE9BA8E-AD2F-3699-E7AA-C542F73D881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07" name="직사각형 606">
                      <a:extLst>
                        <a:ext uri="{FF2B5EF4-FFF2-40B4-BE49-F238E27FC236}">
                          <a16:creationId xmlns:a16="http://schemas.microsoft.com/office/drawing/2014/main" id="{C90CAD26-8B73-4141-DE38-38C8AD68592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08" name="직사각형 607">
                      <a:extLst>
                        <a:ext uri="{FF2B5EF4-FFF2-40B4-BE49-F238E27FC236}">
                          <a16:creationId xmlns:a16="http://schemas.microsoft.com/office/drawing/2014/main" id="{71658DAB-55DB-FDBC-5C71-DC925D35ED8F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602" name="직사각형 601">
                  <a:extLst>
                    <a:ext uri="{FF2B5EF4-FFF2-40B4-BE49-F238E27FC236}">
                      <a16:creationId xmlns:a16="http://schemas.microsoft.com/office/drawing/2014/main" id="{059A94CE-D902-933D-12C4-AF82032DC386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562" name="그룹 561">
                <a:extLst>
                  <a:ext uri="{FF2B5EF4-FFF2-40B4-BE49-F238E27FC236}">
                    <a16:creationId xmlns:a16="http://schemas.microsoft.com/office/drawing/2014/main" id="{81093A02-EBB4-57FB-FCF2-40128E5EDA28}"/>
                  </a:ext>
                </a:extLst>
              </p:cNvPr>
              <p:cNvGrpSpPr/>
              <p:nvPr/>
            </p:nvGrpSpPr>
            <p:grpSpPr>
              <a:xfrm>
                <a:off x="900388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589" name="그룹 588">
                  <a:extLst>
                    <a:ext uri="{FF2B5EF4-FFF2-40B4-BE49-F238E27FC236}">
                      <a16:creationId xmlns:a16="http://schemas.microsoft.com/office/drawing/2014/main" id="{9444B7CF-B4C9-1084-AD1D-0E6FE53C100F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591" name="그룹 590">
                    <a:extLst>
                      <a:ext uri="{FF2B5EF4-FFF2-40B4-BE49-F238E27FC236}">
                        <a16:creationId xmlns:a16="http://schemas.microsoft.com/office/drawing/2014/main" id="{AFA6A9DA-60A7-D2D1-5E14-3CE3C5A5E40A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597" name="직사각형 596">
                      <a:extLst>
                        <a:ext uri="{FF2B5EF4-FFF2-40B4-BE49-F238E27FC236}">
                          <a16:creationId xmlns:a16="http://schemas.microsoft.com/office/drawing/2014/main" id="{37F3927D-E7E1-31BF-D9F1-3CF092C1A5C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98" name="직사각형 597">
                      <a:extLst>
                        <a:ext uri="{FF2B5EF4-FFF2-40B4-BE49-F238E27FC236}">
                          <a16:creationId xmlns:a16="http://schemas.microsoft.com/office/drawing/2014/main" id="{59120B82-24EF-9204-994A-A5A17ADA6C09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99" name="직사각형 598">
                      <a:extLst>
                        <a:ext uri="{FF2B5EF4-FFF2-40B4-BE49-F238E27FC236}">
                          <a16:creationId xmlns:a16="http://schemas.microsoft.com/office/drawing/2014/main" id="{240916E2-D155-AB1A-3903-06B3D2BCFDE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00" name="직사각형 599">
                      <a:extLst>
                        <a:ext uri="{FF2B5EF4-FFF2-40B4-BE49-F238E27FC236}">
                          <a16:creationId xmlns:a16="http://schemas.microsoft.com/office/drawing/2014/main" id="{A7B886E8-E1FB-131D-29A6-D84C0F440175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592" name="그룹 591">
                    <a:extLst>
                      <a:ext uri="{FF2B5EF4-FFF2-40B4-BE49-F238E27FC236}">
                        <a16:creationId xmlns:a16="http://schemas.microsoft.com/office/drawing/2014/main" id="{D8D1FA04-A1E0-207C-E0BB-2212119573DA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593" name="직사각형 592">
                      <a:extLst>
                        <a:ext uri="{FF2B5EF4-FFF2-40B4-BE49-F238E27FC236}">
                          <a16:creationId xmlns:a16="http://schemas.microsoft.com/office/drawing/2014/main" id="{17B9AA7B-0979-BC4D-C50A-3EDCDD0872F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94" name="직사각형 593">
                      <a:extLst>
                        <a:ext uri="{FF2B5EF4-FFF2-40B4-BE49-F238E27FC236}">
                          <a16:creationId xmlns:a16="http://schemas.microsoft.com/office/drawing/2014/main" id="{74D826D5-F39D-D35D-76BA-1B75BACA937B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95" name="직사각형 594">
                      <a:extLst>
                        <a:ext uri="{FF2B5EF4-FFF2-40B4-BE49-F238E27FC236}">
                          <a16:creationId xmlns:a16="http://schemas.microsoft.com/office/drawing/2014/main" id="{C72D2C89-B143-8CF5-5883-7B677B0B99C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96" name="직사각형 595">
                      <a:extLst>
                        <a:ext uri="{FF2B5EF4-FFF2-40B4-BE49-F238E27FC236}">
                          <a16:creationId xmlns:a16="http://schemas.microsoft.com/office/drawing/2014/main" id="{F786B8CA-B3EB-F8CB-108F-16D59864676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590" name="직사각형 589">
                  <a:extLst>
                    <a:ext uri="{FF2B5EF4-FFF2-40B4-BE49-F238E27FC236}">
                      <a16:creationId xmlns:a16="http://schemas.microsoft.com/office/drawing/2014/main" id="{31E59FA0-BCED-49C7-C242-FF1701A1A78C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563" name="그룹 562">
                <a:extLst>
                  <a:ext uri="{FF2B5EF4-FFF2-40B4-BE49-F238E27FC236}">
                    <a16:creationId xmlns:a16="http://schemas.microsoft.com/office/drawing/2014/main" id="{5E2B9C0F-BDAA-A845-D95C-FBC980D88F74}"/>
                  </a:ext>
                </a:extLst>
              </p:cNvPr>
              <p:cNvGrpSpPr/>
              <p:nvPr/>
            </p:nvGrpSpPr>
            <p:grpSpPr>
              <a:xfrm>
                <a:off x="993585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577" name="그룹 576">
                  <a:extLst>
                    <a:ext uri="{FF2B5EF4-FFF2-40B4-BE49-F238E27FC236}">
                      <a16:creationId xmlns:a16="http://schemas.microsoft.com/office/drawing/2014/main" id="{75C7CA14-718F-EBEF-9614-80BE1D515422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579" name="그룹 578">
                    <a:extLst>
                      <a:ext uri="{FF2B5EF4-FFF2-40B4-BE49-F238E27FC236}">
                        <a16:creationId xmlns:a16="http://schemas.microsoft.com/office/drawing/2014/main" id="{C1E772DF-AEE3-D239-0259-41FEEA646837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585" name="직사각형 584">
                      <a:extLst>
                        <a:ext uri="{FF2B5EF4-FFF2-40B4-BE49-F238E27FC236}">
                          <a16:creationId xmlns:a16="http://schemas.microsoft.com/office/drawing/2014/main" id="{11589E54-0C09-4FA6-9173-BB7A5A70C46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86" name="직사각형 585">
                      <a:extLst>
                        <a:ext uri="{FF2B5EF4-FFF2-40B4-BE49-F238E27FC236}">
                          <a16:creationId xmlns:a16="http://schemas.microsoft.com/office/drawing/2014/main" id="{4FACDD87-FEEC-25BF-1363-9060D2A5EED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87" name="직사각형 586">
                      <a:extLst>
                        <a:ext uri="{FF2B5EF4-FFF2-40B4-BE49-F238E27FC236}">
                          <a16:creationId xmlns:a16="http://schemas.microsoft.com/office/drawing/2014/main" id="{15FF29D9-A2D5-EB93-6C12-80CAC1061C1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88" name="직사각형 587">
                      <a:extLst>
                        <a:ext uri="{FF2B5EF4-FFF2-40B4-BE49-F238E27FC236}">
                          <a16:creationId xmlns:a16="http://schemas.microsoft.com/office/drawing/2014/main" id="{00670D77-7E11-E0B8-D157-2BA913799222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580" name="그룹 579">
                    <a:extLst>
                      <a:ext uri="{FF2B5EF4-FFF2-40B4-BE49-F238E27FC236}">
                        <a16:creationId xmlns:a16="http://schemas.microsoft.com/office/drawing/2014/main" id="{C2F0821B-7C52-5302-5DB1-638F2987A5E9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581" name="직사각형 580">
                      <a:extLst>
                        <a:ext uri="{FF2B5EF4-FFF2-40B4-BE49-F238E27FC236}">
                          <a16:creationId xmlns:a16="http://schemas.microsoft.com/office/drawing/2014/main" id="{8CB9E7EF-67DC-261E-07DD-15FA3E6E10B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82" name="직사각형 581">
                      <a:extLst>
                        <a:ext uri="{FF2B5EF4-FFF2-40B4-BE49-F238E27FC236}">
                          <a16:creationId xmlns:a16="http://schemas.microsoft.com/office/drawing/2014/main" id="{BB63A485-6EEA-8442-F10D-2BAF6F884A4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83" name="직사각형 582">
                      <a:extLst>
                        <a:ext uri="{FF2B5EF4-FFF2-40B4-BE49-F238E27FC236}">
                          <a16:creationId xmlns:a16="http://schemas.microsoft.com/office/drawing/2014/main" id="{E08D3B17-9697-A21D-E89D-33D109030E1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84" name="직사각형 583">
                      <a:extLst>
                        <a:ext uri="{FF2B5EF4-FFF2-40B4-BE49-F238E27FC236}">
                          <a16:creationId xmlns:a16="http://schemas.microsoft.com/office/drawing/2014/main" id="{68EBD20E-4051-636F-59F9-5BFD0F61A47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578" name="직사각형 577">
                  <a:extLst>
                    <a:ext uri="{FF2B5EF4-FFF2-40B4-BE49-F238E27FC236}">
                      <a16:creationId xmlns:a16="http://schemas.microsoft.com/office/drawing/2014/main" id="{BC2399C1-1817-AFBC-556A-AB55049CED09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564" name="그룹 563">
                <a:extLst>
                  <a:ext uri="{FF2B5EF4-FFF2-40B4-BE49-F238E27FC236}">
                    <a16:creationId xmlns:a16="http://schemas.microsoft.com/office/drawing/2014/main" id="{7CBED8A1-4BDC-0C18-D217-A00206B42091}"/>
                  </a:ext>
                </a:extLst>
              </p:cNvPr>
              <p:cNvGrpSpPr/>
              <p:nvPr/>
            </p:nvGrpSpPr>
            <p:grpSpPr>
              <a:xfrm>
                <a:off x="10845365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565" name="그룹 564">
                  <a:extLst>
                    <a:ext uri="{FF2B5EF4-FFF2-40B4-BE49-F238E27FC236}">
                      <a16:creationId xmlns:a16="http://schemas.microsoft.com/office/drawing/2014/main" id="{F5686F63-2185-A2AC-FA23-724EE7B808B5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567" name="그룹 566">
                    <a:extLst>
                      <a:ext uri="{FF2B5EF4-FFF2-40B4-BE49-F238E27FC236}">
                        <a16:creationId xmlns:a16="http://schemas.microsoft.com/office/drawing/2014/main" id="{6D4B1F93-9EF8-3E22-63DB-BB182D6595F7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573" name="직사각형 572">
                      <a:extLst>
                        <a:ext uri="{FF2B5EF4-FFF2-40B4-BE49-F238E27FC236}">
                          <a16:creationId xmlns:a16="http://schemas.microsoft.com/office/drawing/2014/main" id="{56AC0DC3-33A2-D5CF-CCAD-D7A487BB47F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74" name="직사각형 573">
                      <a:extLst>
                        <a:ext uri="{FF2B5EF4-FFF2-40B4-BE49-F238E27FC236}">
                          <a16:creationId xmlns:a16="http://schemas.microsoft.com/office/drawing/2014/main" id="{0447BE1D-F2C0-49AC-F86D-A10F46290DA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75" name="직사각형 574">
                      <a:extLst>
                        <a:ext uri="{FF2B5EF4-FFF2-40B4-BE49-F238E27FC236}">
                          <a16:creationId xmlns:a16="http://schemas.microsoft.com/office/drawing/2014/main" id="{E71F7127-B0BF-1150-8178-0ECDA7F43BE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76" name="직사각형 575">
                      <a:extLst>
                        <a:ext uri="{FF2B5EF4-FFF2-40B4-BE49-F238E27FC236}">
                          <a16:creationId xmlns:a16="http://schemas.microsoft.com/office/drawing/2014/main" id="{72863819-36A0-A850-01C2-0D7D9759CB1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568" name="그룹 567">
                    <a:extLst>
                      <a:ext uri="{FF2B5EF4-FFF2-40B4-BE49-F238E27FC236}">
                        <a16:creationId xmlns:a16="http://schemas.microsoft.com/office/drawing/2014/main" id="{448AAAA0-BC4B-F8AD-AEA9-701DF1AE9F3F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569" name="직사각형 568">
                      <a:extLst>
                        <a:ext uri="{FF2B5EF4-FFF2-40B4-BE49-F238E27FC236}">
                          <a16:creationId xmlns:a16="http://schemas.microsoft.com/office/drawing/2014/main" id="{750823F9-65D6-4AC7-FD4D-ABF711AD7E2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70" name="직사각형 569">
                      <a:extLst>
                        <a:ext uri="{FF2B5EF4-FFF2-40B4-BE49-F238E27FC236}">
                          <a16:creationId xmlns:a16="http://schemas.microsoft.com/office/drawing/2014/main" id="{7CC62F54-2A66-843D-791C-448D90FFA7D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71" name="직사각형 570">
                      <a:extLst>
                        <a:ext uri="{FF2B5EF4-FFF2-40B4-BE49-F238E27FC236}">
                          <a16:creationId xmlns:a16="http://schemas.microsoft.com/office/drawing/2014/main" id="{CB46867D-ADA0-1908-B748-94B02B836B3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72" name="직사각형 571">
                      <a:extLst>
                        <a:ext uri="{FF2B5EF4-FFF2-40B4-BE49-F238E27FC236}">
                          <a16:creationId xmlns:a16="http://schemas.microsoft.com/office/drawing/2014/main" id="{4B4ECC8E-57F5-2464-15CC-246EF56D40A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566" name="직사각형 565">
                  <a:extLst>
                    <a:ext uri="{FF2B5EF4-FFF2-40B4-BE49-F238E27FC236}">
                      <a16:creationId xmlns:a16="http://schemas.microsoft.com/office/drawing/2014/main" id="{8B60123E-361B-C799-4495-79F66653C1EB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</p:grpSp>
      </p:grpSp>
      <p:cxnSp>
        <p:nvCxnSpPr>
          <p:cNvPr id="613" name="직선 화살표 연결선 612">
            <a:extLst>
              <a:ext uri="{FF2B5EF4-FFF2-40B4-BE49-F238E27FC236}">
                <a16:creationId xmlns:a16="http://schemas.microsoft.com/office/drawing/2014/main" id="{3FFA65B9-A0A8-05C2-0B28-C38C7D4E9FDB}"/>
              </a:ext>
            </a:extLst>
          </p:cNvPr>
          <p:cNvCxnSpPr>
            <a:cxnSpLocks/>
          </p:cNvCxnSpPr>
          <p:nvPr/>
        </p:nvCxnSpPr>
        <p:spPr>
          <a:xfrm>
            <a:off x="6292578" y="2618903"/>
            <a:ext cx="53178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4" name="TextBox 613">
            <a:extLst>
              <a:ext uri="{FF2B5EF4-FFF2-40B4-BE49-F238E27FC236}">
                <a16:creationId xmlns:a16="http://schemas.microsoft.com/office/drawing/2014/main" id="{455819AA-6107-A793-4B8E-2CB45974DE53}"/>
              </a:ext>
            </a:extLst>
          </p:cNvPr>
          <p:cNvSpPr txBox="1"/>
          <p:nvPr/>
        </p:nvSpPr>
        <p:spPr>
          <a:xfrm>
            <a:off x="289545" y="2359539"/>
            <a:ext cx="1632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msec &gt;= 50</a:t>
            </a:r>
            <a:endParaRPr lang="ko-KR" altLang="en-US"/>
          </a:p>
        </p:txBody>
      </p:sp>
      <p:sp>
        <p:nvSpPr>
          <p:cNvPr id="615" name="TextBox 614">
            <a:extLst>
              <a:ext uri="{FF2B5EF4-FFF2-40B4-BE49-F238E27FC236}">
                <a16:creationId xmlns:a16="http://schemas.microsoft.com/office/drawing/2014/main" id="{806D3875-F198-1DD6-C599-BF324F67D696}"/>
              </a:ext>
            </a:extLst>
          </p:cNvPr>
          <p:cNvSpPr txBox="1"/>
          <p:nvPr/>
        </p:nvSpPr>
        <p:spPr>
          <a:xfrm>
            <a:off x="3855113" y="1592902"/>
            <a:ext cx="769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0.5ms</a:t>
            </a:r>
            <a:endParaRPr lang="ko-KR" altLang="en-US" sz="1400"/>
          </a:p>
        </p:txBody>
      </p:sp>
      <p:sp>
        <p:nvSpPr>
          <p:cNvPr id="617" name="TextBox 616">
            <a:extLst>
              <a:ext uri="{FF2B5EF4-FFF2-40B4-BE49-F238E27FC236}">
                <a16:creationId xmlns:a16="http://schemas.microsoft.com/office/drawing/2014/main" id="{0D0D44E9-BA6E-16CC-E57C-B562E0C36A1C}"/>
              </a:ext>
            </a:extLst>
          </p:cNvPr>
          <p:cNvSpPr txBox="1"/>
          <p:nvPr/>
        </p:nvSpPr>
        <p:spPr>
          <a:xfrm>
            <a:off x="6272725" y="1575218"/>
            <a:ext cx="7253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0.5ms</a:t>
            </a:r>
            <a:endParaRPr lang="ko-KR" altLang="en-US" sz="1400"/>
          </a:p>
        </p:txBody>
      </p:sp>
      <p:sp>
        <p:nvSpPr>
          <p:cNvPr id="618" name="TextBox 617">
            <a:extLst>
              <a:ext uri="{FF2B5EF4-FFF2-40B4-BE49-F238E27FC236}">
                <a16:creationId xmlns:a16="http://schemas.microsoft.com/office/drawing/2014/main" id="{41C08E02-3216-EA28-E2D6-9C6AD59DBC31}"/>
              </a:ext>
            </a:extLst>
          </p:cNvPr>
          <p:cNvSpPr txBox="1"/>
          <p:nvPr/>
        </p:nvSpPr>
        <p:spPr>
          <a:xfrm>
            <a:off x="549506" y="1901446"/>
            <a:ext cx="17014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i_blink_off = 0</a:t>
            </a:r>
            <a:endParaRPr lang="ko-KR" altLang="en-US" sz="1100"/>
          </a:p>
        </p:txBody>
      </p:sp>
      <p:sp>
        <p:nvSpPr>
          <p:cNvPr id="620" name="TextBox 619">
            <a:extLst>
              <a:ext uri="{FF2B5EF4-FFF2-40B4-BE49-F238E27FC236}">
                <a16:creationId xmlns:a16="http://schemas.microsoft.com/office/drawing/2014/main" id="{EEA49045-613D-0897-71DF-7B196297519A}"/>
              </a:ext>
            </a:extLst>
          </p:cNvPr>
          <p:cNvSpPr txBox="1"/>
          <p:nvPr/>
        </p:nvSpPr>
        <p:spPr>
          <a:xfrm>
            <a:off x="558303" y="2654702"/>
            <a:ext cx="17014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i_blink_off = 1</a:t>
            </a:r>
            <a:endParaRPr lang="ko-KR" altLang="en-US" sz="1100"/>
          </a:p>
        </p:txBody>
      </p:sp>
      <p:sp>
        <p:nvSpPr>
          <p:cNvPr id="622" name="TextBox 621">
            <a:extLst>
              <a:ext uri="{FF2B5EF4-FFF2-40B4-BE49-F238E27FC236}">
                <a16:creationId xmlns:a16="http://schemas.microsoft.com/office/drawing/2014/main" id="{D60D9DFC-61C0-83DD-8133-4989128DD3F8}"/>
              </a:ext>
            </a:extLst>
          </p:cNvPr>
          <p:cNvSpPr txBox="1"/>
          <p:nvPr/>
        </p:nvSpPr>
        <p:spPr>
          <a:xfrm>
            <a:off x="3879842" y="2330327"/>
            <a:ext cx="769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0.5ms</a:t>
            </a:r>
            <a:endParaRPr lang="ko-KR" altLang="en-US" sz="1400"/>
          </a:p>
        </p:txBody>
      </p:sp>
      <p:sp>
        <p:nvSpPr>
          <p:cNvPr id="623" name="TextBox 622">
            <a:extLst>
              <a:ext uri="{FF2B5EF4-FFF2-40B4-BE49-F238E27FC236}">
                <a16:creationId xmlns:a16="http://schemas.microsoft.com/office/drawing/2014/main" id="{6FAFA458-5D20-C6B3-0CCC-DC5E954309E0}"/>
              </a:ext>
            </a:extLst>
          </p:cNvPr>
          <p:cNvSpPr txBox="1"/>
          <p:nvPr/>
        </p:nvSpPr>
        <p:spPr>
          <a:xfrm>
            <a:off x="6258190" y="2330327"/>
            <a:ext cx="769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0.5ms</a:t>
            </a:r>
            <a:endParaRPr lang="ko-KR" altLang="en-US" sz="1400"/>
          </a:p>
        </p:txBody>
      </p:sp>
      <p:pic>
        <p:nvPicPr>
          <p:cNvPr id="625" name="그림 624">
            <a:extLst>
              <a:ext uri="{FF2B5EF4-FFF2-40B4-BE49-F238E27FC236}">
                <a16:creationId xmlns:a16="http://schemas.microsoft.com/office/drawing/2014/main" id="{AC8E324A-B892-B662-D2D1-1F11EBBA80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7096" y="3518911"/>
            <a:ext cx="3865923" cy="2796108"/>
          </a:xfrm>
          <a:prstGeom prst="rect">
            <a:avLst/>
          </a:prstGeom>
        </p:spPr>
      </p:pic>
      <p:sp>
        <p:nvSpPr>
          <p:cNvPr id="626" name="TextBox 625">
            <a:extLst>
              <a:ext uri="{FF2B5EF4-FFF2-40B4-BE49-F238E27FC236}">
                <a16:creationId xmlns:a16="http://schemas.microsoft.com/office/drawing/2014/main" id="{DEB87B51-B769-6D94-AC3C-353A96863ECC}"/>
              </a:ext>
            </a:extLst>
          </p:cNvPr>
          <p:cNvSpPr txBox="1"/>
          <p:nvPr/>
        </p:nvSpPr>
        <p:spPr>
          <a:xfrm>
            <a:off x="8057096" y="3284220"/>
            <a:ext cx="34186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U_ANODE_CHOICE </a:t>
            </a:r>
            <a:r>
              <a:rPr lang="ko-KR" altLang="en-US" sz="1200"/>
              <a:t>내부 </a:t>
            </a:r>
            <a:r>
              <a:rPr lang="en-US" altLang="ko-KR" sz="1200"/>
              <a:t>logic </a:t>
            </a:r>
            <a:endParaRPr lang="ko-KR" altLang="en-US" sz="1200"/>
          </a:p>
        </p:txBody>
      </p:sp>
      <p:sp>
        <p:nvSpPr>
          <p:cNvPr id="634" name="직사각형 633">
            <a:extLst>
              <a:ext uri="{FF2B5EF4-FFF2-40B4-BE49-F238E27FC236}">
                <a16:creationId xmlns:a16="http://schemas.microsoft.com/office/drawing/2014/main" id="{C0AAECAB-B7EF-F1C8-2BCC-957851AE7381}"/>
              </a:ext>
            </a:extLst>
          </p:cNvPr>
          <p:cNvSpPr/>
          <p:nvPr/>
        </p:nvSpPr>
        <p:spPr>
          <a:xfrm>
            <a:off x="289545" y="1495323"/>
            <a:ext cx="8717295" cy="673102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6" name="직사각형 635">
            <a:extLst>
              <a:ext uri="{FF2B5EF4-FFF2-40B4-BE49-F238E27FC236}">
                <a16:creationId xmlns:a16="http://schemas.microsoft.com/office/drawing/2014/main" id="{87A33920-5A1E-9E71-8D78-E68190BE53B6}"/>
              </a:ext>
            </a:extLst>
          </p:cNvPr>
          <p:cNvSpPr/>
          <p:nvPr/>
        </p:nvSpPr>
        <p:spPr>
          <a:xfrm>
            <a:off x="8550579" y="4070954"/>
            <a:ext cx="2102181" cy="243111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8" name="직사각형 637">
            <a:extLst>
              <a:ext uri="{FF2B5EF4-FFF2-40B4-BE49-F238E27FC236}">
                <a16:creationId xmlns:a16="http://schemas.microsoft.com/office/drawing/2014/main" id="{72530174-77B8-5FE2-6D25-BCB4FAB16086}"/>
              </a:ext>
            </a:extLst>
          </p:cNvPr>
          <p:cNvSpPr/>
          <p:nvPr/>
        </p:nvSpPr>
        <p:spPr>
          <a:xfrm>
            <a:off x="289545" y="2272850"/>
            <a:ext cx="8717295" cy="673102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0" name="직사각형 639">
            <a:extLst>
              <a:ext uri="{FF2B5EF4-FFF2-40B4-BE49-F238E27FC236}">
                <a16:creationId xmlns:a16="http://schemas.microsoft.com/office/drawing/2014/main" id="{857AD0CA-7A21-BA9A-5F74-6AC30DAD847E}"/>
              </a:ext>
            </a:extLst>
          </p:cNvPr>
          <p:cNvSpPr/>
          <p:nvPr/>
        </p:nvSpPr>
        <p:spPr>
          <a:xfrm>
            <a:off x="8556693" y="4413395"/>
            <a:ext cx="3284787" cy="844126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42" name="직선 화살표 연결선 641">
            <a:extLst>
              <a:ext uri="{FF2B5EF4-FFF2-40B4-BE49-F238E27FC236}">
                <a16:creationId xmlns:a16="http://schemas.microsoft.com/office/drawing/2014/main" id="{31E74524-1CF3-6941-4BF3-D1C1EE8E6EBB}"/>
              </a:ext>
            </a:extLst>
          </p:cNvPr>
          <p:cNvCxnSpPr>
            <a:cxnSpLocks/>
          </p:cNvCxnSpPr>
          <p:nvPr/>
        </p:nvCxnSpPr>
        <p:spPr>
          <a:xfrm>
            <a:off x="8427720" y="4579620"/>
            <a:ext cx="52578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4" name="TextBox 643">
            <a:extLst>
              <a:ext uri="{FF2B5EF4-FFF2-40B4-BE49-F238E27FC236}">
                <a16:creationId xmlns:a16="http://schemas.microsoft.com/office/drawing/2014/main" id="{750435E3-19A0-E505-017C-4CA96F3051FF}"/>
              </a:ext>
            </a:extLst>
          </p:cNvPr>
          <p:cNvSpPr txBox="1"/>
          <p:nvPr/>
        </p:nvSpPr>
        <p:spPr>
          <a:xfrm>
            <a:off x="298478" y="1136138"/>
            <a:ext cx="5797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ex) cursor = 0   ( 4KHz tick </a:t>
            </a:r>
            <a:r>
              <a:rPr lang="ko-KR" altLang="en-US"/>
              <a:t>사용 </a:t>
            </a:r>
            <a:r>
              <a:rPr lang="en-US" altLang="ko-KR"/>
              <a:t>)</a:t>
            </a:r>
            <a:endParaRPr lang="ko-KR" altLang="en-US"/>
          </a:p>
        </p:txBody>
      </p:sp>
      <p:cxnSp>
        <p:nvCxnSpPr>
          <p:cNvPr id="645" name="직선 화살표 연결선 644">
            <a:extLst>
              <a:ext uri="{FF2B5EF4-FFF2-40B4-BE49-F238E27FC236}">
                <a16:creationId xmlns:a16="http://schemas.microsoft.com/office/drawing/2014/main" id="{F1903C60-01C9-C55D-834E-87B626E5714B}"/>
              </a:ext>
            </a:extLst>
          </p:cNvPr>
          <p:cNvCxnSpPr>
            <a:cxnSpLocks/>
          </p:cNvCxnSpPr>
          <p:nvPr/>
        </p:nvCxnSpPr>
        <p:spPr>
          <a:xfrm>
            <a:off x="8427720" y="4697212"/>
            <a:ext cx="52578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6" name="직선 화살표 연결선 645">
            <a:extLst>
              <a:ext uri="{FF2B5EF4-FFF2-40B4-BE49-F238E27FC236}">
                <a16:creationId xmlns:a16="http://schemas.microsoft.com/office/drawing/2014/main" id="{92091A42-F08E-5F5D-EFF2-34028187812D}"/>
              </a:ext>
            </a:extLst>
          </p:cNvPr>
          <p:cNvCxnSpPr>
            <a:cxnSpLocks/>
          </p:cNvCxnSpPr>
          <p:nvPr/>
        </p:nvCxnSpPr>
        <p:spPr>
          <a:xfrm>
            <a:off x="8427720" y="4809556"/>
            <a:ext cx="525780" cy="963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7" name="직선 화살표 연결선 646">
            <a:extLst>
              <a:ext uri="{FF2B5EF4-FFF2-40B4-BE49-F238E27FC236}">
                <a16:creationId xmlns:a16="http://schemas.microsoft.com/office/drawing/2014/main" id="{FCC71646-F847-9E7F-D170-9EB5C5FB5D8C}"/>
              </a:ext>
            </a:extLst>
          </p:cNvPr>
          <p:cNvCxnSpPr>
            <a:cxnSpLocks/>
          </p:cNvCxnSpPr>
          <p:nvPr/>
        </p:nvCxnSpPr>
        <p:spPr>
          <a:xfrm>
            <a:off x="8427720" y="4935558"/>
            <a:ext cx="52578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4" name="직선 연결선 653">
            <a:extLst>
              <a:ext uri="{FF2B5EF4-FFF2-40B4-BE49-F238E27FC236}">
                <a16:creationId xmlns:a16="http://schemas.microsoft.com/office/drawing/2014/main" id="{D2F0860B-7DCA-A224-7D8B-5BFBB3F17697}"/>
              </a:ext>
            </a:extLst>
          </p:cNvPr>
          <p:cNvCxnSpPr/>
          <p:nvPr/>
        </p:nvCxnSpPr>
        <p:spPr>
          <a:xfrm>
            <a:off x="4679989" y="4911075"/>
            <a:ext cx="35839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5" name="직선 연결선 654">
            <a:extLst>
              <a:ext uri="{FF2B5EF4-FFF2-40B4-BE49-F238E27FC236}">
                <a16:creationId xmlns:a16="http://schemas.microsoft.com/office/drawing/2014/main" id="{C7F9DDFB-E1B9-A890-8368-EE44BCEACC14}"/>
              </a:ext>
            </a:extLst>
          </p:cNvPr>
          <p:cNvCxnSpPr>
            <a:cxnSpLocks/>
          </p:cNvCxnSpPr>
          <p:nvPr/>
        </p:nvCxnSpPr>
        <p:spPr>
          <a:xfrm>
            <a:off x="5023142" y="4217655"/>
            <a:ext cx="17369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7" name="직선 연결선 656">
            <a:extLst>
              <a:ext uri="{FF2B5EF4-FFF2-40B4-BE49-F238E27FC236}">
                <a16:creationId xmlns:a16="http://schemas.microsoft.com/office/drawing/2014/main" id="{7DA62958-1769-80DC-AA80-11518B3B147A}"/>
              </a:ext>
            </a:extLst>
          </p:cNvPr>
          <p:cNvCxnSpPr>
            <a:cxnSpLocks/>
          </p:cNvCxnSpPr>
          <p:nvPr/>
        </p:nvCxnSpPr>
        <p:spPr>
          <a:xfrm>
            <a:off x="5034341" y="4217655"/>
            <a:ext cx="0" cy="69342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0" name="직선 화살표 연결선 659">
            <a:extLst>
              <a:ext uri="{FF2B5EF4-FFF2-40B4-BE49-F238E27FC236}">
                <a16:creationId xmlns:a16="http://schemas.microsoft.com/office/drawing/2014/main" id="{445C9459-0EAC-A96E-63C0-9C118CAD9303}"/>
              </a:ext>
            </a:extLst>
          </p:cNvPr>
          <p:cNvCxnSpPr/>
          <p:nvPr/>
        </p:nvCxnSpPr>
        <p:spPr>
          <a:xfrm flipV="1">
            <a:off x="5351072" y="4274421"/>
            <a:ext cx="0" cy="8874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1" name="TextBox 660">
            <a:extLst>
              <a:ext uri="{FF2B5EF4-FFF2-40B4-BE49-F238E27FC236}">
                <a16:creationId xmlns:a16="http://schemas.microsoft.com/office/drawing/2014/main" id="{95FEC096-98B2-B6F3-A9BE-D7EDB43C2EF2}"/>
              </a:ext>
            </a:extLst>
          </p:cNvPr>
          <p:cNvSpPr txBox="1"/>
          <p:nvPr/>
        </p:nvSpPr>
        <p:spPr>
          <a:xfrm>
            <a:off x="5348349" y="4421124"/>
            <a:ext cx="77807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/>
              <a:t>SW1 = 1</a:t>
            </a:r>
            <a:endParaRPr lang="ko-KR" altLang="en-US" sz="800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0823035E-7EFF-D72A-6A96-C9E715EEA9D1}"/>
              </a:ext>
            </a:extLst>
          </p:cNvPr>
          <p:cNvCxnSpPr/>
          <p:nvPr/>
        </p:nvCxnSpPr>
        <p:spPr>
          <a:xfrm flipV="1">
            <a:off x="3832648" y="3561219"/>
            <a:ext cx="4217881" cy="76704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F186057B-7A66-E6E3-8654-E220D6222AAA}"/>
              </a:ext>
            </a:extLst>
          </p:cNvPr>
          <p:cNvCxnSpPr>
            <a:cxnSpLocks/>
          </p:cNvCxnSpPr>
          <p:nvPr/>
        </p:nvCxnSpPr>
        <p:spPr>
          <a:xfrm>
            <a:off x="3855113" y="5308221"/>
            <a:ext cx="4280460" cy="99586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4540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96824-3B30-43A2-9463-A50C42587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>
            <a:extLst>
              <a:ext uri="{FF2B5EF4-FFF2-40B4-BE49-F238E27FC236}">
                <a16:creationId xmlns:a16="http://schemas.microsoft.com/office/drawing/2014/main" id="{ADF915C8-2FBA-C3B3-69EF-6ECD0EE14FB2}"/>
              </a:ext>
            </a:extLst>
          </p:cNvPr>
          <p:cNvSpPr txBox="1"/>
          <p:nvPr/>
        </p:nvSpPr>
        <p:spPr>
          <a:xfrm>
            <a:off x="435098" y="334135"/>
            <a:ext cx="93947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검증 시나리오 </a:t>
            </a:r>
            <a:r>
              <a:rPr lang="en-US" altLang="ko-KR"/>
              <a:t>1. </a:t>
            </a:r>
            <a:r>
              <a:rPr lang="ko-KR" altLang="en-US"/>
              <a:t>버튼 동작 확인</a:t>
            </a:r>
            <a:endParaRPr lang="en-US" altLang="ko-KR"/>
          </a:p>
          <a:p>
            <a:r>
              <a:rPr lang="en-US" altLang="ko-KR"/>
              <a:t>P1 – </a:t>
            </a:r>
            <a:r>
              <a:rPr lang="en-US" altLang="ko-KR">
                <a:highlight>
                  <a:srgbClr val="00FF00"/>
                </a:highlight>
              </a:rPr>
              <a:t>SW2 = 0 </a:t>
            </a:r>
            <a:r>
              <a:rPr lang="ko-KR" altLang="en-US">
                <a:highlight>
                  <a:srgbClr val="00FF00"/>
                </a:highlight>
              </a:rPr>
              <a:t>에서 버튼  입력 시 </a:t>
            </a:r>
            <a:r>
              <a:rPr lang="en-US" altLang="ko-KR">
                <a:highlight>
                  <a:srgbClr val="00FF00"/>
                </a:highlight>
              </a:rPr>
              <a:t>State </a:t>
            </a:r>
            <a:r>
              <a:rPr lang="ko-KR" altLang="en-US">
                <a:highlight>
                  <a:srgbClr val="00FF00"/>
                </a:highlight>
              </a:rPr>
              <a:t>변화 유무</a:t>
            </a:r>
            <a:r>
              <a:rPr lang="en-US" altLang="ko-KR">
                <a:highlight>
                  <a:srgbClr val="00FF00"/>
                </a:highlight>
              </a:rPr>
              <a:t> </a:t>
            </a:r>
            <a:r>
              <a:rPr lang="ko-KR" altLang="en-US">
                <a:highlight>
                  <a:srgbClr val="00FF00"/>
                </a:highlight>
              </a:rPr>
              <a:t>확인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69797EF6-AAB4-638C-1D3F-5FC411F05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910" y="1778586"/>
            <a:ext cx="7184594" cy="4445568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2FEC0F14-49CF-2D99-6AA6-F889F468B247}"/>
              </a:ext>
            </a:extLst>
          </p:cNvPr>
          <p:cNvSpPr/>
          <p:nvPr/>
        </p:nvSpPr>
        <p:spPr>
          <a:xfrm>
            <a:off x="540459" y="2751280"/>
            <a:ext cx="452582" cy="1293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9640010-4672-1DE8-4CE5-25DFC665DBBF}"/>
              </a:ext>
            </a:extLst>
          </p:cNvPr>
          <p:cNvSpPr/>
          <p:nvPr/>
        </p:nvSpPr>
        <p:spPr>
          <a:xfrm>
            <a:off x="1888968" y="3062720"/>
            <a:ext cx="4313382" cy="18011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9EB0D09-017F-31BE-1377-239C7F9E00EF}"/>
              </a:ext>
            </a:extLst>
          </p:cNvPr>
          <p:cNvSpPr/>
          <p:nvPr/>
        </p:nvSpPr>
        <p:spPr>
          <a:xfrm>
            <a:off x="6202350" y="1803628"/>
            <a:ext cx="1315154" cy="4314260"/>
          </a:xfrm>
          <a:prstGeom prst="rect">
            <a:avLst/>
          </a:prstGeom>
          <a:solidFill>
            <a:schemeClr val="tx1">
              <a:alpha val="3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E2FC5FB-E329-A519-DAD8-834ECD1C8E60}"/>
              </a:ext>
            </a:extLst>
          </p:cNvPr>
          <p:cNvSpPr/>
          <p:nvPr/>
        </p:nvSpPr>
        <p:spPr>
          <a:xfrm>
            <a:off x="327400" y="4917211"/>
            <a:ext cx="5874950" cy="1360300"/>
          </a:xfrm>
          <a:prstGeom prst="rect">
            <a:avLst/>
          </a:prstGeom>
          <a:solidFill>
            <a:schemeClr val="tx1">
              <a:alpha val="3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BABF64-52C0-CFDB-7807-E29157E632ED}"/>
              </a:ext>
            </a:extLst>
          </p:cNvPr>
          <p:cNvSpPr txBox="1"/>
          <p:nvPr/>
        </p:nvSpPr>
        <p:spPr>
          <a:xfrm>
            <a:off x="1986969" y="4913805"/>
            <a:ext cx="34290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>
                <a:highlight>
                  <a:srgbClr val="FFFF00"/>
                </a:highlight>
              </a:rPr>
              <a:t>2. </a:t>
            </a:r>
            <a:r>
              <a:rPr lang="ko-KR" altLang="en-US" sz="1050">
                <a:highlight>
                  <a:srgbClr val="FFFF00"/>
                </a:highlight>
              </a:rPr>
              <a:t>버튼을 입력해도 스테이트 변화</a:t>
            </a:r>
            <a:r>
              <a:rPr lang="en-US" altLang="ko-KR" sz="1050">
                <a:highlight>
                  <a:srgbClr val="FFFF00"/>
                </a:highlight>
              </a:rPr>
              <a:t> X </a:t>
            </a:r>
            <a:r>
              <a:rPr lang="ko-KR" altLang="en-US" sz="1050">
                <a:highlight>
                  <a:srgbClr val="FFFF00"/>
                </a:highlight>
              </a:rPr>
              <a:t> </a:t>
            </a:r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6FF34002-A2B3-3BE0-0EDB-5620653D183F}"/>
              </a:ext>
            </a:extLst>
          </p:cNvPr>
          <p:cNvSpPr/>
          <p:nvPr/>
        </p:nvSpPr>
        <p:spPr>
          <a:xfrm>
            <a:off x="540458" y="2621972"/>
            <a:ext cx="660131" cy="1293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4E768469-3C55-E0A2-2FC7-6F9C6AD2BE15}"/>
              </a:ext>
            </a:extLst>
          </p:cNvPr>
          <p:cNvSpPr txBox="1"/>
          <p:nvPr/>
        </p:nvSpPr>
        <p:spPr>
          <a:xfrm>
            <a:off x="327400" y="2337783"/>
            <a:ext cx="34290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>
                <a:highlight>
                  <a:srgbClr val="FFFF00"/>
                </a:highlight>
              </a:rPr>
              <a:t>1. DISPLAY </a:t>
            </a:r>
            <a:r>
              <a:rPr lang="ko-KR" altLang="en-US" sz="900">
                <a:highlight>
                  <a:srgbClr val="FFFF00"/>
                </a:highlight>
              </a:rPr>
              <a:t>모드 </a:t>
            </a:r>
            <a:r>
              <a:rPr lang="en-US" altLang="ko-KR" sz="900">
                <a:highlight>
                  <a:srgbClr val="FFFF00"/>
                </a:highlight>
              </a:rPr>
              <a:t>: </a:t>
            </a:r>
            <a:r>
              <a:rPr lang="ko-KR" altLang="en-US" sz="900">
                <a:highlight>
                  <a:srgbClr val="FFFF00"/>
                </a:highlight>
              </a:rPr>
              <a:t> 시간 </a:t>
            </a:r>
            <a:r>
              <a:rPr lang="en-US" altLang="ko-KR" sz="900">
                <a:highlight>
                  <a:srgbClr val="FFFF00"/>
                </a:highlight>
              </a:rPr>
              <a:t>/ </a:t>
            </a:r>
            <a:r>
              <a:rPr lang="ko-KR" altLang="en-US" sz="900">
                <a:highlight>
                  <a:srgbClr val="FFFF00"/>
                </a:highlight>
              </a:rPr>
              <a:t>분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19EEFC-5291-9467-524D-302582050C8B}"/>
              </a:ext>
            </a:extLst>
          </p:cNvPr>
          <p:cNvSpPr txBox="1"/>
          <p:nvPr/>
        </p:nvSpPr>
        <p:spPr>
          <a:xfrm>
            <a:off x="401530" y="1062285"/>
            <a:ext cx="116397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/>
              <a:t>SW2 = 0 ( SET </a:t>
            </a:r>
            <a:r>
              <a:rPr lang="ko-KR" altLang="en-US"/>
              <a:t>모드 </a:t>
            </a:r>
            <a:r>
              <a:rPr lang="en-US" altLang="ko-KR"/>
              <a:t>X) </a:t>
            </a:r>
            <a:r>
              <a:rPr lang="ko-KR" altLang="en-US"/>
              <a:t>일 때 버튼 입력시 다음 </a:t>
            </a:r>
            <a:r>
              <a:rPr lang="en-US" altLang="ko-KR"/>
              <a:t>State</a:t>
            </a:r>
            <a:r>
              <a:rPr lang="ko-KR" altLang="en-US"/>
              <a:t>로 변화 안함 </a:t>
            </a:r>
            <a:endParaRPr lang="en-US" altLang="ko-KR"/>
          </a:p>
          <a:p>
            <a:pPr marL="342900" indent="-342900">
              <a:buAutoNum type="arabicPeriod"/>
            </a:pPr>
            <a:r>
              <a:rPr lang="en-US" altLang="ko-KR"/>
              <a:t> </a:t>
            </a:r>
            <a:r>
              <a:rPr lang="ko-KR" altLang="en-US"/>
              <a:t>입력 버튼 </a:t>
            </a:r>
            <a:r>
              <a:rPr lang="en-US" altLang="ko-KR"/>
              <a:t>5ms</a:t>
            </a:r>
            <a:r>
              <a:rPr lang="ko-KR" altLang="en-US"/>
              <a:t>를 주었을 때</a:t>
            </a:r>
            <a:r>
              <a:rPr lang="en-US" altLang="ko-KR"/>
              <a:t>, 4khz </a:t>
            </a:r>
            <a:r>
              <a:rPr lang="ko-KR" altLang="en-US"/>
              <a:t>디바운서 기준 </a:t>
            </a:r>
            <a:r>
              <a:rPr lang="en-US" altLang="ko-KR"/>
              <a:t>7cycle(0.25ms *7) </a:t>
            </a:r>
            <a:r>
              <a:rPr lang="ko-KR" altLang="en-US"/>
              <a:t>뒤인 </a:t>
            </a:r>
            <a:r>
              <a:rPr lang="en-US" altLang="ko-KR"/>
              <a:t>1.75ms</a:t>
            </a:r>
            <a:r>
              <a:rPr lang="ko-KR" altLang="en-US"/>
              <a:t> 이후 버튼 틱 입력 확인 </a:t>
            </a:r>
          </a:p>
        </p:txBody>
      </p:sp>
      <p:pic>
        <p:nvPicPr>
          <p:cNvPr id="137" name="그림 136">
            <a:extLst>
              <a:ext uri="{FF2B5EF4-FFF2-40B4-BE49-F238E27FC236}">
                <a16:creationId xmlns:a16="http://schemas.microsoft.com/office/drawing/2014/main" id="{B7C8CAD4-CC21-A678-8C3F-911F0441211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985" t="2697"/>
          <a:stretch>
            <a:fillRect/>
          </a:stretch>
        </p:blipFill>
        <p:spPr>
          <a:xfrm>
            <a:off x="7534216" y="2571051"/>
            <a:ext cx="4405994" cy="3664226"/>
          </a:xfrm>
          <a:prstGeom prst="rect">
            <a:avLst/>
          </a:prstGeom>
        </p:spPr>
      </p:pic>
      <p:sp>
        <p:nvSpPr>
          <p:cNvPr id="138" name="타원 137">
            <a:extLst>
              <a:ext uri="{FF2B5EF4-FFF2-40B4-BE49-F238E27FC236}">
                <a16:creationId xmlns:a16="http://schemas.microsoft.com/office/drawing/2014/main" id="{AC49B0CE-7185-8942-6454-A9316A8D1FDE}"/>
              </a:ext>
            </a:extLst>
          </p:cNvPr>
          <p:cNvSpPr/>
          <p:nvPr/>
        </p:nvSpPr>
        <p:spPr>
          <a:xfrm>
            <a:off x="9352900" y="2809378"/>
            <a:ext cx="755374" cy="71561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1" name="그룹 140">
            <a:extLst>
              <a:ext uri="{FF2B5EF4-FFF2-40B4-BE49-F238E27FC236}">
                <a16:creationId xmlns:a16="http://schemas.microsoft.com/office/drawing/2014/main" id="{9FC01A71-5798-52C6-2EF9-11ECA176B23A}"/>
              </a:ext>
            </a:extLst>
          </p:cNvPr>
          <p:cNvGrpSpPr/>
          <p:nvPr/>
        </p:nvGrpSpPr>
        <p:grpSpPr>
          <a:xfrm>
            <a:off x="9487117" y="2576597"/>
            <a:ext cx="572040" cy="279720"/>
            <a:chOff x="9487117" y="2185529"/>
            <a:chExt cx="572040" cy="27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39" name="잉크 138">
                  <a:extLst>
                    <a:ext uri="{FF2B5EF4-FFF2-40B4-BE49-F238E27FC236}">
                      <a16:creationId xmlns:a16="http://schemas.microsoft.com/office/drawing/2014/main" id="{C073E0E6-A7B0-522A-5CA1-0D53B64832D6}"/>
                    </a:ext>
                  </a:extLst>
                </p14:cNvPr>
                <p14:cNvContentPartPr/>
                <p14:nvPr/>
              </p14:nvContentPartPr>
              <p14:xfrm>
                <a:off x="9487117" y="2185529"/>
                <a:ext cx="485640" cy="279720"/>
              </p14:xfrm>
            </p:contentPart>
          </mc:Choice>
          <mc:Fallback xmlns="">
            <p:pic>
              <p:nvPicPr>
                <p:cNvPr id="139" name="잉크 138">
                  <a:extLst>
                    <a:ext uri="{FF2B5EF4-FFF2-40B4-BE49-F238E27FC236}">
                      <a16:creationId xmlns:a16="http://schemas.microsoft.com/office/drawing/2014/main" id="{07057D92-920B-F412-1B2D-EB94407D1B9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480997" y="2179409"/>
                  <a:ext cx="49788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40" name="잉크 139">
                  <a:extLst>
                    <a:ext uri="{FF2B5EF4-FFF2-40B4-BE49-F238E27FC236}">
                      <a16:creationId xmlns:a16="http://schemas.microsoft.com/office/drawing/2014/main" id="{C7BC9C87-30B4-A3AA-117D-AF986B6047C8}"/>
                    </a:ext>
                  </a:extLst>
                </p14:cNvPr>
                <p14:cNvContentPartPr/>
                <p14:nvPr/>
              </p14:nvContentPartPr>
              <p14:xfrm>
                <a:off x="9938917" y="2330249"/>
                <a:ext cx="120240" cy="83160"/>
              </p14:xfrm>
            </p:contentPart>
          </mc:Choice>
          <mc:Fallback xmlns="">
            <p:pic>
              <p:nvPicPr>
                <p:cNvPr id="140" name="잉크 139">
                  <a:extLst>
                    <a:ext uri="{FF2B5EF4-FFF2-40B4-BE49-F238E27FC236}">
                      <a16:creationId xmlns:a16="http://schemas.microsoft.com/office/drawing/2014/main" id="{68D5DEAC-382A-D91B-D36B-D76A047EF2C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932797" y="2324129"/>
                  <a:ext cx="132480" cy="95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그룹 141">
            <a:extLst>
              <a:ext uri="{FF2B5EF4-FFF2-40B4-BE49-F238E27FC236}">
                <a16:creationId xmlns:a16="http://schemas.microsoft.com/office/drawing/2014/main" id="{96CE538C-7D55-BA59-F450-83933D90D352}"/>
              </a:ext>
            </a:extLst>
          </p:cNvPr>
          <p:cNvGrpSpPr/>
          <p:nvPr/>
        </p:nvGrpSpPr>
        <p:grpSpPr>
          <a:xfrm>
            <a:off x="10617997" y="3142348"/>
            <a:ext cx="1690218" cy="789761"/>
            <a:chOff x="9165688" y="330849"/>
            <a:chExt cx="3193975" cy="1751021"/>
          </a:xfrm>
        </p:grpSpPr>
        <p:grpSp>
          <p:nvGrpSpPr>
            <p:cNvPr id="143" name="그룹 142">
              <a:extLst>
                <a:ext uri="{FF2B5EF4-FFF2-40B4-BE49-F238E27FC236}">
                  <a16:creationId xmlns:a16="http://schemas.microsoft.com/office/drawing/2014/main" id="{297D380C-C02B-0FCF-A1A9-84AC36AF3762}"/>
                </a:ext>
              </a:extLst>
            </p:cNvPr>
            <p:cNvGrpSpPr/>
            <p:nvPr/>
          </p:nvGrpSpPr>
          <p:grpSpPr>
            <a:xfrm>
              <a:off x="9165688" y="330849"/>
              <a:ext cx="2860497" cy="994910"/>
              <a:chOff x="8147507" y="4736955"/>
              <a:chExt cx="2860497" cy="994910"/>
            </a:xfrm>
          </p:grpSpPr>
          <p:sp>
            <p:nvSpPr>
              <p:cNvPr id="145" name="직사각형 144">
                <a:extLst>
                  <a:ext uri="{FF2B5EF4-FFF2-40B4-BE49-F238E27FC236}">
                    <a16:creationId xmlns:a16="http://schemas.microsoft.com/office/drawing/2014/main" id="{DAB5593E-2028-EC17-66BD-9FA90291EEDD}"/>
                  </a:ext>
                </a:extLst>
              </p:cNvPr>
              <p:cNvSpPr/>
              <p:nvPr/>
            </p:nvSpPr>
            <p:spPr>
              <a:xfrm>
                <a:off x="8147507" y="4736955"/>
                <a:ext cx="2860497" cy="994910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grpSp>
            <p:nvGrpSpPr>
              <p:cNvPr id="146" name="그룹 145">
                <a:extLst>
                  <a:ext uri="{FF2B5EF4-FFF2-40B4-BE49-F238E27FC236}">
                    <a16:creationId xmlns:a16="http://schemas.microsoft.com/office/drawing/2014/main" id="{6AAE80D2-0122-3A73-C09F-B050158D9519}"/>
                  </a:ext>
                </a:extLst>
              </p:cNvPr>
              <p:cNvGrpSpPr/>
              <p:nvPr/>
            </p:nvGrpSpPr>
            <p:grpSpPr>
              <a:xfrm>
                <a:off x="8408334" y="4819650"/>
                <a:ext cx="2500334" cy="808179"/>
                <a:chOff x="8112248" y="4451227"/>
                <a:chExt cx="3529919" cy="1221760"/>
              </a:xfrm>
            </p:grpSpPr>
            <p:grpSp>
              <p:nvGrpSpPr>
                <p:cNvPr id="147" name="그룹 146">
                  <a:extLst>
                    <a:ext uri="{FF2B5EF4-FFF2-40B4-BE49-F238E27FC236}">
                      <a16:creationId xmlns:a16="http://schemas.microsoft.com/office/drawing/2014/main" id="{3C27E2D4-9F13-1117-D29E-38EBE6542BBC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796802" cy="1221760"/>
                  <a:chOff x="8112248" y="4451227"/>
                  <a:chExt cx="796802" cy="1221760"/>
                </a:xfrm>
              </p:grpSpPr>
              <p:grpSp>
                <p:nvGrpSpPr>
                  <p:cNvPr id="187" name="그룹 186">
                    <a:extLst>
                      <a:ext uri="{FF2B5EF4-FFF2-40B4-BE49-F238E27FC236}">
                        <a16:creationId xmlns:a16="http://schemas.microsoft.com/office/drawing/2014/main" id="{DDA54B99-0A59-A78D-FB1C-81262F264A78}"/>
                      </a:ext>
                    </a:extLst>
                  </p:cNvPr>
                  <p:cNvGrpSpPr/>
                  <p:nvPr/>
                </p:nvGrpSpPr>
                <p:grpSpPr>
                  <a:xfrm>
                    <a:off x="8112248" y="4451227"/>
                    <a:ext cx="667506" cy="1221760"/>
                    <a:chOff x="8377382" y="4544293"/>
                    <a:chExt cx="667506" cy="1221760"/>
                  </a:xfrm>
                </p:grpSpPr>
                <p:grpSp>
                  <p:nvGrpSpPr>
                    <p:cNvPr id="189" name="그룹 188">
                      <a:extLst>
                        <a:ext uri="{FF2B5EF4-FFF2-40B4-BE49-F238E27FC236}">
                          <a16:creationId xmlns:a16="http://schemas.microsoft.com/office/drawing/2014/main" id="{05851325-C26E-B9AE-F59B-F82A2755962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77382" y="4544293"/>
                      <a:ext cx="667504" cy="666298"/>
                      <a:chOff x="8377382" y="4544293"/>
                      <a:chExt cx="667504" cy="666298"/>
                    </a:xfrm>
                  </p:grpSpPr>
                  <p:sp>
                    <p:nvSpPr>
                      <p:cNvPr id="195" name="직사각형 194">
                        <a:extLst>
                          <a:ext uri="{FF2B5EF4-FFF2-40B4-BE49-F238E27FC236}">
                            <a16:creationId xmlns:a16="http://schemas.microsoft.com/office/drawing/2014/main" id="{B528947B-90F5-6822-FA14-9EDB9DF9895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77382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196" name="직사각형 195">
                        <a:extLst>
                          <a:ext uri="{FF2B5EF4-FFF2-40B4-BE49-F238E27FC236}">
                            <a16:creationId xmlns:a16="http://schemas.microsoft.com/office/drawing/2014/main" id="{6240E82E-C756-FFB1-F956-0D54A1AF19C4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392743"/>
                        <a:ext cx="110836" cy="41393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197" name="직사각형 196">
                        <a:extLst>
                          <a:ext uri="{FF2B5EF4-FFF2-40B4-BE49-F238E27FC236}">
                            <a16:creationId xmlns:a16="http://schemas.microsoft.com/office/drawing/2014/main" id="{FDCBF3A0-1BBB-2420-B246-D9D9A0A3F5E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34050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198" name="직사각형 197">
                        <a:extLst>
                          <a:ext uri="{FF2B5EF4-FFF2-40B4-BE49-F238E27FC236}">
                            <a16:creationId xmlns:a16="http://schemas.microsoft.com/office/drawing/2014/main" id="{B5197786-F382-5DF3-697B-238A7BB04132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948205"/>
                        <a:ext cx="110836" cy="413936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</p:grpSp>
                <p:grpSp>
                  <p:nvGrpSpPr>
                    <p:cNvPr id="190" name="그룹 189">
                      <a:extLst>
                        <a:ext uri="{FF2B5EF4-FFF2-40B4-BE49-F238E27FC236}">
                          <a16:creationId xmlns:a16="http://schemas.microsoft.com/office/drawing/2014/main" id="{127CAC1D-2A55-89EE-6E1B-B21E6C35A5E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77384" y="5099755"/>
                      <a:ext cx="667504" cy="666298"/>
                      <a:chOff x="8377382" y="4544293"/>
                      <a:chExt cx="667504" cy="666298"/>
                    </a:xfrm>
                  </p:grpSpPr>
                  <p:sp>
                    <p:nvSpPr>
                      <p:cNvPr id="191" name="직사각형 190">
                        <a:extLst>
                          <a:ext uri="{FF2B5EF4-FFF2-40B4-BE49-F238E27FC236}">
                            <a16:creationId xmlns:a16="http://schemas.microsoft.com/office/drawing/2014/main" id="{E8122A1A-8271-5D15-AB47-E72B2423849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77382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192" name="직사각형 191">
                        <a:extLst>
                          <a:ext uri="{FF2B5EF4-FFF2-40B4-BE49-F238E27FC236}">
                            <a16:creationId xmlns:a16="http://schemas.microsoft.com/office/drawing/2014/main" id="{86F526AF-0CFD-39A3-BD54-9118C1A552AC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392743"/>
                        <a:ext cx="110836" cy="41393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193" name="직사각형 192">
                        <a:extLst>
                          <a:ext uri="{FF2B5EF4-FFF2-40B4-BE49-F238E27FC236}">
                            <a16:creationId xmlns:a16="http://schemas.microsoft.com/office/drawing/2014/main" id="{F7647635-C3BF-3D96-E412-1402FD43E87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34050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194" name="직사각형 193">
                        <a:extLst>
                          <a:ext uri="{FF2B5EF4-FFF2-40B4-BE49-F238E27FC236}">
                            <a16:creationId xmlns:a16="http://schemas.microsoft.com/office/drawing/2014/main" id="{0856D122-B040-B5BE-92A8-EFD6D325E809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948205"/>
                        <a:ext cx="110836" cy="41393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</p:grpSp>
              </p:grpSp>
              <p:sp>
                <p:nvSpPr>
                  <p:cNvPr id="188" name="직사각형 187">
                    <a:extLst>
                      <a:ext uri="{FF2B5EF4-FFF2-40B4-BE49-F238E27FC236}">
                        <a16:creationId xmlns:a16="http://schemas.microsoft.com/office/drawing/2014/main" id="{27AD4867-A609-072A-F27B-A972F2930106}"/>
                      </a:ext>
                    </a:extLst>
                  </p:cNvPr>
                  <p:cNvSpPr/>
                  <p:nvPr/>
                </p:nvSpPr>
                <p:spPr>
                  <a:xfrm>
                    <a:off x="8808029" y="5562151"/>
                    <a:ext cx="101021" cy="110836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000"/>
                  </a:p>
                </p:txBody>
              </p:sp>
            </p:grpSp>
            <p:grpSp>
              <p:nvGrpSpPr>
                <p:cNvPr id="148" name="그룹 147">
                  <a:extLst>
                    <a:ext uri="{FF2B5EF4-FFF2-40B4-BE49-F238E27FC236}">
                      <a16:creationId xmlns:a16="http://schemas.microsoft.com/office/drawing/2014/main" id="{661035DD-7CE3-DB15-AC6C-C7A6253C8F7C}"/>
                    </a:ext>
                  </a:extLst>
                </p:cNvPr>
                <p:cNvGrpSpPr/>
                <p:nvPr/>
              </p:nvGrpSpPr>
              <p:grpSpPr>
                <a:xfrm>
                  <a:off x="9003883" y="4451227"/>
                  <a:ext cx="796802" cy="1221760"/>
                  <a:chOff x="8112248" y="4451227"/>
                  <a:chExt cx="796802" cy="1221760"/>
                </a:xfrm>
              </p:grpSpPr>
              <p:grpSp>
                <p:nvGrpSpPr>
                  <p:cNvPr id="175" name="그룹 174">
                    <a:extLst>
                      <a:ext uri="{FF2B5EF4-FFF2-40B4-BE49-F238E27FC236}">
                        <a16:creationId xmlns:a16="http://schemas.microsoft.com/office/drawing/2014/main" id="{7939AD7E-07BB-436E-E0B9-93A7FF1DB210}"/>
                      </a:ext>
                    </a:extLst>
                  </p:cNvPr>
                  <p:cNvGrpSpPr/>
                  <p:nvPr/>
                </p:nvGrpSpPr>
                <p:grpSpPr>
                  <a:xfrm>
                    <a:off x="8112248" y="4451227"/>
                    <a:ext cx="667506" cy="1221760"/>
                    <a:chOff x="8377382" y="4544293"/>
                    <a:chExt cx="667506" cy="1221760"/>
                  </a:xfrm>
                </p:grpSpPr>
                <p:grpSp>
                  <p:nvGrpSpPr>
                    <p:cNvPr id="177" name="그룹 176">
                      <a:extLst>
                        <a:ext uri="{FF2B5EF4-FFF2-40B4-BE49-F238E27FC236}">
                          <a16:creationId xmlns:a16="http://schemas.microsoft.com/office/drawing/2014/main" id="{BBA88F8D-0156-8EFA-5480-14B657F2903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77382" y="4544293"/>
                      <a:ext cx="667504" cy="666298"/>
                      <a:chOff x="8377382" y="4544293"/>
                      <a:chExt cx="667504" cy="666298"/>
                    </a:xfrm>
                  </p:grpSpPr>
                  <p:sp>
                    <p:nvSpPr>
                      <p:cNvPr id="183" name="직사각형 182">
                        <a:extLst>
                          <a:ext uri="{FF2B5EF4-FFF2-40B4-BE49-F238E27FC236}">
                            <a16:creationId xmlns:a16="http://schemas.microsoft.com/office/drawing/2014/main" id="{BD89DC82-DAC2-E8F4-443C-B307C363932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77382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184" name="직사각형 183">
                        <a:extLst>
                          <a:ext uri="{FF2B5EF4-FFF2-40B4-BE49-F238E27FC236}">
                            <a16:creationId xmlns:a16="http://schemas.microsoft.com/office/drawing/2014/main" id="{3D8D2918-E18B-2B46-8C19-23D0B89F919F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392743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185" name="직사각형 184">
                        <a:extLst>
                          <a:ext uri="{FF2B5EF4-FFF2-40B4-BE49-F238E27FC236}">
                            <a16:creationId xmlns:a16="http://schemas.microsoft.com/office/drawing/2014/main" id="{04900ED0-4C1D-BFB5-501F-996931809DB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34050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186" name="직사각형 185">
                        <a:extLst>
                          <a:ext uri="{FF2B5EF4-FFF2-40B4-BE49-F238E27FC236}">
                            <a16:creationId xmlns:a16="http://schemas.microsoft.com/office/drawing/2014/main" id="{9EA05781-1600-EB3C-6317-072CBC21261B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948205"/>
                        <a:ext cx="110836" cy="413936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</p:grpSp>
                <p:grpSp>
                  <p:nvGrpSpPr>
                    <p:cNvPr id="178" name="그룹 177">
                      <a:extLst>
                        <a:ext uri="{FF2B5EF4-FFF2-40B4-BE49-F238E27FC236}">
                          <a16:creationId xmlns:a16="http://schemas.microsoft.com/office/drawing/2014/main" id="{ABFB3D81-C681-23C5-B2CA-21A709A2C25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77384" y="5099755"/>
                      <a:ext cx="667504" cy="666298"/>
                      <a:chOff x="8377382" y="4544293"/>
                      <a:chExt cx="667504" cy="666298"/>
                    </a:xfrm>
                  </p:grpSpPr>
                  <p:sp>
                    <p:nvSpPr>
                      <p:cNvPr id="179" name="직사각형 178">
                        <a:extLst>
                          <a:ext uri="{FF2B5EF4-FFF2-40B4-BE49-F238E27FC236}">
                            <a16:creationId xmlns:a16="http://schemas.microsoft.com/office/drawing/2014/main" id="{CD46474A-B349-8EDB-1400-194278BBA93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77382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180" name="직사각형 179">
                        <a:extLst>
                          <a:ext uri="{FF2B5EF4-FFF2-40B4-BE49-F238E27FC236}">
                            <a16:creationId xmlns:a16="http://schemas.microsoft.com/office/drawing/2014/main" id="{5AD0C121-45D3-D1B6-F6BB-C778965B54D3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392743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181" name="직사각형 180">
                        <a:extLst>
                          <a:ext uri="{FF2B5EF4-FFF2-40B4-BE49-F238E27FC236}">
                            <a16:creationId xmlns:a16="http://schemas.microsoft.com/office/drawing/2014/main" id="{2F9E9734-3C8F-B768-693E-00801025139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34050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182" name="직사각형 181">
                        <a:extLst>
                          <a:ext uri="{FF2B5EF4-FFF2-40B4-BE49-F238E27FC236}">
                            <a16:creationId xmlns:a16="http://schemas.microsoft.com/office/drawing/2014/main" id="{DF77D063-92ED-0AB7-1411-89DF8AD240C9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948205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</p:grpSp>
              </p:grpSp>
              <p:sp>
                <p:nvSpPr>
                  <p:cNvPr id="176" name="직사각형 175">
                    <a:extLst>
                      <a:ext uri="{FF2B5EF4-FFF2-40B4-BE49-F238E27FC236}">
                        <a16:creationId xmlns:a16="http://schemas.microsoft.com/office/drawing/2014/main" id="{1FAD8BBF-21EA-9910-BBDA-072681776DEB}"/>
                      </a:ext>
                    </a:extLst>
                  </p:cNvPr>
                  <p:cNvSpPr/>
                  <p:nvPr/>
                </p:nvSpPr>
                <p:spPr>
                  <a:xfrm>
                    <a:off x="8808029" y="5562151"/>
                    <a:ext cx="101021" cy="110836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000"/>
                  </a:p>
                </p:txBody>
              </p:sp>
            </p:grpSp>
            <p:grpSp>
              <p:nvGrpSpPr>
                <p:cNvPr id="149" name="그룹 148">
                  <a:extLst>
                    <a:ext uri="{FF2B5EF4-FFF2-40B4-BE49-F238E27FC236}">
                      <a16:creationId xmlns:a16="http://schemas.microsoft.com/office/drawing/2014/main" id="{311341E9-8B77-86C9-586A-C9BE032FC9E9}"/>
                    </a:ext>
                  </a:extLst>
                </p:cNvPr>
                <p:cNvGrpSpPr/>
                <p:nvPr/>
              </p:nvGrpSpPr>
              <p:grpSpPr>
                <a:xfrm>
                  <a:off x="9935853" y="4451227"/>
                  <a:ext cx="796802" cy="1221760"/>
                  <a:chOff x="8112248" y="4451227"/>
                  <a:chExt cx="796802" cy="1221760"/>
                </a:xfrm>
              </p:grpSpPr>
              <p:grpSp>
                <p:nvGrpSpPr>
                  <p:cNvPr id="163" name="그룹 162">
                    <a:extLst>
                      <a:ext uri="{FF2B5EF4-FFF2-40B4-BE49-F238E27FC236}">
                        <a16:creationId xmlns:a16="http://schemas.microsoft.com/office/drawing/2014/main" id="{5F4E3680-4BCD-31A1-77B3-285834C0B6EF}"/>
                      </a:ext>
                    </a:extLst>
                  </p:cNvPr>
                  <p:cNvGrpSpPr/>
                  <p:nvPr/>
                </p:nvGrpSpPr>
                <p:grpSpPr>
                  <a:xfrm>
                    <a:off x="8112248" y="4451227"/>
                    <a:ext cx="667506" cy="1221760"/>
                    <a:chOff x="8377382" y="4544293"/>
                    <a:chExt cx="667506" cy="1221760"/>
                  </a:xfrm>
                </p:grpSpPr>
                <p:grpSp>
                  <p:nvGrpSpPr>
                    <p:cNvPr id="165" name="그룹 164">
                      <a:extLst>
                        <a:ext uri="{FF2B5EF4-FFF2-40B4-BE49-F238E27FC236}">
                          <a16:creationId xmlns:a16="http://schemas.microsoft.com/office/drawing/2014/main" id="{E7140A13-E6A5-E097-ED4D-61DA42BC94A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77382" y="4544293"/>
                      <a:ext cx="667504" cy="666298"/>
                      <a:chOff x="8377382" y="4544293"/>
                      <a:chExt cx="667504" cy="666298"/>
                    </a:xfrm>
                  </p:grpSpPr>
                  <p:sp>
                    <p:nvSpPr>
                      <p:cNvPr id="171" name="직사각형 170">
                        <a:extLst>
                          <a:ext uri="{FF2B5EF4-FFF2-40B4-BE49-F238E27FC236}">
                            <a16:creationId xmlns:a16="http://schemas.microsoft.com/office/drawing/2014/main" id="{4E7BC91C-B548-583B-9CE6-659B65343C9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77382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172" name="직사각형 171">
                        <a:extLst>
                          <a:ext uri="{FF2B5EF4-FFF2-40B4-BE49-F238E27FC236}">
                            <a16:creationId xmlns:a16="http://schemas.microsoft.com/office/drawing/2014/main" id="{A056ACC5-56F3-A2FA-AB7E-F505FCA21163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392743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173" name="직사각형 172">
                        <a:extLst>
                          <a:ext uri="{FF2B5EF4-FFF2-40B4-BE49-F238E27FC236}">
                            <a16:creationId xmlns:a16="http://schemas.microsoft.com/office/drawing/2014/main" id="{6D71D186-45B8-2DBE-D97F-6B768C1C419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34050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174" name="직사각형 173">
                        <a:extLst>
                          <a:ext uri="{FF2B5EF4-FFF2-40B4-BE49-F238E27FC236}">
                            <a16:creationId xmlns:a16="http://schemas.microsoft.com/office/drawing/2014/main" id="{1317C7ED-201A-AA29-CFB7-ED7010EBCD2C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948205"/>
                        <a:ext cx="110836" cy="413936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</p:grpSp>
                <p:grpSp>
                  <p:nvGrpSpPr>
                    <p:cNvPr id="166" name="그룹 165">
                      <a:extLst>
                        <a:ext uri="{FF2B5EF4-FFF2-40B4-BE49-F238E27FC236}">
                          <a16:creationId xmlns:a16="http://schemas.microsoft.com/office/drawing/2014/main" id="{EBDB7DE0-93E9-CCEE-B8E0-A3B29F00BD6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77384" y="5099755"/>
                      <a:ext cx="667504" cy="666298"/>
                      <a:chOff x="8377382" y="4544293"/>
                      <a:chExt cx="667504" cy="666298"/>
                    </a:xfrm>
                  </p:grpSpPr>
                  <p:sp>
                    <p:nvSpPr>
                      <p:cNvPr id="167" name="직사각형 166">
                        <a:extLst>
                          <a:ext uri="{FF2B5EF4-FFF2-40B4-BE49-F238E27FC236}">
                            <a16:creationId xmlns:a16="http://schemas.microsoft.com/office/drawing/2014/main" id="{7F03057B-E6A7-BEA6-25B7-5943D4940C4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77382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168" name="직사각형 167">
                        <a:extLst>
                          <a:ext uri="{FF2B5EF4-FFF2-40B4-BE49-F238E27FC236}">
                            <a16:creationId xmlns:a16="http://schemas.microsoft.com/office/drawing/2014/main" id="{B8A16656-7A70-0404-69BD-68AB938E5B3A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392743"/>
                        <a:ext cx="110836" cy="41393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169" name="직사각형 168">
                        <a:extLst>
                          <a:ext uri="{FF2B5EF4-FFF2-40B4-BE49-F238E27FC236}">
                            <a16:creationId xmlns:a16="http://schemas.microsoft.com/office/drawing/2014/main" id="{55322FCA-CCDD-E3FA-4922-01686FB5871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34050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170" name="직사각형 169">
                        <a:extLst>
                          <a:ext uri="{FF2B5EF4-FFF2-40B4-BE49-F238E27FC236}">
                            <a16:creationId xmlns:a16="http://schemas.microsoft.com/office/drawing/2014/main" id="{59651136-E8C9-CB25-5030-A23679507C82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948205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</p:grpSp>
              </p:grpSp>
              <p:sp>
                <p:nvSpPr>
                  <p:cNvPr id="164" name="직사각형 163">
                    <a:extLst>
                      <a:ext uri="{FF2B5EF4-FFF2-40B4-BE49-F238E27FC236}">
                        <a16:creationId xmlns:a16="http://schemas.microsoft.com/office/drawing/2014/main" id="{1226903D-EA21-DB67-6DE9-140E981ACA14}"/>
                      </a:ext>
                    </a:extLst>
                  </p:cNvPr>
                  <p:cNvSpPr/>
                  <p:nvPr/>
                </p:nvSpPr>
                <p:spPr>
                  <a:xfrm>
                    <a:off x="8808029" y="5562151"/>
                    <a:ext cx="101021" cy="110836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000"/>
                  </a:p>
                </p:txBody>
              </p:sp>
            </p:grpSp>
            <p:grpSp>
              <p:nvGrpSpPr>
                <p:cNvPr id="150" name="그룹 149">
                  <a:extLst>
                    <a:ext uri="{FF2B5EF4-FFF2-40B4-BE49-F238E27FC236}">
                      <a16:creationId xmlns:a16="http://schemas.microsoft.com/office/drawing/2014/main" id="{8E7447EA-83E6-A11F-E2BC-6822C4B2AC3B}"/>
                    </a:ext>
                  </a:extLst>
                </p:cNvPr>
                <p:cNvGrpSpPr/>
                <p:nvPr/>
              </p:nvGrpSpPr>
              <p:grpSpPr>
                <a:xfrm>
                  <a:off x="10845365" y="4451227"/>
                  <a:ext cx="796802" cy="1221760"/>
                  <a:chOff x="8112248" y="4451227"/>
                  <a:chExt cx="796802" cy="1221760"/>
                </a:xfrm>
              </p:grpSpPr>
              <p:grpSp>
                <p:nvGrpSpPr>
                  <p:cNvPr id="151" name="그룹 150">
                    <a:extLst>
                      <a:ext uri="{FF2B5EF4-FFF2-40B4-BE49-F238E27FC236}">
                        <a16:creationId xmlns:a16="http://schemas.microsoft.com/office/drawing/2014/main" id="{AA6183FA-82F6-D055-B477-CF482D995924}"/>
                      </a:ext>
                    </a:extLst>
                  </p:cNvPr>
                  <p:cNvGrpSpPr/>
                  <p:nvPr/>
                </p:nvGrpSpPr>
                <p:grpSpPr>
                  <a:xfrm>
                    <a:off x="8112248" y="4451227"/>
                    <a:ext cx="667506" cy="1221760"/>
                    <a:chOff x="8377382" y="4544293"/>
                    <a:chExt cx="667506" cy="1221760"/>
                  </a:xfrm>
                </p:grpSpPr>
                <p:grpSp>
                  <p:nvGrpSpPr>
                    <p:cNvPr id="153" name="그룹 152">
                      <a:extLst>
                        <a:ext uri="{FF2B5EF4-FFF2-40B4-BE49-F238E27FC236}">
                          <a16:creationId xmlns:a16="http://schemas.microsoft.com/office/drawing/2014/main" id="{0F397292-FEB7-D24A-4051-2E51E289B02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77382" y="4544293"/>
                      <a:ext cx="667504" cy="666298"/>
                      <a:chOff x="8377382" y="4544293"/>
                      <a:chExt cx="667504" cy="666298"/>
                    </a:xfrm>
                  </p:grpSpPr>
                  <p:sp>
                    <p:nvSpPr>
                      <p:cNvPr id="159" name="직사각형 158">
                        <a:extLst>
                          <a:ext uri="{FF2B5EF4-FFF2-40B4-BE49-F238E27FC236}">
                            <a16:creationId xmlns:a16="http://schemas.microsoft.com/office/drawing/2014/main" id="{772BBD8C-834B-1806-0F9E-6EDE075B0AC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77382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160" name="직사각형 159">
                        <a:extLst>
                          <a:ext uri="{FF2B5EF4-FFF2-40B4-BE49-F238E27FC236}">
                            <a16:creationId xmlns:a16="http://schemas.microsoft.com/office/drawing/2014/main" id="{E18410C5-967D-1EF5-0152-371E664843ED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392743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161" name="직사각형 160">
                        <a:extLst>
                          <a:ext uri="{FF2B5EF4-FFF2-40B4-BE49-F238E27FC236}">
                            <a16:creationId xmlns:a16="http://schemas.microsoft.com/office/drawing/2014/main" id="{F13A9D10-0BB6-6886-42D5-956CCB31AD3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34050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162" name="직사각형 161">
                        <a:extLst>
                          <a:ext uri="{FF2B5EF4-FFF2-40B4-BE49-F238E27FC236}">
                            <a16:creationId xmlns:a16="http://schemas.microsoft.com/office/drawing/2014/main" id="{2D7419A6-FB2F-BFC0-AC14-9A6E5ED3D3C2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948205"/>
                        <a:ext cx="110836" cy="413936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</p:grpSp>
                <p:grpSp>
                  <p:nvGrpSpPr>
                    <p:cNvPr id="154" name="그룹 153">
                      <a:extLst>
                        <a:ext uri="{FF2B5EF4-FFF2-40B4-BE49-F238E27FC236}">
                          <a16:creationId xmlns:a16="http://schemas.microsoft.com/office/drawing/2014/main" id="{40B3DE7C-07F0-5606-439A-AB13F62F45D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77384" y="5099755"/>
                      <a:ext cx="667504" cy="666298"/>
                      <a:chOff x="8377382" y="4544293"/>
                      <a:chExt cx="667504" cy="666298"/>
                    </a:xfrm>
                  </p:grpSpPr>
                  <p:sp>
                    <p:nvSpPr>
                      <p:cNvPr id="155" name="직사각형 154">
                        <a:extLst>
                          <a:ext uri="{FF2B5EF4-FFF2-40B4-BE49-F238E27FC236}">
                            <a16:creationId xmlns:a16="http://schemas.microsoft.com/office/drawing/2014/main" id="{5386E962-F97A-3538-F003-C050F67BCEB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77382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156" name="직사각형 155">
                        <a:extLst>
                          <a:ext uri="{FF2B5EF4-FFF2-40B4-BE49-F238E27FC236}">
                            <a16:creationId xmlns:a16="http://schemas.microsoft.com/office/drawing/2014/main" id="{C5FEE54E-0519-E7E9-69BA-789EFFF6361A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392743"/>
                        <a:ext cx="110836" cy="41393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157" name="직사각형 156">
                        <a:extLst>
                          <a:ext uri="{FF2B5EF4-FFF2-40B4-BE49-F238E27FC236}">
                            <a16:creationId xmlns:a16="http://schemas.microsoft.com/office/drawing/2014/main" id="{A2B0E57C-317D-70B2-B054-1C3F24DCE6E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34050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158" name="직사각형 157">
                        <a:extLst>
                          <a:ext uri="{FF2B5EF4-FFF2-40B4-BE49-F238E27FC236}">
                            <a16:creationId xmlns:a16="http://schemas.microsoft.com/office/drawing/2014/main" id="{C9DF7511-87D3-3AD7-C602-B79547F6AA35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948205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</p:grpSp>
              </p:grpSp>
              <p:sp>
                <p:nvSpPr>
                  <p:cNvPr id="152" name="직사각형 151">
                    <a:extLst>
                      <a:ext uri="{FF2B5EF4-FFF2-40B4-BE49-F238E27FC236}">
                        <a16:creationId xmlns:a16="http://schemas.microsoft.com/office/drawing/2014/main" id="{E3DB3D23-0C89-0F91-2070-D9F6ABCE7CB4}"/>
                      </a:ext>
                    </a:extLst>
                  </p:cNvPr>
                  <p:cNvSpPr/>
                  <p:nvPr/>
                </p:nvSpPr>
                <p:spPr>
                  <a:xfrm>
                    <a:off x="8808029" y="5562151"/>
                    <a:ext cx="101021" cy="110836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000"/>
                  </a:p>
                </p:txBody>
              </p:sp>
            </p:grpSp>
          </p:grpSp>
        </p:grp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9A331E0F-CE41-B4A1-DD6F-6CB69B86953C}"/>
                </a:ext>
              </a:extLst>
            </p:cNvPr>
            <p:cNvSpPr txBox="1"/>
            <p:nvPr/>
          </p:nvSpPr>
          <p:spPr>
            <a:xfrm>
              <a:off x="10022865" y="1501843"/>
              <a:ext cx="2336798" cy="5800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50"/>
                <a:t>cursor x</a:t>
              </a:r>
              <a:endParaRPr lang="ko-KR" altLang="en-US" sz="1050"/>
            </a:p>
          </p:txBody>
        </p:sp>
      </p:grpSp>
      <p:sp>
        <p:nvSpPr>
          <p:cNvPr id="7" name="직사각형 6">
            <a:extLst>
              <a:ext uri="{FF2B5EF4-FFF2-40B4-BE49-F238E27FC236}">
                <a16:creationId xmlns:a16="http://schemas.microsoft.com/office/drawing/2014/main" id="{6016EB31-F987-7203-302A-CF60F4D0BA46}"/>
              </a:ext>
            </a:extLst>
          </p:cNvPr>
          <p:cNvSpPr/>
          <p:nvPr/>
        </p:nvSpPr>
        <p:spPr>
          <a:xfrm>
            <a:off x="2846070" y="3932109"/>
            <a:ext cx="807720" cy="3274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51B9F18-DB68-A953-E15C-24E27FC3E8F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64875" y="5542671"/>
            <a:ext cx="4607821" cy="1042862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AC688756-A1F6-8DA6-84B6-99244E3A7FE1}"/>
              </a:ext>
            </a:extLst>
          </p:cNvPr>
          <p:cNvSpPr/>
          <p:nvPr/>
        </p:nvSpPr>
        <p:spPr>
          <a:xfrm>
            <a:off x="3263843" y="5528452"/>
            <a:ext cx="4608853" cy="10570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9070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426EB-F1E3-84E6-B986-D777F8D67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>
            <a:extLst>
              <a:ext uri="{FF2B5EF4-FFF2-40B4-BE49-F238E27FC236}">
                <a16:creationId xmlns:a16="http://schemas.microsoft.com/office/drawing/2014/main" id="{34BAB359-65B0-4941-3766-41FDF004C966}"/>
              </a:ext>
            </a:extLst>
          </p:cNvPr>
          <p:cNvSpPr txBox="1"/>
          <p:nvPr/>
        </p:nvSpPr>
        <p:spPr>
          <a:xfrm>
            <a:off x="348833" y="113696"/>
            <a:ext cx="93947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검증 시나리오 </a:t>
            </a:r>
            <a:r>
              <a:rPr lang="en-US" altLang="ko-KR"/>
              <a:t>1. </a:t>
            </a:r>
            <a:r>
              <a:rPr lang="ko-KR" altLang="en-US"/>
              <a:t>버튼 동작 확인</a:t>
            </a:r>
            <a:endParaRPr lang="en-US" altLang="ko-KR"/>
          </a:p>
          <a:p>
            <a:r>
              <a:rPr lang="en-US" altLang="ko-KR"/>
              <a:t>P3 – SW_2 </a:t>
            </a:r>
            <a:r>
              <a:rPr lang="ko-KR" altLang="en-US"/>
              <a:t>인가 이후 </a:t>
            </a:r>
            <a:r>
              <a:rPr lang="en-US" altLang="ko-KR"/>
              <a:t>State </a:t>
            </a:r>
            <a:r>
              <a:rPr lang="ko-KR" altLang="en-US"/>
              <a:t>천이</a:t>
            </a:r>
            <a:endParaRPr lang="en-US" altLang="ko-KR"/>
          </a:p>
          <a:p>
            <a:r>
              <a:rPr lang="en-US" altLang="ko-KR"/>
              <a:t>      </a:t>
            </a:r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186584B9-201D-075E-5961-8D8FC4ADDC7C}"/>
              </a:ext>
            </a:extLst>
          </p:cNvPr>
          <p:cNvGrpSpPr/>
          <p:nvPr/>
        </p:nvGrpSpPr>
        <p:grpSpPr>
          <a:xfrm>
            <a:off x="320242" y="1646698"/>
            <a:ext cx="7482638" cy="4601708"/>
            <a:chOff x="373582" y="1293963"/>
            <a:chExt cx="8046006" cy="5301267"/>
          </a:xfrm>
        </p:grpSpPr>
        <p:pic>
          <p:nvPicPr>
            <p:cNvPr id="45" name="그림 44">
              <a:extLst>
                <a:ext uri="{FF2B5EF4-FFF2-40B4-BE49-F238E27FC236}">
                  <a16:creationId xmlns:a16="http://schemas.microsoft.com/office/drawing/2014/main" id="{610448FC-1CD3-F736-396D-6A13C0E738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3582" y="1293963"/>
              <a:ext cx="8046006" cy="5181600"/>
            </a:xfrm>
            <a:prstGeom prst="rect">
              <a:avLst/>
            </a:prstGeom>
          </p:spPr>
        </p:pic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53376058-D7F0-71D4-F98A-AD20E5349D71}"/>
                </a:ext>
              </a:extLst>
            </p:cNvPr>
            <p:cNvSpPr/>
            <p:nvPr/>
          </p:nvSpPr>
          <p:spPr>
            <a:xfrm>
              <a:off x="3986134" y="2390781"/>
              <a:ext cx="199626" cy="247477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9" name="직선 화살표 연결선 48">
              <a:extLst>
                <a:ext uri="{FF2B5EF4-FFF2-40B4-BE49-F238E27FC236}">
                  <a16:creationId xmlns:a16="http://schemas.microsoft.com/office/drawing/2014/main" id="{FC36C0E3-9098-637A-A68B-89BDA8A97D69}"/>
                </a:ext>
              </a:extLst>
            </p:cNvPr>
            <p:cNvCxnSpPr>
              <a:cxnSpLocks/>
            </p:cNvCxnSpPr>
            <p:nvPr/>
          </p:nvCxnSpPr>
          <p:spPr>
            <a:xfrm>
              <a:off x="4085947" y="2638258"/>
              <a:ext cx="0" cy="1694063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직선 화살표 연결선 50">
              <a:extLst>
                <a:ext uri="{FF2B5EF4-FFF2-40B4-BE49-F238E27FC236}">
                  <a16:creationId xmlns:a16="http://schemas.microsoft.com/office/drawing/2014/main" id="{21A0F0EB-3FF6-C634-DD8C-730323369A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41916" y="1626067"/>
              <a:ext cx="0" cy="16625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CEBEE976-DB34-D9E5-9DD8-21CAF321F314}"/>
                </a:ext>
              </a:extLst>
            </p:cNvPr>
            <p:cNvSpPr txBox="1"/>
            <p:nvPr/>
          </p:nvSpPr>
          <p:spPr>
            <a:xfrm>
              <a:off x="2234950" y="4070711"/>
              <a:ext cx="350236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50">
                  <a:highlight>
                    <a:srgbClr val="FFFF00"/>
                  </a:highlight>
                </a:rPr>
                <a:t>1. sw2 </a:t>
              </a:r>
              <a:r>
                <a:rPr lang="ko-KR" altLang="en-US" sz="1050">
                  <a:highlight>
                    <a:srgbClr val="FFFF00"/>
                  </a:highlight>
                </a:rPr>
                <a:t>인가시</a:t>
              </a:r>
              <a:r>
                <a:rPr lang="en-US" altLang="ko-KR" sz="1050">
                  <a:highlight>
                    <a:srgbClr val="FFFF00"/>
                  </a:highlight>
                </a:rPr>
                <a:t>, n_state </a:t>
              </a:r>
              <a:r>
                <a:rPr lang="ko-KR" altLang="en-US" sz="1050">
                  <a:highlight>
                    <a:srgbClr val="FFFF00"/>
                  </a:highlight>
                </a:rPr>
                <a:t>바뀜</a:t>
              </a:r>
              <a:r>
                <a:rPr lang="en-US" altLang="ko-KR" sz="1050">
                  <a:highlight>
                    <a:srgbClr val="FFFF00"/>
                  </a:highlight>
                </a:rPr>
                <a:t> </a:t>
              </a:r>
              <a:endParaRPr lang="ko-KR" altLang="en-US" sz="1050">
                <a:highlight>
                  <a:srgbClr val="FFFF00"/>
                </a:highlight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9BC11234-FA12-801F-A045-089988B9CBDF}"/>
                </a:ext>
              </a:extLst>
            </p:cNvPr>
            <p:cNvSpPr txBox="1"/>
            <p:nvPr/>
          </p:nvSpPr>
          <p:spPr>
            <a:xfrm>
              <a:off x="4595736" y="4735325"/>
              <a:ext cx="3502367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>
                  <a:highlight>
                    <a:srgbClr val="FFFF00"/>
                  </a:highlight>
                </a:rPr>
                <a:t>2. posedge clock </a:t>
              </a:r>
              <a:r>
                <a:rPr lang="ko-KR" altLang="en-US" sz="1000">
                  <a:highlight>
                    <a:srgbClr val="FFFF00"/>
                  </a:highlight>
                </a:rPr>
                <a:t>이 후 </a:t>
              </a:r>
              <a:r>
                <a:rPr lang="en-US" altLang="ko-KR" sz="1000">
                  <a:highlight>
                    <a:srgbClr val="FFFF00"/>
                  </a:highlight>
                </a:rPr>
                <a:t>‘</a:t>
              </a:r>
              <a:r>
                <a:rPr lang="ko-KR" altLang="en-US" sz="1000">
                  <a:highlight>
                    <a:srgbClr val="FFFF00"/>
                  </a:highlight>
                </a:rPr>
                <a:t>커서 값 </a:t>
              </a:r>
              <a:r>
                <a:rPr lang="en-US" altLang="ko-KR" sz="1000">
                  <a:highlight>
                    <a:srgbClr val="FFFF00"/>
                  </a:highlight>
                </a:rPr>
                <a:t> = 0‘ </a:t>
              </a:r>
              <a:endParaRPr lang="ko-KR" altLang="en-US" sz="1000">
                <a:highlight>
                  <a:srgbClr val="FFFF00"/>
                </a:highlight>
              </a:endParaRPr>
            </a:p>
          </p:txBody>
        </p:sp>
        <p:cxnSp>
          <p:nvCxnSpPr>
            <p:cNvPr id="56" name="직선 연결선 55">
              <a:extLst>
                <a:ext uri="{FF2B5EF4-FFF2-40B4-BE49-F238E27FC236}">
                  <a16:creationId xmlns:a16="http://schemas.microsoft.com/office/drawing/2014/main" id="{08DE83C2-CC30-9F85-CD84-BDD4BB52A4B0}"/>
                </a:ext>
              </a:extLst>
            </p:cNvPr>
            <p:cNvCxnSpPr>
              <a:cxnSpLocks/>
            </p:cNvCxnSpPr>
            <p:nvPr/>
          </p:nvCxnSpPr>
          <p:spPr>
            <a:xfrm>
              <a:off x="4641916" y="1718430"/>
              <a:ext cx="0" cy="4876800"/>
            </a:xfrm>
            <a:prstGeom prst="line">
              <a:avLst/>
            </a:prstGeom>
            <a:ln>
              <a:solidFill>
                <a:srgbClr val="FF0000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타원 58">
            <a:extLst>
              <a:ext uri="{FF2B5EF4-FFF2-40B4-BE49-F238E27FC236}">
                <a16:creationId xmlns:a16="http://schemas.microsoft.com/office/drawing/2014/main" id="{D8FF7A0F-CAF8-6A97-4DEC-18BA136221A0}"/>
              </a:ext>
            </a:extLst>
          </p:cNvPr>
          <p:cNvSpPr/>
          <p:nvPr/>
        </p:nvSpPr>
        <p:spPr>
          <a:xfrm flipH="1" flipV="1">
            <a:off x="6228280" y="4526620"/>
            <a:ext cx="523033" cy="10865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963F39E-0DF0-A5D0-33D5-83090AA7EA8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985" t="2697"/>
          <a:stretch>
            <a:fillRect/>
          </a:stretch>
        </p:blipFill>
        <p:spPr>
          <a:xfrm>
            <a:off x="7802880" y="2073793"/>
            <a:ext cx="4268835" cy="3598782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F4E64249-4CC9-1FE7-D884-483FE0F4E6C4}"/>
              </a:ext>
            </a:extLst>
          </p:cNvPr>
          <p:cNvGrpSpPr/>
          <p:nvPr/>
        </p:nvGrpSpPr>
        <p:grpSpPr>
          <a:xfrm>
            <a:off x="10577339" y="4597111"/>
            <a:ext cx="1812841" cy="1062354"/>
            <a:chOff x="9165688" y="310942"/>
            <a:chExt cx="4277095" cy="2552981"/>
          </a:xfrm>
        </p:grpSpPr>
        <p:grpSp>
          <p:nvGrpSpPr>
            <p:cNvPr id="60" name="그룹 59">
              <a:extLst>
                <a:ext uri="{FF2B5EF4-FFF2-40B4-BE49-F238E27FC236}">
                  <a16:creationId xmlns:a16="http://schemas.microsoft.com/office/drawing/2014/main" id="{B0B8B1A7-C1D4-FCCB-366D-1D00C6D96CB9}"/>
                </a:ext>
              </a:extLst>
            </p:cNvPr>
            <p:cNvGrpSpPr/>
            <p:nvPr/>
          </p:nvGrpSpPr>
          <p:grpSpPr>
            <a:xfrm>
              <a:off x="9165688" y="310942"/>
              <a:ext cx="2860497" cy="994910"/>
              <a:chOff x="8147507" y="4717048"/>
              <a:chExt cx="2860497" cy="994910"/>
            </a:xfrm>
          </p:grpSpPr>
          <p:sp>
            <p:nvSpPr>
              <p:cNvPr id="61" name="직사각형 60">
                <a:extLst>
                  <a:ext uri="{FF2B5EF4-FFF2-40B4-BE49-F238E27FC236}">
                    <a16:creationId xmlns:a16="http://schemas.microsoft.com/office/drawing/2014/main" id="{E40C858C-7054-A8F9-3B14-E1F2D6526CAC}"/>
                  </a:ext>
                </a:extLst>
              </p:cNvPr>
              <p:cNvSpPr/>
              <p:nvPr/>
            </p:nvSpPr>
            <p:spPr>
              <a:xfrm>
                <a:off x="8147507" y="4717048"/>
                <a:ext cx="2860497" cy="994910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62" name="그룹 61">
                <a:extLst>
                  <a:ext uri="{FF2B5EF4-FFF2-40B4-BE49-F238E27FC236}">
                    <a16:creationId xmlns:a16="http://schemas.microsoft.com/office/drawing/2014/main" id="{FE79B54C-9F13-F2C4-C0E1-86D64295F2FD}"/>
                  </a:ext>
                </a:extLst>
              </p:cNvPr>
              <p:cNvGrpSpPr/>
              <p:nvPr/>
            </p:nvGrpSpPr>
            <p:grpSpPr>
              <a:xfrm>
                <a:off x="8408334" y="4819650"/>
                <a:ext cx="2500334" cy="808179"/>
                <a:chOff x="8112248" y="4451227"/>
                <a:chExt cx="3529919" cy="1221760"/>
              </a:xfrm>
            </p:grpSpPr>
            <p:grpSp>
              <p:nvGrpSpPr>
                <p:cNvPr id="63" name="그룹 62">
                  <a:extLst>
                    <a:ext uri="{FF2B5EF4-FFF2-40B4-BE49-F238E27FC236}">
                      <a16:creationId xmlns:a16="http://schemas.microsoft.com/office/drawing/2014/main" id="{49E2992E-D7E7-8CBE-0B53-351D2CC50978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796802" cy="1221760"/>
                  <a:chOff x="8112248" y="4451227"/>
                  <a:chExt cx="796802" cy="1221760"/>
                </a:xfrm>
              </p:grpSpPr>
              <p:grpSp>
                <p:nvGrpSpPr>
                  <p:cNvPr id="103" name="그룹 102">
                    <a:extLst>
                      <a:ext uri="{FF2B5EF4-FFF2-40B4-BE49-F238E27FC236}">
                        <a16:creationId xmlns:a16="http://schemas.microsoft.com/office/drawing/2014/main" id="{4E2E9EE2-9611-56A0-3A6D-58036F617680}"/>
                      </a:ext>
                    </a:extLst>
                  </p:cNvPr>
                  <p:cNvGrpSpPr/>
                  <p:nvPr/>
                </p:nvGrpSpPr>
                <p:grpSpPr>
                  <a:xfrm>
                    <a:off x="8112248" y="4451227"/>
                    <a:ext cx="667506" cy="1221760"/>
                    <a:chOff x="8377382" y="4544293"/>
                    <a:chExt cx="667506" cy="1221760"/>
                  </a:xfrm>
                </p:grpSpPr>
                <p:grpSp>
                  <p:nvGrpSpPr>
                    <p:cNvPr id="105" name="그룹 104">
                      <a:extLst>
                        <a:ext uri="{FF2B5EF4-FFF2-40B4-BE49-F238E27FC236}">
                          <a16:creationId xmlns:a16="http://schemas.microsoft.com/office/drawing/2014/main" id="{E076AA38-B546-71E9-1436-D7AD584B29C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77382" y="4544293"/>
                      <a:ext cx="667504" cy="666298"/>
                      <a:chOff x="8377382" y="4544293"/>
                      <a:chExt cx="667504" cy="666298"/>
                    </a:xfrm>
                  </p:grpSpPr>
                  <p:sp>
                    <p:nvSpPr>
                      <p:cNvPr id="111" name="직사각형 110">
                        <a:extLst>
                          <a:ext uri="{FF2B5EF4-FFF2-40B4-BE49-F238E27FC236}">
                            <a16:creationId xmlns:a16="http://schemas.microsoft.com/office/drawing/2014/main" id="{AE709105-5B17-0B76-1E7B-0CAC509BC2A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77382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600"/>
                      </a:p>
                    </p:txBody>
                  </p:sp>
                  <p:sp>
                    <p:nvSpPr>
                      <p:cNvPr id="112" name="직사각형 111">
                        <a:extLst>
                          <a:ext uri="{FF2B5EF4-FFF2-40B4-BE49-F238E27FC236}">
                            <a16:creationId xmlns:a16="http://schemas.microsoft.com/office/drawing/2014/main" id="{273F55DE-7CE8-02C9-74CB-09AEACDCB811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392743"/>
                        <a:ext cx="110836" cy="41393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600"/>
                      </a:p>
                    </p:txBody>
                  </p:sp>
                  <p:sp>
                    <p:nvSpPr>
                      <p:cNvPr id="113" name="직사각형 112">
                        <a:extLst>
                          <a:ext uri="{FF2B5EF4-FFF2-40B4-BE49-F238E27FC236}">
                            <a16:creationId xmlns:a16="http://schemas.microsoft.com/office/drawing/2014/main" id="{BA36425D-6FE7-9E24-D256-AABB845BC0E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34050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600"/>
                      </a:p>
                    </p:txBody>
                  </p:sp>
                  <p:sp>
                    <p:nvSpPr>
                      <p:cNvPr id="114" name="직사각형 113">
                        <a:extLst>
                          <a:ext uri="{FF2B5EF4-FFF2-40B4-BE49-F238E27FC236}">
                            <a16:creationId xmlns:a16="http://schemas.microsoft.com/office/drawing/2014/main" id="{C0235F63-6D29-5EFA-4551-84D1B83D2798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948205"/>
                        <a:ext cx="110836" cy="413936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600"/>
                      </a:p>
                    </p:txBody>
                  </p:sp>
                </p:grpSp>
                <p:grpSp>
                  <p:nvGrpSpPr>
                    <p:cNvPr id="106" name="그룹 105">
                      <a:extLst>
                        <a:ext uri="{FF2B5EF4-FFF2-40B4-BE49-F238E27FC236}">
                          <a16:creationId xmlns:a16="http://schemas.microsoft.com/office/drawing/2014/main" id="{52FFEC99-35D9-09E6-DF6D-A482836C8A3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77384" y="5099755"/>
                      <a:ext cx="667504" cy="666298"/>
                      <a:chOff x="8377382" y="4544293"/>
                      <a:chExt cx="667504" cy="666298"/>
                    </a:xfrm>
                  </p:grpSpPr>
                  <p:sp>
                    <p:nvSpPr>
                      <p:cNvPr id="107" name="직사각형 106">
                        <a:extLst>
                          <a:ext uri="{FF2B5EF4-FFF2-40B4-BE49-F238E27FC236}">
                            <a16:creationId xmlns:a16="http://schemas.microsoft.com/office/drawing/2014/main" id="{F7AED506-3CD2-2835-D74C-C5A77B52889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77382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600"/>
                      </a:p>
                    </p:txBody>
                  </p:sp>
                  <p:sp>
                    <p:nvSpPr>
                      <p:cNvPr id="108" name="직사각형 107">
                        <a:extLst>
                          <a:ext uri="{FF2B5EF4-FFF2-40B4-BE49-F238E27FC236}">
                            <a16:creationId xmlns:a16="http://schemas.microsoft.com/office/drawing/2014/main" id="{2310B0A0-08BD-D98A-5F8A-6C1C46F694A2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392743"/>
                        <a:ext cx="110836" cy="41393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600"/>
                      </a:p>
                    </p:txBody>
                  </p:sp>
                  <p:sp>
                    <p:nvSpPr>
                      <p:cNvPr id="109" name="직사각형 108">
                        <a:extLst>
                          <a:ext uri="{FF2B5EF4-FFF2-40B4-BE49-F238E27FC236}">
                            <a16:creationId xmlns:a16="http://schemas.microsoft.com/office/drawing/2014/main" id="{E23C7247-AE21-5E41-E846-653CD32302D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34050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600"/>
                      </a:p>
                    </p:txBody>
                  </p:sp>
                  <p:sp>
                    <p:nvSpPr>
                      <p:cNvPr id="110" name="직사각형 109">
                        <a:extLst>
                          <a:ext uri="{FF2B5EF4-FFF2-40B4-BE49-F238E27FC236}">
                            <a16:creationId xmlns:a16="http://schemas.microsoft.com/office/drawing/2014/main" id="{4686EB47-A0D3-B72C-CA19-8C97CCC4EE98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948205"/>
                        <a:ext cx="110836" cy="41393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600"/>
                      </a:p>
                    </p:txBody>
                  </p:sp>
                </p:grpSp>
              </p:grpSp>
              <p:sp>
                <p:nvSpPr>
                  <p:cNvPr id="104" name="직사각형 103">
                    <a:extLst>
                      <a:ext uri="{FF2B5EF4-FFF2-40B4-BE49-F238E27FC236}">
                        <a16:creationId xmlns:a16="http://schemas.microsoft.com/office/drawing/2014/main" id="{1D2D3DFB-8F1C-A470-CE82-239C8756C467}"/>
                      </a:ext>
                    </a:extLst>
                  </p:cNvPr>
                  <p:cNvSpPr/>
                  <p:nvPr/>
                </p:nvSpPr>
                <p:spPr>
                  <a:xfrm>
                    <a:off x="8808029" y="5562151"/>
                    <a:ext cx="101021" cy="110836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600"/>
                  </a:p>
                </p:txBody>
              </p:sp>
            </p:grpSp>
            <p:grpSp>
              <p:nvGrpSpPr>
                <p:cNvPr id="64" name="그룹 63">
                  <a:extLst>
                    <a:ext uri="{FF2B5EF4-FFF2-40B4-BE49-F238E27FC236}">
                      <a16:creationId xmlns:a16="http://schemas.microsoft.com/office/drawing/2014/main" id="{CAB72A4C-A930-A1D8-BE08-718F00B8837A}"/>
                    </a:ext>
                  </a:extLst>
                </p:cNvPr>
                <p:cNvGrpSpPr/>
                <p:nvPr/>
              </p:nvGrpSpPr>
              <p:grpSpPr>
                <a:xfrm>
                  <a:off x="9003883" y="4451227"/>
                  <a:ext cx="796802" cy="1221760"/>
                  <a:chOff x="8112248" y="4451227"/>
                  <a:chExt cx="796802" cy="1221760"/>
                </a:xfrm>
              </p:grpSpPr>
              <p:grpSp>
                <p:nvGrpSpPr>
                  <p:cNvPr id="91" name="그룹 90">
                    <a:extLst>
                      <a:ext uri="{FF2B5EF4-FFF2-40B4-BE49-F238E27FC236}">
                        <a16:creationId xmlns:a16="http://schemas.microsoft.com/office/drawing/2014/main" id="{84310074-349E-3FF8-59A4-1A31AC53C54D}"/>
                      </a:ext>
                    </a:extLst>
                  </p:cNvPr>
                  <p:cNvGrpSpPr/>
                  <p:nvPr/>
                </p:nvGrpSpPr>
                <p:grpSpPr>
                  <a:xfrm>
                    <a:off x="8112248" y="4451227"/>
                    <a:ext cx="667506" cy="1221760"/>
                    <a:chOff x="8377382" y="4544293"/>
                    <a:chExt cx="667506" cy="1221760"/>
                  </a:xfrm>
                </p:grpSpPr>
                <p:grpSp>
                  <p:nvGrpSpPr>
                    <p:cNvPr id="93" name="그룹 92">
                      <a:extLst>
                        <a:ext uri="{FF2B5EF4-FFF2-40B4-BE49-F238E27FC236}">
                          <a16:creationId xmlns:a16="http://schemas.microsoft.com/office/drawing/2014/main" id="{45FFDF9F-1ABC-B768-BC16-83A5C9FCF92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77382" y="4544293"/>
                      <a:ext cx="667504" cy="666298"/>
                      <a:chOff x="8377382" y="4544293"/>
                      <a:chExt cx="667504" cy="666298"/>
                    </a:xfrm>
                  </p:grpSpPr>
                  <p:sp>
                    <p:nvSpPr>
                      <p:cNvPr id="99" name="직사각형 98">
                        <a:extLst>
                          <a:ext uri="{FF2B5EF4-FFF2-40B4-BE49-F238E27FC236}">
                            <a16:creationId xmlns:a16="http://schemas.microsoft.com/office/drawing/2014/main" id="{1FDF07E3-DFC9-BD68-D3CE-AE46E629F55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77382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600"/>
                      </a:p>
                    </p:txBody>
                  </p:sp>
                  <p:sp>
                    <p:nvSpPr>
                      <p:cNvPr id="100" name="직사각형 99">
                        <a:extLst>
                          <a:ext uri="{FF2B5EF4-FFF2-40B4-BE49-F238E27FC236}">
                            <a16:creationId xmlns:a16="http://schemas.microsoft.com/office/drawing/2014/main" id="{126A79D1-F487-058C-AC74-B2477D546CC8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392743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600"/>
                      </a:p>
                    </p:txBody>
                  </p:sp>
                  <p:sp>
                    <p:nvSpPr>
                      <p:cNvPr id="101" name="직사각형 100">
                        <a:extLst>
                          <a:ext uri="{FF2B5EF4-FFF2-40B4-BE49-F238E27FC236}">
                            <a16:creationId xmlns:a16="http://schemas.microsoft.com/office/drawing/2014/main" id="{B1D42121-26BB-3234-34F4-85393164712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34050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600"/>
                      </a:p>
                    </p:txBody>
                  </p:sp>
                  <p:sp>
                    <p:nvSpPr>
                      <p:cNvPr id="102" name="직사각형 101">
                        <a:extLst>
                          <a:ext uri="{FF2B5EF4-FFF2-40B4-BE49-F238E27FC236}">
                            <a16:creationId xmlns:a16="http://schemas.microsoft.com/office/drawing/2014/main" id="{A1145102-0980-AF29-9E54-FCD683AC739A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948205"/>
                        <a:ext cx="110836" cy="413936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600"/>
                      </a:p>
                    </p:txBody>
                  </p:sp>
                </p:grpSp>
                <p:grpSp>
                  <p:nvGrpSpPr>
                    <p:cNvPr id="94" name="그룹 93">
                      <a:extLst>
                        <a:ext uri="{FF2B5EF4-FFF2-40B4-BE49-F238E27FC236}">
                          <a16:creationId xmlns:a16="http://schemas.microsoft.com/office/drawing/2014/main" id="{77C3C841-6CCA-2A2B-2B8F-C30CFC204B5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77384" y="5099755"/>
                      <a:ext cx="667504" cy="666298"/>
                      <a:chOff x="8377382" y="4544293"/>
                      <a:chExt cx="667504" cy="666298"/>
                    </a:xfrm>
                  </p:grpSpPr>
                  <p:sp>
                    <p:nvSpPr>
                      <p:cNvPr id="95" name="직사각형 94">
                        <a:extLst>
                          <a:ext uri="{FF2B5EF4-FFF2-40B4-BE49-F238E27FC236}">
                            <a16:creationId xmlns:a16="http://schemas.microsoft.com/office/drawing/2014/main" id="{1B9292ED-1ABD-0037-7B8E-E4985791B5D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77382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600"/>
                      </a:p>
                    </p:txBody>
                  </p:sp>
                  <p:sp>
                    <p:nvSpPr>
                      <p:cNvPr id="96" name="직사각형 95">
                        <a:extLst>
                          <a:ext uri="{FF2B5EF4-FFF2-40B4-BE49-F238E27FC236}">
                            <a16:creationId xmlns:a16="http://schemas.microsoft.com/office/drawing/2014/main" id="{6F58ADC1-87D8-E006-4505-2E0A4BF43ED2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392743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600"/>
                      </a:p>
                    </p:txBody>
                  </p:sp>
                  <p:sp>
                    <p:nvSpPr>
                      <p:cNvPr id="97" name="직사각형 96">
                        <a:extLst>
                          <a:ext uri="{FF2B5EF4-FFF2-40B4-BE49-F238E27FC236}">
                            <a16:creationId xmlns:a16="http://schemas.microsoft.com/office/drawing/2014/main" id="{F0F2EE3E-0170-9A3F-EA16-A29AA0C17E6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34050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600"/>
                      </a:p>
                    </p:txBody>
                  </p:sp>
                  <p:sp>
                    <p:nvSpPr>
                      <p:cNvPr id="98" name="직사각형 97">
                        <a:extLst>
                          <a:ext uri="{FF2B5EF4-FFF2-40B4-BE49-F238E27FC236}">
                            <a16:creationId xmlns:a16="http://schemas.microsoft.com/office/drawing/2014/main" id="{0E3ADCBD-6553-88C2-EC13-DBD48F9BAD08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948205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600"/>
                      </a:p>
                    </p:txBody>
                  </p:sp>
                </p:grpSp>
              </p:grpSp>
              <p:sp>
                <p:nvSpPr>
                  <p:cNvPr id="92" name="직사각형 91">
                    <a:extLst>
                      <a:ext uri="{FF2B5EF4-FFF2-40B4-BE49-F238E27FC236}">
                        <a16:creationId xmlns:a16="http://schemas.microsoft.com/office/drawing/2014/main" id="{7F9C8239-D9AD-00A8-76E3-EB976755CEBC}"/>
                      </a:ext>
                    </a:extLst>
                  </p:cNvPr>
                  <p:cNvSpPr/>
                  <p:nvPr/>
                </p:nvSpPr>
                <p:spPr>
                  <a:xfrm>
                    <a:off x="8808029" y="5562151"/>
                    <a:ext cx="101021" cy="110836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600"/>
                  </a:p>
                </p:txBody>
              </p:sp>
            </p:grpSp>
            <p:grpSp>
              <p:nvGrpSpPr>
                <p:cNvPr id="65" name="그룹 64">
                  <a:extLst>
                    <a:ext uri="{FF2B5EF4-FFF2-40B4-BE49-F238E27FC236}">
                      <a16:creationId xmlns:a16="http://schemas.microsoft.com/office/drawing/2014/main" id="{9E8DBFB4-BB53-AC0A-7E1D-F94FC14DFD8E}"/>
                    </a:ext>
                  </a:extLst>
                </p:cNvPr>
                <p:cNvGrpSpPr/>
                <p:nvPr/>
              </p:nvGrpSpPr>
              <p:grpSpPr>
                <a:xfrm>
                  <a:off x="9935853" y="4451227"/>
                  <a:ext cx="796802" cy="1221760"/>
                  <a:chOff x="8112248" y="4451227"/>
                  <a:chExt cx="796802" cy="1221760"/>
                </a:xfrm>
              </p:grpSpPr>
              <p:grpSp>
                <p:nvGrpSpPr>
                  <p:cNvPr id="79" name="그룹 78">
                    <a:extLst>
                      <a:ext uri="{FF2B5EF4-FFF2-40B4-BE49-F238E27FC236}">
                        <a16:creationId xmlns:a16="http://schemas.microsoft.com/office/drawing/2014/main" id="{E00A813F-252E-1571-E95A-9C126CB86D8A}"/>
                      </a:ext>
                    </a:extLst>
                  </p:cNvPr>
                  <p:cNvGrpSpPr/>
                  <p:nvPr/>
                </p:nvGrpSpPr>
                <p:grpSpPr>
                  <a:xfrm>
                    <a:off x="8112248" y="4451227"/>
                    <a:ext cx="667506" cy="1221760"/>
                    <a:chOff x="8377382" y="4544293"/>
                    <a:chExt cx="667506" cy="1221760"/>
                  </a:xfrm>
                </p:grpSpPr>
                <p:grpSp>
                  <p:nvGrpSpPr>
                    <p:cNvPr id="81" name="그룹 80">
                      <a:extLst>
                        <a:ext uri="{FF2B5EF4-FFF2-40B4-BE49-F238E27FC236}">
                          <a16:creationId xmlns:a16="http://schemas.microsoft.com/office/drawing/2014/main" id="{AFF0010F-1CCE-4CBC-1416-7CF9FFE753A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77382" y="4544293"/>
                      <a:ext cx="667504" cy="666298"/>
                      <a:chOff x="8377382" y="4544293"/>
                      <a:chExt cx="667504" cy="666298"/>
                    </a:xfrm>
                  </p:grpSpPr>
                  <p:sp>
                    <p:nvSpPr>
                      <p:cNvPr id="87" name="직사각형 86">
                        <a:extLst>
                          <a:ext uri="{FF2B5EF4-FFF2-40B4-BE49-F238E27FC236}">
                            <a16:creationId xmlns:a16="http://schemas.microsoft.com/office/drawing/2014/main" id="{D6345A78-38A7-2EDA-D080-84A4C24B71F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77382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600"/>
                      </a:p>
                    </p:txBody>
                  </p:sp>
                  <p:sp>
                    <p:nvSpPr>
                      <p:cNvPr id="88" name="직사각형 87">
                        <a:extLst>
                          <a:ext uri="{FF2B5EF4-FFF2-40B4-BE49-F238E27FC236}">
                            <a16:creationId xmlns:a16="http://schemas.microsoft.com/office/drawing/2014/main" id="{7BC988F4-5580-4AF9-6A83-7E12D0B7AD67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392743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600"/>
                      </a:p>
                    </p:txBody>
                  </p:sp>
                  <p:sp>
                    <p:nvSpPr>
                      <p:cNvPr id="89" name="직사각형 88">
                        <a:extLst>
                          <a:ext uri="{FF2B5EF4-FFF2-40B4-BE49-F238E27FC236}">
                            <a16:creationId xmlns:a16="http://schemas.microsoft.com/office/drawing/2014/main" id="{88D4F917-9FA1-D442-FD97-6BA662F804E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34050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600"/>
                      </a:p>
                    </p:txBody>
                  </p:sp>
                  <p:sp>
                    <p:nvSpPr>
                      <p:cNvPr id="90" name="직사각형 89">
                        <a:extLst>
                          <a:ext uri="{FF2B5EF4-FFF2-40B4-BE49-F238E27FC236}">
                            <a16:creationId xmlns:a16="http://schemas.microsoft.com/office/drawing/2014/main" id="{8B3C4995-8B03-BA02-7563-0ABEA4CC70E5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948205"/>
                        <a:ext cx="110836" cy="413936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600"/>
                      </a:p>
                    </p:txBody>
                  </p:sp>
                </p:grpSp>
                <p:grpSp>
                  <p:nvGrpSpPr>
                    <p:cNvPr id="82" name="그룹 81">
                      <a:extLst>
                        <a:ext uri="{FF2B5EF4-FFF2-40B4-BE49-F238E27FC236}">
                          <a16:creationId xmlns:a16="http://schemas.microsoft.com/office/drawing/2014/main" id="{637BD6D5-6587-59A8-E93F-A529C34E17B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77384" y="5099755"/>
                      <a:ext cx="667504" cy="666298"/>
                      <a:chOff x="8377382" y="4544293"/>
                      <a:chExt cx="667504" cy="666298"/>
                    </a:xfrm>
                  </p:grpSpPr>
                  <p:sp>
                    <p:nvSpPr>
                      <p:cNvPr id="83" name="직사각형 82">
                        <a:extLst>
                          <a:ext uri="{FF2B5EF4-FFF2-40B4-BE49-F238E27FC236}">
                            <a16:creationId xmlns:a16="http://schemas.microsoft.com/office/drawing/2014/main" id="{F00A4EAE-858C-DA52-600D-5525BAA2398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77382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600"/>
                      </a:p>
                    </p:txBody>
                  </p:sp>
                  <p:sp>
                    <p:nvSpPr>
                      <p:cNvPr id="84" name="직사각형 83">
                        <a:extLst>
                          <a:ext uri="{FF2B5EF4-FFF2-40B4-BE49-F238E27FC236}">
                            <a16:creationId xmlns:a16="http://schemas.microsoft.com/office/drawing/2014/main" id="{BAD4FFC9-B893-FEEB-A053-90525D1F7EC7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392743"/>
                        <a:ext cx="110836" cy="41393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600"/>
                      </a:p>
                    </p:txBody>
                  </p:sp>
                  <p:sp>
                    <p:nvSpPr>
                      <p:cNvPr id="85" name="직사각형 84">
                        <a:extLst>
                          <a:ext uri="{FF2B5EF4-FFF2-40B4-BE49-F238E27FC236}">
                            <a16:creationId xmlns:a16="http://schemas.microsoft.com/office/drawing/2014/main" id="{FCC63DE3-AB57-A589-10E7-F2D3A2D7D9A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34050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600"/>
                      </a:p>
                    </p:txBody>
                  </p:sp>
                  <p:sp>
                    <p:nvSpPr>
                      <p:cNvPr id="86" name="직사각형 85">
                        <a:extLst>
                          <a:ext uri="{FF2B5EF4-FFF2-40B4-BE49-F238E27FC236}">
                            <a16:creationId xmlns:a16="http://schemas.microsoft.com/office/drawing/2014/main" id="{83ABE2C4-5FBA-2EFF-1D09-ECA7660AA5EA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948205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600"/>
                      </a:p>
                    </p:txBody>
                  </p:sp>
                </p:grpSp>
              </p:grpSp>
              <p:sp>
                <p:nvSpPr>
                  <p:cNvPr id="80" name="직사각형 79">
                    <a:extLst>
                      <a:ext uri="{FF2B5EF4-FFF2-40B4-BE49-F238E27FC236}">
                        <a16:creationId xmlns:a16="http://schemas.microsoft.com/office/drawing/2014/main" id="{700E512C-6EF1-0FF9-D213-5E8E072870FF}"/>
                      </a:ext>
                    </a:extLst>
                  </p:cNvPr>
                  <p:cNvSpPr/>
                  <p:nvPr/>
                </p:nvSpPr>
                <p:spPr>
                  <a:xfrm>
                    <a:off x="8808029" y="5562151"/>
                    <a:ext cx="101021" cy="110836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600"/>
                  </a:p>
                </p:txBody>
              </p:sp>
            </p:grpSp>
            <p:grpSp>
              <p:nvGrpSpPr>
                <p:cNvPr id="66" name="그룹 65">
                  <a:extLst>
                    <a:ext uri="{FF2B5EF4-FFF2-40B4-BE49-F238E27FC236}">
                      <a16:creationId xmlns:a16="http://schemas.microsoft.com/office/drawing/2014/main" id="{207CB5E1-0CB6-8DC9-6091-221D3AD473E9}"/>
                    </a:ext>
                  </a:extLst>
                </p:cNvPr>
                <p:cNvGrpSpPr/>
                <p:nvPr/>
              </p:nvGrpSpPr>
              <p:grpSpPr>
                <a:xfrm>
                  <a:off x="10845365" y="4451227"/>
                  <a:ext cx="796802" cy="1221760"/>
                  <a:chOff x="8112248" y="4451227"/>
                  <a:chExt cx="796802" cy="1221760"/>
                </a:xfrm>
              </p:grpSpPr>
              <p:grpSp>
                <p:nvGrpSpPr>
                  <p:cNvPr id="67" name="그룹 66">
                    <a:extLst>
                      <a:ext uri="{FF2B5EF4-FFF2-40B4-BE49-F238E27FC236}">
                        <a16:creationId xmlns:a16="http://schemas.microsoft.com/office/drawing/2014/main" id="{92A6BA00-8360-D0A9-EF1B-703C61D506A0}"/>
                      </a:ext>
                    </a:extLst>
                  </p:cNvPr>
                  <p:cNvGrpSpPr/>
                  <p:nvPr/>
                </p:nvGrpSpPr>
                <p:grpSpPr>
                  <a:xfrm>
                    <a:off x="8112248" y="4451227"/>
                    <a:ext cx="667506" cy="1221760"/>
                    <a:chOff x="8377382" y="4544293"/>
                    <a:chExt cx="667506" cy="1221760"/>
                  </a:xfrm>
                </p:grpSpPr>
                <p:grpSp>
                  <p:nvGrpSpPr>
                    <p:cNvPr id="69" name="그룹 68">
                      <a:extLst>
                        <a:ext uri="{FF2B5EF4-FFF2-40B4-BE49-F238E27FC236}">
                          <a16:creationId xmlns:a16="http://schemas.microsoft.com/office/drawing/2014/main" id="{18D7505B-5D01-44F7-F6A5-591E15844E8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77382" y="4544293"/>
                      <a:ext cx="667504" cy="666298"/>
                      <a:chOff x="8377382" y="4544293"/>
                      <a:chExt cx="667504" cy="666298"/>
                    </a:xfrm>
                  </p:grpSpPr>
                  <p:sp>
                    <p:nvSpPr>
                      <p:cNvPr id="75" name="직사각형 74">
                        <a:extLst>
                          <a:ext uri="{FF2B5EF4-FFF2-40B4-BE49-F238E27FC236}">
                            <a16:creationId xmlns:a16="http://schemas.microsoft.com/office/drawing/2014/main" id="{3CE14CF9-93DB-59BE-0658-8D519DCAB39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77382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600"/>
                      </a:p>
                    </p:txBody>
                  </p:sp>
                  <p:sp>
                    <p:nvSpPr>
                      <p:cNvPr id="76" name="직사각형 75">
                        <a:extLst>
                          <a:ext uri="{FF2B5EF4-FFF2-40B4-BE49-F238E27FC236}">
                            <a16:creationId xmlns:a16="http://schemas.microsoft.com/office/drawing/2014/main" id="{75800A46-7E9C-17F3-BD81-2C768B62AA7D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392743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600"/>
                      </a:p>
                    </p:txBody>
                  </p:sp>
                  <p:sp>
                    <p:nvSpPr>
                      <p:cNvPr id="77" name="직사각형 76">
                        <a:extLst>
                          <a:ext uri="{FF2B5EF4-FFF2-40B4-BE49-F238E27FC236}">
                            <a16:creationId xmlns:a16="http://schemas.microsoft.com/office/drawing/2014/main" id="{B7090746-88A5-6BC8-3824-F91CE7256C7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34050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600"/>
                      </a:p>
                    </p:txBody>
                  </p:sp>
                  <p:sp>
                    <p:nvSpPr>
                      <p:cNvPr id="78" name="직사각형 77">
                        <a:extLst>
                          <a:ext uri="{FF2B5EF4-FFF2-40B4-BE49-F238E27FC236}">
                            <a16:creationId xmlns:a16="http://schemas.microsoft.com/office/drawing/2014/main" id="{9ECD7E17-8A18-1A40-71AB-BB7CFF37EB72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948205"/>
                        <a:ext cx="110836" cy="413936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600"/>
                      </a:p>
                    </p:txBody>
                  </p:sp>
                </p:grpSp>
                <p:grpSp>
                  <p:nvGrpSpPr>
                    <p:cNvPr id="70" name="그룹 69">
                      <a:extLst>
                        <a:ext uri="{FF2B5EF4-FFF2-40B4-BE49-F238E27FC236}">
                          <a16:creationId xmlns:a16="http://schemas.microsoft.com/office/drawing/2014/main" id="{52F527EC-FF54-13CF-F66F-76795E8AD91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77384" y="5099755"/>
                      <a:ext cx="667504" cy="666298"/>
                      <a:chOff x="8377382" y="4544293"/>
                      <a:chExt cx="667504" cy="666298"/>
                    </a:xfrm>
                  </p:grpSpPr>
                  <p:sp>
                    <p:nvSpPr>
                      <p:cNvPr id="71" name="직사각형 70">
                        <a:extLst>
                          <a:ext uri="{FF2B5EF4-FFF2-40B4-BE49-F238E27FC236}">
                            <a16:creationId xmlns:a16="http://schemas.microsoft.com/office/drawing/2014/main" id="{401E28F8-53D3-FE35-9605-CBA19060417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77382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600"/>
                      </a:p>
                    </p:txBody>
                  </p:sp>
                  <p:sp>
                    <p:nvSpPr>
                      <p:cNvPr id="72" name="직사각형 71">
                        <a:extLst>
                          <a:ext uri="{FF2B5EF4-FFF2-40B4-BE49-F238E27FC236}">
                            <a16:creationId xmlns:a16="http://schemas.microsoft.com/office/drawing/2014/main" id="{8CF9ADC1-068C-9BF6-E9F4-349D612FF71C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392743"/>
                        <a:ext cx="110836" cy="41393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600"/>
                      </a:p>
                    </p:txBody>
                  </p:sp>
                  <p:sp>
                    <p:nvSpPr>
                      <p:cNvPr id="73" name="직사각형 72">
                        <a:extLst>
                          <a:ext uri="{FF2B5EF4-FFF2-40B4-BE49-F238E27FC236}">
                            <a16:creationId xmlns:a16="http://schemas.microsoft.com/office/drawing/2014/main" id="{39F308A7-2AE7-FFC1-E474-36C3F8EC1C2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34050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600"/>
                      </a:p>
                    </p:txBody>
                  </p:sp>
                  <p:sp>
                    <p:nvSpPr>
                      <p:cNvPr id="74" name="직사각형 73">
                        <a:extLst>
                          <a:ext uri="{FF2B5EF4-FFF2-40B4-BE49-F238E27FC236}">
                            <a16:creationId xmlns:a16="http://schemas.microsoft.com/office/drawing/2014/main" id="{1F8CEF49-3ADE-5428-743F-1E9C4C805872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948205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600"/>
                      </a:p>
                    </p:txBody>
                  </p:sp>
                </p:grpSp>
              </p:grpSp>
              <p:sp>
                <p:nvSpPr>
                  <p:cNvPr id="68" name="직사각형 67">
                    <a:extLst>
                      <a:ext uri="{FF2B5EF4-FFF2-40B4-BE49-F238E27FC236}">
                        <a16:creationId xmlns:a16="http://schemas.microsoft.com/office/drawing/2014/main" id="{4E7D2F98-4722-7D4E-8351-0060CA970F4B}"/>
                      </a:ext>
                    </a:extLst>
                  </p:cNvPr>
                  <p:cNvSpPr/>
                  <p:nvPr/>
                </p:nvSpPr>
                <p:spPr>
                  <a:xfrm>
                    <a:off x="8808029" y="5562151"/>
                    <a:ext cx="101021" cy="110836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600"/>
                  </a:p>
                </p:txBody>
              </p:sp>
            </p:grpSp>
          </p:grpSp>
        </p:grpSp>
        <p:cxnSp>
          <p:nvCxnSpPr>
            <p:cNvPr id="116" name="직선 화살표 연결선 115">
              <a:extLst>
                <a:ext uri="{FF2B5EF4-FFF2-40B4-BE49-F238E27FC236}">
                  <a16:creationId xmlns:a16="http://schemas.microsoft.com/office/drawing/2014/main" id="{92D915EA-400A-21D7-1222-A30F139522C1}"/>
                </a:ext>
              </a:extLst>
            </p:cNvPr>
            <p:cNvCxnSpPr/>
            <p:nvPr/>
          </p:nvCxnSpPr>
          <p:spPr>
            <a:xfrm flipV="1">
              <a:off x="11603612" y="1465226"/>
              <a:ext cx="0" cy="77001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1157A16C-E35E-23D5-3549-D9A3D51550CF}"/>
                </a:ext>
              </a:extLst>
            </p:cNvPr>
            <p:cNvSpPr txBox="1"/>
            <p:nvPr/>
          </p:nvSpPr>
          <p:spPr>
            <a:xfrm>
              <a:off x="11105982" y="2235239"/>
              <a:ext cx="2336801" cy="6286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>
                  <a:highlight>
                    <a:srgbClr val="FFFF00"/>
                  </a:highlight>
                </a:rPr>
                <a:t>cursor 0</a:t>
              </a:r>
              <a:endParaRPr lang="ko-KR" altLang="en-US" sz="1100">
                <a:highlight>
                  <a:srgbClr val="FFFF00"/>
                </a:highlight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7384D805-58FD-4CFC-B937-7B7E869FC5E0}"/>
              </a:ext>
            </a:extLst>
          </p:cNvPr>
          <p:cNvGrpSpPr/>
          <p:nvPr/>
        </p:nvGrpSpPr>
        <p:grpSpPr>
          <a:xfrm>
            <a:off x="9814967" y="2992194"/>
            <a:ext cx="1767263" cy="1494720"/>
            <a:chOff x="9799957" y="2811720"/>
            <a:chExt cx="1767263" cy="149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1DBDC072-5D29-609C-4C53-C18566A386ED}"/>
                    </a:ext>
                  </a:extLst>
                </p14:cNvPr>
                <p14:cNvContentPartPr/>
                <p14:nvPr/>
              </p14:nvContentPartPr>
              <p14:xfrm>
                <a:off x="10561717" y="4048529"/>
                <a:ext cx="360" cy="36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1DBDC072-5D29-609C-4C53-C18566A386E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555597" y="4042409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F2AF0870-9B06-CFE2-3D95-C1F7113529E2}"/>
                    </a:ext>
                  </a:extLst>
                </p14:cNvPr>
                <p14:cNvContentPartPr/>
                <p14:nvPr/>
              </p14:nvContentPartPr>
              <p14:xfrm>
                <a:off x="9799957" y="3664049"/>
                <a:ext cx="360" cy="36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F2AF0870-9B06-CFE2-3D95-C1F7113529E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793837" y="3657929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48197001-18B3-210D-B26E-9F42ABC270EE}"/>
                    </a:ext>
                  </a:extLst>
                </p14:cNvPr>
                <p14:cNvContentPartPr/>
                <p14:nvPr/>
              </p14:nvContentPartPr>
              <p14:xfrm>
                <a:off x="10103820" y="2811720"/>
                <a:ext cx="770040" cy="85032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48197001-18B3-210D-B26E-9F42ABC270E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097700" y="2805600"/>
                  <a:ext cx="782280" cy="86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DB3F4039-FF98-CA62-DAFC-ABE01DFAA04B}"/>
                    </a:ext>
                  </a:extLst>
                </p14:cNvPr>
                <p14:cNvContentPartPr/>
                <p14:nvPr/>
              </p14:nvContentPartPr>
              <p14:xfrm>
                <a:off x="10751820" y="3561240"/>
                <a:ext cx="155160" cy="12420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DB3F4039-FF98-CA62-DAFC-ABE01DFAA04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745340" y="3555120"/>
                  <a:ext cx="16740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52F3C085-506C-6A1F-5F67-958A55A5FEE2}"/>
                    </a:ext>
                  </a:extLst>
                </p14:cNvPr>
                <p14:cNvContentPartPr/>
                <p14:nvPr/>
              </p14:nvContentPartPr>
              <p14:xfrm>
                <a:off x="10827780" y="3603720"/>
                <a:ext cx="739440" cy="702720"/>
              </p14:xfrm>
            </p:contentPart>
          </mc:Choice>
          <mc:Fallback xmlns=""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52F3C085-506C-6A1F-5F67-958A55A5FEE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0821660" y="3597600"/>
                  <a:ext cx="751680" cy="714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7" name="잉크 16">
                <a:extLst>
                  <a:ext uri="{FF2B5EF4-FFF2-40B4-BE49-F238E27FC236}">
                    <a16:creationId xmlns:a16="http://schemas.microsoft.com/office/drawing/2014/main" id="{2B47CC48-C00D-A2C4-C35F-6004D11AB3E5}"/>
                  </a:ext>
                </a:extLst>
              </p14:cNvPr>
              <p14:cNvContentPartPr/>
              <p14:nvPr/>
            </p14:nvContentPartPr>
            <p14:xfrm>
              <a:off x="12376140" y="1447311"/>
              <a:ext cx="14040" cy="9360"/>
            </p14:xfrm>
          </p:contentPart>
        </mc:Choice>
        <mc:Fallback>
          <p:pic>
            <p:nvPicPr>
              <p:cNvPr id="17" name="잉크 16">
                <a:extLst>
                  <a:ext uri="{FF2B5EF4-FFF2-40B4-BE49-F238E27FC236}">
                    <a16:creationId xmlns:a16="http://schemas.microsoft.com/office/drawing/2014/main" id="{2B47CC48-C00D-A2C4-C35F-6004D11AB3E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2370020" y="1441191"/>
                <a:ext cx="26280" cy="2160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D831B116-7982-D798-E258-EF2DBFE593A5}"/>
              </a:ext>
            </a:extLst>
          </p:cNvPr>
          <p:cNvSpPr txBox="1"/>
          <p:nvPr/>
        </p:nvSpPr>
        <p:spPr>
          <a:xfrm>
            <a:off x="367024" y="996628"/>
            <a:ext cx="116397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/>
              <a:t>SW2 = 1 ( SET </a:t>
            </a:r>
            <a:r>
              <a:rPr lang="ko-KR" altLang="en-US"/>
              <a:t>모드 </a:t>
            </a:r>
            <a:r>
              <a:rPr lang="en-US" altLang="ko-KR"/>
              <a:t>O) </a:t>
            </a:r>
            <a:r>
              <a:rPr lang="ko-KR" altLang="en-US"/>
              <a:t>일 때</a:t>
            </a:r>
            <a:r>
              <a:rPr lang="en-US" altLang="ko-KR"/>
              <a:t> NOMAL -&gt; SET_MIN_1 </a:t>
            </a:r>
            <a:r>
              <a:rPr lang="ko-KR" altLang="en-US"/>
              <a:t>확인 </a:t>
            </a:r>
            <a:endParaRPr lang="en-US" altLang="ko-KR"/>
          </a:p>
          <a:p>
            <a:pPr marL="342900" indent="-342900">
              <a:buAutoNum type="arabicPeriod"/>
            </a:pPr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A4CBDEC-2CBB-321D-9D97-22420B866205}"/>
              </a:ext>
            </a:extLst>
          </p:cNvPr>
          <p:cNvSpPr/>
          <p:nvPr/>
        </p:nvSpPr>
        <p:spPr>
          <a:xfrm>
            <a:off x="320242" y="1934977"/>
            <a:ext cx="372617" cy="1388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68697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61B8E-32BC-F97A-61FF-D4F25492D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>
            <a:extLst>
              <a:ext uri="{FF2B5EF4-FFF2-40B4-BE49-F238E27FC236}">
                <a16:creationId xmlns:a16="http://schemas.microsoft.com/office/drawing/2014/main" id="{7600C8E3-A42A-9C82-5A89-D6609AF5C20B}"/>
              </a:ext>
            </a:extLst>
          </p:cNvPr>
          <p:cNvSpPr txBox="1"/>
          <p:nvPr/>
        </p:nvSpPr>
        <p:spPr>
          <a:xfrm>
            <a:off x="435098" y="334135"/>
            <a:ext cx="93947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검증 시나리오 </a:t>
            </a:r>
            <a:r>
              <a:rPr lang="en-US" altLang="ko-KR"/>
              <a:t>1. </a:t>
            </a:r>
            <a:r>
              <a:rPr lang="ko-KR" altLang="en-US"/>
              <a:t>버튼 동작 확인</a:t>
            </a:r>
            <a:endParaRPr lang="en-US" altLang="ko-KR"/>
          </a:p>
          <a:p>
            <a:r>
              <a:rPr lang="en-US" altLang="ko-KR"/>
              <a:t>P3 – Tick </a:t>
            </a:r>
            <a:r>
              <a:rPr lang="ko-KR" altLang="en-US"/>
              <a:t>버튼 이후 스테이트 변화 </a:t>
            </a:r>
            <a:endParaRPr lang="en-US" altLang="ko-KR"/>
          </a:p>
          <a:p>
            <a:r>
              <a:rPr lang="en-US" altLang="ko-KR"/>
              <a:t>      </a:t>
            </a:r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942B0A03-A261-520A-0993-2AB1529D9342}"/>
              </a:ext>
            </a:extLst>
          </p:cNvPr>
          <p:cNvGrpSpPr/>
          <p:nvPr/>
        </p:nvGrpSpPr>
        <p:grpSpPr>
          <a:xfrm>
            <a:off x="1012095" y="2197100"/>
            <a:ext cx="9840055" cy="4424025"/>
            <a:chOff x="300895" y="922272"/>
            <a:chExt cx="11178753" cy="5498917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C7341877-51D8-8450-FAB2-7D99C31F3E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46667"/>
            <a:stretch>
              <a:fillRect/>
            </a:stretch>
          </p:blipFill>
          <p:spPr>
            <a:xfrm>
              <a:off x="300895" y="1816548"/>
              <a:ext cx="4317288" cy="4153272"/>
            </a:xfrm>
            <a:prstGeom prst="rect">
              <a:avLst/>
            </a:prstGeom>
          </p:spPr>
        </p:pic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52EFEF39-6475-00A4-188A-518A1C1205B5}"/>
                </a:ext>
              </a:extLst>
            </p:cNvPr>
            <p:cNvCxnSpPr/>
            <p:nvPr/>
          </p:nvCxnSpPr>
          <p:spPr>
            <a:xfrm>
              <a:off x="2835563" y="3602644"/>
              <a:ext cx="0" cy="68349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65FE698A-D81A-5A7F-464C-2CACD0E9F9A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1606"/>
            <a:stretch>
              <a:fillRect/>
            </a:stretch>
          </p:blipFill>
          <p:spPr>
            <a:xfrm>
              <a:off x="5561908" y="922272"/>
              <a:ext cx="5917740" cy="3282387"/>
            </a:xfrm>
            <a:prstGeom prst="rect">
              <a:avLst/>
            </a:prstGeom>
          </p:spPr>
        </p:pic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AA1CCD7F-3192-9516-FF20-481BEDC4BD3B}"/>
                </a:ext>
              </a:extLst>
            </p:cNvPr>
            <p:cNvSpPr/>
            <p:nvPr/>
          </p:nvSpPr>
          <p:spPr>
            <a:xfrm>
              <a:off x="2290618" y="3131589"/>
              <a:ext cx="2152073" cy="161636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35E5099D-2E89-92CF-76ED-CB23ECB1F5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30874" y="928622"/>
              <a:ext cx="1120912" cy="2244912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E51C50DC-2343-9410-B411-04218352E8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42691" y="4203389"/>
              <a:ext cx="1109095" cy="548041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화살표 연결선 32">
              <a:extLst>
                <a:ext uri="{FF2B5EF4-FFF2-40B4-BE49-F238E27FC236}">
                  <a16:creationId xmlns:a16="http://schemas.microsoft.com/office/drawing/2014/main" id="{C26210DB-134A-4947-473B-00F5F0430BBB}"/>
                </a:ext>
              </a:extLst>
            </p:cNvPr>
            <p:cNvCxnSpPr/>
            <p:nvPr/>
          </p:nvCxnSpPr>
          <p:spPr>
            <a:xfrm flipV="1">
              <a:off x="8091054" y="1292318"/>
              <a:ext cx="0" cy="19396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2848C32-BFCA-CF21-4584-B67439A681FD}"/>
                </a:ext>
              </a:extLst>
            </p:cNvPr>
            <p:cNvSpPr txBox="1"/>
            <p:nvPr/>
          </p:nvSpPr>
          <p:spPr>
            <a:xfrm>
              <a:off x="6365495" y="2481416"/>
              <a:ext cx="1574068" cy="3060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>
                  <a:highlight>
                    <a:srgbClr val="FFFF00"/>
                  </a:highlight>
                </a:rPr>
                <a:t>1. L </a:t>
              </a:r>
              <a:r>
                <a:rPr lang="ko-KR" altLang="en-US" sz="1000">
                  <a:highlight>
                    <a:srgbClr val="FFFF00"/>
                  </a:highlight>
                </a:rPr>
                <a:t>버튼 </a:t>
              </a:r>
              <a:r>
                <a:rPr lang="en-US" altLang="ko-KR" sz="1000">
                  <a:highlight>
                    <a:srgbClr val="FFFF00"/>
                  </a:highlight>
                </a:rPr>
                <a:t>Tick </a:t>
              </a:r>
              <a:r>
                <a:rPr lang="ko-KR" altLang="en-US" sz="1000">
                  <a:highlight>
                    <a:srgbClr val="FFFF00"/>
                  </a:highlight>
                </a:rPr>
                <a:t>발생</a:t>
              </a:r>
              <a:r>
                <a:rPr lang="en-US" altLang="ko-KR" sz="1000">
                  <a:highlight>
                    <a:srgbClr val="FFFF00"/>
                  </a:highlight>
                </a:rPr>
                <a:t> </a:t>
              </a:r>
              <a:endParaRPr lang="ko-KR" altLang="en-US" sz="1000">
                <a:highlight>
                  <a:srgbClr val="FFFF00"/>
                </a:highlight>
              </a:endParaRPr>
            </a:p>
          </p:txBody>
        </p:sp>
        <p:cxnSp>
          <p:nvCxnSpPr>
            <p:cNvPr id="44" name="직선 화살표 연결선 43">
              <a:extLst>
                <a:ext uri="{FF2B5EF4-FFF2-40B4-BE49-F238E27FC236}">
                  <a16:creationId xmlns:a16="http://schemas.microsoft.com/office/drawing/2014/main" id="{6A471DA0-3A14-DA05-59BE-ADB7D286C9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13964" y="2707098"/>
              <a:ext cx="4618" cy="932872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DC34A22C-72AC-C44C-3A1B-39A570D85A26}"/>
                </a:ext>
              </a:extLst>
            </p:cNvPr>
            <p:cNvSpPr txBox="1"/>
            <p:nvPr/>
          </p:nvSpPr>
          <p:spPr>
            <a:xfrm>
              <a:off x="5883242" y="3311992"/>
              <a:ext cx="217905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>
                  <a:highlight>
                    <a:srgbClr val="FFFF00"/>
                  </a:highlight>
                </a:rPr>
                <a:t>2. n_state : SET_MIN_10</a:t>
              </a:r>
              <a:endParaRPr lang="ko-KR" altLang="en-US" sz="1000">
                <a:highlight>
                  <a:srgbClr val="FFFF00"/>
                </a:highlight>
              </a:endParaRPr>
            </a:p>
          </p:txBody>
        </p:sp>
        <p:cxnSp>
          <p:nvCxnSpPr>
            <p:cNvPr id="60" name="직선 화살표 연결선 59">
              <a:extLst>
                <a:ext uri="{FF2B5EF4-FFF2-40B4-BE49-F238E27FC236}">
                  <a16:creationId xmlns:a16="http://schemas.microsoft.com/office/drawing/2014/main" id="{0622C7DF-A30C-C2A6-8B8E-1B0D4909B91F}"/>
                </a:ext>
              </a:extLst>
            </p:cNvPr>
            <p:cNvCxnSpPr/>
            <p:nvPr/>
          </p:nvCxnSpPr>
          <p:spPr>
            <a:xfrm>
              <a:off x="7816273" y="3639970"/>
              <a:ext cx="274781" cy="101600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73A7F7A6-3CB3-A0F8-2175-EFD7BEFF04D5}"/>
                </a:ext>
              </a:extLst>
            </p:cNvPr>
            <p:cNvSpPr txBox="1"/>
            <p:nvPr/>
          </p:nvSpPr>
          <p:spPr>
            <a:xfrm>
              <a:off x="8083322" y="3296179"/>
              <a:ext cx="217905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>
                  <a:highlight>
                    <a:srgbClr val="FFFF00"/>
                  </a:highlight>
                </a:rPr>
                <a:t>3. </a:t>
              </a:r>
              <a:r>
                <a:rPr lang="ko-KR" altLang="en-US" sz="1000">
                  <a:highlight>
                    <a:srgbClr val="FFFF00"/>
                  </a:highlight>
                </a:rPr>
                <a:t>다음 </a:t>
              </a:r>
              <a:r>
                <a:rPr lang="en-US" altLang="ko-KR" sz="1000">
                  <a:highlight>
                    <a:srgbClr val="FFFF00"/>
                  </a:highlight>
                </a:rPr>
                <a:t>Posedge </a:t>
              </a:r>
              <a:r>
                <a:rPr lang="ko-KR" altLang="en-US" sz="1000">
                  <a:highlight>
                    <a:srgbClr val="FFFF00"/>
                  </a:highlight>
                </a:rPr>
                <a:t>이후 </a:t>
              </a:r>
            </a:p>
          </p:txBody>
        </p:sp>
        <p:grpSp>
          <p:nvGrpSpPr>
            <p:cNvPr id="142" name="그룹 141">
              <a:extLst>
                <a:ext uri="{FF2B5EF4-FFF2-40B4-BE49-F238E27FC236}">
                  <a16:creationId xmlns:a16="http://schemas.microsoft.com/office/drawing/2014/main" id="{63E171AE-B771-2DF4-38BC-DD6DE2980749}"/>
                </a:ext>
              </a:extLst>
            </p:cNvPr>
            <p:cNvGrpSpPr/>
            <p:nvPr/>
          </p:nvGrpSpPr>
          <p:grpSpPr>
            <a:xfrm>
              <a:off x="5896806" y="4477409"/>
              <a:ext cx="4388496" cy="1943780"/>
              <a:chOff x="7257515" y="4276053"/>
              <a:chExt cx="4388496" cy="1943780"/>
            </a:xfrm>
          </p:grpSpPr>
          <p:grpSp>
            <p:nvGrpSpPr>
              <p:cNvPr id="75" name="그룹 74">
                <a:extLst>
                  <a:ext uri="{FF2B5EF4-FFF2-40B4-BE49-F238E27FC236}">
                    <a16:creationId xmlns:a16="http://schemas.microsoft.com/office/drawing/2014/main" id="{C7F5E785-768D-C093-3E92-C6D6AA6F4B57}"/>
                  </a:ext>
                </a:extLst>
              </p:cNvPr>
              <p:cNvGrpSpPr/>
              <p:nvPr/>
            </p:nvGrpSpPr>
            <p:grpSpPr>
              <a:xfrm>
                <a:off x="7257515" y="4276053"/>
                <a:ext cx="2860497" cy="994910"/>
                <a:chOff x="8147507" y="4717048"/>
                <a:chExt cx="2860497" cy="994910"/>
              </a:xfrm>
            </p:grpSpPr>
            <p:sp>
              <p:nvSpPr>
                <p:cNvPr id="76" name="직사각형 75">
                  <a:extLst>
                    <a:ext uri="{FF2B5EF4-FFF2-40B4-BE49-F238E27FC236}">
                      <a16:creationId xmlns:a16="http://schemas.microsoft.com/office/drawing/2014/main" id="{BF55CBF3-274D-AFD5-37FA-D2333CAE0500}"/>
                    </a:ext>
                  </a:extLst>
                </p:cNvPr>
                <p:cNvSpPr/>
                <p:nvPr/>
              </p:nvSpPr>
              <p:spPr>
                <a:xfrm>
                  <a:off x="8147507" y="4717048"/>
                  <a:ext cx="2860497" cy="994910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grpSp>
              <p:nvGrpSpPr>
                <p:cNvPr id="77" name="그룹 76">
                  <a:extLst>
                    <a:ext uri="{FF2B5EF4-FFF2-40B4-BE49-F238E27FC236}">
                      <a16:creationId xmlns:a16="http://schemas.microsoft.com/office/drawing/2014/main" id="{21C601B1-F1A5-6EE8-FF36-E174638F3D2B}"/>
                    </a:ext>
                  </a:extLst>
                </p:cNvPr>
                <p:cNvGrpSpPr/>
                <p:nvPr/>
              </p:nvGrpSpPr>
              <p:grpSpPr>
                <a:xfrm>
                  <a:off x="8408334" y="4819650"/>
                  <a:ext cx="2500334" cy="808179"/>
                  <a:chOff x="8112248" y="4451227"/>
                  <a:chExt cx="3529919" cy="1221760"/>
                </a:xfrm>
              </p:grpSpPr>
              <p:grpSp>
                <p:nvGrpSpPr>
                  <p:cNvPr id="78" name="그룹 77">
                    <a:extLst>
                      <a:ext uri="{FF2B5EF4-FFF2-40B4-BE49-F238E27FC236}">
                        <a16:creationId xmlns:a16="http://schemas.microsoft.com/office/drawing/2014/main" id="{9D138510-D770-1F29-9A10-1FBC291E3296}"/>
                      </a:ext>
                    </a:extLst>
                  </p:cNvPr>
                  <p:cNvGrpSpPr/>
                  <p:nvPr/>
                </p:nvGrpSpPr>
                <p:grpSpPr>
                  <a:xfrm>
                    <a:off x="8112248" y="4451227"/>
                    <a:ext cx="796802" cy="1221760"/>
                    <a:chOff x="8112248" y="4451227"/>
                    <a:chExt cx="796802" cy="1221760"/>
                  </a:xfrm>
                </p:grpSpPr>
                <p:grpSp>
                  <p:nvGrpSpPr>
                    <p:cNvPr id="118" name="그룹 117">
                      <a:extLst>
                        <a:ext uri="{FF2B5EF4-FFF2-40B4-BE49-F238E27FC236}">
                          <a16:creationId xmlns:a16="http://schemas.microsoft.com/office/drawing/2014/main" id="{AD2EF2CA-C1E8-66CB-BDCB-FF3BA4713BE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112248" y="4451227"/>
                      <a:ext cx="667506" cy="1221760"/>
                      <a:chOff x="8377382" y="4544293"/>
                      <a:chExt cx="667506" cy="1221760"/>
                    </a:xfrm>
                  </p:grpSpPr>
                  <p:grpSp>
                    <p:nvGrpSpPr>
                      <p:cNvPr id="120" name="그룹 119">
                        <a:extLst>
                          <a:ext uri="{FF2B5EF4-FFF2-40B4-BE49-F238E27FC236}">
                            <a16:creationId xmlns:a16="http://schemas.microsoft.com/office/drawing/2014/main" id="{9BC2B708-B4C2-C502-B6E4-4E2E29E5FFC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8377382" y="4544293"/>
                        <a:ext cx="667504" cy="666298"/>
                        <a:chOff x="8377382" y="4544293"/>
                        <a:chExt cx="667504" cy="666298"/>
                      </a:xfrm>
                    </p:grpSpPr>
                    <p:sp>
                      <p:nvSpPr>
                        <p:cNvPr id="126" name="직사각형 125">
                          <a:extLst>
                            <a:ext uri="{FF2B5EF4-FFF2-40B4-BE49-F238E27FC236}">
                              <a16:creationId xmlns:a16="http://schemas.microsoft.com/office/drawing/2014/main" id="{49E3B673-E593-557C-DB04-C1DEACFD31A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377382" y="4673601"/>
                          <a:ext cx="110836" cy="413936"/>
                        </a:xfrm>
                        <a:prstGeom prst="rect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 sz="1600"/>
                        </a:p>
                      </p:txBody>
                    </p:sp>
                    <p:sp>
                      <p:nvSpPr>
                        <p:cNvPr id="127" name="직사각형 126">
                          <a:extLst>
                            <a:ext uri="{FF2B5EF4-FFF2-40B4-BE49-F238E27FC236}">
                              <a16:creationId xmlns:a16="http://schemas.microsoft.com/office/drawing/2014/main" id="{4859E317-C375-6027-DFF5-0A1FDCCB616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5400000">
                          <a:off x="8662428" y="4392743"/>
                          <a:ext cx="110836" cy="413936"/>
                        </a:xfrm>
                        <a:prstGeom prst="rect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 sz="1600"/>
                        </a:p>
                      </p:txBody>
                    </p:sp>
                    <p:sp>
                      <p:nvSpPr>
                        <p:cNvPr id="128" name="직사각형 127">
                          <a:extLst>
                            <a:ext uri="{FF2B5EF4-FFF2-40B4-BE49-F238E27FC236}">
                              <a16:creationId xmlns:a16="http://schemas.microsoft.com/office/drawing/2014/main" id="{97A8D982-98F1-C82A-EE8D-2FDE0D20A54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934050" y="4673601"/>
                          <a:ext cx="110836" cy="413936"/>
                        </a:xfrm>
                        <a:prstGeom prst="rect">
                          <a:avLst/>
                        </a:prstGeom>
                        <a:solidFill>
                          <a:srgbClr val="FF0000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 sz="1600"/>
                        </a:p>
                      </p:txBody>
                    </p:sp>
                    <p:sp>
                      <p:nvSpPr>
                        <p:cNvPr id="129" name="직사각형 128">
                          <a:extLst>
                            <a:ext uri="{FF2B5EF4-FFF2-40B4-BE49-F238E27FC236}">
                              <a16:creationId xmlns:a16="http://schemas.microsoft.com/office/drawing/2014/main" id="{E4813229-6641-8BAB-622E-E0CA55489B8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5400000">
                          <a:off x="8662428" y="4948205"/>
                          <a:ext cx="110836" cy="413936"/>
                        </a:xfrm>
                        <a:prstGeom prst="rect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 sz="1600"/>
                        </a:p>
                      </p:txBody>
                    </p:sp>
                  </p:grpSp>
                  <p:grpSp>
                    <p:nvGrpSpPr>
                      <p:cNvPr id="121" name="그룹 120">
                        <a:extLst>
                          <a:ext uri="{FF2B5EF4-FFF2-40B4-BE49-F238E27FC236}">
                            <a16:creationId xmlns:a16="http://schemas.microsoft.com/office/drawing/2014/main" id="{61447671-7565-128E-C0BD-F163A643E05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8377384" y="5099755"/>
                        <a:ext cx="667504" cy="666298"/>
                        <a:chOff x="8377382" y="4544293"/>
                        <a:chExt cx="667504" cy="666298"/>
                      </a:xfrm>
                    </p:grpSpPr>
                    <p:sp>
                      <p:nvSpPr>
                        <p:cNvPr id="122" name="직사각형 121">
                          <a:extLst>
                            <a:ext uri="{FF2B5EF4-FFF2-40B4-BE49-F238E27FC236}">
                              <a16:creationId xmlns:a16="http://schemas.microsoft.com/office/drawing/2014/main" id="{41B0DE75-FFCC-5118-9F3A-582288FF925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377382" y="4673601"/>
                          <a:ext cx="110836" cy="413936"/>
                        </a:xfrm>
                        <a:prstGeom prst="rect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 sz="1600"/>
                        </a:p>
                      </p:txBody>
                    </p:sp>
                    <p:sp>
                      <p:nvSpPr>
                        <p:cNvPr id="123" name="직사각형 122">
                          <a:extLst>
                            <a:ext uri="{FF2B5EF4-FFF2-40B4-BE49-F238E27FC236}">
                              <a16:creationId xmlns:a16="http://schemas.microsoft.com/office/drawing/2014/main" id="{72B305C0-6AA2-1BC6-9B08-A2713C03533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5400000">
                          <a:off x="8662428" y="4392743"/>
                          <a:ext cx="110836" cy="413936"/>
                        </a:xfrm>
                        <a:prstGeom prst="rect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 sz="1600"/>
                        </a:p>
                      </p:txBody>
                    </p:sp>
                    <p:sp>
                      <p:nvSpPr>
                        <p:cNvPr id="124" name="직사각형 123">
                          <a:extLst>
                            <a:ext uri="{FF2B5EF4-FFF2-40B4-BE49-F238E27FC236}">
                              <a16:creationId xmlns:a16="http://schemas.microsoft.com/office/drawing/2014/main" id="{B02E8632-A345-0BBF-30A3-5866D69864F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934050" y="4673601"/>
                          <a:ext cx="110836" cy="413936"/>
                        </a:xfrm>
                        <a:prstGeom prst="rect">
                          <a:avLst/>
                        </a:prstGeom>
                        <a:solidFill>
                          <a:srgbClr val="FF0000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 sz="1600"/>
                        </a:p>
                      </p:txBody>
                    </p:sp>
                    <p:sp>
                      <p:nvSpPr>
                        <p:cNvPr id="125" name="직사각형 124">
                          <a:extLst>
                            <a:ext uri="{FF2B5EF4-FFF2-40B4-BE49-F238E27FC236}">
                              <a16:creationId xmlns:a16="http://schemas.microsoft.com/office/drawing/2014/main" id="{D4466624-1C41-7E19-C5D0-1F4AC0CCEB2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5400000">
                          <a:off x="8662428" y="4948205"/>
                          <a:ext cx="110836" cy="413936"/>
                        </a:xfrm>
                        <a:prstGeom prst="rect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 sz="1600"/>
                        </a:p>
                      </p:txBody>
                    </p:sp>
                  </p:grpSp>
                </p:grpSp>
                <p:sp>
                  <p:nvSpPr>
                    <p:cNvPr id="119" name="직사각형 118">
                      <a:extLst>
                        <a:ext uri="{FF2B5EF4-FFF2-40B4-BE49-F238E27FC236}">
                          <a16:creationId xmlns:a16="http://schemas.microsoft.com/office/drawing/2014/main" id="{33EA2C0D-F1FD-9B6A-7F0C-77116D987EF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08029" y="5562151"/>
                      <a:ext cx="101021" cy="1108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  <p:grpSp>
                <p:nvGrpSpPr>
                  <p:cNvPr id="79" name="그룹 78">
                    <a:extLst>
                      <a:ext uri="{FF2B5EF4-FFF2-40B4-BE49-F238E27FC236}">
                        <a16:creationId xmlns:a16="http://schemas.microsoft.com/office/drawing/2014/main" id="{34098D33-60B6-50CE-EECA-4FBB9F415EBB}"/>
                      </a:ext>
                    </a:extLst>
                  </p:cNvPr>
                  <p:cNvGrpSpPr/>
                  <p:nvPr/>
                </p:nvGrpSpPr>
                <p:grpSpPr>
                  <a:xfrm>
                    <a:off x="9003883" y="4451227"/>
                    <a:ext cx="796802" cy="1221760"/>
                    <a:chOff x="8112248" y="4451227"/>
                    <a:chExt cx="796802" cy="1221760"/>
                  </a:xfrm>
                </p:grpSpPr>
                <p:grpSp>
                  <p:nvGrpSpPr>
                    <p:cNvPr id="106" name="그룹 105">
                      <a:extLst>
                        <a:ext uri="{FF2B5EF4-FFF2-40B4-BE49-F238E27FC236}">
                          <a16:creationId xmlns:a16="http://schemas.microsoft.com/office/drawing/2014/main" id="{B5DB466F-1DBF-4BCA-65E5-17ACC540528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112248" y="4451227"/>
                      <a:ext cx="667506" cy="1221760"/>
                      <a:chOff x="8377382" y="4544293"/>
                      <a:chExt cx="667506" cy="1221760"/>
                    </a:xfrm>
                  </p:grpSpPr>
                  <p:grpSp>
                    <p:nvGrpSpPr>
                      <p:cNvPr id="108" name="그룹 107">
                        <a:extLst>
                          <a:ext uri="{FF2B5EF4-FFF2-40B4-BE49-F238E27FC236}">
                            <a16:creationId xmlns:a16="http://schemas.microsoft.com/office/drawing/2014/main" id="{DC018F4F-2F00-8310-7A04-732237FDD37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8377382" y="4544293"/>
                        <a:ext cx="667504" cy="666298"/>
                        <a:chOff x="8377382" y="4544293"/>
                        <a:chExt cx="667504" cy="666298"/>
                      </a:xfrm>
                    </p:grpSpPr>
                    <p:sp>
                      <p:nvSpPr>
                        <p:cNvPr id="114" name="직사각형 113">
                          <a:extLst>
                            <a:ext uri="{FF2B5EF4-FFF2-40B4-BE49-F238E27FC236}">
                              <a16:creationId xmlns:a16="http://schemas.microsoft.com/office/drawing/2014/main" id="{79D03690-1D2E-D416-5166-63163D20E0F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377382" y="4673601"/>
                          <a:ext cx="110836" cy="413936"/>
                        </a:xfrm>
                        <a:prstGeom prst="rect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 sz="1600"/>
                        </a:p>
                      </p:txBody>
                    </p:sp>
                    <p:sp>
                      <p:nvSpPr>
                        <p:cNvPr id="115" name="직사각형 114">
                          <a:extLst>
                            <a:ext uri="{FF2B5EF4-FFF2-40B4-BE49-F238E27FC236}">
                              <a16:creationId xmlns:a16="http://schemas.microsoft.com/office/drawing/2014/main" id="{54C6A89E-87F0-B4A3-FB0C-B8F05EB0EC9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5400000">
                          <a:off x="8662428" y="4392743"/>
                          <a:ext cx="110836" cy="413936"/>
                        </a:xfrm>
                        <a:prstGeom prst="rect">
                          <a:avLst/>
                        </a:prstGeom>
                        <a:solidFill>
                          <a:srgbClr val="FF0000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 sz="1600"/>
                        </a:p>
                      </p:txBody>
                    </p:sp>
                    <p:sp>
                      <p:nvSpPr>
                        <p:cNvPr id="116" name="직사각형 115">
                          <a:extLst>
                            <a:ext uri="{FF2B5EF4-FFF2-40B4-BE49-F238E27FC236}">
                              <a16:creationId xmlns:a16="http://schemas.microsoft.com/office/drawing/2014/main" id="{178DE33C-33C7-10E6-3826-7F95D830BDF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934050" y="4673601"/>
                          <a:ext cx="110836" cy="413936"/>
                        </a:xfrm>
                        <a:prstGeom prst="rect">
                          <a:avLst/>
                        </a:prstGeom>
                        <a:solidFill>
                          <a:srgbClr val="FF0000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 sz="1600"/>
                        </a:p>
                      </p:txBody>
                    </p:sp>
                    <p:sp>
                      <p:nvSpPr>
                        <p:cNvPr id="117" name="직사각형 116">
                          <a:extLst>
                            <a:ext uri="{FF2B5EF4-FFF2-40B4-BE49-F238E27FC236}">
                              <a16:creationId xmlns:a16="http://schemas.microsoft.com/office/drawing/2014/main" id="{E8FCCFB1-DB90-3DB8-25CD-C038577DD86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5400000">
                          <a:off x="8662428" y="4948205"/>
                          <a:ext cx="110836" cy="413936"/>
                        </a:xfrm>
                        <a:prstGeom prst="rect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 sz="1600"/>
                        </a:p>
                      </p:txBody>
                    </p:sp>
                  </p:grpSp>
                  <p:grpSp>
                    <p:nvGrpSpPr>
                      <p:cNvPr id="109" name="그룹 108">
                        <a:extLst>
                          <a:ext uri="{FF2B5EF4-FFF2-40B4-BE49-F238E27FC236}">
                            <a16:creationId xmlns:a16="http://schemas.microsoft.com/office/drawing/2014/main" id="{6AEC8A89-645A-442F-5A5D-308065C95F1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8377384" y="5099755"/>
                        <a:ext cx="667504" cy="666298"/>
                        <a:chOff x="8377382" y="4544293"/>
                        <a:chExt cx="667504" cy="666298"/>
                      </a:xfrm>
                    </p:grpSpPr>
                    <p:sp>
                      <p:nvSpPr>
                        <p:cNvPr id="110" name="직사각형 109">
                          <a:extLst>
                            <a:ext uri="{FF2B5EF4-FFF2-40B4-BE49-F238E27FC236}">
                              <a16:creationId xmlns:a16="http://schemas.microsoft.com/office/drawing/2014/main" id="{38337645-77B8-D149-DDD3-1205E0B44B2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377382" y="4673601"/>
                          <a:ext cx="110836" cy="413936"/>
                        </a:xfrm>
                        <a:prstGeom prst="rect">
                          <a:avLst/>
                        </a:prstGeom>
                        <a:solidFill>
                          <a:srgbClr val="FF0000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 sz="1600"/>
                        </a:p>
                      </p:txBody>
                    </p:sp>
                    <p:sp>
                      <p:nvSpPr>
                        <p:cNvPr id="111" name="직사각형 110">
                          <a:extLst>
                            <a:ext uri="{FF2B5EF4-FFF2-40B4-BE49-F238E27FC236}">
                              <a16:creationId xmlns:a16="http://schemas.microsoft.com/office/drawing/2014/main" id="{C4996B16-A841-77C7-88A3-B54548FD6C4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5400000">
                          <a:off x="8662428" y="4392743"/>
                          <a:ext cx="110836" cy="413936"/>
                        </a:xfrm>
                        <a:prstGeom prst="rect">
                          <a:avLst/>
                        </a:prstGeom>
                        <a:solidFill>
                          <a:srgbClr val="FF0000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 sz="1600"/>
                        </a:p>
                      </p:txBody>
                    </p:sp>
                    <p:sp>
                      <p:nvSpPr>
                        <p:cNvPr id="112" name="직사각형 111">
                          <a:extLst>
                            <a:ext uri="{FF2B5EF4-FFF2-40B4-BE49-F238E27FC236}">
                              <a16:creationId xmlns:a16="http://schemas.microsoft.com/office/drawing/2014/main" id="{A123EA3F-D3AE-DB31-33A5-5922A05B88C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934050" y="4673601"/>
                          <a:ext cx="110836" cy="413936"/>
                        </a:xfrm>
                        <a:prstGeom prst="rect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 sz="1600"/>
                        </a:p>
                      </p:txBody>
                    </p:sp>
                    <p:sp>
                      <p:nvSpPr>
                        <p:cNvPr id="113" name="직사각형 112">
                          <a:extLst>
                            <a:ext uri="{FF2B5EF4-FFF2-40B4-BE49-F238E27FC236}">
                              <a16:creationId xmlns:a16="http://schemas.microsoft.com/office/drawing/2014/main" id="{6B4454D5-0D01-BFD5-535A-FE7D30E4EAE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5400000">
                          <a:off x="8662428" y="4948205"/>
                          <a:ext cx="110836" cy="413936"/>
                        </a:xfrm>
                        <a:prstGeom prst="rect">
                          <a:avLst/>
                        </a:prstGeom>
                        <a:solidFill>
                          <a:srgbClr val="FF0000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 sz="1600"/>
                        </a:p>
                      </p:txBody>
                    </p:sp>
                  </p:grpSp>
                </p:grpSp>
                <p:sp>
                  <p:nvSpPr>
                    <p:cNvPr id="107" name="직사각형 106">
                      <a:extLst>
                        <a:ext uri="{FF2B5EF4-FFF2-40B4-BE49-F238E27FC236}">
                          <a16:creationId xmlns:a16="http://schemas.microsoft.com/office/drawing/2014/main" id="{D5650161-E7A4-A9AE-704A-7D35775A80E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08029" y="5562151"/>
                      <a:ext cx="101021" cy="1108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  <p:grpSp>
                <p:nvGrpSpPr>
                  <p:cNvPr id="80" name="그룹 79">
                    <a:extLst>
                      <a:ext uri="{FF2B5EF4-FFF2-40B4-BE49-F238E27FC236}">
                        <a16:creationId xmlns:a16="http://schemas.microsoft.com/office/drawing/2014/main" id="{FA21D9DB-8083-5E2E-A5AE-8EFDADF88780}"/>
                      </a:ext>
                    </a:extLst>
                  </p:cNvPr>
                  <p:cNvGrpSpPr/>
                  <p:nvPr/>
                </p:nvGrpSpPr>
                <p:grpSpPr>
                  <a:xfrm>
                    <a:off x="9935853" y="4451227"/>
                    <a:ext cx="796802" cy="1221760"/>
                    <a:chOff x="8112248" y="4451227"/>
                    <a:chExt cx="796802" cy="1221760"/>
                  </a:xfrm>
                </p:grpSpPr>
                <p:grpSp>
                  <p:nvGrpSpPr>
                    <p:cNvPr id="94" name="그룹 93">
                      <a:extLst>
                        <a:ext uri="{FF2B5EF4-FFF2-40B4-BE49-F238E27FC236}">
                          <a16:creationId xmlns:a16="http://schemas.microsoft.com/office/drawing/2014/main" id="{6B0033C5-58EF-1FCA-D8EA-1095280980B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112248" y="4451227"/>
                      <a:ext cx="667506" cy="1221760"/>
                      <a:chOff x="8377382" y="4544293"/>
                      <a:chExt cx="667506" cy="1221760"/>
                    </a:xfrm>
                  </p:grpSpPr>
                  <p:grpSp>
                    <p:nvGrpSpPr>
                      <p:cNvPr id="96" name="그룹 95">
                        <a:extLst>
                          <a:ext uri="{FF2B5EF4-FFF2-40B4-BE49-F238E27FC236}">
                            <a16:creationId xmlns:a16="http://schemas.microsoft.com/office/drawing/2014/main" id="{B5D8BB2B-5913-5798-D567-3FBC14CA431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8377382" y="4544293"/>
                        <a:ext cx="667504" cy="666298"/>
                        <a:chOff x="8377382" y="4544293"/>
                        <a:chExt cx="667504" cy="666298"/>
                      </a:xfrm>
                    </p:grpSpPr>
                    <p:sp>
                      <p:nvSpPr>
                        <p:cNvPr id="102" name="직사각형 101">
                          <a:extLst>
                            <a:ext uri="{FF2B5EF4-FFF2-40B4-BE49-F238E27FC236}">
                              <a16:creationId xmlns:a16="http://schemas.microsoft.com/office/drawing/2014/main" id="{95F4F0D7-9748-51D2-7DBF-1EDDB6D7516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377382" y="4673601"/>
                          <a:ext cx="110836" cy="413936"/>
                        </a:xfrm>
                        <a:prstGeom prst="rect">
                          <a:avLst/>
                        </a:prstGeom>
                        <a:solidFill>
                          <a:srgbClr val="FF0000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 sz="1600"/>
                        </a:p>
                      </p:txBody>
                    </p:sp>
                    <p:sp>
                      <p:nvSpPr>
                        <p:cNvPr id="103" name="직사각형 102">
                          <a:extLst>
                            <a:ext uri="{FF2B5EF4-FFF2-40B4-BE49-F238E27FC236}">
                              <a16:creationId xmlns:a16="http://schemas.microsoft.com/office/drawing/2014/main" id="{30643696-DAF2-59A2-68D3-B20150AA37F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5400000">
                          <a:off x="8662428" y="4392743"/>
                          <a:ext cx="110836" cy="413936"/>
                        </a:xfrm>
                        <a:prstGeom prst="rect">
                          <a:avLst/>
                        </a:prstGeom>
                        <a:solidFill>
                          <a:srgbClr val="FF0000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 sz="1600"/>
                        </a:p>
                      </p:txBody>
                    </p:sp>
                    <p:sp>
                      <p:nvSpPr>
                        <p:cNvPr id="104" name="직사각형 103">
                          <a:extLst>
                            <a:ext uri="{FF2B5EF4-FFF2-40B4-BE49-F238E27FC236}">
                              <a16:creationId xmlns:a16="http://schemas.microsoft.com/office/drawing/2014/main" id="{1EBEEB3F-89E4-6920-8F76-3111E1C866A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934050" y="4673601"/>
                          <a:ext cx="110836" cy="413936"/>
                        </a:xfrm>
                        <a:prstGeom prst="rect">
                          <a:avLst/>
                        </a:prstGeom>
                        <a:solidFill>
                          <a:srgbClr val="FF0000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 sz="1600"/>
                        </a:p>
                      </p:txBody>
                    </p:sp>
                    <p:sp>
                      <p:nvSpPr>
                        <p:cNvPr id="105" name="직사각형 104">
                          <a:extLst>
                            <a:ext uri="{FF2B5EF4-FFF2-40B4-BE49-F238E27FC236}">
                              <a16:creationId xmlns:a16="http://schemas.microsoft.com/office/drawing/2014/main" id="{588A98BF-0ABA-03AC-7335-ADDDDE61D04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5400000">
                          <a:off x="8662428" y="4948205"/>
                          <a:ext cx="110836" cy="413936"/>
                        </a:xfrm>
                        <a:prstGeom prst="rect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 sz="1600"/>
                        </a:p>
                      </p:txBody>
                    </p:sp>
                  </p:grpSp>
                  <p:grpSp>
                    <p:nvGrpSpPr>
                      <p:cNvPr id="97" name="그룹 96">
                        <a:extLst>
                          <a:ext uri="{FF2B5EF4-FFF2-40B4-BE49-F238E27FC236}">
                            <a16:creationId xmlns:a16="http://schemas.microsoft.com/office/drawing/2014/main" id="{4C9BB575-8D0B-4F20-8AB0-3FDD1041D9D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8377384" y="5099755"/>
                        <a:ext cx="667504" cy="666298"/>
                        <a:chOff x="8377382" y="4544293"/>
                        <a:chExt cx="667504" cy="666298"/>
                      </a:xfrm>
                    </p:grpSpPr>
                    <p:sp>
                      <p:nvSpPr>
                        <p:cNvPr id="98" name="직사각형 97">
                          <a:extLst>
                            <a:ext uri="{FF2B5EF4-FFF2-40B4-BE49-F238E27FC236}">
                              <a16:creationId xmlns:a16="http://schemas.microsoft.com/office/drawing/2014/main" id="{944B4107-7167-B056-4E93-7A18B0E196F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377382" y="4673601"/>
                          <a:ext cx="110836" cy="413936"/>
                        </a:xfrm>
                        <a:prstGeom prst="rect">
                          <a:avLst/>
                        </a:prstGeom>
                        <a:solidFill>
                          <a:srgbClr val="FF0000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 sz="1600"/>
                        </a:p>
                      </p:txBody>
                    </p:sp>
                    <p:sp>
                      <p:nvSpPr>
                        <p:cNvPr id="99" name="직사각형 98">
                          <a:extLst>
                            <a:ext uri="{FF2B5EF4-FFF2-40B4-BE49-F238E27FC236}">
                              <a16:creationId xmlns:a16="http://schemas.microsoft.com/office/drawing/2014/main" id="{0F58A8DB-999C-6F8F-F8A6-0153D4EDEAE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5400000">
                          <a:off x="8662428" y="4392743"/>
                          <a:ext cx="110836" cy="413936"/>
                        </a:xfrm>
                        <a:prstGeom prst="rect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 sz="1600"/>
                        </a:p>
                      </p:txBody>
                    </p:sp>
                    <p:sp>
                      <p:nvSpPr>
                        <p:cNvPr id="100" name="직사각형 99">
                          <a:extLst>
                            <a:ext uri="{FF2B5EF4-FFF2-40B4-BE49-F238E27FC236}">
                              <a16:creationId xmlns:a16="http://schemas.microsoft.com/office/drawing/2014/main" id="{47E35C2E-AD18-1A4C-A25D-08DA5DBD325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934050" y="4673601"/>
                          <a:ext cx="110836" cy="413936"/>
                        </a:xfrm>
                        <a:prstGeom prst="rect">
                          <a:avLst/>
                        </a:prstGeom>
                        <a:solidFill>
                          <a:srgbClr val="FF0000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 sz="1600"/>
                        </a:p>
                      </p:txBody>
                    </p:sp>
                    <p:sp>
                      <p:nvSpPr>
                        <p:cNvPr id="101" name="직사각형 100">
                          <a:extLst>
                            <a:ext uri="{FF2B5EF4-FFF2-40B4-BE49-F238E27FC236}">
                              <a16:creationId xmlns:a16="http://schemas.microsoft.com/office/drawing/2014/main" id="{ABF6FB4C-5F6C-4D03-ADC8-7D5EDE028B0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5400000">
                          <a:off x="8662428" y="4948205"/>
                          <a:ext cx="110836" cy="413936"/>
                        </a:xfrm>
                        <a:prstGeom prst="rect">
                          <a:avLst/>
                        </a:prstGeom>
                        <a:solidFill>
                          <a:srgbClr val="FF0000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 sz="1600"/>
                        </a:p>
                      </p:txBody>
                    </p:sp>
                  </p:grpSp>
                </p:grpSp>
                <p:sp>
                  <p:nvSpPr>
                    <p:cNvPr id="95" name="직사각형 94">
                      <a:extLst>
                        <a:ext uri="{FF2B5EF4-FFF2-40B4-BE49-F238E27FC236}">
                          <a16:creationId xmlns:a16="http://schemas.microsoft.com/office/drawing/2014/main" id="{D3FFE817-759E-6A8B-6C8E-BE82A3418D4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08029" y="5562151"/>
                      <a:ext cx="101021" cy="1108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  <p:grpSp>
                <p:nvGrpSpPr>
                  <p:cNvPr id="81" name="그룹 80">
                    <a:extLst>
                      <a:ext uri="{FF2B5EF4-FFF2-40B4-BE49-F238E27FC236}">
                        <a16:creationId xmlns:a16="http://schemas.microsoft.com/office/drawing/2014/main" id="{0835BD1A-5285-00A4-659E-A8E1B0F76F0A}"/>
                      </a:ext>
                    </a:extLst>
                  </p:cNvPr>
                  <p:cNvGrpSpPr/>
                  <p:nvPr/>
                </p:nvGrpSpPr>
                <p:grpSpPr>
                  <a:xfrm>
                    <a:off x="10845365" y="4451227"/>
                    <a:ext cx="796802" cy="1221760"/>
                    <a:chOff x="8112248" y="4451227"/>
                    <a:chExt cx="796802" cy="1221760"/>
                  </a:xfrm>
                </p:grpSpPr>
                <p:grpSp>
                  <p:nvGrpSpPr>
                    <p:cNvPr id="82" name="그룹 81">
                      <a:extLst>
                        <a:ext uri="{FF2B5EF4-FFF2-40B4-BE49-F238E27FC236}">
                          <a16:creationId xmlns:a16="http://schemas.microsoft.com/office/drawing/2014/main" id="{666A59F8-64CE-C530-7F72-4CEB3800158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112248" y="4451227"/>
                      <a:ext cx="667506" cy="1221760"/>
                      <a:chOff x="8377382" y="4544293"/>
                      <a:chExt cx="667506" cy="1221760"/>
                    </a:xfrm>
                  </p:grpSpPr>
                  <p:grpSp>
                    <p:nvGrpSpPr>
                      <p:cNvPr id="84" name="그룹 83">
                        <a:extLst>
                          <a:ext uri="{FF2B5EF4-FFF2-40B4-BE49-F238E27FC236}">
                            <a16:creationId xmlns:a16="http://schemas.microsoft.com/office/drawing/2014/main" id="{21B24D1E-AF24-F0F2-9DBF-66226E489E6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8377382" y="4544293"/>
                        <a:ext cx="667504" cy="666298"/>
                        <a:chOff x="8377382" y="4544293"/>
                        <a:chExt cx="667504" cy="666298"/>
                      </a:xfrm>
                    </p:grpSpPr>
                    <p:sp>
                      <p:nvSpPr>
                        <p:cNvPr id="90" name="직사각형 89">
                          <a:extLst>
                            <a:ext uri="{FF2B5EF4-FFF2-40B4-BE49-F238E27FC236}">
                              <a16:creationId xmlns:a16="http://schemas.microsoft.com/office/drawing/2014/main" id="{D1FAE0EE-1554-3533-A3F1-6801E1E6745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377382" y="4673601"/>
                          <a:ext cx="110836" cy="413936"/>
                        </a:xfrm>
                        <a:prstGeom prst="rect">
                          <a:avLst/>
                        </a:prstGeom>
                        <a:solidFill>
                          <a:srgbClr val="FF0000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 sz="1600"/>
                        </a:p>
                      </p:txBody>
                    </p:sp>
                    <p:sp>
                      <p:nvSpPr>
                        <p:cNvPr id="91" name="직사각형 90">
                          <a:extLst>
                            <a:ext uri="{FF2B5EF4-FFF2-40B4-BE49-F238E27FC236}">
                              <a16:creationId xmlns:a16="http://schemas.microsoft.com/office/drawing/2014/main" id="{50573733-C8AF-EC22-D09E-4F21DA3D408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5400000">
                          <a:off x="8662428" y="4392743"/>
                          <a:ext cx="110836" cy="413936"/>
                        </a:xfrm>
                        <a:prstGeom prst="rect">
                          <a:avLst/>
                        </a:prstGeom>
                        <a:solidFill>
                          <a:srgbClr val="FF0000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 sz="1600"/>
                        </a:p>
                      </p:txBody>
                    </p:sp>
                    <p:sp>
                      <p:nvSpPr>
                        <p:cNvPr id="92" name="직사각형 91">
                          <a:extLst>
                            <a:ext uri="{FF2B5EF4-FFF2-40B4-BE49-F238E27FC236}">
                              <a16:creationId xmlns:a16="http://schemas.microsoft.com/office/drawing/2014/main" id="{1949CA7D-A96A-2D29-6B8E-D1AFEFF165C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934050" y="4673601"/>
                          <a:ext cx="110836" cy="413936"/>
                        </a:xfrm>
                        <a:prstGeom prst="rect">
                          <a:avLst/>
                        </a:prstGeom>
                        <a:solidFill>
                          <a:srgbClr val="FF0000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 sz="1600"/>
                        </a:p>
                      </p:txBody>
                    </p:sp>
                    <p:sp>
                      <p:nvSpPr>
                        <p:cNvPr id="93" name="직사각형 92">
                          <a:extLst>
                            <a:ext uri="{FF2B5EF4-FFF2-40B4-BE49-F238E27FC236}">
                              <a16:creationId xmlns:a16="http://schemas.microsoft.com/office/drawing/2014/main" id="{E1FFB1B6-DE3C-5D93-F5E7-5F82B43A5D7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5400000">
                          <a:off x="8662428" y="4948205"/>
                          <a:ext cx="110836" cy="413936"/>
                        </a:xfrm>
                        <a:prstGeom prst="rect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 sz="1600"/>
                        </a:p>
                      </p:txBody>
                    </p:sp>
                  </p:grpSp>
                  <p:grpSp>
                    <p:nvGrpSpPr>
                      <p:cNvPr id="85" name="그룹 84">
                        <a:extLst>
                          <a:ext uri="{FF2B5EF4-FFF2-40B4-BE49-F238E27FC236}">
                            <a16:creationId xmlns:a16="http://schemas.microsoft.com/office/drawing/2014/main" id="{340FE5B2-8CFB-57E4-3CBB-DE1D3F3079F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8377384" y="5099755"/>
                        <a:ext cx="667504" cy="666298"/>
                        <a:chOff x="8377382" y="4544293"/>
                        <a:chExt cx="667504" cy="666298"/>
                      </a:xfrm>
                    </p:grpSpPr>
                    <p:sp>
                      <p:nvSpPr>
                        <p:cNvPr id="86" name="직사각형 85">
                          <a:extLst>
                            <a:ext uri="{FF2B5EF4-FFF2-40B4-BE49-F238E27FC236}">
                              <a16:creationId xmlns:a16="http://schemas.microsoft.com/office/drawing/2014/main" id="{DD42BBAF-A711-A179-CC9B-E9791637813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377382" y="4673601"/>
                          <a:ext cx="110836" cy="413936"/>
                        </a:xfrm>
                        <a:prstGeom prst="rect">
                          <a:avLst/>
                        </a:prstGeom>
                        <a:solidFill>
                          <a:srgbClr val="FF0000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 sz="1600"/>
                        </a:p>
                      </p:txBody>
                    </p:sp>
                    <p:sp>
                      <p:nvSpPr>
                        <p:cNvPr id="87" name="직사각형 86">
                          <a:extLst>
                            <a:ext uri="{FF2B5EF4-FFF2-40B4-BE49-F238E27FC236}">
                              <a16:creationId xmlns:a16="http://schemas.microsoft.com/office/drawing/2014/main" id="{16DD59E7-D13F-EF82-C3F2-93E014CBDDC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5400000">
                          <a:off x="8662428" y="4392743"/>
                          <a:ext cx="110836" cy="413936"/>
                        </a:xfrm>
                        <a:prstGeom prst="rect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 sz="1600"/>
                        </a:p>
                      </p:txBody>
                    </p:sp>
                    <p:sp>
                      <p:nvSpPr>
                        <p:cNvPr id="88" name="직사각형 87">
                          <a:extLst>
                            <a:ext uri="{FF2B5EF4-FFF2-40B4-BE49-F238E27FC236}">
                              <a16:creationId xmlns:a16="http://schemas.microsoft.com/office/drawing/2014/main" id="{EB5EB8EB-FC5E-2A56-9B33-14A38A5A11D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934050" y="4673601"/>
                          <a:ext cx="110836" cy="413936"/>
                        </a:xfrm>
                        <a:prstGeom prst="rect">
                          <a:avLst/>
                        </a:prstGeom>
                        <a:solidFill>
                          <a:srgbClr val="FF0000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 sz="1600"/>
                        </a:p>
                      </p:txBody>
                    </p:sp>
                    <p:sp>
                      <p:nvSpPr>
                        <p:cNvPr id="89" name="직사각형 88">
                          <a:extLst>
                            <a:ext uri="{FF2B5EF4-FFF2-40B4-BE49-F238E27FC236}">
                              <a16:creationId xmlns:a16="http://schemas.microsoft.com/office/drawing/2014/main" id="{6E4C194B-02D3-B7F2-7986-2A8FB655AE8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5400000">
                          <a:off x="8662428" y="4948205"/>
                          <a:ext cx="110836" cy="413936"/>
                        </a:xfrm>
                        <a:prstGeom prst="rect">
                          <a:avLst/>
                        </a:prstGeom>
                        <a:solidFill>
                          <a:srgbClr val="FF0000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 sz="1600"/>
                        </a:p>
                      </p:txBody>
                    </p:sp>
                  </p:grpSp>
                </p:grpSp>
                <p:sp>
                  <p:nvSpPr>
                    <p:cNvPr id="83" name="직사각형 82">
                      <a:extLst>
                        <a:ext uri="{FF2B5EF4-FFF2-40B4-BE49-F238E27FC236}">
                          <a16:creationId xmlns:a16="http://schemas.microsoft.com/office/drawing/2014/main" id="{15408A1E-FFDF-DC2C-3158-A64997A9BD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08029" y="5562151"/>
                      <a:ext cx="101021" cy="1108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</p:grpSp>
          </p:grpSp>
          <p:cxnSp>
            <p:nvCxnSpPr>
              <p:cNvPr id="130" name="직선 화살표 연결선 129">
                <a:extLst>
                  <a:ext uri="{FF2B5EF4-FFF2-40B4-BE49-F238E27FC236}">
                    <a16:creationId xmlns:a16="http://schemas.microsoft.com/office/drawing/2014/main" id="{D68BA09F-E54D-E032-379E-C9CA644F1FA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233516" y="5443695"/>
                <a:ext cx="347486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직선 화살표 연결선 131">
                <a:extLst>
                  <a:ext uri="{FF2B5EF4-FFF2-40B4-BE49-F238E27FC236}">
                    <a16:creationId xmlns:a16="http://schemas.microsoft.com/office/drawing/2014/main" id="{C8928FDC-4C04-289E-1855-90888C7B878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076735" y="5338920"/>
                <a:ext cx="0" cy="560347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직선 화살표 연결선 132">
                <a:extLst>
                  <a:ext uri="{FF2B5EF4-FFF2-40B4-BE49-F238E27FC236}">
                    <a16:creationId xmlns:a16="http://schemas.microsoft.com/office/drawing/2014/main" id="{257B8862-0211-48F5-1038-D2ABD270FFC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765841" y="5340548"/>
                <a:ext cx="0" cy="560347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prstDash val="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A18E63C3-CD79-9DAF-DEE6-0F743FFA82DA}"/>
                  </a:ext>
                </a:extLst>
              </p:cNvPr>
              <p:cNvSpPr txBox="1"/>
              <p:nvPr/>
            </p:nvSpPr>
            <p:spPr>
              <a:xfrm>
                <a:off x="10623786" y="5239808"/>
                <a:ext cx="10222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/>
                  <a:t>BtnL</a:t>
                </a:r>
                <a:endParaRPr lang="ko-KR" altLang="en-US"/>
              </a:p>
            </p:txBody>
          </p:sp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B3D01A01-D8A9-39CB-BB56-ECF9302A53ED}"/>
                  </a:ext>
                </a:extLst>
              </p:cNvPr>
              <p:cNvSpPr txBox="1"/>
              <p:nvPr/>
            </p:nvSpPr>
            <p:spPr>
              <a:xfrm>
                <a:off x="9619504" y="5912056"/>
                <a:ext cx="162398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/>
                  <a:t>0</a:t>
                </a:r>
                <a:endParaRPr lang="ko-KR" altLang="en-US" sz="1400"/>
              </a:p>
            </p:txBody>
          </p:sp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19FDB2BB-57DA-FEE5-0737-92CC441E71EF}"/>
                  </a:ext>
                </a:extLst>
              </p:cNvPr>
              <p:cNvSpPr txBox="1"/>
              <p:nvPr/>
            </p:nvSpPr>
            <p:spPr>
              <a:xfrm>
                <a:off x="8936744" y="5903642"/>
                <a:ext cx="40629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/>
                  <a:t>1</a:t>
                </a:r>
                <a:endParaRPr lang="ko-KR" altLang="en-US" sz="1400"/>
              </a:p>
            </p:txBody>
          </p:sp>
          <p:cxnSp>
            <p:nvCxnSpPr>
              <p:cNvPr id="139" name="직선 화살표 연결선 138">
                <a:extLst>
                  <a:ext uri="{FF2B5EF4-FFF2-40B4-BE49-F238E27FC236}">
                    <a16:creationId xmlns:a16="http://schemas.microsoft.com/office/drawing/2014/main" id="{AB6ACC47-50EA-AB5D-E3DE-79B385131D6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236509" y="5434170"/>
                <a:ext cx="347486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F26AA323-92A5-FFC6-3268-0F3E7F252004}"/>
                  </a:ext>
                </a:extLst>
              </p:cNvPr>
              <p:cNvSpPr txBox="1"/>
              <p:nvPr/>
            </p:nvSpPr>
            <p:spPr>
              <a:xfrm>
                <a:off x="9191616" y="5438535"/>
                <a:ext cx="133039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/>
                  <a:t>tick </a:t>
                </a:r>
              </a:p>
              <a:p>
                <a:r>
                  <a:rPr lang="en-US" altLang="ko-KR" sz="1400"/>
                  <a:t>BtnL</a:t>
                </a:r>
                <a:endParaRPr lang="ko-KR" altLang="en-US" sz="1400"/>
              </a:p>
            </p:txBody>
          </p:sp>
        </p:grp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ED3873A4-B6B2-BF16-4093-EDD0F205F216}"/>
              </a:ext>
            </a:extLst>
          </p:cNvPr>
          <p:cNvSpPr txBox="1"/>
          <p:nvPr/>
        </p:nvSpPr>
        <p:spPr>
          <a:xfrm>
            <a:off x="440741" y="1225528"/>
            <a:ext cx="116397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/>
              <a:t>L </a:t>
            </a:r>
            <a:r>
              <a:rPr lang="ko-KR" altLang="en-US"/>
              <a:t>버튼 입력 시</a:t>
            </a:r>
            <a:r>
              <a:rPr lang="en-US" altLang="ko-KR"/>
              <a:t>, State </a:t>
            </a:r>
            <a:r>
              <a:rPr lang="ko-KR" altLang="en-US"/>
              <a:t>변화  </a:t>
            </a:r>
            <a:r>
              <a:rPr lang="en-US" altLang="ko-KR"/>
              <a:t>-&gt; Tick </a:t>
            </a:r>
            <a:r>
              <a:rPr lang="ko-KR" altLang="en-US"/>
              <a:t>발생 이 후</a:t>
            </a:r>
            <a:r>
              <a:rPr lang="en-US" altLang="ko-KR"/>
              <a:t>, </a:t>
            </a:r>
            <a:r>
              <a:rPr lang="ko-KR" altLang="en-US"/>
              <a:t>그 다음 </a:t>
            </a:r>
            <a:r>
              <a:rPr lang="en-US" altLang="ko-KR"/>
              <a:t>Posedge</a:t>
            </a:r>
            <a:r>
              <a:rPr lang="ko-KR" altLang="en-US"/>
              <a:t>에서 스테이트 변화 </a:t>
            </a:r>
            <a:r>
              <a:rPr lang="en-US" altLang="ko-KR"/>
              <a:t>  </a:t>
            </a:r>
            <a:r>
              <a:rPr lang="ko-KR" altLang="en-US"/>
              <a:t> </a:t>
            </a:r>
            <a:endParaRPr lang="en-US" altLang="ko-KR"/>
          </a:p>
          <a:p>
            <a:pPr marL="342900" indent="-342900">
              <a:buAutoNum type="arabicPeriod"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2684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AE9C6-6D71-749B-2901-69E3B45DA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>
            <a:extLst>
              <a:ext uri="{FF2B5EF4-FFF2-40B4-BE49-F238E27FC236}">
                <a16:creationId xmlns:a16="http://schemas.microsoft.com/office/drawing/2014/main" id="{CE4B2918-4403-8A5C-C938-0803610110CF}"/>
              </a:ext>
            </a:extLst>
          </p:cNvPr>
          <p:cNvSpPr txBox="1"/>
          <p:nvPr/>
        </p:nvSpPr>
        <p:spPr>
          <a:xfrm>
            <a:off x="343082" y="132850"/>
            <a:ext cx="7899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검증 시나리오 </a:t>
            </a:r>
            <a:r>
              <a:rPr lang="en-US" altLang="ko-KR"/>
              <a:t>1. </a:t>
            </a:r>
            <a:r>
              <a:rPr lang="ko-KR" altLang="en-US"/>
              <a:t>버튼 동작 확인</a:t>
            </a:r>
            <a:endParaRPr lang="en-US" altLang="ko-KR"/>
          </a:p>
          <a:p>
            <a:r>
              <a:rPr lang="en-US" altLang="ko-KR"/>
              <a:t>P3 – L </a:t>
            </a:r>
            <a:r>
              <a:rPr lang="ko-KR" altLang="en-US"/>
              <a:t>버튼 </a:t>
            </a:r>
            <a:r>
              <a:rPr lang="en-US" altLang="ko-KR"/>
              <a:t>3</a:t>
            </a:r>
            <a:r>
              <a:rPr lang="ko-KR" altLang="en-US"/>
              <a:t>번 </a:t>
            </a:r>
            <a:r>
              <a:rPr lang="en-US" altLang="ko-KR"/>
              <a:t>/ R </a:t>
            </a:r>
            <a:r>
              <a:rPr lang="ko-KR" altLang="en-US"/>
              <a:t>버튼 </a:t>
            </a:r>
            <a:r>
              <a:rPr lang="en-US" altLang="ko-KR"/>
              <a:t>3</a:t>
            </a:r>
            <a:r>
              <a:rPr lang="ko-KR" altLang="en-US"/>
              <a:t>번</a:t>
            </a:r>
            <a:endParaRPr lang="en-US" altLang="ko-KR"/>
          </a:p>
          <a:p>
            <a:r>
              <a:rPr lang="en-US" altLang="ko-KR"/>
              <a:t>      </a:t>
            </a:r>
            <a:endParaRPr lang="ko-KR" altLang="en-US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F7F2780F-1030-79C0-5757-786606EC419C}"/>
              </a:ext>
            </a:extLst>
          </p:cNvPr>
          <p:cNvGrpSpPr/>
          <p:nvPr/>
        </p:nvGrpSpPr>
        <p:grpSpPr>
          <a:xfrm>
            <a:off x="8896405" y="826331"/>
            <a:ext cx="2860497" cy="994910"/>
            <a:chOff x="8147507" y="4717048"/>
            <a:chExt cx="2860497" cy="994910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0403DDC7-1AA5-EFFF-E062-A13FD0747C91}"/>
                </a:ext>
              </a:extLst>
            </p:cNvPr>
            <p:cNvSpPr/>
            <p:nvPr/>
          </p:nvSpPr>
          <p:spPr>
            <a:xfrm>
              <a:off x="8147507" y="4717048"/>
              <a:ext cx="2860497" cy="99491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B8EC7522-D0CA-5064-ADFC-4C19F39FC8AC}"/>
                </a:ext>
              </a:extLst>
            </p:cNvPr>
            <p:cNvGrpSpPr/>
            <p:nvPr/>
          </p:nvGrpSpPr>
          <p:grpSpPr>
            <a:xfrm>
              <a:off x="8408334" y="4819650"/>
              <a:ext cx="2500334" cy="808179"/>
              <a:chOff x="8112248" y="4451227"/>
              <a:chExt cx="3529919" cy="1221760"/>
            </a:xfrm>
          </p:grpSpPr>
          <p:grpSp>
            <p:nvGrpSpPr>
              <p:cNvPr id="5" name="그룹 4">
                <a:extLst>
                  <a:ext uri="{FF2B5EF4-FFF2-40B4-BE49-F238E27FC236}">
                    <a16:creationId xmlns:a16="http://schemas.microsoft.com/office/drawing/2014/main" id="{1287C291-1E54-BBE3-8F34-936BC8A2BC63}"/>
                  </a:ext>
                </a:extLst>
              </p:cNvPr>
              <p:cNvGrpSpPr/>
              <p:nvPr/>
            </p:nvGrpSpPr>
            <p:grpSpPr>
              <a:xfrm>
                <a:off x="8112248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50" name="그룹 49">
                  <a:extLst>
                    <a:ext uri="{FF2B5EF4-FFF2-40B4-BE49-F238E27FC236}">
                      <a16:creationId xmlns:a16="http://schemas.microsoft.com/office/drawing/2014/main" id="{BA02913A-1ECC-2BD2-2359-AD81CF32E9AC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52" name="그룹 51">
                    <a:extLst>
                      <a:ext uri="{FF2B5EF4-FFF2-40B4-BE49-F238E27FC236}">
                        <a16:creationId xmlns:a16="http://schemas.microsoft.com/office/drawing/2014/main" id="{DD22D770-5B83-42AF-5AAC-A4C866AA534A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58" name="직사각형 57">
                      <a:extLst>
                        <a:ext uri="{FF2B5EF4-FFF2-40B4-BE49-F238E27FC236}">
                          <a16:creationId xmlns:a16="http://schemas.microsoft.com/office/drawing/2014/main" id="{998FB611-08E9-C98F-900C-C0BE2078161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59" name="직사각형 58">
                      <a:extLst>
                        <a:ext uri="{FF2B5EF4-FFF2-40B4-BE49-F238E27FC236}">
                          <a16:creationId xmlns:a16="http://schemas.microsoft.com/office/drawing/2014/main" id="{185F8849-548C-7699-0194-DCF8575F27C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60" name="직사각형 59">
                      <a:extLst>
                        <a:ext uri="{FF2B5EF4-FFF2-40B4-BE49-F238E27FC236}">
                          <a16:creationId xmlns:a16="http://schemas.microsoft.com/office/drawing/2014/main" id="{139981D5-853A-E246-4D34-9A6C3E0AE60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61" name="직사각형 60">
                      <a:extLst>
                        <a:ext uri="{FF2B5EF4-FFF2-40B4-BE49-F238E27FC236}">
                          <a16:creationId xmlns:a16="http://schemas.microsoft.com/office/drawing/2014/main" id="{CE5AF7EC-AB9B-DE48-3D61-A06EF154BF05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  <p:grpSp>
                <p:nvGrpSpPr>
                  <p:cNvPr id="53" name="그룹 52">
                    <a:extLst>
                      <a:ext uri="{FF2B5EF4-FFF2-40B4-BE49-F238E27FC236}">
                        <a16:creationId xmlns:a16="http://schemas.microsoft.com/office/drawing/2014/main" id="{54C06BC1-4778-7773-44E4-F43F57669F9A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54" name="직사각형 53">
                      <a:extLst>
                        <a:ext uri="{FF2B5EF4-FFF2-40B4-BE49-F238E27FC236}">
                          <a16:creationId xmlns:a16="http://schemas.microsoft.com/office/drawing/2014/main" id="{48685DA4-72D5-2DCB-FE9D-8C33959AB46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55" name="직사각형 54">
                      <a:extLst>
                        <a:ext uri="{FF2B5EF4-FFF2-40B4-BE49-F238E27FC236}">
                          <a16:creationId xmlns:a16="http://schemas.microsoft.com/office/drawing/2014/main" id="{B8C76C0C-41A4-BE32-FB54-3B5AC278DD7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56" name="직사각형 55">
                      <a:extLst>
                        <a:ext uri="{FF2B5EF4-FFF2-40B4-BE49-F238E27FC236}">
                          <a16:creationId xmlns:a16="http://schemas.microsoft.com/office/drawing/2014/main" id="{5B091EE0-DE2C-3075-8427-DC2D9056EFA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57" name="직사각형 56">
                      <a:extLst>
                        <a:ext uri="{FF2B5EF4-FFF2-40B4-BE49-F238E27FC236}">
                          <a16:creationId xmlns:a16="http://schemas.microsoft.com/office/drawing/2014/main" id="{1155A260-C58A-6B98-17B5-05D0514CC2F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</p:grpSp>
            <p:sp>
              <p:nvSpPr>
                <p:cNvPr id="51" name="직사각형 50">
                  <a:extLst>
                    <a:ext uri="{FF2B5EF4-FFF2-40B4-BE49-F238E27FC236}">
                      <a16:creationId xmlns:a16="http://schemas.microsoft.com/office/drawing/2014/main" id="{EFEE7C21-9BE9-C3C7-2D91-F182A28C283D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</p:grpSp>
          <p:grpSp>
            <p:nvGrpSpPr>
              <p:cNvPr id="6" name="그룹 5">
                <a:extLst>
                  <a:ext uri="{FF2B5EF4-FFF2-40B4-BE49-F238E27FC236}">
                    <a16:creationId xmlns:a16="http://schemas.microsoft.com/office/drawing/2014/main" id="{7C7A8CF7-20D2-D369-EE44-BE5B903CC018}"/>
                  </a:ext>
                </a:extLst>
              </p:cNvPr>
              <p:cNvGrpSpPr/>
              <p:nvPr/>
            </p:nvGrpSpPr>
            <p:grpSpPr>
              <a:xfrm>
                <a:off x="900388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37" name="그룹 36">
                  <a:extLst>
                    <a:ext uri="{FF2B5EF4-FFF2-40B4-BE49-F238E27FC236}">
                      <a16:creationId xmlns:a16="http://schemas.microsoft.com/office/drawing/2014/main" id="{FBD7F13A-CC5D-E248-C796-5EC89472844F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40" name="그룹 39">
                    <a:extLst>
                      <a:ext uri="{FF2B5EF4-FFF2-40B4-BE49-F238E27FC236}">
                        <a16:creationId xmlns:a16="http://schemas.microsoft.com/office/drawing/2014/main" id="{03975028-4959-6065-45BD-9314CF316087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46" name="직사각형 45">
                      <a:extLst>
                        <a:ext uri="{FF2B5EF4-FFF2-40B4-BE49-F238E27FC236}">
                          <a16:creationId xmlns:a16="http://schemas.microsoft.com/office/drawing/2014/main" id="{2DDC79AD-0670-5340-512C-7A31EB10FEC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47" name="직사각형 46">
                      <a:extLst>
                        <a:ext uri="{FF2B5EF4-FFF2-40B4-BE49-F238E27FC236}">
                          <a16:creationId xmlns:a16="http://schemas.microsoft.com/office/drawing/2014/main" id="{D323A4D1-70DE-8F85-7514-EE8739B3CD9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48" name="직사각형 47">
                      <a:extLst>
                        <a:ext uri="{FF2B5EF4-FFF2-40B4-BE49-F238E27FC236}">
                          <a16:creationId xmlns:a16="http://schemas.microsoft.com/office/drawing/2014/main" id="{2505A4BF-01DA-5B68-7513-285C2277946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49" name="직사각형 48">
                      <a:extLst>
                        <a:ext uri="{FF2B5EF4-FFF2-40B4-BE49-F238E27FC236}">
                          <a16:creationId xmlns:a16="http://schemas.microsoft.com/office/drawing/2014/main" id="{D7AE802E-B14E-BBBC-9CCA-657CA25EF53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  <p:grpSp>
                <p:nvGrpSpPr>
                  <p:cNvPr id="41" name="그룹 40">
                    <a:extLst>
                      <a:ext uri="{FF2B5EF4-FFF2-40B4-BE49-F238E27FC236}">
                        <a16:creationId xmlns:a16="http://schemas.microsoft.com/office/drawing/2014/main" id="{4B6E7158-0E7A-4160-789B-978D002FF7DB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42" name="직사각형 41">
                      <a:extLst>
                        <a:ext uri="{FF2B5EF4-FFF2-40B4-BE49-F238E27FC236}">
                          <a16:creationId xmlns:a16="http://schemas.microsoft.com/office/drawing/2014/main" id="{C0435B83-F95A-B736-7263-6FD71EFB9FD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43" name="직사각형 42">
                      <a:extLst>
                        <a:ext uri="{FF2B5EF4-FFF2-40B4-BE49-F238E27FC236}">
                          <a16:creationId xmlns:a16="http://schemas.microsoft.com/office/drawing/2014/main" id="{864961BD-E9ED-0CB9-F42D-3BCDF9AADC19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44" name="직사각형 43">
                      <a:extLst>
                        <a:ext uri="{FF2B5EF4-FFF2-40B4-BE49-F238E27FC236}">
                          <a16:creationId xmlns:a16="http://schemas.microsoft.com/office/drawing/2014/main" id="{7589CC84-FC26-87D2-935A-006A590CC9D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45" name="직사각형 44">
                      <a:extLst>
                        <a:ext uri="{FF2B5EF4-FFF2-40B4-BE49-F238E27FC236}">
                          <a16:creationId xmlns:a16="http://schemas.microsoft.com/office/drawing/2014/main" id="{B06CB83F-AA2A-9E71-FE04-34C4D958354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</p:grpSp>
            <p:sp>
              <p:nvSpPr>
                <p:cNvPr id="38" name="직사각형 37">
                  <a:extLst>
                    <a:ext uri="{FF2B5EF4-FFF2-40B4-BE49-F238E27FC236}">
                      <a16:creationId xmlns:a16="http://schemas.microsoft.com/office/drawing/2014/main" id="{98E0FCDB-281D-F8F4-E5BB-A23CA9AFB99D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</p:grpSp>
          <p:grpSp>
            <p:nvGrpSpPr>
              <p:cNvPr id="7" name="그룹 6">
                <a:extLst>
                  <a:ext uri="{FF2B5EF4-FFF2-40B4-BE49-F238E27FC236}">
                    <a16:creationId xmlns:a16="http://schemas.microsoft.com/office/drawing/2014/main" id="{21F15F6B-DAF6-5198-E9D7-A3824E2CED35}"/>
                  </a:ext>
                </a:extLst>
              </p:cNvPr>
              <p:cNvGrpSpPr/>
              <p:nvPr/>
            </p:nvGrpSpPr>
            <p:grpSpPr>
              <a:xfrm>
                <a:off x="993585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25" name="그룹 24">
                  <a:extLst>
                    <a:ext uri="{FF2B5EF4-FFF2-40B4-BE49-F238E27FC236}">
                      <a16:creationId xmlns:a16="http://schemas.microsoft.com/office/drawing/2014/main" id="{46401E6C-3C09-9E77-14C6-FD4D9F0D85C1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27" name="그룹 26">
                    <a:extLst>
                      <a:ext uri="{FF2B5EF4-FFF2-40B4-BE49-F238E27FC236}">
                        <a16:creationId xmlns:a16="http://schemas.microsoft.com/office/drawing/2014/main" id="{1D611B34-7731-CC3A-0B2E-0EC8320E587F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33" name="직사각형 32">
                      <a:extLst>
                        <a:ext uri="{FF2B5EF4-FFF2-40B4-BE49-F238E27FC236}">
                          <a16:creationId xmlns:a16="http://schemas.microsoft.com/office/drawing/2014/main" id="{8E49F02C-C652-1FE0-C18C-F7DA1E4331D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34" name="직사각형 33">
                      <a:extLst>
                        <a:ext uri="{FF2B5EF4-FFF2-40B4-BE49-F238E27FC236}">
                          <a16:creationId xmlns:a16="http://schemas.microsoft.com/office/drawing/2014/main" id="{A0B65D39-EDB5-78D0-C41C-5D73400BF9F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35" name="직사각형 34">
                      <a:extLst>
                        <a:ext uri="{FF2B5EF4-FFF2-40B4-BE49-F238E27FC236}">
                          <a16:creationId xmlns:a16="http://schemas.microsoft.com/office/drawing/2014/main" id="{5AAC602D-5BEF-848D-6AF5-ED357F34DB3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36" name="직사각형 35">
                      <a:extLst>
                        <a:ext uri="{FF2B5EF4-FFF2-40B4-BE49-F238E27FC236}">
                          <a16:creationId xmlns:a16="http://schemas.microsoft.com/office/drawing/2014/main" id="{CCBBAF80-0EDE-B31E-CC1A-5906F4F6840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  <p:grpSp>
                <p:nvGrpSpPr>
                  <p:cNvPr id="28" name="그룹 27">
                    <a:extLst>
                      <a:ext uri="{FF2B5EF4-FFF2-40B4-BE49-F238E27FC236}">
                        <a16:creationId xmlns:a16="http://schemas.microsoft.com/office/drawing/2014/main" id="{55CD4184-43B4-4F22-C772-0175B6B7B797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9" name="직사각형 28">
                      <a:extLst>
                        <a:ext uri="{FF2B5EF4-FFF2-40B4-BE49-F238E27FC236}">
                          <a16:creationId xmlns:a16="http://schemas.microsoft.com/office/drawing/2014/main" id="{AA29D369-E54F-2959-6ECA-5FF6E07A4F1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30" name="직사각형 29">
                      <a:extLst>
                        <a:ext uri="{FF2B5EF4-FFF2-40B4-BE49-F238E27FC236}">
                          <a16:creationId xmlns:a16="http://schemas.microsoft.com/office/drawing/2014/main" id="{174DA2AA-325B-A538-611D-4D2518A0BF2F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31" name="직사각형 30">
                      <a:extLst>
                        <a:ext uri="{FF2B5EF4-FFF2-40B4-BE49-F238E27FC236}">
                          <a16:creationId xmlns:a16="http://schemas.microsoft.com/office/drawing/2014/main" id="{1707BD88-46D9-6ABC-3275-030A1981B4E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32" name="직사각형 31">
                      <a:extLst>
                        <a:ext uri="{FF2B5EF4-FFF2-40B4-BE49-F238E27FC236}">
                          <a16:creationId xmlns:a16="http://schemas.microsoft.com/office/drawing/2014/main" id="{47B74351-DA1B-694A-B020-6D79659CB3F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</p:grpSp>
            <p:sp>
              <p:nvSpPr>
                <p:cNvPr id="26" name="직사각형 25">
                  <a:extLst>
                    <a:ext uri="{FF2B5EF4-FFF2-40B4-BE49-F238E27FC236}">
                      <a16:creationId xmlns:a16="http://schemas.microsoft.com/office/drawing/2014/main" id="{719BD912-A503-B980-A343-06B14F68F28A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</p:grpSp>
          <p:grpSp>
            <p:nvGrpSpPr>
              <p:cNvPr id="8" name="그룹 7">
                <a:extLst>
                  <a:ext uri="{FF2B5EF4-FFF2-40B4-BE49-F238E27FC236}">
                    <a16:creationId xmlns:a16="http://schemas.microsoft.com/office/drawing/2014/main" id="{78B42CBE-7F43-9C52-6AA2-A4E09B11434C}"/>
                  </a:ext>
                </a:extLst>
              </p:cNvPr>
              <p:cNvGrpSpPr/>
              <p:nvPr/>
            </p:nvGrpSpPr>
            <p:grpSpPr>
              <a:xfrm>
                <a:off x="10845365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9" name="그룹 8">
                  <a:extLst>
                    <a:ext uri="{FF2B5EF4-FFF2-40B4-BE49-F238E27FC236}">
                      <a16:creationId xmlns:a16="http://schemas.microsoft.com/office/drawing/2014/main" id="{9F1AC7F5-20DF-B286-F848-B683AF8A3C76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1" name="그룹 10">
                    <a:extLst>
                      <a:ext uri="{FF2B5EF4-FFF2-40B4-BE49-F238E27FC236}">
                        <a16:creationId xmlns:a16="http://schemas.microsoft.com/office/drawing/2014/main" id="{CBBE92B1-12FE-158E-8DBF-EDA55E0E74AF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1" name="직사각형 20">
                      <a:extLst>
                        <a:ext uri="{FF2B5EF4-FFF2-40B4-BE49-F238E27FC236}">
                          <a16:creationId xmlns:a16="http://schemas.microsoft.com/office/drawing/2014/main" id="{6357717B-7D9B-4178-CA85-27F9430A9EF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2" name="직사각형 21">
                      <a:extLst>
                        <a:ext uri="{FF2B5EF4-FFF2-40B4-BE49-F238E27FC236}">
                          <a16:creationId xmlns:a16="http://schemas.microsoft.com/office/drawing/2014/main" id="{704F0DA4-8B31-CBB0-63F3-F085827969A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3" name="직사각형 22">
                      <a:extLst>
                        <a:ext uri="{FF2B5EF4-FFF2-40B4-BE49-F238E27FC236}">
                          <a16:creationId xmlns:a16="http://schemas.microsoft.com/office/drawing/2014/main" id="{0A16476E-8791-E2BB-D2C6-071D78F185A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4" name="직사각형 23">
                      <a:extLst>
                        <a:ext uri="{FF2B5EF4-FFF2-40B4-BE49-F238E27FC236}">
                          <a16:creationId xmlns:a16="http://schemas.microsoft.com/office/drawing/2014/main" id="{7A8CC7C7-2B55-7769-D269-AC771C40713B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  <p:grpSp>
                <p:nvGrpSpPr>
                  <p:cNvPr id="12" name="그룹 11">
                    <a:extLst>
                      <a:ext uri="{FF2B5EF4-FFF2-40B4-BE49-F238E27FC236}">
                        <a16:creationId xmlns:a16="http://schemas.microsoft.com/office/drawing/2014/main" id="{5751BAC6-CB4B-3299-4A3F-C7CF45A79D09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3" name="직사각형 12">
                      <a:extLst>
                        <a:ext uri="{FF2B5EF4-FFF2-40B4-BE49-F238E27FC236}">
                          <a16:creationId xmlns:a16="http://schemas.microsoft.com/office/drawing/2014/main" id="{76B7A22B-F0A7-B6AA-51EF-F9A4BE38C61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4" name="직사각형 13">
                      <a:extLst>
                        <a:ext uri="{FF2B5EF4-FFF2-40B4-BE49-F238E27FC236}">
                          <a16:creationId xmlns:a16="http://schemas.microsoft.com/office/drawing/2014/main" id="{FDA647CC-DEE9-A080-17AF-4C9B310AA2D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6" name="직사각형 15">
                      <a:extLst>
                        <a:ext uri="{FF2B5EF4-FFF2-40B4-BE49-F238E27FC236}">
                          <a16:creationId xmlns:a16="http://schemas.microsoft.com/office/drawing/2014/main" id="{DABFC0CA-90C0-04B6-E46E-4E7980ADADC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0" name="직사각형 19">
                      <a:extLst>
                        <a:ext uri="{FF2B5EF4-FFF2-40B4-BE49-F238E27FC236}">
                          <a16:creationId xmlns:a16="http://schemas.microsoft.com/office/drawing/2014/main" id="{9F55BFF3-3BFD-E44F-F304-8B497F59BAD9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</p:grpSp>
            <p:sp>
              <p:nvSpPr>
                <p:cNvPr id="10" name="직사각형 9">
                  <a:extLst>
                    <a:ext uri="{FF2B5EF4-FFF2-40B4-BE49-F238E27FC236}">
                      <a16:creationId xmlns:a16="http://schemas.microsoft.com/office/drawing/2014/main" id="{0352F7D1-107B-CDD0-C1F4-44F47A4D5297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</p:grpSp>
        </p:grpSp>
      </p:grpSp>
      <p:pic>
        <p:nvPicPr>
          <p:cNvPr id="64" name="그림 63">
            <a:extLst>
              <a:ext uri="{FF2B5EF4-FFF2-40B4-BE49-F238E27FC236}">
                <a16:creationId xmlns:a16="http://schemas.microsoft.com/office/drawing/2014/main" id="{2695BD52-4065-B9D9-BFCA-C770852443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049" y="1521645"/>
            <a:ext cx="8489785" cy="4482507"/>
          </a:xfrm>
          <a:prstGeom prst="rect">
            <a:avLst/>
          </a:prstGeom>
        </p:spPr>
      </p:pic>
      <p:sp>
        <p:nvSpPr>
          <p:cNvPr id="74" name="직사각형 73">
            <a:extLst>
              <a:ext uri="{FF2B5EF4-FFF2-40B4-BE49-F238E27FC236}">
                <a16:creationId xmlns:a16="http://schemas.microsoft.com/office/drawing/2014/main" id="{E173740E-04C8-56C3-9246-3AB6AFB89B5D}"/>
              </a:ext>
            </a:extLst>
          </p:cNvPr>
          <p:cNvSpPr/>
          <p:nvPr/>
        </p:nvSpPr>
        <p:spPr>
          <a:xfrm>
            <a:off x="262146" y="3998573"/>
            <a:ext cx="737976" cy="2909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052C7965-FC5E-96D9-999B-3773A46E8650}"/>
              </a:ext>
            </a:extLst>
          </p:cNvPr>
          <p:cNvGrpSpPr/>
          <p:nvPr/>
        </p:nvGrpSpPr>
        <p:grpSpPr>
          <a:xfrm>
            <a:off x="3477054" y="3080603"/>
            <a:ext cx="1193800" cy="973934"/>
            <a:chOff x="3477054" y="2886866"/>
            <a:chExt cx="1193800" cy="783434"/>
          </a:xfrm>
        </p:grpSpPr>
        <p:cxnSp>
          <p:nvCxnSpPr>
            <p:cNvPr id="62" name="직선 화살표 연결선 61">
              <a:extLst>
                <a:ext uri="{FF2B5EF4-FFF2-40B4-BE49-F238E27FC236}">
                  <a16:creationId xmlns:a16="http://schemas.microsoft.com/office/drawing/2014/main" id="{D87563D4-A74B-8003-FA74-A8D367760FEA}"/>
                </a:ext>
              </a:extLst>
            </p:cNvPr>
            <p:cNvCxnSpPr>
              <a:cxnSpLocks/>
            </p:cNvCxnSpPr>
            <p:nvPr/>
          </p:nvCxnSpPr>
          <p:spPr>
            <a:xfrm>
              <a:off x="3477054" y="2899566"/>
              <a:ext cx="0" cy="770734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직선 화살표 연결선 66">
              <a:extLst>
                <a:ext uri="{FF2B5EF4-FFF2-40B4-BE49-F238E27FC236}">
                  <a16:creationId xmlns:a16="http://schemas.microsoft.com/office/drawing/2014/main" id="{4BF3FD70-E250-C857-ADC7-479983CF4858}"/>
                </a:ext>
              </a:extLst>
            </p:cNvPr>
            <p:cNvCxnSpPr>
              <a:cxnSpLocks/>
            </p:cNvCxnSpPr>
            <p:nvPr/>
          </p:nvCxnSpPr>
          <p:spPr>
            <a:xfrm>
              <a:off x="4061254" y="2886866"/>
              <a:ext cx="0" cy="770734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직선 화살표 연결선 67">
              <a:extLst>
                <a:ext uri="{FF2B5EF4-FFF2-40B4-BE49-F238E27FC236}">
                  <a16:creationId xmlns:a16="http://schemas.microsoft.com/office/drawing/2014/main" id="{5D445BED-FF09-0A43-FE40-124C7DB96668}"/>
                </a:ext>
              </a:extLst>
            </p:cNvPr>
            <p:cNvCxnSpPr>
              <a:cxnSpLocks/>
            </p:cNvCxnSpPr>
            <p:nvPr/>
          </p:nvCxnSpPr>
          <p:spPr>
            <a:xfrm>
              <a:off x="4670854" y="2899566"/>
              <a:ext cx="0" cy="770734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6" name="직선 화살표 연결선 85">
            <a:extLst>
              <a:ext uri="{FF2B5EF4-FFF2-40B4-BE49-F238E27FC236}">
                <a16:creationId xmlns:a16="http://schemas.microsoft.com/office/drawing/2014/main" id="{F9021ED0-0CD9-0483-26D4-2619FFB564CA}"/>
              </a:ext>
            </a:extLst>
          </p:cNvPr>
          <p:cNvCxnSpPr>
            <a:cxnSpLocks/>
          </p:cNvCxnSpPr>
          <p:nvPr/>
        </p:nvCxnSpPr>
        <p:spPr>
          <a:xfrm flipH="1">
            <a:off x="10890866" y="2022548"/>
            <a:ext cx="34748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타원 87">
            <a:extLst>
              <a:ext uri="{FF2B5EF4-FFF2-40B4-BE49-F238E27FC236}">
                <a16:creationId xmlns:a16="http://schemas.microsoft.com/office/drawing/2014/main" id="{1AECC08B-A237-BD9C-FA81-5A414ACA1701}"/>
              </a:ext>
            </a:extLst>
          </p:cNvPr>
          <p:cNvSpPr/>
          <p:nvPr/>
        </p:nvSpPr>
        <p:spPr>
          <a:xfrm>
            <a:off x="3190875" y="3086866"/>
            <a:ext cx="190498" cy="192971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1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90" name="타원 89">
            <a:extLst>
              <a:ext uri="{FF2B5EF4-FFF2-40B4-BE49-F238E27FC236}">
                <a16:creationId xmlns:a16="http://schemas.microsoft.com/office/drawing/2014/main" id="{D0D8DB6C-F3CF-A67A-7519-BFA087BCF400}"/>
              </a:ext>
            </a:extLst>
          </p:cNvPr>
          <p:cNvSpPr/>
          <p:nvPr/>
        </p:nvSpPr>
        <p:spPr>
          <a:xfrm>
            <a:off x="3825875" y="3090128"/>
            <a:ext cx="190498" cy="192971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2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92" name="타원 91">
            <a:extLst>
              <a:ext uri="{FF2B5EF4-FFF2-40B4-BE49-F238E27FC236}">
                <a16:creationId xmlns:a16="http://schemas.microsoft.com/office/drawing/2014/main" id="{63E8C063-070D-4503-B4C5-AEC8D855F77A}"/>
              </a:ext>
            </a:extLst>
          </p:cNvPr>
          <p:cNvSpPr/>
          <p:nvPr/>
        </p:nvSpPr>
        <p:spPr>
          <a:xfrm>
            <a:off x="4431198" y="3090128"/>
            <a:ext cx="190498" cy="192971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3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99" name="타원 98">
            <a:extLst>
              <a:ext uri="{FF2B5EF4-FFF2-40B4-BE49-F238E27FC236}">
                <a16:creationId xmlns:a16="http://schemas.microsoft.com/office/drawing/2014/main" id="{4651F755-573F-C622-80B0-68572C1F3E3B}"/>
              </a:ext>
            </a:extLst>
          </p:cNvPr>
          <p:cNvSpPr/>
          <p:nvPr/>
        </p:nvSpPr>
        <p:spPr>
          <a:xfrm>
            <a:off x="11000229" y="2098114"/>
            <a:ext cx="190498" cy="192971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1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103" name="타원 102">
            <a:extLst>
              <a:ext uri="{FF2B5EF4-FFF2-40B4-BE49-F238E27FC236}">
                <a16:creationId xmlns:a16="http://schemas.microsoft.com/office/drawing/2014/main" id="{FEED505A-8556-1AB1-6537-92F594AA7181}"/>
              </a:ext>
            </a:extLst>
          </p:cNvPr>
          <p:cNvSpPr/>
          <p:nvPr/>
        </p:nvSpPr>
        <p:spPr>
          <a:xfrm>
            <a:off x="10649170" y="5948796"/>
            <a:ext cx="190498" cy="192971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3</a:t>
            </a:r>
            <a:endParaRPr lang="ko-KR" altLang="en-US" sz="1400">
              <a:solidFill>
                <a:schemeClr val="tx1"/>
              </a:solidFill>
            </a:endParaRPr>
          </a:p>
        </p:txBody>
      </p: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2C634563-FAF8-C311-6DD1-491E971E9D05}"/>
              </a:ext>
            </a:extLst>
          </p:cNvPr>
          <p:cNvCxnSpPr>
            <a:cxnSpLocks/>
          </p:cNvCxnSpPr>
          <p:nvPr/>
        </p:nvCxnSpPr>
        <p:spPr>
          <a:xfrm flipV="1">
            <a:off x="10734675" y="1898723"/>
            <a:ext cx="0" cy="56034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272F8187-B0D1-7DEA-2E50-A96163EB59CC}"/>
              </a:ext>
            </a:extLst>
          </p:cNvPr>
          <p:cNvCxnSpPr>
            <a:cxnSpLocks/>
          </p:cNvCxnSpPr>
          <p:nvPr/>
        </p:nvCxnSpPr>
        <p:spPr>
          <a:xfrm flipV="1">
            <a:off x="11395206" y="1909876"/>
            <a:ext cx="0" cy="560347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B6B93B01-7326-B681-F209-0DCD69FCB4A7}"/>
              </a:ext>
            </a:extLst>
          </p:cNvPr>
          <p:cNvGrpSpPr/>
          <p:nvPr/>
        </p:nvGrpSpPr>
        <p:grpSpPr>
          <a:xfrm>
            <a:off x="8896405" y="2711258"/>
            <a:ext cx="2860497" cy="994910"/>
            <a:chOff x="8147507" y="4717048"/>
            <a:chExt cx="2860497" cy="994910"/>
          </a:xfrm>
        </p:grpSpPr>
        <p:sp>
          <p:nvSpPr>
            <p:cNvPr id="112" name="직사각형 111">
              <a:extLst>
                <a:ext uri="{FF2B5EF4-FFF2-40B4-BE49-F238E27FC236}">
                  <a16:creationId xmlns:a16="http://schemas.microsoft.com/office/drawing/2014/main" id="{4530CDF5-4679-AADF-989E-E3EC575ED0A1}"/>
                </a:ext>
              </a:extLst>
            </p:cNvPr>
            <p:cNvSpPr/>
            <p:nvPr/>
          </p:nvSpPr>
          <p:spPr>
            <a:xfrm>
              <a:off x="8147507" y="4717048"/>
              <a:ext cx="2860497" cy="99491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13" name="그룹 112">
              <a:extLst>
                <a:ext uri="{FF2B5EF4-FFF2-40B4-BE49-F238E27FC236}">
                  <a16:creationId xmlns:a16="http://schemas.microsoft.com/office/drawing/2014/main" id="{1A0B16D2-04B8-320F-21F5-AD01CE191F0F}"/>
                </a:ext>
              </a:extLst>
            </p:cNvPr>
            <p:cNvGrpSpPr/>
            <p:nvPr/>
          </p:nvGrpSpPr>
          <p:grpSpPr>
            <a:xfrm>
              <a:off x="8408334" y="4819650"/>
              <a:ext cx="2500334" cy="808179"/>
              <a:chOff x="8112248" y="4451227"/>
              <a:chExt cx="3529919" cy="1221760"/>
            </a:xfrm>
          </p:grpSpPr>
          <p:grpSp>
            <p:nvGrpSpPr>
              <p:cNvPr id="114" name="그룹 113">
                <a:extLst>
                  <a:ext uri="{FF2B5EF4-FFF2-40B4-BE49-F238E27FC236}">
                    <a16:creationId xmlns:a16="http://schemas.microsoft.com/office/drawing/2014/main" id="{E76440D5-630B-CEA9-92FD-AA2F85BB77C9}"/>
                  </a:ext>
                </a:extLst>
              </p:cNvPr>
              <p:cNvGrpSpPr/>
              <p:nvPr/>
            </p:nvGrpSpPr>
            <p:grpSpPr>
              <a:xfrm>
                <a:off x="8112248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54" name="그룹 153">
                  <a:extLst>
                    <a:ext uri="{FF2B5EF4-FFF2-40B4-BE49-F238E27FC236}">
                      <a16:creationId xmlns:a16="http://schemas.microsoft.com/office/drawing/2014/main" id="{75F5F11F-431F-EF14-1E65-5E79565C4B29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56" name="그룹 155">
                    <a:extLst>
                      <a:ext uri="{FF2B5EF4-FFF2-40B4-BE49-F238E27FC236}">
                        <a16:creationId xmlns:a16="http://schemas.microsoft.com/office/drawing/2014/main" id="{E6ACFCF9-45BB-2189-04F9-809AD3F6AE2B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62" name="직사각형 161">
                      <a:extLst>
                        <a:ext uri="{FF2B5EF4-FFF2-40B4-BE49-F238E27FC236}">
                          <a16:creationId xmlns:a16="http://schemas.microsoft.com/office/drawing/2014/main" id="{A7525624-F2E0-1206-8F12-AACBB94FAC1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63" name="직사각형 162">
                      <a:extLst>
                        <a:ext uri="{FF2B5EF4-FFF2-40B4-BE49-F238E27FC236}">
                          <a16:creationId xmlns:a16="http://schemas.microsoft.com/office/drawing/2014/main" id="{1B45B334-15FD-3269-2077-D271D41C9722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64" name="직사각형 163">
                      <a:extLst>
                        <a:ext uri="{FF2B5EF4-FFF2-40B4-BE49-F238E27FC236}">
                          <a16:creationId xmlns:a16="http://schemas.microsoft.com/office/drawing/2014/main" id="{9E776F7B-F364-F512-8018-83A97A34B85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65" name="직사각형 164">
                      <a:extLst>
                        <a:ext uri="{FF2B5EF4-FFF2-40B4-BE49-F238E27FC236}">
                          <a16:creationId xmlns:a16="http://schemas.microsoft.com/office/drawing/2014/main" id="{1301D7B0-61C0-DB67-0291-93FB0FDA0F1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  <p:grpSp>
                <p:nvGrpSpPr>
                  <p:cNvPr id="157" name="그룹 156">
                    <a:extLst>
                      <a:ext uri="{FF2B5EF4-FFF2-40B4-BE49-F238E27FC236}">
                        <a16:creationId xmlns:a16="http://schemas.microsoft.com/office/drawing/2014/main" id="{D3FD3899-0CAF-02FC-31BF-52C223163B8D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58" name="직사각형 157">
                      <a:extLst>
                        <a:ext uri="{FF2B5EF4-FFF2-40B4-BE49-F238E27FC236}">
                          <a16:creationId xmlns:a16="http://schemas.microsoft.com/office/drawing/2014/main" id="{8B657E43-DB4F-7E14-92B7-2F0E734E73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59" name="직사각형 158">
                      <a:extLst>
                        <a:ext uri="{FF2B5EF4-FFF2-40B4-BE49-F238E27FC236}">
                          <a16:creationId xmlns:a16="http://schemas.microsoft.com/office/drawing/2014/main" id="{34155B73-CBF4-0DE7-669E-2954B9E15B0F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60" name="직사각형 159">
                      <a:extLst>
                        <a:ext uri="{FF2B5EF4-FFF2-40B4-BE49-F238E27FC236}">
                          <a16:creationId xmlns:a16="http://schemas.microsoft.com/office/drawing/2014/main" id="{1D7A4FA8-EE51-01F1-D5E8-16DBA008C0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61" name="직사각형 160">
                      <a:extLst>
                        <a:ext uri="{FF2B5EF4-FFF2-40B4-BE49-F238E27FC236}">
                          <a16:creationId xmlns:a16="http://schemas.microsoft.com/office/drawing/2014/main" id="{9AB05276-CD56-E462-31CA-D1DBB8CA0DB9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</p:grpSp>
            <p:sp>
              <p:nvSpPr>
                <p:cNvPr id="155" name="직사각형 154">
                  <a:extLst>
                    <a:ext uri="{FF2B5EF4-FFF2-40B4-BE49-F238E27FC236}">
                      <a16:creationId xmlns:a16="http://schemas.microsoft.com/office/drawing/2014/main" id="{DCE9DC48-208E-2C2A-173B-950B4A2F1EDF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</p:grpSp>
          <p:grpSp>
            <p:nvGrpSpPr>
              <p:cNvPr id="115" name="그룹 114">
                <a:extLst>
                  <a:ext uri="{FF2B5EF4-FFF2-40B4-BE49-F238E27FC236}">
                    <a16:creationId xmlns:a16="http://schemas.microsoft.com/office/drawing/2014/main" id="{85375DFF-E941-BC85-2124-2A7E46282BD7}"/>
                  </a:ext>
                </a:extLst>
              </p:cNvPr>
              <p:cNvGrpSpPr/>
              <p:nvPr/>
            </p:nvGrpSpPr>
            <p:grpSpPr>
              <a:xfrm>
                <a:off x="900388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42" name="그룹 141">
                  <a:extLst>
                    <a:ext uri="{FF2B5EF4-FFF2-40B4-BE49-F238E27FC236}">
                      <a16:creationId xmlns:a16="http://schemas.microsoft.com/office/drawing/2014/main" id="{2621CC80-407B-B0A2-6418-ED9388EC1853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44" name="그룹 143">
                    <a:extLst>
                      <a:ext uri="{FF2B5EF4-FFF2-40B4-BE49-F238E27FC236}">
                        <a16:creationId xmlns:a16="http://schemas.microsoft.com/office/drawing/2014/main" id="{6CFFF194-2385-9A5E-7327-0200A345B3F7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50" name="직사각형 149">
                      <a:extLst>
                        <a:ext uri="{FF2B5EF4-FFF2-40B4-BE49-F238E27FC236}">
                          <a16:creationId xmlns:a16="http://schemas.microsoft.com/office/drawing/2014/main" id="{2AD74571-FFC0-6350-A513-973C7CE0891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51" name="직사각형 150">
                      <a:extLst>
                        <a:ext uri="{FF2B5EF4-FFF2-40B4-BE49-F238E27FC236}">
                          <a16:creationId xmlns:a16="http://schemas.microsoft.com/office/drawing/2014/main" id="{BE950CA7-5549-9E6A-26B3-56E59CB373B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52" name="직사각형 151">
                      <a:extLst>
                        <a:ext uri="{FF2B5EF4-FFF2-40B4-BE49-F238E27FC236}">
                          <a16:creationId xmlns:a16="http://schemas.microsoft.com/office/drawing/2014/main" id="{F8868142-7FDF-4DF0-8D2D-7C421FE5FE8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53" name="직사각형 152">
                      <a:extLst>
                        <a:ext uri="{FF2B5EF4-FFF2-40B4-BE49-F238E27FC236}">
                          <a16:creationId xmlns:a16="http://schemas.microsoft.com/office/drawing/2014/main" id="{EF0DE6E6-2DC8-2922-F039-B34B2CFD761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  <p:grpSp>
                <p:nvGrpSpPr>
                  <p:cNvPr id="145" name="그룹 144">
                    <a:extLst>
                      <a:ext uri="{FF2B5EF4-FFF2-40B4-BE49-F238E27FC236}">
                        <a16:creationId xmlns:a16="http://schemas.microsoft.com/office/drawing/2014/main" id="{1014E714-EFA1-596D-68E3-527EB088D8AC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46" name="직사각형 145">
                      <a:extLst>
                        <a:ext uri="{FF2B5EF4-FFF2-40B4-BE49-F238E27FC236}">
                          <a16:creationId xmlns:a16="http://schemas.microsoft.com/office/drawing/2014/main" id="{8B7CEDCF-4FDC-DB58-8F40-BDBDC59EE5B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47" name="직사각형 146">
                      <a:extLst>
                        <a:ext uri="{FF2B5EF4-FFF2-40B4-BE49-F238E27FC236}">
                          <a16:creationId xmlns:a16="http://schemas.microsoft.com/office/drawing/2014/main" id="{0DEFA5D3-A281-368C-29B6-125C7994360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48" name="직사각형 147">
                      <a:extLst>
                        <a:ext uri="{FF2B5EF4-FFF2-40B4-BE49-F238E27FC236}">
                          <a16:creationId xmlns:a16="http://schemas.microsoft.com/office/drawing/2014/main" id="{E679B098-A2BF-3F99-EDEF-B2AEBC5CB6B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49" name="직사각형 148">
                      <a:extLst>
                        <a:ext uri="{FF2B5EF4-FFF2-40B4-BE49-F238E27FC236}">
                          <a16:creationId xmlns:a16="http://schemas.microsoft.com/office/drawing/2014/main" id="{C0082634-4849-EC10-CA6F-788D5EB74D7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</p:grpSp>
            <p:sp>
              <p:nvSpPr>
                <p:cNvPr id="143" name="직사각형 142">
                  <a:extLst>
                    <a:ext uri="{FF2B5EF4-FFF2-40B4-BE49-F238E27FC236}">
                      <a16:creationId xmlns:a16="http://schemas.microsoft.com/office/drawing/2014/main" id="{37D74404-ACA1-BD07-20CF-731D519028D7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</p:grpSp>
          <p:grpSp>
            <p:nvGrpSpPr>
              <p:cNvPr id="116" name="그룹 115">
                <a:extLst>
                  <a:ext uri="{FF2B5EF4-FFF2-40B4-BE49-F238E27FC236}">
                    <a16:creationId xmlns:a16="http://schemas.microsoft.com/office/drawing/2014/main" id="{6281A03E-F32E-2A9F-EA01-F449D4B30C50}"/>
                  </a:ext>
                </a:extLst>
              </p:cNvPr>
              <p:cNvGrpSpPr/>
              <p:nvPr/>
            </p:nvGrpSpPr>
            <p:grpSpPr>
              <a:xfrm>
                <a:off x="993585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30" name="그룹 129">
                  <a:extLst>
                    <a:ext uri="{FF2B5EF4-FFF2-40B4-BE49-F238E27FC236}">
                      <a16:creationId xmlns:a16="http://schemas.microsoft.com/office/drawing/2014/main" id="{8F5CF8F9-A3A3-D330-7717-FA2A610F6971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32" name="그룹 131">
                    <a:extLst>
                      <a:ext uri="{FF2B5EF4-FFF2-40B4-BE49-F238E27FC236}">
                        <a16:creationId xmlns:a16="http://schemas.microsoft.com/office/drawing/2014/main" id="{277D09AB-47B9-822B-F035-61A49937C395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38" name="직사각형 137">
                      <a:extLst>
                        <a:ext uri="{FF2B5EF4-FFF2-40B4-BE49-F238E27FC236}">
                          <a16:creationId xmlns:a16="http://schemas.microsoft.com/office/drawing/2014/main" id="{5A341873-E783-6E7D-D037-9AFC6515707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39" name="직사각형 138">
                      <a:extLst>
                        <a:ext uri="{FF2B5EF4-FFF2-40B4-BE49-F238E27FC236}">
                          <a16:creationId xmlns:a16="http://schemas.microsoft.com/office/drawing/2014/main" id="{0BF6DCC2-24DD-962A-5F43-C765EA806A35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40" name="직사각형 139">
                      <a:extLst>
                        <a:ext uri="{FF2B5EF4-FFF2-40B4-BE49-F238E27FC236}">
                          <a16:creationId xmlns:a16="http://schemas.microsoft.com/office/drawing/2014/main" id="{066E59D9-C628-5023-AB49-594ADC15CF1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41" name="직사각형 140">
                      <a:extLst>
                        <a:ext uri="{FF2B5EF4-FFF2-40B4-BE49-F238E27FC236}">
                          <a16:creationId xmlns:a16="http://schemas.microsoft.com/office/drawing/2014/main" id="{9DF209BB-D19F-BC15-F23B-48161FA3254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  <p:grpSp>
                <p:nvGrpSpPr>
                  <p:cNvPr id="133" name="그룹 132">
                    <a:extLst>
                      <a:ext uri="{FF2B5EF4-FFF2-40B4-BE49-F238E27FC236}">
                        <a16:creationId xmlns:a16="http://schemas.microsoft.com/office/drawing/2014/main" id="{3BABD9D0-8E4C-3029-3204-D8A5C886FF7E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34" name="직사각형 133">
                      <a:extLst>
                        <a:ext uri="{FF2B5EF4-FFF2-40B4-BE49-F238E27FC236}">
                          <a16:creationId xmlns:a16="http://schemas.microsoft.com/office/drawing/2014/main" id="{58C7AC55-54B4-1579-494B-AF79EEF0631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35" name="직사각형 134">
                      <a:extLst>
                        <a:ext uri="{FF2B5EF4-FFF2-40B4-BE49-F238E27FC236}">
                          <a16:creationId xmlns:a16="http://schemas.microsoft.com/office/drawing/2014/main" id="{D487663E-6E80-E987-EAE2-D55B9B20B27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36" name="직사각형 135">
                      <a:extLst>
                        <a:ext uri="{FF2B5EF4-FFF2-40B4-BE49-F238E27FC236}">
                          <a16:creationId xmlns:a16="http://schemas.microsoft.com/office/drawing/2014/main" id="{8E38B386-989A-ACE2-2A4E-A0F588035B3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37" name="직사각형 136">
                      <a:extLst>
                        <a:ext uri="{FF2B5EF4-FFF2-40B4-BE49-F238E27FC236}">
                          <a16:creationId xmlns:a16="http://schemas.microsoft.com/office/drawing/2014/main" id="{73F6045E-19E0-8DCF-EA59-4BF44635593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</p:grpSp>
            <p:sp>
              <p:nvSpPr>
                <p:cNvPr id="131" name="직사각형 130">
                  <a:extLst>
                    <a:ext uri="{FF2B5EF4-FFF2-40B4-BE49-F238E27FC236}">
                      <a16:creationId xmlns:a16="http://schemas.microsoft.com/office/drawing/2014/main" id="{58EC5B2D-EE96-DB0A-4EF5-7F90935A4F54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</p:grpSp>
          <p:grpSp>
            <p:nvGrpSpPr>
              <p:cNvPr id="117" name="그룹 116">
                <a:extLst>
                  <a:ext uri="{FF2B5EF4-FFF2-40B4-BE49-F238E27FC236}">
                    <a16:creationId xmlns:a16="http://schemas.microsoft.com/office/drawing/2014/main" id="{1CD34271-61D6-7980-4E06-BA2ADF5E4E2B}"/>
                  </a:ext>
                </a:extLst>
              </p:cNvPr>
              <p:cNvGrpSpPr/>
              <p:nvPr/>
            </p:nvGrpSpPr>
            <p:grpSpPr>
              <a:xfrm>
                <a:off x="10845365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18" name="그룹 117">
                  <a:extLst>
                    <a:ext uri="{FF2B5EF4-FFF2-40B4-BE49-F238E27FC236}">
                      <a16:creationId xmlns:a16="http://schemas.microsoft.com/office/drawing/2014/main" id="{92429E72-ED32-899C-E53D-2D176FD8CB84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20" name="그룹 119">
                    <a:extLst>
                      <a:ext uri="{FF2B5EF4-FFF2-40B4-BE49-F238E27FC236}">
                        <a16:creationId xmlns:a16="http://schemas.microsoft.com/office/drawing/2014/main" id="{2B2DFC67-2640-BEA4-1134-F8CDCED918F8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26" name="직사각형 125">
                      <a:extLst>
                        <a:ext uri="{FF2B5EF4-FFF2-40B4-BE49-F238E27FC236}">
                          <a16:creationId xmlns:a16="http://schemas.microsoft.com/office/drawing/2014/main" id="{81DB2915-792A-0D91-3C48-083225E8174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27" name="직사각형 126">
                      <a:extLst>
                        <a:ext uri="{FF2B5EF4-FFF2-40B4-BE49-F238E27FC236}">
                          <a16:creationId xmlns:a16="http://schemas.microsoft.com/office/drawing/2014/main" id="{A151B609-1379-A73E-B066-34E11950C23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28" name="직사각형 127">
                      <a:extLst>
                        <a:ext uri="{FF2B5EF4-FFF2-40B4-BE49-F238E27FC236}">
                          <a16:creationId xmlns:a16="http://schemas.microsoft.com/office/drawing/2014/main" id="{F3809BF0-F7FF-40DA-B525-D1BD1C39176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29" name="직사각형 128">
                      <a:extLst>
                        <a:ext uri="{FF2B5EF4-FFF2-40B4-BE49-F238E27FC236}">
                          <a16:creationId xmlns:a16="http://schemas.microsoft.com/office/drawing/2014/main" id="{638D4DB9-5EBB-6F97-703B-D3D75096787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  <p:grpSp>
                <p:nvGrpSpPr>
                  <p:cNvPr id="121" name="그룹 120">
                    <a:extLst>
                      <a:ext uri="{FF2B5EF4-FFF2-40B4-BE49-F238E27FC236}">
                        <a16:creationId xmlns:a16="http://schemas.microsoft.com/office/drawing/2014/main" id="{AE3A9998-94E4-470A-E692-B55327CBD895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22" name="직사각형 121">
                      <a:extLst>
                        <a:ext uri="{FF2B5EF4-FFF2-40B4-BE49-F238E27FC236}">
                          <a16:creationId xmlns:a16="http://schemas.microsoft.com/office/drawing/2014/main" id="{54473CFE-A0E7-2733-A507-841B93D3759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23" name="직사각형 122">
                      <a:extLst>
                        <a:ext uri="{FF2B5EF4-FFF2-40B4-BE49-F238E27FC236}">
                          <a16:creationId xmlns:a16="http://schemas.microsoft.com/office/drawing/2014/main" id="{97E3D514-DD04-AFE4-E40A-A4D9B01587A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24" name="직사각형 123">
                      <a:extLst>
                        <a:ext uri="{FF2B5EF4-FFF2-40B4-BE49-F238E27FC236}">
                          <a16:creationId xmlns:a16="http://schemas.microsoft.com/office/drawing/2014/main" id="{66678773-3C57-334F-1A5E-31414D5D078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25" name="직사각형 124">
                      <a:extLst>
                        <a:ext uri="{FF2B5EF4-FFF2-40B4-BE49-F238E27FC236}">
                          <a16:creationId xmlns:a16="http://schemas.microsoft.com/office/drawing/2014/main" id="{C8EABDC5-9515-8043-0B94-4228BECF9BF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</p:grpSp>
            <p:sp>
              <p:nvSpPr>
                <p:cNvPr id="119" name="직사각형 118">
                  <a:extLst>
                    <a:ext uri="{FF2B5EF4-FFF2-40B4-BE49-F238E27FC236}">
                      <a16:creationId xmlns:a16="http://schemas.microsoft.com/office/drawing/2014/main" id="{BF435D48-0796-3808-C454-24C246325DF0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</p:grpSp>
        </p:grpSp>
      </p:grpSp>
      <p:cxnSp>
        <p:nvCxnSpPr>
          <p:cNvPr id="177" name="직선 화살표 연결선 176">
            <a:extLst>
              <a:ext uri="{FF2B5EF4-FFF2-40B4-BE49-F238E27FC236}">
                <a16:creationId xmlns:a16="http://schemas.microsoft.com/office/drawing/2014/main" id="{4C6B6193-5EF9-7D7C-81F6-77FF674FE35D}"/>
              </a:ext>
            </a:extLst>
          </p:cNvPr>
          <p:cNvCxnSpPr>
            <a:cxnSpLocks/>
          </p:cNvCxnSpPr>
          <p:nvPr/>
        </p:nvCxnSpPr>
        <p:spPr>
          <a:xfrm flipH="1">
            <a:off x="10244533" y="3928408"/>
            <a:ext cx="34748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8" name="타원 177">
            <a:extLst>
              <a:ext uri="{FF2B5EF4-FFF2-40B4-BE49-F238E27FC236}">
                <a16:creationId xmlns:a16="http://schemas.microsoft.com/office/drawing/2014/main" id="{50BB0566-1594-925D-F346-BBCA5537B46B}"/>
              </a:ext>
            </a:extLst>
          </p:cNvPr>
          <p:cNvSpPr/>
          <p:nvPr/>
        </p:nvSpPr>
        <p:spPr>
          <a:xfrm>
            <a:off x="10353896" y="4003974"/>
            <a:ext cx="190498" cy="192971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2</a:t>
            </a:r>
            <a:endParaRPr lang="ko-KR" altLang="en-US" sz="1400">
              <a:solidFill>
                <a:schemeClr val="tx1"/>
              </a:solidFill>
            </a:endParaRPr>
          </a:p>
        </p:txBody>
      </p:sp>
      <p:cxnSp>
        <p:nvCxnSpPr>
          <p:cNvPr id="179" name="직선 화살표 연결선 178">
            <a:extLst>
              <a:ext uri="{FF2B5EF4-FFF2-40B4-BE49-F238E27FC236}">
                <a16:creationId xmlns:a16="http://schemas.microsoft.com/office/drawing/2014/main" id="{F1BE5715-46E1-4AE2-A951-AA83F384BE04}"/>
              </a:ext>
            </a:extLst>
          </p:cNvPr>
          <p:cNvCxnSpPr>
            <a:cxnSpLocks/>
          </p:cNvCxnSpPr>
          <p:nvPr/>
        </p:nvCxnSpPr>
        <p:spPr>
          <a:xfrm flipV="1">
            <a:off x="10088342" y="3804583"/>
            <a:ext cx="0" cy="56034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직선 화살표 연결선 179">
            <a:extLst>
              <a:ext uri="{FF2B5EF4-FFF2-40B4-BE49-F238E27FC236}">
                <a16:creationId xmlns:a16="http://schemas.microsoft.com/office/drawing/2014/main" id="{3251F597-E158-FF6D-6C4F-35F4A8F4E958}"/>
              </a:ext>
            </a:extLst>
          </p:cNvPr>
          <p:cNvCxnSpPr>
            <a:cxnSpLocks/>
          </p:cNvCxnSpPr>
          <p:nvPr/>
        </p:nvCxnSpPr>
        <p:spPr>
          <a:xfrm flipV="1">
            <a:off x="10748873" y="3815736"/>
            <a:ext cx="0" cy="560347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1" name="그룹 180">
            <a:extLst>
              <a:ext uri="{FF2B5EF4-FFF2-40B4-BE49-F238E27FC236}">
                <a16:creationId xmlns:a16="http://schemas.microsoft.com/office/drawing/2014/main" id="{DE73EC76-6475-4F7A-D662-8D2404AA8406}"/>
              </a:ext>
            </a:extLst>
          </p:cNvPr>
          <p:cNvGrpSpPr/>
          <p:nvPr/>
        </p:nvGrpSpPr>
        <p:grpSpPr>
          <a:xfrm>
            <a:off x="8896405" y="4577390"/>
            <a:ext cx="2860497" cy="994910"/>
            <a:chOff x="8147507" y="4717048"/>
            <a:chExt cx="2860497" cy="994910"/>
          </a:xfrm>
        </p:grpSpPr>
        <p:sp>
          <p:nvSpPr>
            <p:cNvPr id="182" name="직사각형 181">
              <a:extLst>
                <a:ext uri="{FF2B5EF4-FFF2-40B4-BE49-F238E27FC236}">
                  <a16:creationId xmlns:a16="http://schemas.microsoft.com/office/drawing/2014/main" id="{264E6575-626D-D074-76DC-23E9A605F95D}"/>
                </a:ext>
              </a:extLst>
            </p:cNvPr>
            <p:cNvSpPr/>
            <p:nvPr/>
          </p:nvSpPr>
          <p:spPr>
            <a:xfrm>
              <a:off x="8147507" y="4717048"/>
              <a:ext cx="2860497" cy="99491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83" name="그룹 182">
              <a:extLst>
                <a:ext uri="{FF2B5EF4-FFF2-40B4-BE49-F238E27FC236}">
                  <a16:creationId xmlns:a16="http://schemas.microsoft.com/office/drawing/2014/main" id="{C1D2474F-2D4C-81A3-3A3F-6747C95917DD}"/>
                </a:ext>
              </a:extLst>
            </p:cNvPr>
            <p:cNvGrpSpPr/>
            <p:nvPr/>
          </p:nvGrpSpPr>
          <p:grpSpPr>
            <a:xfrm>
              <a:off x="8408334" y="4819650"/>
              <a:ext cx="2500334" cy="808179"/>
              <a:chOff x="8112248" y="4451227"/>
              <a:chExt cx="3529919" cy="1221760"/>
            </a:xfrm>
          </p:grpSpPr>
          <p:grpSp>
            <p:nvGrpSpPr>
              <p:cNvPr id="184" name="그룹 183">
                <a:extLst>
                  <a:ext uri="{FF2B5EF4-FFF2-40B4-BE49-F238E27FC236}">
                    <a16:creationId xmlns:a16="http://schemas.microsoft.com/office/drawing/2014/main" id="{C85824D8-581D-5880-6DDE-A84795E4C766}"/>
                  </a:ext>
                </a:extLst>
              </p:cNvPr>
              <p:cNvGrpSpPr/>
              <p:nvPr/>
            </p:nvGrpSpPr>
            <p:grpSpPr>
              <a:xfrm>
                <a:off x="8112248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224" name="그룹 223">
                  <a:extLst>
                    <a:ext uri="{FF2B5EF4-FFF2-40B4-BE49-F238E27FC236}">
                      <a16:creationId xmlns:a16="http://schemas.microsoft.com/office/drawing/2014/main" id="{BBEB56CA-6460-4941-5312-76F38E25CD18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226" name="그룹 225">
                    <a:extLst>
                      <a:ext uri="{FF2B5EF4-FFF2-40B4-BE49-F238E27FC236}">
                        <a16:creationId xmlns:a16="http://schemas.microsoft.com/office/drawing/2014/main" id="{5C61D8AC-7870-8189-2C21-FECFFB84DF0B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32" name="직사각형 231">
                      <a:extLst>
                        <a:ext uri="{FF2B5EF4-FFF2-40B4-BE49-F238E27FC236}">
                          <a16:creationId xmlns:a16="http://schemas.microsoft.com/office/drawing/2014/main" id="{2F1C7406-7A59-26F5-76B1-F80B8A8100F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33" name="직사각형 232">
                      <a:extLst>
                        <a:ext uri="{FF2B5EF4-FFF2-40B4-BE49-F238E27FC236}">
                          <a16:creationId xmlns:a16="http://schemas.microsoft.com/office/drawing/2014/main" id="{E2007932-9747-EA6E-5FC2-5FEB06904F85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34" name="직사각형 233">
                      <a:extLst>
                        <a:ext uri="{FF2B5EF4-FFF2-40B4-BE49-F238E27FC236}">
                          <a16:creationId xmlns:a16="http://schemas.microsoft.com/office/drawing/2014/main" id="{321E14C0-3707-5D79-B00A-79EDE87AA67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35" name="직사각형 234">
                      <a:extLst>
                        <a:ext uri="{FF2B5EF4-FFF2-40B4-BE49-F238E27FC236}">
                          <a16:creationId xmlns:a16="http://schemas.microsoft.com/office/drawing/2014/main" id="{03E58CA4-DAF8-619D-4972-3F292C43279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  <p:grpSp>
                <p:nvGrpSpPr>
                  <p:cNvPr id="227" name="그룹 226">
                    <a:extLst>
                      <a:ext uri="{FF2B5EF4-FFF2-40B4-BE49-F238E27FC236}">
                        <a16:creationId xmlns:a16="http://schemas.microsoft.com/office/drawing/2014/main" id="{E66DF4EC-B330-8466-0343-C6F0FEB13917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28" name="직사각형 227">
                      <a:extLst>
                        <a:ext uri="{FF2B5EF4-FFF2-40B4-BE49-F238E27FC236}">
                          <a16:creationId xmlns:a16="http://schemas.microsoft.com/office/drawing/2014/main" id="{0A599DD3-E18A-BEEA-0354-ED2018D2BB8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29" name="직사각형 228">
                      <a:extLst>
                        <a:ext uri="{FF2B5EF4-FFF2-40B4-BE49-F238E27FC236}">
                          <a16:creationId xmlns:a16="http://schemas.microsoft.com/office/drawing/2014/main" id="{3210E8B7-789B-80D9-F8A5-C552907596F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30" name="직사각형 229">
                      <a:extLst>
                        <a:ext uri="{FF2B5EF4-FFF2-40B4-BE49-F238E27FC236}">
                          <a16:creationId xmlns:a16="http://schemas.microsoft.com/office/drawing/2014/main" id="{437D6B49-E784-0149-9370-9FC5989A0FD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31" name="직사각형 230">
                      <a:extLst>
                        <a:ext uri="{FF2B5EF4-FFF2-40B4-BE49-F238E27FC236}">
                          <a16:creationId xmlns:a16="http://schemas.microsoft.com/office/drawing/2014/main" id="{A0163AEC-452B-72E5-D42E-DCB252ED513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</p:grpSp>
            <p:sp>
              <p:nvSpPr>
                <p:cNvPr id="225" name="직사각형 224">
                  <a:extLst>
                    <a:ext uri="{FF2B5EF4-FFF2-40B4-BE49-F238E27FC236}">
                      <a16:creationId xmlns:a16="http://schemas.microsoft.com/office/drawing/2014/main" id="{20719F3C-2C7B-172F-6E1D-9906E01FEF8A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</p:grpSp>
          <p:grpSp>
            <p:nvGrpSpPr>
              <p:cNvPr id="185" name="그룹 184">
                <a:extLst>
                  <a:ext uri="{FF2B5EF4-FFF2-40B4-BE49-F238E27FC236}">
                    <a16:creationId xmlns:a16="http://schemas.microsoft.com/office/drawing/2014/main" id="{E3DBBA4B-5997-89B1-2C2D-B59C48A08173}"/>
                  </a:ext>
                </a:extLst>
              </p:cNvPr>
              <p:cNvGrpSpPr/>
              <p:nvPr/>
            </p:nvGrpSpPr>
            <p:grpSpPr>
              <a:xfrm>
                <a:off x="900388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212" name="그룹 211">
                  <a:extLst>
                    <a:ext uri="{FF2B5EF4-FFF2-40B4-BE49-F238E27FC236}">
                      <a16:creationId xmlns:a16="http://schemas.microsoft.com/office/drawing/2014/main" id="{A95C7FBA-8B88-8032-D763-CEA2C9B97117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214" name="그룹 213">
                    <a:extLst>
                      <a:ext uri="{FF2B5EF4-FFF2-40B4-BE49-F238E27FC236}">
                        <a16:creationId xmlns:a16="http://schemas.microsoft.com/office/drawing/2014/main" id="{D4CB2BEB-6A66-2EEC-6DD8-AA96B4561BA6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20" name="직사각형 219">
                      <a:extLst>
                        <a:ext uri="{FF2B5EF4-FFF2-40B4-BE49-F238E27FC236}">
                          <a16:creationId xmlns:a16="http://schemas.microsoft.com/office/drawing/2014/main" id="{F00AB818-0A3F-ADBF-F994-6F940C99DAB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21" name="직사각형 220">
                      <a:extLst>
                        <a:ext uri="{FF2B5EF4-FFF2-40B4-BE49-F238E27FC236}">
                          <a16:creationId xmlns:a16="http://schemas.microsoft.com/office/drawing/2014/main" id="{33614215-4CDF-B9D0-3143-CAC4AD59094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22" name="직사각형 221">
                      <a:extLst>
                        <a:ext uri="{FF2B5EF4-FFF2-40B4-BE49-F238E27FC236}">
                          <a16:creationId xmlns:a16="http://schemas.microsoft.com/office/drawing/2014/main" id="{B5C66184-18DB-092C-E9D7-704EBE62673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23" name="직사각형 222">
                      <a:extLst>
                        <a:ext uri="{FF2B5EF4-FFF2-40B4-BE49-F238E27FC236}">
                          <a16:creationId xmlns:a16="http://schemas.microsoft.com/office/drawing/2014/main" id="{23CF0DB7-7746-16CD-48CB-0A96DCAD356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  <p:grpSp>
                <p:nvGrpSpPr>
                  <p:cNvPr id="215" name="그룹 214">
                    <a:extLst>
                      <a:ext uri="{FF2B5EF4-FFF2-40B4-BE49-F238E27FC236}">
                        <a16:creationId xmlns:a16="http://schemas.microsoft.com/office/drawing/2014/main" id="{2D184B00-1237-6735-8416-BF70B6F05C66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16" name="직사각형 215">
                      <a:extLst>
                        <a:ext uri="{FF2B5EF4-FFF2-40B4-BE49-F238E27FC236}">
                          <a16:creationId xmlns:a16="http://schemas.microsoft.com/office/drawing/2014/main" id="{AD062166-3454-D912-F2B2-E79BF920703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17" name="직사각형 216">
                      <a:extLst>
                        <a:ext uri="{FF2B5EF4-FFF2-40B4-BE49-F238E27FC236}">
                          <a16:creationId xmlns:a16="http://schemas.microsoft.com/office/drawing/2014/main" id="{86CB3A56-028F-BF9B-234C-B81E148E1E9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18" name="직사각형 217">
                      <a:extLst>
                        <a:ext uri="{FF2B5EF4-FFF2-40B4-BE49-F238E27FC236}">
                          <a16:creationId xmlns:a16="http://schemas.microsoft.com/office/drawing/2014/main" id="{46617B30-D1B3-C900-1B28-A4B1ED7CAA6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19" name="직사각형 218">
                      <a:extLst>
                        <a:ext uri="{FF2B5EF4-FFF2-40B4-BE49-F238E27FC236}">
                          <a16:creationId xmlns:a16="http://schemas.microsoft.com/office/drawing/2014/main" id="{4F66133E-FDFB-34C0-624D-BB715AF3310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</p:grpSp>
            <p:sp>
              <p:nvSpPr>
                <p:cNvPr id="213" name="직사각형 212">
                  <a:extLst>
                    <a:ext uri="{FF2B5EF4-FFF2-40B4-BE49-F238E27FC236}">
                      <a16:creationId xmlns:a16="http://schemas.microsoft.com/office/drawing/2014/main" id="{EFF9FC46-9217-B516-362D-BED17272D256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</p:grpSp>
          <p:grpSp>
            <p:nvGrpSpPr>
              <p:cNvPr id="186" name="그룹 185">
                <a:extLst>
                  <a:ext uri="{FF2B5EF4-FFF2-40B4-BE49-F238E27FC236}">
                    <a16:creationId xmlns:a16="http://schemas.microsoft.com/office/drawing/2014/main" id="{75766A1F-C873-DF13-990D-3D356AAC74B9}"/>
                  </a:ext>
                </a:extLst>
              </p:cNvPr>
              <p:cNvGrpSpPr/>
              <p:nvPr/>
            </p:nvGrpSpPr>
            <p:grpSpPr>
              <a:xfrm>
                <a:off x="993585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200" name="그룹 199">
                  <a:extLst>
                    <a:ext uri="{FF2B5EF4-FFF2-40B4-BE49-F238E27FC236}">
                      <a16:creationId xmlns:a16="http://schemas.microsoft.com/office/drawing/2014/main" id="{E2222780-64AE-1AEA-7164-0C2F40896B55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202" name="그룹 201">
                    <a:extLst>
                      <a:ext uri="{FF2B5EF4-FFF2-40B4-BE49-F238E27FC236}">
                        <a16:creationId xmlns:a16="http://schemas.microsoft.com/office/drawing/2014/main" id="{FDB4F943-CAC2-7606-9C20-10B48145FCF8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08" name="직사각형 207">
                      <a:extLst>
                        <a:ext uri="{FF2B5EF4-FFF2-40B4-BE49-F238E27FC236}">
                          <a16:creationId xmlns:a16="http://schemas.microsoft.com/office/drawing/2014/main" id="{9E8737D3-1CC1-2090-EDC1-3B2C39A4968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09" name="직사각형 208">
                      <a:extLst>
                        <a:ext uri="{FF2B5EF4-FFF2-40B4-BE49-F238E27FC236}">
                          <a16:creationId xmlns:a16="http://schemas.microsoft.com/office/drawing/2014/main" id="{54E1DA2F-C2FC-9A58-4708-197AAEBC320F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10" name="직사각형 209">
                      <a:extLst>
                        <a:ext uri="{FF2B5EF4-FFF2-40B4-BE49-F238E27FC236}">
                          <a16:creationId xmlns:a16="http://schemas.microsoft.com/office/drawing/2014/main" id="{DD1F93AA-1CFB-B39F-28DD-A81A416BEB0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11" name="직사각형 210">
                      <a:extLst>
                        <a:ext uri="{FF2B5EF4-FFF2-40B4-BE49-F238E27FC236}">
                          <a16:creationId xmlns:a16="http://schemas.microsoft.com/office/drawing/2014/main" id="{394398CF-3B8D-63E5-F52D-04BC04A56F4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  <p:grpSp>
                <p:nvGrpSpPr>
                  <p:cNvPr id="203" name="그룹 202">
                    <a:extLst>
                      <a:ext uri="{FF2B5EF4-FFF2-40B4-BE49-F238E27FC236}">
                        <a16:creationId xmlns:a16="http://schemas.microsoft.com/office/drawing/2014/main" id="{B568CC7A-CA94-73B4-F41E-35ECEF54ADE4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04" name="직사각형 203">
                      <a:extLst>
                        <a:ext uri="{FF2B5EF4-FFF2-40B4-BE49-F238E27FC236}">
                          <a16:creationId xmlns:a16="http://schemas.microsoft.com/office/drawing/2014/main" id="{6D584624-3195-36E8-965E-61E78C2E2EA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05" name="직사각형 204">
                      <a:extLst>
                        <a:ext uri="{FF2B5EF4-FFF2-40B4-BE49-F238E27FC236}">
                          <a16:creationId xmlns:a16="http://schemas.microsoft.com/office/drawing/2014/main" id="{64BC182F-253E-694A-CE4D-ABA3622ED0B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06" name="직사각형 205">
                      <a:extLst>
                        <a:ext uri="{FF2B5EF4-FFF2-40B4-BE49-F238E27FC236}">
                          <a16:creationId xmlns:a16="http://schemas.microsoft.com/office/drawing/2014/main" id="{A19018B8-9D08-6BDE-A22F-411087CA84C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07" name="직사각형 206">
                      <a:extLst>
                        <a:ext uri="{FF2B5EF4-FFF2-40B4-BE49-F238E27FC236}">
                          <a16:creationId xmlns:a16="http://schemas.microsoft.com/office/drawing/2014/main" id="{7D9B0D6F-577E-C1E2-F310-2EDA83BBA5B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</p:grpSp>
            <p:sp>
              <p:nvSpPr>
                <p:cNvPr id="201" name="직사각형 200">
                  <a:extLst>
                    <a:ext uri="{FF2B5EF4-FFF2-40B4-BE49-F238E27FC236}">
                      <a16:creationId xmlns:a16="http://schemas.microsoft.com/office/drawing/2014/main" id="{73B551A7-D277-56E4-3DC6-4CE7E6DF5283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</p:grpSp>
          <p:grpSp>
            <p:nvGrpSpPr>
              <p:cNvPr id="187" name="그룹 186">
                <a:extLst>
                  <a:ext uri="{FF2B5EF4-FFF2-40B4-BE49-F238E27FC236}">
                    <a16:creationId xmlns:a16="http://schemas.microsoft.com/office/drawing/2014/main" id="{0935ABF0-1C43-A7E7-1C64-B3B87C9CDD53}"/>
                  </a:ext>
                </a:extLst>
              </p:cNvPr>
              <p:cNvGrpSpPr/>
              <p:nvPr/>
            </p:nvGrpSpPr>
            <p:grpSpPr>
              <a:xfrm>
                <a:off x="10845365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88" name="그룹 187">
                  <a:extLst>
                    <a:ext uri="{FF2B5EF4-FFF2-40B4-BE49-F238E27FC236}">
                      <a16:creationId xmlns:a16="http://schemas.microsoft.com/office/drawing/2014/main" id="{2A817C0B-8ECD-809E-0E74-5D64F1031078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90" name="그룹 189">
                    <a:extLst>
                      <a:ext uri="{FF2B5EF4-FFF2-40B4-BE49-F238E27FC236}">
                        <a16:creationId xmlns:a16="http://schemas.microsoft.com/office/drawing/2014/main" id="{8B898780-B0F9-BF2D-A31A-30062376E343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96" name="직사각형 195">
                      <a:extLst>
                        <a:ext uri="{FF2B5EF4-FFF2-40B4-BE49-F238E27FC236}">
                          <a16:creationId xmlns:a16="http://schemas.microsoft.com/office/drawing/2014/main" id="{5B205DB4-169E-05BB-3A85-1170D5EE9A5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97" name="직사각형 196">
                      <a:extLst>
                        <a:ext uri="{FF2B5EF4-FFF2-40B4-BE49-F238E27FC236}">
                          <a16:creationId xmlns:a16="http://schemas.microsoft.com/office/drawing/2014/main" id="{02674238-1D86-E832-D468-AE2E2836179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98" name="직사각형 197">
                      <a:extLst>
                        <a:ext uri="{FF2B5EF4-FFF2-40B4-BE49-F238E27FC236}">
                          <a16:creationId xmlns:a16="http://schemas.microsoft.com/office/drawing/2014/main" id="{04FF416D-F65B-A2A3-FBFC-65575F095BF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99" name="직사각형 198">
                      <a:extLst>
                        <a:ext uri="{FF2B5EF4-FFF2-40B4-BE49-F238E27FC236}">
                          <a16:creationId xmlns:a16="http://schemas.microsoft.com/office/drawing/2014/main" id="{37396CCF-5FC6-279A-D8F7-E746AF30A6A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  <p:grpSp>
                <p:nvGrpSpPr>
                  <p:cNvPr id="191" name="그룹 190">
                    <a:extLst>
                      <a:ext uri="{FF2B5EF4-FFF2-40B4-BE49-F238E27FC236}">
                        <a16:creationId xmlns:a16="http://schemas.microsoft.com/office/drawing/2014/main" id="{4D928565-7D7C-4C59-46AC-10A94E316F5C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92" name="직사각형 191">
                      <a:extLst>
                        <a:ext uri="{FF2B5EF4-FFF2-40B4-BE49-F238E27FC236}">
                          <a16:creationId xmlns:a16="http://schemas.microsoft.com/office/drawing/2014/main" id="{68676EF5-854E-C327-66C8-FFF249A16FA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93" name="직사각형 192">
                      <a:extLst>
                        <a:ext uri="{FF2B5EF4-FFF2-40B4-BE49-F238E27FC236}">
                          <a16:creationId xmlns:a16="http://schemas.microsoft.com/office/drawing/2014/main" id="{4769EAA8-2BC0-9399-9CAF-0AFDD24FFB4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94" name="직사각형 193">
                      <a:extLst>
                        <a:ext uri="{FF2B5EF4-FFF2-40B4-BE49-F238E27FC236}">
                          <a16:creationId xmlns:a16="http://schemas.microsoft.com/office/drawing/2014/main" id="{109CA4FD-0FA4-2EEA-F01E-5EBFA4163DE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95" name="직사각형 194">
                      <a:extLst>
                        <a:ext uri="{FF2B5EF4-FFF2-40B4-BE49-F238E27FC236}">
                          <a16:creationId xmlns:a16="http://schemas.microsoft.com/office/drawing/2014/main" id="{5925C35A-103F-5F8E-A580-F4785F4801D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</p:grpSp>
            <p:sp>
              <p:nvSpPr>
                <p:cNvPr id="189" name="직사각형 188">
                  <a:extLst>
                    <a:ext uri="{FF2B5EF4-FFF2-40B4-BE49-F238E27FC236}">
                      <a16:creationId xmlns:a16="http://schemas.microsoft.com/office/drawing/2014/main" id="{016B1AF2-88F8-95A6-2D12-EB6E86A59A3E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</p:grpSp>
        </p:grpSp>
      </p:grpSp>
      <p:cxnSp>
        <p:nvCxnSpPr>
          <p:cNvPr id="238" name="직선 화살표 연결선 237">
            <a:extLst>
              <a:ext uri="{FF2B5EF4-FFF2-40B4-BE49-F238E27FC236}">
                <a16:creationId xmlns:a16="http://schemas.microsoft.com/office/drawing/2014/main" id="{22524F47-C983-80BD-4C50-D5316715F11E}"/>
              </a:ext>
            </a:extLst>
          </p:cNvPr>
          <p:cNvCxnSpPr>
            <a:cxnSpLocks/>
          </p:cNvCxnSpPr>
          <p:nvPr/>
        </p:nvCxnSpPr>
        <p:spPr>
          <a:xfrm flipV="1">
            <a:off x="11395206" y="5672571"/>
            <a:ext cx="0" cy="56034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직선 화살표 연결선 238">
            <a:extLst>
              <a:ext uri="{FF2B5EF4-FFF2-40B4-BE49-F238E27FC236}">
                <a16:creationId xmlns:a16="http://schemas.microsoft.com/office/drawing/2014/main" id="{25F80494-E1D6-F25D-3629-25917F43599A}"/>
              </a:ext>
            </a:extLst>
          </p:cNvPr>
          <p:cNvCxnSpPr>
            <a:cxnSpLocks/>
          </p:cNvCxnSpPr>
          <p:nvPr/>
        </p:nvCxnSpPr>
        <p:spPr>
          <a:xfrm flipV="1">
            <a:off x="10055941" y="5674199"/>
            <a:ext cx="0" cy="560347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직선 화살표 연결선 239">
            <a:extLst>
              <a:ext uri="{FF2B5EF4-FFF2-40B4-BE49-F238E27FC236}">
                <a16:creationId xmlns:a16="http://schemas.microsoft.com/office/drawing/2014/main" id="{54411544-557B-8CA5-B38E-E2A702CFF4F6}"/>
              </a:ext>
            </a:extLst>
          </p:cNvPr>
          <p:cNvCxnSpPr>
            <a:cxnSpLocks/>
          </p:cNvCxnSpPr>
          <p:nvPr/>
        </p:nvCxnSpPr>
        <p:spPr>
          <a:xfrm>
            <a:off x="10228018" y="5794285"/>
            <a:ext cx="101033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4" name="직사각형 243">
            <a:extLst>
              <a:ext uri="{FF2B5EF4-FFF2-40B4-BE49-F238E27FC236}">
                <a16:creationId xmlns:a16="http://schemas.microsoft.com/office/drawing/2014/main" id="{A1658226-0BB0-D15C-76B5-1C3B96EABA34}"/>
              </a:ext>
            </a:extLst>
          </p:cNvPr>
          <p:cNvSpPr/>
          <p:nvPr/>
        </p:nvSpPr>
        <p:spPr>
          <a:xfrm>
            <a:off x="262146" y="2746389"/>
            <a:ext cx="737976" cy="2909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089C6294-8736-CBC8-7991-FB51AE5D7629}"/>
              </a:ext>
            </a:extLst>
          </p:cNvPr>
          <p:cNvSpPr/>
          <p:nvPr/>
        </p:nvSpPr>
        <p:spPr>
          <a:xfrm>
            <a:off x="3878263" y="5052705"/>
            <a:ext cx="743428" cy="3894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8D3886C4-3E76-9C6B-1AE6-64512A24C42F}"/>
              </a:ext>
            </a:extLst>
          </p:cNvPr>
          <p:cNvSpPr/>
          <p:nvPr/>
        </p:nvSpPr>
        <p:spPr>
          <a:xfrm>
            <a:off x="256395" y="5250783"/>
            <a:ext cx="554488" cy="1147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DEA5AB8-CA23-74E9-F599-287A410C46A5}"/>
              </a:ext>
            </a:extLst>
          </p:cNvPr>
          <p:cNvSpPr txBox="1"/>
          <p:nvPr/>
        </p:nvSpPr>
        <p:spPr>
          <a:xfrm>
            <a:off x="557840" y="885645"/>
            <a:ext cx="53713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/>
              <a:t>버튼 틱 </a:t>
            </a:r>
            <a:r>
              <a:rPr lang="en-US" altLang="ko-KR"/>
              <a:t>ASSERT -&gt; State </a:t>
            </a:r>
            <a:r>
              <a:rPr lang="ko-KR" altLang="en-US"/>
              <a:t>알맞게 변화</a:t>
            </a:r>
            <a:endParaRPr lang="en-US" altLang="ko-KR"/>
          </a:p>
          <a:p>
            <a:pPr marL="342900" indent="-342900">
              <a:buAutoNum type="arabicPeriod"/>
            </a:pPr>
            <a:r>
              <a:rPr lang="en-US" altLang="ko-KR"/>
              <a:t>Watch msec </a:t>
            </a:r>
            <a:r>
              <a:rPr lang="ko-KR" altLang="en-US"/>
              <a:t>간격 </a:t>
            </a:r>
            <a:r>
              <a:rPr lang="en-US" altLang="ko-KR"/>
              <a:t>-&gt; 10ms</a:t>
            </a:r>
            <a:r>
              <a:rPr lang="ko-KR" altLang="en-US"/>
              <a:t> 확인 </a:t>
            </a: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D34E019E-FADA-ACE7-49FF-0A3E82C7F1D6}"/>
              </a:ext>
            </a:extLst>
          </p:cNvPr>
          <p:cNvSpPr/>
          <p:nvPr/>
        </p:nvSpPr>
        <p:spPr>
          <a:xfrm>
            <a:off x="10384812" y="896103"/>
            <a:ext cx="622430" cy="875472"/>
          </a:xfrm>
          <a:prstGeom prst="rect">
            <a:avLst/>
          </a:prstGeom>
          <a:noFill/>
          <a:ln>
            <a:solidFill>
              <a:srgbClr val="FFC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08D28968-16ED-0708-335A-C8005E39B0E5}"/>
              </a:ext>
            </a:extLst>
          </p:cNvPr>
          <p:cNvSpPr/>
          <p:nvPr/>
        </p:nvSpPr>
        <p:spPr>
          <a:xfrm>
            <a:off x="9744726" y="2770977"/>
            <a:ext cx="622430" cy="875472"/>
          </a:xfrm>
          <a:prstGeom prst="rect">
            <a:avLst/>
          </a:prstGeom>
          <a:noFill/>
          <a:ln>
            <a:solidFill>
              <a:srgbClr val="FFC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8FC0F93B-56E4-3D70-8794-5CE77071A30B}"/>
              </a:ext>
            </a:extLst>
          </p:cNvPr>
          <p:cNvSpPr/>
          <p:nvPr/>
        </p:nvSpPr>
        <p:spPr>
          <a:xfrm>
            <a:off x="11035136" y="4637109"/>
            <a:ext cx="622430" cy="875472"/>
          </a:xfrm>
          <a:prstGeom prst="rect">
            <a:avLst/>
          </a:prstGeom>
          <a:noFill/>
          <a:ln>
            <a:solidFill>
              <a:srgbClr val="FFC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EC2A29F7-E99B-40B4-C5D7-2D251CF9E7B0}"/>
              </a:ext>
            </a:extLst>
          </p:cNvPr>
          <p:cNvGrpSpPr/>
          <p:nvPr/>
        </p:nvGrpSpPr>
        <p:grpSpPr>
          <a:xfrm>
            <a:off x="4840142" y="4478601"/>
            <a:ext cx="3080786" cy="1497553"/>
            <a:chOff x="3381373" y="5717719"/>
            <a:chExt cx="2412658" cy="1048453"/>
          </a:xfrm>
        </p:grpSpPr>
        <p:pic>
          <p:nvPicPr>
            <p:cNvPr id="80" name="그림 79">
              <a:extLst>
                <a:ext uri="{FF2B5EF4-FFF2-40B4-BE49-F238E27FC236}">
                  <a16:creationId xmlns:a16="http://schemas.microsoft.com/office/drawing/2014/main" id="{3BC7B309-EE5A-D7AB-7B2F-916C9DC3F9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8081"/>
            <a:stretch>
              <a:fillRect/>
            </a:stretch>
          </p:blipFill>
          <p:spPr>
            <a:xfrm>
              <a:off x="3381373" y="5745439"/>
              <a:ext cx="2412657" cy="1020733"/>
            </a:xfrm>
            <a:prstGeom prst="rect">
              <a:avLst/>
            </a:prstGeom>
          </p:spPr>
        </p:pic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BC92AE79-93C7-AD3F-F47A-CE035B4A97B8}"/>
                </a:ext>
              </a:extLst>
            </p:cNvPr>
            <p:cNvSpPr/>
            <p:nvPr/>
          </p:nvSpPr>
          <p:spPr>
            <a:xfrm>
              <a:off x="3387125" y="5717719"/>
              <a:ext cx="2406906" cy="104845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AA2B47E2-08D8-97C7-73E6-038ECA92376F}"/>
                </a:ext>
              </a:extLst>
            </p:cNvPr>
            <p:cNvSpPr/>
            <p:nvPr/>
          </p:nvSpPr>
          <p:spPr>
            <a:xfrm>
              <a:off x="5284788" y="6542088"/>
              <a:ext cx="452437" cy="10636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2205249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B1654-F45B-20C5-6FBA-0D1D47F9B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>
            <a:extLst>
              <a:ext uri="{FF2B5EF4-FFF2-40B4-BE49-F238E27FC236}">
                <a16:creationId xmlns:a16="http://schemas.microsoft.com/office/drawing/2014/main" id="{0BDDC8F2-1297-CB22-7FFC-00645DCEE973}"/>
              </a:ext>
            </a:extLst>
          </p:cNvPr>
          <p:cNvSpPr txBox="1"/>
          <p:nvPr/>
        </p:nvSpPr>
        <p:spPr>
          <a:xfrm>
            <a:off x="326926" y="52689"/>
            <a:ext cx="93947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검증 시나리오 </a:t>
            </a:r>
            <a:r>
              <a:rPr lang="en-US" altLang="ko-KR"/>
              <a:t>1. </a:t>
            </a:r>
            <a:r>
              <a:rPr lang="ko-KR" altLang="en-US"/>
              <a:t>버튼 동작 확인</a:t>
            </a:r>
            <a:endParaRPr lang="en-US" altLang="ko-KR"/>
          </a:p>
          <a:p>
            <a:r>
              <a:rPr lang="en-US" altLang="ko-KR"/>
              <a:t>P3 – L </a:t>
            </a:r>
            <a:r>
              <a:rPr lang="ko-KR" altLang="en-US"/>
              <a:t>버튼 </a:t>
            </a:r>
            <a:r>
              <a:rPr lang="en-US" altLang="ko-KR"/>
              <a:t>3</a:t>
            </a:r>
            <a:r>
              <a:rPr lang="ko-KR" altLang="en-US"/>
              <a:t>번 </a:t>
            </a:r>
            <a:r>
              <a:rPr lang="en-US" altLang="ko-KR"/>
              <a:t>/ R </a:t>
            </a:r>
            <a:r>
              <a:rPr lang="ko-KR" altLang="en-US"/>
              <a:t>버튼 </a:t>
            </a:r>
            <a:r>
              <a:rPr lang="en-US" altLang="ko-KR"/>
              <a:t>3</a:t>
            </a:r>
            <a:r>
              <a:rPr lang="ko-KR" altLang="en-US"/>
              <a:t>번</a:t>
            </a:r>
            <a:endParaRPr lang="en-US" altLang="ko-KR"/>
          </a:p>
          <a:p>
            <a:r>
              <a:rPr lang="en-US" altLang="ko-KR"/>
              <a:t>      </a:t>
            </a:r>
            <a:endParaRPr lang="ko-KR" altLang="en-US"/>
          </a:p>
        </p:txBody>
      </p:sp>
      <p:pic>
        <p:nvPicPr>
          <p:cNvPr id="64" name="그림 63">
            <a:extLst>
              <a:ext uri="{FF2B5EF4-FFF2-40B4-BE49-F238E27FC236}">
                <a16:creationId xmlns:a16="http://schemas.microsoft.com/office/drawing/2014/main" id="{C8F6F6B5-7785-3B51-761B-1820290596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049" y="1533147"/>
            <a:ext cx="8489785" cy="4482507"/>
          </a:xfrm>
          <a:prstGeom prst="rect">
            <a:avLst/>
          </a:prstGeom>
        </p:spPr>
      </p:pic>
      <p:grpSp>
        <p:nvGrpSpPr>
          <p:cNvPr id="66" name="그룹 65">
            <a:extLst>
              <a:ext uri="{FF2B5EF4-FFF2-40B4-BE49-F238E27FC236}">
                <a16:creationId xmlns:a16="http://schemas.microsoft.com/office/drawing/2014/main" id="{FD8A7759-3A2E-7ACE-FB94-D70800317FB0}"/>
              </a:ext>
            </a:extLst>
          </p:cNvPr>
          <p:cNvGrpSpPr/>
          <p:nvPr/>
        </p:nvGrpSpPr>
        <p:grpSpPr>
          <a:xfrm>
            <a:off x="5255054" y="2768255"/>
            <a:ext cx="1193800" cy="1278734"/>
            <a:chOff x="5255054" y="2543966"/>
            <a:chExt cx="1193800" cy="783434"/>
          </a:xfrm>
        </p:grpSpPr>
        <p:cxnSp>
          <p:nvCxnSpPr>
            <p:cNvPr id="62" name="직선 화살표 연결선 61">
              <a:extLst>
                <a:ext uri="{FF2B5EF4-FFF2-40B4-BE49-F238E27FC236}">
                  <a16:creationId xmlns:a16="http://schemas.microsoft.com/office/drawing/2014/main" id="{6A904D1F-286B-9FA0-8E68-DCE844E8E4CE}"/>
                </a:ext>
              </a:extLst>
            </p:cNvPr>
            <p:cNvCxnSpPr>
              <a:cxnSpLocks/>
            </p:cNvCxnSpPr>
            <p:nvPr/>
          </p:nvCxnSpPr>
          <p:spPr>
            <a:xfrm>
              <a:off x="5255054" y="2556666"/>
              <a:ext cx="0" cy="770734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직선 화살표 연결선 66">
              <a:extLst>
                <a:ext uri="{FF2B5EF4-FFF2-40B4-BE49-F238E27FC236}">
                  <a16:creationId xmlns:a16="http://schemas.microsoft.com/office/drawing/2014/main" id="{D33C7BD0-22DF-13DC-2FEF-ECCE5830DA7D}"/>
                </a:ext>
              </a:extLst>
            </p:cNvPr>
            <p:cNvCxnSpPr>
              <a:cxnSpLocks/>
            </p:cNvCxnSpPr>
            <p:nvPr/>
          </p:nvCxnSpPr>
          <p:spPr>
            <a:xfrm>
              <a:off x="5839254" y="2543966"/>
              <a:ext cx="0" cy="783434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직선 화살표 연결선 67">
              <a:extLst>
                <a:ext uri="{FF2B5EF4-FFF2-40B4-BE49-F238E27FC236}">
                  <a16:creationId xmlns:a16="http://schemas.microsoft.com/office/drawing/2014/main" id="{3F61D69F-9049-AA0D-D163-6DD73EFF3C25}"/>
                </a:ext>
              </a:extLst>
            </p:cNvPr>
            <p:cNvCxnSpPr>
              <a:cxnSpLocks/>
            </p:cNvCxnSpPr>
            <p:nvPr/>
          </p:nvCxnSpPr>
          <p:spPr>
            <a:xfrm>
              <a:off x="6448854" y="2556666"/>
              <a:ext cx="0" cy="770734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E550DBE4-61AA-B087-780E-5A4223B8144E}"/>
              </a:ext>
            </a:extLst>
          </p:cNvPr>
          <p:cNvSpPr/>
          <p:nvPr/>
        </p:nvSpPr>
        <p:spPr>
          <a:xfrm>
            <a:off x="262146" y="4010075"/>
            <a:ext cx="737976" cy="2909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24D3923E-E36E-1D2E-1FF8-21CDB285CCEB}"/>
              </a:ext>
            </a:extLst>
          </p:cNvPr>
          <p:cNvSpPr/>
          <p:nvPr/>
        </p:nvSpPr>
        <p:spPr>
          <a:xfrm>
            <a:off x="4988600" y="2738097"/>
            <a:ext cx="190498" cy="192971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4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81" name="타원 80">
            <a:extLst>
              <a:ext uri="{FF2B5EF4-FFF2-40B4-BE49-F238E27FC236}">
                <a16:creationId xmlns:a16="http://schemas.microsoft.com/office/drawing/2014/main" id="{FCC211A8-11A6-CFCA-7551-51EFB2EA213D}"/>
              </a:ext>
            </a:extLst>
          </p:cNvPr>
          <p:cNvSpPr/>
          <p:nvPr/>
        </p:nvSpPr>
        <p:spPr>
          <a:xfrm>
            <a:off x="5623600" y="2741359"/>
            <a:ext cx="190498" cy="192971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5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83" name="타원 82">
            <a:extLst>
              <a:ext uri="{FF2B5EF4-FFF2-40B4-BE49-F238E27FC236}">
                <a16:creationId xmlns:a16="http://schemas.microsoft.com/office/drawing/2014/main" id="{AB368CAB-0695-3C9C-B455-3F11B39D6D9A}"/>
              </a:ext>
            </a:extLst>
          </p:cNvPr>
          <p:cNvSpPr/>
          <p:nvPr/>
        </p:nvSpPr>
        <p:spPr>
          <a:xfrm>
            <a:off x="6228923" y="2741359"/>
            <a:ext cx="190498" cy="192971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6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84" name="타원 83">
            <a:extLst>
              <a:ext uri="{FF2B5EF4-FFF2-40B4-BE49-F238E27FC236}">
                <a16:creationId xmlns:a16="http://schemas.microsoft.com/office/drawing/2014/main" id="{6831A97A-19F0-A90C-5A35-4CDA0D0171D2}"/>
              </a:ext>
            </a:extLst>
          </p:cNvPr>
          <p:cNvSpPr/>
          <p:nvPr/>
        </p:nvSpPr>
        <p:spPr>
          <a:xfrm>
            <a:off x="10649170" y="2197012"/>
            <a:ext cx="190498" cy="192971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4</a:t>
            </a:r>
            <a:endParaRPr lang="ko-KR" altLang="en-US" sz="1400">
              <a:solidFill>
                <a:schemeClr val="tx1"/>
              </a:solidFill>
            </a:endParaRPr>
          </a:p>
        </p:txBody>
      </p: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916C5C00-3166-2B1B-0D70-0EB27E439BBC}"/>
              </a:ext>
            </a:extLst>
          </p:cNvPr>
          <p:cNvGrpSpPr/>
          <p:nvPr/>
        </p:nvGrpSpPr>
        <p:grpSpPr>
          <a:xfrm>
            <a:off x="8929814" y="932384"/>
            <a:ext cx="2860497" cy="994910"/>
            <a:chOff x="8255679" y="4700001"/>
            <a:chExt cx="2860497" cy="994910"/>
          </a:xfrm>
        </p:grpSpPr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F6AC2F7B-C641-FBD9-5E20-47DF26222B0A}"/>
                </a:ext>
              </a:extLst>
            </p:cNvPr>
            <p:cNvSpPr/>
            <p:nvPr/>
          </p:nvSpPr>
          <p:spPr>
            <a:xfrm>
              <a:off x="8255679" y="4700001"/>
              <a:ext cx="2860497" cy="99491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87" name="그룹 86">
              <a:extLst>
                <a:ext uri="{FF2B5EF4-FFF2-40B4-BE49-F238E27FC236}">
                  <a16:creationId xmlns:a16="http://schemas.microsoft.com/office/drawing/2014/main" id="{6571D3DF-115D-E8EB-5573-E8A765A8BDD9}"/>
                </a:ext>
              </a:extLst>
            </p:cNvPr>
            <p:cNvGrpSpPr/>
            <p:nvPr/>
          </p:nvGrpSpPr>
          <p:grpSpPr>
            <a:xfrm>
              <a:off x="8408334" y="4819650"/>
              <a:ext cx="2500334" cy="808179"/>
              <a:chOff x="8112248" y="4451227"/>
              <a:chExt cx="3529919" cy="1221760"/>
            </a:xfrm>
          </p:grpSpPr>
          <p:grpSp>
            <p:nvGrpSpPr>
              <p:cNvPr id="88" name="그룹 87">
                <a:extLst>
                  <a:ext uri="{FF2B5EF4-FFF2-40B4-BE49-F238E27FC236}">
                    <a16:creationId xmlns:a16="http://schemas.microsoft.com/office/drawing/2014/main" id="{91CCF1A3-3815-1FFB-8AD9-D3A7752E7FAD}"/>
                  </a:ext>
                </a:extLst>
              </p:cNvPr>
              <p:cNvGrpSpPr/>
              <p:nvPr/>
            </p:nvGrpSpPr>
            <p:grpSpPr>
              <a:xfrm>
                <a:off x="8112248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28" name="그룹 127">
                  <a:extLst>
                    <a:ext uri="{FF2B5EF4-FFF2-40B4-BE49-F238E27FC236}">
                      <a16:creationId xmlns:a16="http://schemas.microsoft.com/office/drawing/2014/main" id="{F8A06929-743C-549C-DD64-1BA5E6CBB3E3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30" name="그룹 129">
                    <a:extLst>
                      <a:ext uri="{FF2B5EF4-FFF2-40B4-BE49-F238E27FC236}">
                        <a16:creationId xmlns:a16="http://schemas.microsoft.com/office/drawing/2014/main" id="{564C4DC3-765A-2F1F-C06E-B1CC8C8F137D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36" name="직사각형 135">
                      <a:extLst>
                        <a:ext uri="{FF2B5EF4-FFF2-40B4-BE49-F238E27FC236}">
                          <a16:creationId xmlns:a16="http://schemas.microsoft.com/office/drawing/2014/main" id="{BBC37FAD-278E-EC65-F8B6-788C42CDF76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37" name="직사각형 136">
                      <a:extLst>
                        <a:ext uri="{FF2B5EF4-FFF2-40B4-BE49-F238E27FC236}">
                          <a16:creationId xmlns:a16="http://schemas.microsoft.com/office/drawing/2014/main" id="{1AD3AF86-3BC8-03F5-AF3A-6D69B26639A9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38" name="직사각형 137">
                      <a:extLst>
                        <a:ext uri="{FF2B5EF4-FFF2-40B4-BE49-F238E27FC236}">
                          <a16:creationId xmlns:a16="http://schemas.microsoft.com/office/drawing/2014/main" id="{2C6CEA73-6A80-30AC-EBE6-AF076EEC6A1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39" name="직사각형 138">
                      <a:extLst>
                        <a:ext uri="{FF2B5EF4-FFF2-40B4-BE49-F238E27FC236}">
                          <a16:creationId xmlns:a16="http://schemas.microsoft.com/office/drawing/2014/main" id="{35CBBCC6-02FD-E949-114B-41164802D83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  <p:grpSp>
                <p:nvGrpSpPr>
                  <p:cNvPr id="131" name="그룹 130">
                    <a:extLst>
                      <a:ext uri="{FF2B5EF4-FFF2-40B4-BE49-F238E27FC236}">
                        <a16:creationId xmlns:a16="http://schemas.microsoft.com/office/drawing/2014/main" id="{F9C3242C-0C33-7FE3-16DC-8196D3A47EF1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32" name="직사각형 131">
                      <a:extLst>
                        <a:ext uri="{FF2B5EF4-FFF2-40B4-BE49-F238E27FC236}">
                          <a16:creationId xmlns:a16="http://schemas.microsoft.com/office/drawing/2014/main" id="{07E32399-080D-288C-3840-5A9F944F295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33" name="직사각형 132">
                      <a:extLst>
                        <a:ext uri="{FF2B5EF4-FFF2-40B4-BE49-F238E27FC236}">
                          <a16:creationId xmlns:a16="http://schemas.microsoft.com/office/drawing/2014/main" id="{BC25D33C-D979-2246-5F4C-AFB294191495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34" name="직사각형 133">
                      <a:extLst>
                        <a:ext uri="{FF2B5EF4-FFF2-40B4-BE49-F238E27FC236}">
                          <a16:creationId xmlns:a16="http://schemas.microsoft.com/office/drawing/2014/main" id="{931C0EC4-071D-A8CD-5180-96E2D6C103B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35" name="직사각형 134">
                      <a:extLst>
                        <a:ext uri="{FF2B5EF4-FFF2-40B4-BE49-F238E27FC236}">
                          <a16:creationId xmlns:a16="http://schemas.microsoft.com/office/drawing/2014/main" id="{4422A5C5-39F8-3ABD-9E2B-7E23E23CC1B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</p:grpSp>
            <p:sp>
              <p:nvSpPr>
                <p:cNvPr id="129" name="직사각형 128">
                  <a:extLst>
                    <a:ext uri="{FF2B5EF4-FFF2-40B4-BE49-F238E27FC236}">
                      <a16:creationId xmlns:a16="http://schemas.microsoft.com/office/drawing/2014/main" id="{0F189FAF-3C17-230D-2F41-7F999430EA00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</p:grpSp>
          <p:grpSp>
            <p:nvGrpSpPr>
              <p:cNvPr id="89" name="그룹 88">
                <a:extLst>
                  <a:ext uri="{FF2B5EF4-FFF2-40B4-BE49-F238E27FC236}">
                    <a16:creationId xmlns:a16="http://schemas.microsoft.com/office/drawing/2014/main" id="{B8B2DFAE-783D-BCBD-5F90-02608E6A4AA3}"/>
                  </a:ext>
                </a:extLst>
              </p:cNvPr>
              <p:cNvGrpSpPr/>
              <p:nvPr/>
            </p:nvGrpSpPr>
            <p:grpSpPr>
              <a:xfrm>
                <a:off x="900388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16" name="그룹 115">
                  <a:extLst>
                    <a:ext uri="{FF2B5EF4-FFF2-40B4-BE49-F238E27FC236}">
                      <a16:creationId xmlns:a16="http://schemas.microsoft.com/office/drawing/2014/main" id="{076B2868-2785-05AB-9C9A-557ABE9D40F4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18" name="그룹 117">
                    <a:extLst>
                      <a:ext uri="{FF2B5EF4-FFF2-40B4-BE49-F238E27FC236}">
                        <a16:creationId xmlns:a16="http://schemas.microsoft.com/office/drawing/2014/main" id="{19F3D8EE-3723-E2AE-8031-29D26A1999CC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24" name="직사각형 123">
                      <a:extLst>
                        <a:ext uri="{FF2B5EF4-FFF2-40B4-BE49-F238E27FC236}">
                          <a16:creationId xmlns:a16="http://schemas.microsoft.com/office/drawing/2014/main" id="{5AC273B7-64A9-BD32-04D1-8245E69F6BF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25" name="직사각형 124">
                      <a:extLst>
                        <a:ext uri="{FF2B5EF4-FFF2-40B4-BE49-F238E27FC236}">
                          <a16:creationId xmlns:a16="http://schemas.microsoft.com/office/drawing/2014/main" id="{415535E3-8470-BE2C-AB38-5F927C8626C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26" name="직사각형 125">
                      <a:extLst>
                        <a:ext uri="{FF2B5EF4-FFF2-40B4-BE49-F238E27FC236}">
                          <a16:creationId xmlns:a16="http://schemas.microsoft.com/office/drawing/2014/main" id="{F7AC43D8-C423-F9E4-33DF-ADC27EB0781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27" name="직사각형 126">
                      <a:extLst>
                        <a:ext uri="{FF2B5EF4-FFF2-40B4-BE49-F238E27FC236}">
                          <a16:creationId xmlns:a16="http://schemas.microsoft.com/office/drawing/2014/main" id="{7E31AAA1-D39C-828E-18B1-28EED5615A1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  <p:grpSp>
                <p:nvGrpSpPr>
                  <p:cNvPr id="119" name="그룹 118">
                    <a:extLst>
                      <a:ext uri="{FF2B5EF4-FFF2-40B4-BE49-F238E27FC236}">
                        <a16:creationId xmlns:a16="http://schemas.microsoft.com/office/drawing/2014/main" id="{CBF30C2B-1EAD-1CC7-13D9-9DCE4A76B743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20" name="직사각형 119">
                      <a:extLst>
                        <a:ext uri="{FF2B5EF4-FFF2-40B4-BE49-F238E27FC236}">
                          <a16:creationId xmlns:a16="http://schemas.microsoft.com/office/drawing/2014/main" id="{D4261CFF-047A-1006-1034-B0242947337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21" name="직사각형 120">
                      <a:extLst>
                        <a:ext uri="{FF2B5EF4-FFF2-40B4-BE49-F238E27FC236}">
                          <a16:creationId xmlns:a16="http://schemas.microsoft.com/office/drawing/2014/main" id="{F4CBA7A9-6B1B-FDE6-F606-26201F566C5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22" name="직사각형 121">
                      <a:extLst>
                        <a:ext uri="{FF2B5EF4-FFF2-40B4-BE49-F238E27FC236}">
                          <a16:creationId xmlns:a16="http://schemas.microsoft.com/office/drawing/2014/main" id="{CF7FB499-6BA1-F687-EEB4-55E3606F462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23" name="직사각형 122">
                      <a:extLst>
                        <a:ext uri="{FF2B5EF4-FFF2-40B4-BE49-F238E27FC236}">
                          <a16:creationId xmlns:a16="http://schemas.microsoft.com/office/drawing/2014/main" id="{F05DBA6B-8FBD-CC93-4738-BCD23D8E65D2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</p:grpSp>
            <p:sp>
              <p:nvSpPr>
                <p:cNvPr id="117" name="직사각형 116">
                  <a:extLst>
                    <a:ext uri="{FF2B5EF4-FFF2-40B4-BE49-F238E27FC236}">
                      <a16:creationId xmlns:a16="http://schemas.microsoft.com/office/drawing/2014/main" id="{ECA3F4BD-A60F-49E6-1A6B-3895E55A7362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</p:grpSp>
          <p:grpSp>
            <p:nvGrpSpPr>
              <p:cNvPr id="90" name="그룹 89">
                <a:extLst>
                  <a:ext uri="{FF2B5EF4-FFF2-40B4-BE49-F238E27FC236}">
                    <a16:creationId xmlns:a16="http://schemas.microsoft.com/office/drawing/2014/main" id="{7520846F-D96F-F7EA-EEC7-69B854914C2B}"/>
                  </a:ext>
                </a:extLst>
              </p:cNvPr>
              <p:cNvGrpSpPr/>
              <p:nvPr/>
            </p:nvGrpSpPr>
            <p:grpSpPr>
              <a:xfrm>
                <a:off x="993585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04" name="그룹 103">
                  <a:extLst>
                    <a:ext uri="{FF2B5EF4-FFF2-40B4-BE49-F238E27FC236}">
                      <a16:creationId xmlns:a16="http://schemas.microsoft.com/office/drawing/2014/main" id="{A07DF747-D8B1-9568-A919-ECDAE5D5DF0E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06" name="그룹 105">
                    <a:extLst>
                      <a:ext uri="{FF2B5EF4-FFF2-40B4-BE49-F238E27FC236}">
                        <a16:creationId xmlns:a16="http://schemas.microsoft.com/office/drawing/2014/main" id="{7E0DB65C-9FC2-98B8-59D3-33A327DD744C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12" name="직사각형 111">
                      <a:extLst>
                        <a:ext uri="{FF2B5EF4-FFF2-40B4-BE49-F238E27FC236}">
                          <a16:creationId xmlns:a16="http://schemas.microsoft.com/office/drawing/2014/main" id="{6B608B32-01F7-C946-6B1C-13439BBBA3C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13" name="직사각형 112">
                      <a:extLst>
                        <a:ext uri="{FF2B5EF4-FFF2-40B4-BE49-F238E27FC236}">
                          <a16:creationId xmlns:a16="http://schemas.microsoft.com/office/drawing/2014/main" id="{4FBFFF28-E6D2-F86B-30E0-8FFD4FBA81E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14" name="직사각형 113">
                      <a:extLst>
                        <a:ext uri="{FF2B5EF4-FFF2-40B4-BE49-F238E27FC236}">
                          <a16:creationId xmlns:a16="http://schemas.microsoft.com/office/drawing/2014/main" id="{62410198-2E04-EC52-D18B-2C475B62E73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15" name="직사각형 114">
                      <a:extLst>
                        <a:ext uri="{FF2B5EF4-FFF2-40B4-BE49-F238E27FC236}">
                          <a16:creationId xmlns:a16="http://schemas.microsoft.com/office/drawing/2014/main" id="{2C333ED9-0CCE-EEB8-BE5E-A9B4C9D67E7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  <p:grpSp>
                <p:nvGrpSpPr>
                  <p:cNvPr id="107" name="그룹 106">
                    <a:extLst>
                      <a:ext uri="{FF2B5EF4-FFF2-40B4-BE49-F238E27FC236}">
                        <a16:creationId xmlns:a16="http://schemas.microsoft.com/office/drawing/2014/main" id="{0E494B2B-B041-EF58-D050-B5C909B71C31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08" name="직사각형 107">
                      <a:extLst>
                        <a:ext uri="{FF2B5EF4-FFF2-40B4-BE49-F238E27FC236}">
                          <a16:creationId xmlns:a16="http://schemas.microsoft.com/office/drawing/2014/main" id="{08740AA5-F626-4B11-7B25-178CEA8BBD3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09" name="직사각형 108">
                      <a:extLst>
                        <a:ext uri="{FF2B5EF4-FFF2-40B4-BE49-F238E27FC236}">
                          <a16:creationId xmlns:a16="http://schemas.microsoft.com/office/drawing/2014/main" id="{CADEF2F5-2F12-6CAB-8B26-09B123B5C98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10" name="직사각형 109">
                      <a:extLst>
                        <a:ext uri="{FF2B5EF4-FFF2-40B4-BE49-F238E27FC236}">
                          <a16:creationId xmlns:a16="http://schemas.microsoft.com/office/drawing/2014/main" id="{F4A41713-75BF-9916-74FB-A51235A05DE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11" name="직사각형 110">
                      <a:extLst>
                        <a:ext uri="{FF2B5EF4-FFF2-40B4-BE49-F238E27FC236}">
                          <a16:creationId xmlns:a16="http://schemas.microsoft.com/office/drawing/2014/main" id="{490AA5DC-CC52-7961-B10A-4780CF8D9ECB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</p:grpSp>
            <p:sp>
              <p:nvSpPr>
                <p:cNvPr id="105" name="직사각형 104">
                  <a:extLst>
                    <a:ext uri="{FF2B5EF4-FFF2-40B4-BE49-F238E27FC236}">
                      <a16:creationId xmlns:a16="http://schemas.microsoft.com/office/drawing/2014/main" id="{D96BD730-5B19-2490-1ECD-02D6853C4289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</p:grpSp>
          <p:grpSp>
            <p:nvGrpSpPr>
              <p:cNvPr id="91" name="그룹 90">
                <a:extLst>
                  <a:ext uri="{FF2B5EF4-FFF2-40B4-BE49-F238E27FC236}">
                    <a16:creationId xmlns:a16="http://schemas.microsoft.com/office/drawing/2014/main" id="{C1B692D9-A6BF-2C8C-4473-DA64FA9D2CCD}"/>
                  </a:ext>
                </a:extLst>
              </p:cNvPr>
              <p:cNvGrpSpPr/>
              <p:nvPr/>
            </p:nvGrpSpPr>
            <p:grpSpPr>
              <a:xfrm>
                <a:off x="10845365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92" name="그룹 91">
                  <a:extLst>
                    <a:ext uri="{FF2B5EF4-FFF2-40B4-BE49-F238E27FC236}">
                      <a16:creationId xmlns:a16="http://schemas.microsoft.com/office/drawing/2014/main" id="{B8EDB877-9478-7056-C0B3-330CF90C583F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94" name="그룹 93">
                    <a:extLst>
                      <a:ext uri="{FF2B5EF4-FFF2-40B4-BE49-F238E27FC236}">
                        <a16:creationId xmlns:a16="http://schemas.microsoft.com/office/drawing/2014/main" id="{2A5F9F8E-EC66-3C81-B794-EC5D4A38A99C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00" name="직사각형 99">
                      <a:extLst>
                        <a:ext uri="{FF2B5EF4-FFF2-40B4-BE49-F238E27FC236}">
                          <a16:creationId xmlns:a16="http://schemas.microsoft.com/office/drawing/2014/main" id="{5184323E-04C7-2459-AE72-9A511297AF3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01" name="직사각형 100">
                      <a:extLst>
                        <a:ext uri="{FF2B5EF4-FFF2-40B4-BE49-F238E27FC236}">
                          <a16:creationId xmlns:a16="http://schemas.microsoft.com/office/drawing/2014/main" id="{A7A7C08B-3E42-A6E3-357A-1B9ECFEF98C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02" name="직사각형 101">
                      <a:extLst>
                        <a:ext uri="{FF2B5EF4-FFF2-40B4-BE49-F238E27FC236}">
                          <a16:creationId xmlns:a16="http://schemas.microsoft.com/office/drawing/2014/main" id="{C0AA377A-8397-0A45-F29E-4666428BDA4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03" name="직사각형 102">
                      <a:extLst>
                        <a:ext uri="{FF2B5EF4-FFF2-40B4-BE49-F238E27FC236}">
                          <a16:creationId xmlns:a16="http://schemas.microsoft.com/office/drawing/2014/main" id="{88659352-3948-89CE-3DE0-9204D39DA34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  <p:grpSp>
                <p:nvGrpSpPr>
                  <p:cNvPr id="95" name="그룹 94">
                    <a:extLst>
                      <a:ext uri="{FF2B5EF4-FFF2-40B4-BE49-F238E27FC236}">
                        <a16:creationId xmlns:a16="http://schemas.microsoft.com/office/drawing/2014/main" id="{9FEAD90A-0D0F-D15E-277F-944D8EFAA4E7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96" name="직사각형 95">
                      <a:extLst>
                        <a:ext uri="{FF2B5EF4-FFF2-40B4-BE49-F238E27FC236}">
                          <a16:creationId xmlns:a16="http://schemas.microsoft.com/office/drawing/2014/main" id="{FDF9E58D-3F44-73E3-5D6B-C2028DC1058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97" name="직사각형 96">
                      <a:extLst>
                        <a:ext uri="{FF2B5EF4-FFF2-40B4-BE49-F238E27FC236}">
                          <a16:creationId xmlns:a16="http://schemas.microsoft.com/office/drawing/2014/main" id="{7250C91F-4E6B-7271-F36D-544CD0ECF79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98" name="직사각형 97">
                      <a:extLst>
                        <a:ext uri="{FF2B5EF4-FFF2-40B4-BE49-F238E27FC236}">
                          <a16:creationId xmlns:a16="http://schemas.microsoft.com/office/drawing/2014/main" id="{247535FB-6543-039D-B494-EC2946FE1F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99" name="직사각형 98">
                      <a:extLst>
                        <a:ext uri="{FF2B5EF4-FFF2-40B4-BE49-F238E27FC236}">
                          <a16:creationId xmlns:a16="http://schemas.microsoft.com/office/drawing/2014/main" id="{548BEDB2-9873-B734-7527-0D1B5C936B7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</p:grpSp>
            <p:sp>
              <p:nvSpPr>
                <p:cNvPr id="93" name="직사각형 92">
                  <a:extLst>
                    <a:ext uri="{FF2B5EF4-FFF2-40B4-BE49-F238E27FC236}">
                      <a16:creationId xmlns:a16="http://schemas.microsoft.com/office/drawing/2014/main" id="{8D4EE300-8AFE-62DA-90EA-FECC26F09F3F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</p:grpSp>
        </p:grpSp>
      </p:grpSp>
      <p:cxnSp>
        <p:nvCxnSpPr>
          <p:cNvPr id="141" name="직선 화살표 연결선 140">
            <a:extLst>
              <a:ext uri="{FF2B5EF4-FFF2-40B4-BE49-F238E27FC236}">
                <a16:creationId xmlns:a16="http://schemas.microsoft.com/office/drawing/2014/main" id="{1239FFCB-E74C-DCB6-4A85-11D823CFC410}"/>
              </a:ext>
            </a:extLst>
          </p:cNvPr>
          <p:cNvCxnSpPr>
            <a:cxnSpLocks/>
          </p:cNvCxnSpPr>
          <p:nvPr/>
        </p:nvCxnSpPr>
        <p:spPr>
          <a:xfrm flipV="1">
            <a:off x="11398966" y="2021613"/>
            <a:ext cx="0" cy="560347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직선 화살표 연결선 141">
            <a:extLst>
              <a:ext uri="{FF2B5EF4-FFF2-40B4-BE49-F238E27FC236}">
                <a16:creationId xmlns:a16="http://schemas.microsoft.com/office/drawing/2014/main" id="{923FC750-53CA-5D8C-4720-D43DB28441B6}"/>
              </a:ext>
            </a:extLst>
          </p:cNvPr>
          <p:cNvCxnSpPr>
            <a:cxnSpLocks/>
          </p:cNvCxnSpPr>
          <p:nvPr/>
        </p:nvCxnSpPr>
        <p:spPr>
          <a:xfrm flipH="1">
            <a:off x="10176561" y="2118701"/>
            <a:ext cx="112764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직선 화살표 연결선 144">
            <a:extLst>
              <a:ext uri="{FF2B5EF4-FFF2-40B4-BE49-F238E27FC236}">
                <a16:creationId xmlns:a16="http://schemas.microsoft.com/office/drawing/2014/main" id="{1B8CDD2E-5179-50D4-81F4-02CF63EB402A}"/>
              </a:ext>
            </a:extLst>
          </p:cNvPr>
          <p:cNvCxnSpPr>
            <a:cxnSpLocks/>
          </p:cNvCxnSpPr>
          <p:nvPr/>
        </p:nvCxnSpPr>
        <p:spPr>
          <a:xfrm flipV="1">
            <a:off x="10017841" y="2013873"/>
            <a:ext cx="0" cy="560347"/>
          </a:xfrm>
          <a:prstGeom prst="straightConnector1">
            <a:avLst/>
          </a:prstGeom>
          <a:ln>
            <a:solidFill>
              <a:srgbClr val="FF000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5" name="타원 204">
            <a:extLst>
              <a:ext uri="{FF2B5EF4-FFF2-40B4-BE49-F238E27FC236}">
                <a16:creationId xmlns:a16="http://schemas.microsoft.com/office/drawing/2014/main" id="{9ECEAC8D-14CD-A485-10CD-ABA3830FFBD4}"/>
              </a:ext>
            </a:extLst>
          </p:cNvPr>
          <p:cNvSpPr/>
          <p:nvPr/>
        </p:nvSpPr>
        <p:spPr>
          <a:xfrm>
            <a:off x="10287220" y="3980214"/>
            <a:ext cx="190498" cy="192971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5</a:t>
            </a:r>
            <a:endParaRPr lang="ko-KR" altLang="en-US" sz="1400">
              <a:solidFill>
                <a:schemeClr val="tx1"/>
              </a:solidFill>
            </a:endParaRPr>
          </a:p>
        </p:txBody>
      </p:sp>
      <p:grpSp>
        <p:nvGrpSpPr>
          <p:cNvPr id="206" name="그룹 205">
            <a:extLst>
              <a:ext uri="{FF2B5EF4-FFF2-40B4-BE49-F238E27FC236}">
                <a16:creationId xmlns:a16="http://schemas.microsoft.com/office/drawing/2014/main" id="{588C7520-F9AF-6EEF-2D9A-99DF3B952947}"/>
              </a:ext>
            </a:extLst>
          </p:cNvPr>
          <p:cNvGrpSpPr/>
          <p:nvPr/>
        </p:nvGrpSpPr>
        <p:grpSpPr>
          <a:xfrm>
            <a:off x="8896405" y="2732633"/>
            <a:ext cx="2860497" cy="994910"/>
            <a:chOff x="8147507" y="4717048"/>
            <a:chExt cx="2860497" cy="994910"/>
          </a:xfrm>
        </p:grpSpPr>
        <p:sp>
          <p:nvSpPr>
            <p:cNvPr id="207" name="직사각형 206">
              <a:extLst>
                <a:ext uri="{FF2B5EF4-FFF2-40B4-BE49-F238E27FC236}">
                  <a16:creationId xmlns:a16="http://schemas.microsoft.com/office/drawing/2014/main" id="{6A1B01F6-C3E4-52FD-8B5F-D61B556CAA3A}"/>
                </a:ext>
              </a:extLst>
            </p:cNvPr>
            <p:cNvSpPr/>
            <p:nvPr/>
          </p:nvSpPr>
          <p:spPr>
            <a:xfrm>
              <a:off x="8147507" y="4717048"/>
              <a:ext cx="2860497" cy="99491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08" name="그룹 207">
              <a:extLst>
                <a:ext uri="{FF2B5EF4-FFF2-40B4-BE49-F238E27FC236}">
                  <a16:creationId xmlns:a16="http://schemas.microsoft.com/office/drawing/2014/main" id="{445B83EF-83BA-FAA0-5B50-4227DA24DBCF}"/>
                </a:ext>
              </a:extLst>
            </p:cNvPr>
            <p:cNvGrpSpPr/>
            <p:nvPr/>
          </p:nvGrpSpPr>
          <p:grpSpPr>
            <a:xfrm>
              <a:off x="8408334" y="4819650"/>
              <a:ext cx="2500334" cy="808179"/>
              <a:chOff x="8112248" y="4451227"/>
              <a:chExt cx="3529919" cy="1221760"/>
            </a:xfrm>
          </p:grpSpPr>
          <p:grpSp>
            <p:nvGrpSpPr>
              <p:cNvPr id="209" name="그룹 208">
                <a:extLst>
                  <a:ext uri="{FF2B5EF4-FFF2-40B4-BE49-F238E27FC236}">
                    <a16:creationId xmlns:a16="http://schemas.microsoft.com/office/drawing/2014/main" id="{9F2E264C-4041-E693-4B29-C25D9B9B4C19}"/>
                  </a:ext>
                </a:extLst>
              </p:cNvPr>
              <p:cNvGrpSpPr/>
              <p:nvPr/>
            </p:nvGrpSpPr>
            <p:grpSpPr>
              <a:xfrm>
                <a:off x="8112248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249" name="그룹 248">
                  <a:extLst>
                    <a:ext uri="{FF2B5EF4-FFF2-40B4-BE49-F238E27FC236}">
                      <a16:creationId xmlns:a16="http://schemas.microsoft.com/office/drawing/2014/main" id="{0F4D33E5-B64C-30D1-1B25-62141D5E12AD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251" name="그룹 250">
                    <a:extLst>
                      <a:ext uri="{FF2B5EF4-FFF2-40B4-BE49-F238E27FC236}">
                        <a16:creationId xmlns:a16="http://schemas.microsoft.com/office/drawing/2014/main" id="{807AD86F-8AD4-98FD-4529-33168E40D479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57" name="직사각형 256">
                      <a:extLst>
                        <a:ext uri="{FF2B5EF4-FFF2-40B4-BE49-F238E27FC236}">
                          <a16:creationId xmlns:a16="http://schemas.microsoft.com/office/drawing/2014/main" id="{EDB102B4-73F3-0561-8FBC-90C3A22645E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58" name="직사각형 257">
                      <a:extLst>
                        <a:ext uri="{FF2B5EF4-FFF2-40B4-BE49-F238E27FC236}">
                          <a16:creationId xmlns:a16="http://schemas.microsoft.com/office/drawing/2014/main" id="{39123B17-8A2E-B7C6-BFA2-F5BB125BB7A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59" name="직사각형 258">
                      <a:extLst>
                        <a:ext uri="{FF2B5EF4-FFF2-40B4-BE49-F238E27FC236}">
                          <a16:creationId xmlns:a16="http://schemas.microsoft.com/office/drawing/2014/main" id="{D02847B2-46DE-AC3F-AF23-08CFDC1CA18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60" name="직사각형 259">
                      <a:extLst>
                        <a:ext uri="{FF2B5EF4-FFF2-40B4-BE49-F238E27FC236}">
                          <a16:creationId xmlns:a16="http://schemas.microsoft.com/office/drawing/2014/main" id="{63A61491-E40D-A1E9-D09A-14B135EE2412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  <p:grpSp>
                <p:nvGrpSpPr>
                  <p:cNvPr id="252" name="그룹 251">
                    <a:extLst>
                      <a:ext uri="{FF2B5EF4-FFF2-40B4-BE49-F238E27FC236}">
                        <a16:creationId xmlns:a16="http://schemas.microsoft.com/office/drawing/2014/main" id="{7AA05B08-1348-B92C-6FA3-3AA862F8ACC8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53" name="직사각형 252">
                      <a:extLst>
                        <a:ext uri="{FF2B5EF4-FFF2-40B4-BE49-F238E27FC236}">
                          <a16:creationId xmlns:a16="http://schemas.microsoft.com/office/drawing/2014/main" id="{02A8D004-4291-B8A0-EC86-AC037F613F8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54" name="직사각형 253">
                      <a:extLst>
                        <a:ext uri="{FF2B5EF4-FFF2-40B4-BE49-F238E27FC236}">
                          <a16:creationId xmlns:a16="http://schemas.microsoft.com/office/drawing/2014/main" id="{87DAD84F-8C85-97C7-CD69-0CE186F81B4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55" name="직사각형 254">
                      <a:extLst>
                        <a:ext uri="{FF2B5EF4-FFF2-40B4-BE49-F238E27FC236}">
                          <a16:creationId xmlns:a16="http://schemas.microsoft.com/office/drawing/2014/main" id="{74C34623-F32B-D599-337B-A6440E4F4FD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56" name="직사각형 255">
                      <a:extLst>
                        <a:ext uri="{FF2B5EF4-FFF2-40B4-BE49-F238E27FC236}">
                          <a16:creationId xmlns:a16="http://schemas.microsoft.com/office/drawing/2014/main" id="{CC95D3DC-9D72-DA19-0ADD-E1E876C0346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</p:grpSp>
            <p:sp>
              <p:nvSpPr>
                <p:cNvPr id="250" name="직사각형 249">
                  <a:extLst>
                    <a:ext uri="{FF2B5EF4-FFF2-40B4-BE49-F238E27FC236}">
                      <a16:creationId xmlns:a16="http://schemas.microsoft.com/office/drawing/2014/main" id="{298FA9E3-9030-1DE4-0C5D-B754E08333B0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</p:grpSp>
          <p:grpSp>
            <p:nvGrpSpPr>
              <p:cNvPr id="210" name="그룹 209">
                <a:extLst>
                  <a:ext uri="{FF2B5EF4-FFF2-40B4-BE49-F238E27FC236}">
                    <a16:creationId xmlns:a16="http://schemas.microsoft.com/office/drawing/2014/main" id="{492F3C6E-1A5C-2E63-5312-370C62BE8BF2}"/>
                  </a:ext>
                </a:extLst>
              </p:cNvPr>
              <p:cNvGrpSpPr/>
              <p:nvPr/>
            </p:nvGrpSpPr>
            <p:grpSpPr>
              <a:xfrm>
                <a:off x="900388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237" name="그룹 236">
                  <a:extLst>
                    <a:ext uri="{FF2B5EF4-FFF2-40B4-BE49-F238E27FC236}">
                      <a16:creationId xmlns:a16="http://schemas.microsoft.com/office/drawing/2014/main" id="{760C47AC-5A1C-8093-3154-3E1DDE439E1C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239" name="그룹 238">
                    <a:extLst>
                      <a:ext uri="{FF2B5EF4-FFF2-40B4-BE49-F238E27FC236}">
                        <a16:creationId xmlns:a16="http://schemas.microsoft.com/office/drawing/2014/main" id="{EE211E48-6A43-1E7D-E08B-6392589EBC0B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45" name="직사각형 244">
                      <a:extLst>
                        <a:ext uri="{FF2B5EF4-FFF2-40B4-BE49-F238E27FC236}">
                          <a16:creationId xmlns:a16="http://schemas.microsoft.com/office/drawing/2014/main" id="{7903371D-2DBE-04F4-62DF-DF90CFFA2F5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46" name="직사각형 245">
                      <a:extLst>
                        <a:ext uri="{FF2B5EF4-FFF2-40B4-BE49-F238E27FC236}">
                          <a16:creationId xmlns:a16="http://schemas.microsoft.com/office/drawing/2014/main" id="{6FF22193-7474-D247-CB0B-07CD460A8495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47" name="직사각형 246">
                      <a:extLst>
                        <a:ext uri="{FF2B5EF4-FFF2-40B4-BE49-F238E27FC236}">
                          <a16:creationId xmlns:a16="http://schemas.microsoft.com/office/drawing/2014/main" id="{5CBB4DBD-04CF-929F-EDBA-E5745A32F66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48" name="직사각형 247">
                      <a:extLst>
                        <a:ext uri="{FF2B5EF4-FFF2-40B4-BE49-F238E27FC236}">
                          <a16:creationId xmlns:a16="http://schemas.microsoft.com/office/drawing/2014/main" id="{730835BD-8D1B-214C-CB36-421AE79A8C5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  <p:grpSp>
                <p:nvGrpSpPr>
                  <p:cNvPr id="240" name="그룹 239">
                    <a:extLst>
                      <a:ext uri="{FF2B5EF4-FFF2-40B4-BE49-F238E27FC236}">
                        <a16:creationId xmlns:a16="http://schemas.microsoft.com/office/drawing/2014/main" id="{3DFC5113-9F92-E7B2-362B-735B5CB2D90F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41" name="직사각형 240">
                      <a:extLst>
                        <a:ext uri="{FF2B5EF4-FFF2-40B4-BE49-F238E27FC236}">
                          <a16:creationId xmlns:a16="http://schemas.microsoft.com/office/drawing/2014/main" id="{41FCB674-91BA-D580-C832-803789CD081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42" name="직사각형 241">
                      <a:extLst>
                        <a:ext uri="{FF2B5EF4-FFF2-40B4-BE49-F238E27FC236}">
                          <a16:creationId xmlns:a16="http://schemas.microsoft.com/office/drawing/2014/main" id="{532F5D71-8064-7567-6E10-742AB621315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43" name="직사각형 242">
                      <a:extLst>
                        <a:ext uri="{FF2B5EF4-FFF2-40B4-BE49-F238E27FC236}">
                          <a16:creationId xmlns:a16="http://schemas.microsoft.com/office/drawing/2014/main" id="{FDF5F0C3-5878-6748-FF33-51184E51469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44" name="직사각형 243">
                      <a:extLst>
                        <a:ext uri="{FF2B5EF4-FFF2-40B4-BE49-F238E27FC236}">
                          <a16:creationId xmlns:a16="http://schemas.microsoft.com/office/drawing/2014/main" id="{7C1A8B92-D950-6E35-B561-0E56949AEAF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</p:grpSp>
            <p:sp>
              <p:nvSpPr>
                <p:cNvPr id="238" name="직사각형 237">
                  <a:extLst>
                    <a:ext uri="{FF2B5EF4-FFF2-40B4-BE49-F238E27FC236}">
                      <a16:creationId xmlns:a16="http://schemas.microsoft.com/office/drawing/2014/main" id="{2B7676C6-0D71-286B-7B8A-57B39337BB10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</p:grpSp>
          <p:grpSp>
            <p:nvGrpSpPr>
              <p:cNvPr id="211" name="그룹 210">
                <a:extLst>
                  <a:ext uri="{FF2B5EF4-FFF2-40B4-BE49-F238E27FC236}">
                    <a16:creationId xmlns:a16="http://schemas.microsoft.com/office/drawing/2014/main" id="{5A907953-CAD8-32CE-C24F-D0367EC435DB}"/>
                  </a:ext>
                </a:extLst>
              </p:cNvPr>
              <p:cNvGrpSpPr/>
              <p:nvPr/>
            </p:nvGrpSpPr>
            <p:grpSpPr>
              <a:xfrm>
                <a:off x="993585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225" name="그룹 224">
                  <a:extLst>
                    <a:ext uri="{FF2B5EF4-FFF2-40B4-BE49-F238E27FC236}">
                      <a16:creationId xmlns:a16="http://schemas.microsoft.com/office/drawing/2014/main" id="{BBA0AB57-4975-DE1F-8896-CA5B6C563774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227" name="그룹 226">
                    <a:extLst>
                      <a:ext uri="{FF2B5EF4-FFF2-40B4-BE49-F238E27FC236}">
                        <a16:creationId xmlns:a16="http://schemas.microsoft.com/office/drawing/2014/main" id="{7F0A0BD0-D320-CCEB-8F8D-3A370127AB2A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33" name="직사각형 232">
                      <a:extLst>
                        <a:ext uri="{FF2B5EF4-FFF2-40B4-BE49-F238E27FC236}">
                          <a16:creationId xmlns:a16="http://schemas.microsoft.com/office/drawing/2014/main" id="{0ADBFB32-2590-4834-2E10-AA5DC7F5856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34" name="직사각형 233">
                      <a:extLst>
                        <a:ext uri="{FF2B5EF4-FFF2-40B4-BE49-F238E27FC236}">
                          <a16:creationId xmlns:a16="http://schemas.microsoft.com/office/drawing/2014/main" id="{435162E1-B804-69FB-E4A3-A8450A435C59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35" name="직사각형 234">
                      <a:extLst>
                        <a:ext uri="{FF2B5EF4-FFF2-40B4-BE49-F238E27FC236}">
                          <a16:creationId xmlns:a16="http://schemas.microsoft.com/office/drawing/2014/main" id="{7E719024-9DE8-5F65-238A-A0DE5D4AF33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36" name="직사각형 235">
                      <a:extLst>
                        <a:ext uri="{FF2B5EF4-FFF2-40B4-BE49-F238E27FC236}">
                          <a16:creationId xmlns:a16="http://schemas.microsoft.com/office/drawing/2014/main" id="{160AE9BF-D20F-E87D-7512-45ACC253764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  <p:grpSp>
                <p:nvGrpSpPr>
                  <p:cNvPr id="228" name="그룹 227">
                    <a:extLst>
                      <a:ext uri="{FF2B5EF4-FFF2-40B4-BE49-F238E27FC236}">
                        <a16:creationId xmlns:a16="http://schemas.microsoft.com/office/drawing/2014/main" id="{04EC225C-9BA3-FD03-3752-E451637CEA1A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29" name="직사각형 228">
                      <a:extLst>
                        <a:ext uri="{FF2B5EF4-FFF2-40B4-BE49-F238E27FC236}">
                          <a16:creationId xmlns:a16="http://schemas.microsoft.com/office/drawing/2014/main" id="{D816FE7A-0151-7B1E-6B28-2B7543D0B9C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30" name="직사각형 229">
                      <a:extLst>
                        <a:ext uri="{FF2B5EF4-FFF2-40B4-BE49-F238E27FC236}">
                          <a16:creationId xmlns:a16="http://schemas.microsoft.com/office/drawing/2014/main" id="{6EDFC676-5935-9977-1EDB-E4D2BE1A406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31" name="직사각형 230">
                      <a:extLst>
                        <a:ext uri="{FF2B5EF4-FFF2-40B4-BE49-F238E27FC236}">
                          <a16:creationId xmlns:a16="http://schemas.microsoft.com/office/drawing/2014/main" id="{13A316CE-2D0C-EE66-54AB-D670D3EA1D1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32" name="직사각형 231">
                      <a:extLst>
                        <a:ext uri="{FF2B5EF4-FFF2-40B4-BE49-F238E27FC236}">
                          <a16:creationId xmlns:a16="http://schemas.microsoft.com/office/drawing/2014/main" id="{C0451346-D014-7EDC-903F-A68E21B11E6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</p:grpSp>
            <p:sp>
              <p:nvSpPr>
                <p:cNvPr id="226" name="직사각형 225">
                  <a:extLst>
                    <a:ext uri="{FF2B5EF4-FFF2-40B4-BE49-F238E27FC236}">
                      <a16:creationId xmlns:a16="http://schemas.microsoft.com/office/drawing/2014/main" id="{B6509108-905A-BE08-F65F-F109C40E1C92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</p:grpSp>
          <p:grpSp>
            <p:nvGrpSpPr>
              <p:cNvPr id="212" name="그룹 211">
                <a:extLst>
                  <a:ext uri="{FF2B5EF4-FFF2-40B4-BE49-F238E27FC236}">
                    <a16:creationId xmlns:a16="http://schemas.microsoft.com/office/drawing/2014/main" id="{1B8167C3-2799-D6B2-C841-43CC04290DE4}"/>
                  </a:ext>
                </a:extLst>
              </p:cNvPr>
              <p:cNvGrpSpPr/>
              <p:nvPr/>
            </p:nvGrpSpPr>
            <p:grpSpPr>
              <a:xfrm>
                <a:off x="10845365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213" name="그룹 212">
                  <a:extLst>
                    <a:ext uri="{FF2B5EF4-FFF2-40B4-BE49-F238E27FC236}">
                      <a16:creationId xmlns:a16="http://schemas.microsoft.com/office/drawing/2014/main" id="{F8F4D237-B0E0-D2F3-6414-524A20E8B0DC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215" name="그룹 214">
                    <a:extLst>
                      <a:ext uri="{FF2B5EF4-FFF2-40B4-BE49-F238E27FC236}">
                        <a16:creationId xmlns:a16="http://schemas.microsoft.com/office/drawing/2014/main" id="{F72B3B27-240B-6B18-41B1-B35EAE95F2A5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21" name="직사각형 220">
                      <a:extLst>
                        <a:ext uri="{FF2B5EF4-FFF2-40B4-BE49-F238E27FC236}">
                          <a16:creationId xmlns:a16="http://schemas.microsoft.com/office/drawing/2014/main" id="{EA2876E7-1B12-B355-AAFD-8533FD4B6C9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22" name="직사각형 221">
                      <a:extLst>
                        <a:ext uri="{FF2B5EF4-FFF2-40B4-BE49-F238E27FC236}">
                          <a16:creationId xmlns:a16="http://schemas.microsoft.com/office/drawing/2014/main" id="{11759E31-C0A6-20C6-96D2-E6A0F831246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23" name="직사각형 222">
                      <a:extLst>
                        <a:ext uri="{FF2B5EF4-FFF2-40B4-BE49-F238E27FC236}">
                          <a16:creationId xmlns:a16="http://schemas.microsoft.com/office/drawing/2014/main" id="{D6E67811-E638-0F89-6316-26FDF590179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24" name="직사각형 223">
                      <a:extLst>
                        <a:ext uri="{FF2B5EF4-FFF2-40B4-BE49-F238E27FC236}">
                          <a16:creationId xmlns:a16="http://schemas.microsoft.com/office/drawing/2014/main" id="{0EF15BEF-A3C1-2025-681E-C9EFEEB2BF6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  <p:grpSp>
                <p:nvGrpSpPr>
                  <p:cNvPr id="216" name="그룹 215">
                    <a:extLst>
                      <a:ext uri="{FF2B5EF4-FFF2-40B4-BE49-F238E27FC236}">
                        <a16:creationId xmlns:a16="http://schemas.microsoft.com/office/drawing/2014/main" id="{0F67EFB4-2C75-DBC9-2D8D-3A5ABD022681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17" name="직사각형 216">
                      <a:extLst>
                        <a:ext uri="{FF2B5EF4-FFF2-40B4-BE49-F238E27FC236}">
                          <a16:creationId xmlns:a16="http://schemas.microsoft.com/office/drawing/2014/main" id="{08B884CB-C9AC-6097-7F1C-5849FC64D6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18" name="직사각형 217">
                      <a:extLst>
                        <a:ext uri="{FF2B5EF4-FFF2-40B4-BE49-F238E27FC236}">
                          <a16:creationId xmlns:a16="http://schemas.microsoft.com/office/drawing/2014/main" id="{E3F93615-5A4C-1D3C-E8C4-2CF0455B36F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19" name="직사각형 218">
                      <a:extLst>
                        <a:ext uri="{FF2B5EF4-FFF2-40B4-BE49-F238E27FC236}">
                          <a16:creationId xmlns:a16="http://schemas.microsoft.com/office/drawing/2014/main" id="{93D38993-D0E9-FF68-35B7-AB34FEBA244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20" name="직사각형 219">
                      <a:extLst>
                        <a:ext uri="{FF2B5EF4-FFF2-40B4-BE49-F238E27FC236}">
                          <a16:creationId xmlns:a16="http://schemas.microsoft.com/office/drawing/2014/main" id="{9F1074DC-002E-F46C-7960-DE73A23BCBF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</p:grpSp>
            <p:sp>
              <p:nvSpPr>
                <p:cNvPr id="214" name="직사각형 213">
                  <a:extLst>
                    <a:ext uri="{FF2B5EF4-FFF2-40B4-BE49-F238E27FC236}">
                      <a16:creationId xmlns:a16="http://schemas.microsoft.com/office/drawing/2014/main" id="{F7ED8E20-51B0-757D-748F-177527495C12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</p:grpSp>
        </p:grpSp>
      </p:grpSp>
      <p:cxnSp>
        <p:nvCxnSpPr>
          <p:cNvPr id="261" name="직선 화살표 연결선 260">
            <a:extLst>
              <a:ext uri="{FF2B5EF4-FFF2-40B4-BE49-F238E27FC236}">
                <a16:creationId xmlns:a16="http://schemas.microsoft.com/office/drawing/2014/main" id="{24F786C6-6F54-1A5D-EE69-B253D933B477}"/>
              </a:ext>
            </a:extLst>
          </p:cNvPr>
          <p:cNvCxnSpPr>
            <a:cxnSpLocks/>
          </p:cNvCxnSpPr>
          <p:nvPr/>
        </p:nvCxnSpPr>
        <p:spPr>
          <a:xfrm flipV="1">
            <a:off x="10722691" y="3804815"/>
            <a:ext cx="0" cy="560347"/>
          </a:xfrm>
          <a:prstGeom prst="straightConnector1">
            <a:avLst/>
          </a:prstGeom>
          <a:ln>
            <a:solidFill>
              <a:srgbClr val="FF000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직선 화살표 연결선 261">
            <a:extLst>
              <a:ext uri="{FF2B5EF4-FFF2-40B4-BE49-F238E27FC236}">
                <a16:creationId xmlns:a16="http://schemas.microsoft.com/office/drawing/2014/main" id="{9B100B45-5017-2903-EAE0-F61D1DB14A47}"/>
              </a:ext>
            </a:extLst>
          </p:cNvPr>
          <p:cNvCxnSpPr>
            <a:cxnSpLocks/>
          </p:cNvCxnSpPr>
          <p:nvPr/>
        </p:nvCxnSpPr>
        <p:spPr>
          <a:xfrm>
            <a:off x="10176561" y="3910192"/>
            <a:ext cx="47260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직선 화살표 연결선 262">
            <a:extLst>
              <a:ext uri="{FF2B5EF4-FFF2-40B4-BE49-F238E27FC236}">
                <a16:creationId xmlns:a16="http://schemas.microsoft.com/office/drawing/2014/main" id="{FF454880-6BE4-C26D-2A16-9F15C42948AC}"/>
              </a:ext>
            </a:extLst>
          </p:cNvPr>
          <p:cNvCxnSpPr>
            <a:cxnSpLocks/>
          </p:cNvCxnSpPr>
          <p:nvPr/>
        </p:nvCxnSpPr>
        <p:spPr>
          <a:xfrm flipV="1">
            <a:off x="10017841" y="3797075"/>
            <a:ext cx="0" cy="560347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6" name="타원 265">
            <a:extLst>
              <a:ext uri="{FF2B5EF4-FFF2-40B4-BE49-F238E27FC236}">
                <a16:creationId xmlns:a16="http://schemas.microsoft.com/office/drawing/2014/main" id="{752B80C6-BEEC-B598-E0C7-FE625ED1B98D}"/>
              </a:ext>
            </a:extLst>
          </p:cNvPr>
          <p:cNvSpPr/>
          <p:nvPr/>
        </p:nvSpPr>
        <p:spPr>
          <a:xfrm>
            <a:off x="10982545" y="5720431"/>
            <a:ext cx="190498" cy="192971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6</a:t>
            </a:r>
            <a:endParaRPr lang="ko-KR" altLang="en-US" sz="1400">
              <a:solidFill>
                <a:schemeClr val="tx1"/>
              </a:solidFill>
            </a:endParaRPr>
          </a:p>
        </p:txBody>
      </p:sp>
      <p:grpSp>
        <p:nvGrpSpPr>
          <p:cNvPr id="267" name="그룹 266">
            <a:extLst>
              <a:ext uri="{FF2B5EF4-FFF2-40B4-BE49-F238E27FC236}">
                <a16:creationId xmlns:a16="http://schemas.microsoft.com/office/drawing/2014/main" id="{FF1A4E19-E8FB-3150-C6A2-348C1F540C71}"/>
              </a:ext>
            </a:extLst>
          </p:cNvPr>
          <p:cNvGrpSpPr/>
          <p:nvPr/>
        </p:nvGrpSpPr>
        <p:grpSpPr>
          <a:xfrm>
            <a:off x="8896405" y="4472850"/>
            <a:ext cx="2860497" cy="994910"/>
            <a:chOff x="8147507" y="4717048"/>
            <a:chExt cx="2860497" cy="994910"/>
          </a:xfrm>
        </p:grpSpPr>
        <p:sp>
          <p:nvSpPr>
            <p:cNvPr id="268" name="직사각형 267">
              <a:extLst>
                <a:ext uri="{FF2B5EF4-FFF2-40B4-BE49-F238E27FC236}">
                  <a16:creationId xmlns:a16="http://schemas.microsoft.com/office/drawing/2014/main" id="{905342C2-8986-EED4-BE8B-67F1E99414F0}"/>
                </a:ext>
              </a:extLst>
            </p:cNvPr>
            <p:cNvSpPr/>
            <p:nvPr/>
          </p:nvSpPr>
          <p:spPr>
            <a:xfrm>
              <a:off x="8147507" y="4717048"/>
              <a:ext cx="2860497" cy="99491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69" name="그룹 268">
              <a:extLst>
                <a:ext uri="{FF2B5EF4-FFF2-40B4-BE49-F238E27FC236}">
                  <a16:creationId xmlns:a16="http://schemas.microsoft.com/office/drawing/2014/main" id="{DE56EABA-AEA7-2D52-0C8B-67D4A2796036}"/>
                </a:ext>
              </a:extLst>
            </p:cNvPr>
            <p:cNvGrpSpPr/>
            <p:nvPr/>
          </p:nvGrpSpPr>
          <p:grpSpPr>
            <a:xfrm>
              <a:off x="8408334" y="4819650"/>
              <a:ext cx="2500334" cy="808179"/>
              <a:chOff x="8112248" y="4451227"/>
              <a:chExt cx="3529919" cy="1221760"/>
            </a:xfrm>
          </p:grpSpPr>
          <p:grpSp>
            <p:nvGrpSpPr>
              <p:cNvPr id="270" name="그룹 269">
                <a:extLst>
                  <a:ext uri="{FF2B5EF4-FFF2-40B4-BE49-F238E27FC236}">
                    <a16:creationId xmlns:a16="http://schemas.microsoft.com/office/drawing/2014/main" id="{E0798C07-9244-2C68-F3BA-5116C940D30C}"/>
                  </a:ext>
                </a:extLst>
              </p:cNvPr>
              <p:cNvGrpSpPr/>
              <p:nvPr/>
            </p:nvGrpSpPr>
            <p:grpSpPr>
              <a:xfrm>
                <a:off x="8112248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310" name="그룹 309">
                  <a:extLst>
                    <a:ext uri="{FF2B5EF4-FFF2-40B4-BE49-F238E27FC236}">
                      <a16:creationId xmlns:a16="http://schemas.microsoft.com/office/drawing/2014/main" id="{D13E12A3-79CC-5A80-2AFD-66C304CAF2CD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312" name="그룹 311">
                    <a:extLst>
                      <a:ext uri="{FF2B5EF4-FFF2-40B4-BE49-F238E27FC236}">
                        <a16:creationId xmlns:a16="http://schemas.microsoft.com/office/drawing/2014/main" id="{F13117B4-6036-F11D-2B64-80EC23505429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318" name="직사각형 317">
                      <a:extLst>
                        <a:ext uri="{FF2B5EF4-FFF2-40B4-BE49-F238E27FC236}">
                          <a16:creationId xmlns:a16="http://schemas.microsoft.com/office/drawing/2014/main" id="{8BCA16FB-A4EC-3B21-471E-F691F6A112C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319" name="직사각형 318">
                      <a:extLst>
                        <a:ext uri="{FF2B5EF4-FFF2-40B4-BE49-F238E27FC236}">
                          <a16:creationId xmlns:a16="http://schemas.microsoft.com/office/drawing/2014/main" id="{9F58BCC4-50FA-FA61-F40F-3E3D5C7B405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320" name="직사각형 319">
                      <a:extLst>
                        <a:ext uri="{FF2B5EF4-FFF2-40B4-BE49-F238E27FC236}">
                          <a16:creationId xmlns:a16="http://schemas.microsoft.com/office/drawing/2014/main" id="{A0644E3B-576D-13D8-AAB4-20B80941A3A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321" name="직사각형 320">
                      <a:extLst>
                        <a:ext uri="{FF2B5EF4-FFF2-40B4-BE49-F238E27FC236}">
                          <a16:creationId xmlns:a16="http://schemas.microsoft.com/office/drawing/2014/main" id="{5B624CC5-BB6F-B224-0B7E-6CECBE8D1885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  <p:grpSp>
                <p:nvGrpSpPr>
                  <p:cNvPr id="313" name="그룹 312">
                    <a:extLst>
                      <a:ext uri="{FF2B5EF4-FFF2-40B4-BE49-F238E27FC236}">
                        <a16:creationId xmlns:a16="http://schemas.microsoft.com/office/drawing/2014/main" id="{FAA2C8F4-A1AC-E26B-11C1-F4757D8AF04D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314" name="직사각형 313">
                      <a:extLst>
                        <a:ext uri="{FF2B5EF4-FFF2-40B4-BE49-F238E27FC236}">
                          <a16:creationId xmlns:a16="http://schemas.microsoft.com/office/drawing/2014/main" id="{EF2FB3E7-48F7-ED3C-08EC-D494418ABA8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315" name="직사각형 314">
                      <a:extLst>
                        <a:ext uri="{FF2B5EF4-FFF2-40B4-BE49-F238E27FC236}">
                          <a16:creationId xmlns:a16="http://schemas.microsoft.com/office/drawing/2014/main" id="{7E32FC2B-AA1D-71A6-C15F-B7C3C8212B4F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316" name="직사각형 315">
                      <a:extLst>
                        <a:ext uri="{FF2B5EF4-FFF2-40B4-BE49-F238E27FC236}">
                          <a16:creationId xmlns:a16="http://schemas.microsoft.com/office/drawing/2014/main" id="{8759E22B-D7BD-B08E-8B9A-D5552864E7E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317" name="직사각형 316">
                      <a:extLst>
                        <a:ext uri="{FF2B5EF4-FFF2-40B4-BE49-F238E27FC236}">
                          <a16:creationId xmlns:a16="http://schemas.microsoft.com/office/drawing/2014/main" id="{A3CA8626-FB2F-EE21-4A8A-9CD8D9459B2F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</p:grpSp>
            <p:sp>
              <p:nvSpPr>
                <p:cNvPr id="311" name="직사각형 310">
                  <a:extLst>
                    <a:ext uri="{FF2B5EF4-FFF2-40B4-BE49-F238E27FC236}">
                      <a16:creationId xmlns:a16="http://schemas.microsoft.com/office/drawing/2014/main" id="{3A76FD8B-1E00-E77A-3C56-FA84E35DAA73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</p:grpSp>
          <p:grpSp>
            <p:nvGrpSpPr>
              <p:cNvPr id="271" name="그룹 270">
                <a:extLst>
                  <a:ext uri="{FF2B5EF4-FFF2-40B4-BE49-F238E27FC236}">
                    <a16:creationId xmlns:a16="http://schemas.microsoft.com/office/drawing/2014/main" id="{02267D18-B9D6-DD5D-F0EF-E5CBEE0AA73E}"/>
                  </a:ext>
                </a:extLst>
              </p:cNvPr>
              <p:cNvGrpSpPr/>
              <p:nvPr/>
            </p:nvGrpSpPr>
            <p:grpSpPr>
              <a:xfrm>
                <a:off x="900388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298" name="그룹 297">
                  <a:extLst>
                    <a:ext uri="{FF2B5EF4-FFF2-40B4-BE49-F238E27FC236}">
                      <a16:creationId xmlns:a16="http://schemas.microsoft.com/office/drawing/2014/main" id="{378155E1-D50C-E8E9-98DE-A926B2A1A0DD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300" name="그룹 299">
                    <a:extLst>
                      <a:ext uri="{FF2B5EF4-FFF2-40B4-BE49-F238E27FC236}">
                        <a16:creationId xmlns:a16="http://schemas.microsoft.com/office/drawing/2014/main" id="{017373C4-DF3D-97A8-69F2-E41F6A8ADE23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306" name="직사각형 305">
                      <a:extLst>
                        <a:ext uri="{FF2B5EF4-FFF2-40B4-BE49-F238E27FC236}">
                          <a16:creationId xmlns:a16="http://schemas.microsoft.com/office/drawing/2014/main" id="{10AB5869-B07A-7D6A-D08E-C7AB5AFBBE3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307" name="직사각형 306">
                      <a:extLst>
                        <a:ext uri="{FF2B5EF4-FFF2-40B4-BE49-F238E27FC236}">
                          <a16:creationId xmlns:a16="http://schemas.microsoft.com/office/drawing/2014/main" id="{429B8EBB-C729-96E0-2BBA-F034A85D36A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308" name="직사각형 307">
                      <a:extLst>
                        <a:ext uri="{FF2B5EF4-FFF2-40B4-BE49-F238E27FC236}">
                          <a16:creationId xmlns:a16="http://schemas.microsoft.com/office/drawing/2014/main" id="{4526147E-4923-2713-EE21-3BAC8CBB00C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309" name="직사각형 308">
                      <a:extLst>
                        <a:ext uri="{FF2B5EF4-FFF2-40B4-BE49-F238E27FC236}">
                          <a16:creationId xmlns:a16="http://schemas.microsoft.com/office/drawing/2014/main" id="{7ECAA362-4944-EDD5-0A6C-CB78E7FC86D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  <p:grpSp>
                <p:nvGrpSpPr>
                  <p:cNvPr id="301" name="그룹 300">
                    <a:extLst>
                      <a:ext uri="{FF2B5EF4-FFF2-40B4-BE49-F238E27FC236}">
                        <a16:creationId xmlns:a16="http://schemas.microsoft.com/office/drawing/2014/main" id="{30968431-91EF-34A7-BE78-0E1946E77C44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302" name="직사각형 301">
                      <a:extLst>
                        <a:ext uri="{FF2B5EF4-FFF2-40B4-BE49-F238E27FC236}">
                          <a16:creationId xmlns:a16="http://schemas.microsoft.com/office/drawing/2014/main" id="{FD79FC49-7BED-1F66-CB03-96CB9F95BC0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303" name="직사각형 302">
                      <a:extLst>
                        <a:ext uri="{FF2B5EF4-FFF2-40B4-BE49-F238E27FC236}">
                          <a16:creationId xmlns:a16="http://schemas.microsoft.com/office/drawing/2014/main" id="{96213124-8951-AC06-B7DE-CFD5FDF2880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304" name="직사각형 303">
                      <a:extLst>
                        <a:ext uri="{FF2B5EF4-FFF2-40B4-BE49-F238E27FC236}">
                          <a16:creationId xmlns:a16="http://schemas.microsoft.com/office/drawing/2014/main" id="{D4127069-350E-AB2E-2E06-8518E988979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305" name="직사각형 304">
                      <a:extLst>
                        <a:ext uri="{FF2B5EF4-FFF2-40B4-BE49-F238E27FC236}">
                          <a16:creationId xmlns:a16="http://schemas.microsoft.com/office/drawing/2014/main" id="{08C11A65-CEB6-2398-2E0B-5B6391A2B73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</p:grpSp>
            <p:sp>
              <p:nvSpPr>
                <p:cNvPr id="299" name="직사각형 298">
                  <a:extLst>
                    <a:ext uri="{FF2B5EF4-FFF2-40B4-BE49-F238E27FC236}">
                      <a16:creationId xmlns:a16="http://schemas.microsoft.com/office/drawing/2014/main" id="{956AFB42-6F0B-7C5A-FAE1-E0D5A99696F4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</p:grpSp>
          <p:grpSp>
            <p:nvGrpSpPr>
              <p:cNvPr id="272" name="그룹 271">
                <a:extLst>
                  <a:ext uri="{FF2B5EF4-FFF2-40B4-BE49-F238E27FC236}">
                    <a16:creationId xmlns:a16="http://schemas.microsoft.com/office/drawing/2014/main" id="{CC417F1B-13D9-07E5-A173-E019DD0A8549}"/>
                  </a:ext>
                </a:extLst>
              </p:cNvPr>
              <p:cNvGrpSpPr/>
              <p:nvPr/>
            </p:nvGrpSpPr>
            <p:grpSpPr>
              <a:xfrm>
                <a:off x="993585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286" name="그룹 285">
                  <a:extLst>
                    <a:ext uri="{FF2B5EF4-FFF2-40B4-BE49-F238E27FC236}">
                      <a16:creationId xmlns:a16="http://schemas.microsoft.com/office/drawing/2014/main" id="{BE225A6B-65E9-E92D-90FF-5CFA8EEE1E5F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288" name="그룹 287">
                    <a:extLst>
                      <a:ext uri="{FF2B5EF4-FFF2-40B4-BE49-F238E27FC236}">
                        <a16:creationId xmlns:a16="http://schemas.microsoft.com/office/drawing/2014/main" id="{7B404F2E-B589-12B8-3BBA-868DD1730348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94" name="직사각형 293">
                      <a:extLst>
                        <a:ext uri="{FF2B5EF4-FFF2-40B4-BE49-F238E27FC236}">
                          <a16:creationId xmlns:a16="http://schemas.microsoft.com/office/drawing/2014/main" id="{0D8B8442-9313-770C-29D2-A25FC739589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95" name="직사각형 294">
                      <a:extLst>
                        <a:ext uri="{FF2B5EF4-FFF2-40B4-BE49-F238E27FC236}">
                          <a16:creationId xmlns:a16="http://schemas.microsoft.com/office/drawing/2014/main" id="{4075553B-7865-A2AF-93A5-823D9D24013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96" name="직사각형 295">
                      <a:extLst>
                        <a:ext uri="{FF2B5EF4-FFF2-40B4-BE49-F238E27FC236}">
                          <a16:creationId xmlns:a16="http://schemas.microsoft.com/office/drawing/2014/main" id="{27423BC9-5389-DE64-60A3-351D7AACC50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97" name="직사각형 296">
                      <a:extLst>
                        <a:ext uri="{FF2B5EF4-FFF2-40B4-BE49-F238E27FC236}">
                          <a16:creationId xmlns:a16="http://schemas.microsoft.com/office/drawing/2014/main" id="{6218854E-470D-4724-F33C-3B9628C37F6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  <p:grpSp>
                <p:nvGrpSpPr>
                  <p:cNvPr id="289" name="그룹 288">
                    <a:extLst>
                      <a:ext uri="{FF2B5EF4-FFF2-40B4-BE49-F238E27FC236}">
                        <a16:creationId xmlns:a16="http://schemas.microsoft.com/office/drawing/2014/main" id="{3922C4E9-20A3-8E69-B575-92EFD7FA8599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90" name="직사각형 289">
                      <a:extLst>
                        <a:ext uri="{FF2B5EF4-FFF2-40B4-BE49-F238E27FC236}">
                          <a16:creationId xmlns:a16="http://schemas.microsoft.com/office/drawing/2014/main" id="{B8F2F924-C5F4-832D-D32D-EFE83C67E35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91" name="직사각형 290">
                      <a:extLst>
                        <a:ext uri="{FF2B5EF4-FFF2-40B4-BE49-F238E27FC236}">
                          <a16:creationId xmlns:a16="http://schemas.microsoft.com/office/drawing/2014/main" id="{2E283533-66DD-024C-BD4D-D25DBCDAC22B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92" name="직사각형 291">
                      <a:extLst>
                        <a:ext uri="{FF2B5EF4-FFF2-40B4-BE49-F238E27FC236}">
                          <a16:creationId xmlns:a16="http://schemas.microsoft.com/office/drawing/2014/main" id="{56242B13-1BE7-538A-AD04-5CA84F1904B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93" name="직사각형 292">
                      <a:extLst>
                        <a:ext uri="{FF2B5EF4-FFF2-40B4-BE49-F238E27FC236}">
                          <a16:creationId xmlns:a16="http://schemas.microsoft.com/office/drawing/2014/main" id="{36091048-BB32-5B83-E4EF-3110CE76E35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</p:grpSp>
            <p:sp>
              <p:nvSpPr>
                <p:cNvPr id="287" name="직사각형 286">
                  <a:extLst>
                    <a:ext uri="{FF2B5EF4-FFF2-40B4-BE49-F238E27FC236}">
                      <a16:creationId xmlns:a16="http://schemas.microsoft.com/office/drawing/2014/main" id="{B4F0258E-96F2-9A3D-A085-D69810C1AA22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</p:grpSp>
          <p:grpSp>
            <p:nvGrpSpPr>
              <p:cNvPr id="273" name="그룹 272">
                <a:extLst>
                  <a:ext uri="{FF2B5EF4-FFF2-40B4-BE49-F238E27FC236}">
                    <a16:creationId xmlns:a16="http://schemas.microsoft.com/office/drawing/2014/main" id="{74688A7B-69FA-718A-E07E-914E88EE4961}"/>
                  </a:ext>
                </a:extLst>
              </p:cNvPr>
              <p:cNvGrpSpPr/>
              <p:nvPr/>
            </p:nvGrpSpPr>
            <p:grpSpPr>
              <a:xfrm>
                <a:off x="10845365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274" name="그룹 273">
                  <a:extLst>
                    <a:ext uri="{FF2B5EF4-FFF2-40B4-BE49-F238E27FC236}">
                      <a16:creationId xmlns:a16="http://schemas.microsoft.com/office/drawing/2014/main" id="{18E62CB8-3990-5E09-71D7-C480DFCC2D64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276" name="그룹 275">
                    <a:extLst>
                      <a:ext uri="{FF2B5EF4-FFF2-40B4-BE49-F238E27FC236}">
                        <a16:creationId xmlns:a16="http://schemas.microsoft.com/office/drawing/2014/main" id="{9B08F23E-E507-31B0-968D-1499203CF4FF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82" name="직사각형 281">
                      <a:extLst>
                        <a:ext uri="{FF2B5EF4-FFF2-40B4-BE49-F238E27FC236}">
                          <a16:creationId xmlns:a16="http://schemas.microsoft.com/office/drawing/2014/main" id="{0A640E03-1BB8-3095-BD51-4EB8527574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83" name="직사각형 282">
                      <a:extLst>
                        <a:ext uri="{FF2B5EF4-FFF2-40B4-BE49-F238E27FC236}">
                          <a16:creationId xmlns:a16="http://schemas.microsoft.com/office/drawing/2014/main" id="{A3EF9A09-AC20-7374-23AB-FDA8A1607A6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84" name="직사각형 283">
                      <a:extLst>
                        <a:ext uri="{FF2B5EF4-FFF2-40B4-BE49-F238E27FC236}">
                          <a16:creationId xmlns:a16="http://schemas.microsoft.com/office/drawing/2014/main" id="{C73AB764-B1BA-E07E-365E-FA15C48AE8D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85" name="직사각형 284">
                      <a:extLst>
                        <a:ext uri="{FF2B5EF4-FFF2-40B4-BE49-F238E27FC236}">
                          <a16:creationId xmlns:a16="http://schemas.microsoft.com/office/drawing/2014/main" id="{90932BAF-D80A-CD19-8093-6EF4B45D69D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  <p:grpSp>
                <p:nvGrpSpPr>
                  <p:cNvPr id="277" name="그룹 276">
                    <a:extLst>
                      <a:ext uri="{FF2B5EF4-FFF2-40B4-BE49-F238E27FC236}">
                        <a16:creationId xmlns:a16="http://schemas.microsoft.com/office/drawing/2014/main" id="{1F00FCB8-9F6B-70B0-1EF0-915C2BA0FE3C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78" name="직사각형 277">
                      <a:extLst>
                        <a:ext uri="{FF2B5EF4-FFF2-40B4-BE49-F238E27FC236}">
                          <a16:creationId xmlns:a16="http://schemas.microsoft.com/office/drawing/2014/main" id="{6B7F6512-17C1-0FB1-8D4C-2EBCC84079A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79" name="직사각형 278">
                      <a:extLst>
                        <a:ext uri="{FF2B5EF4-FFF2-40B4-BE49-F238E27FC236}">
                          <a16:creationId xmlns:a16="http://schemas.microsoft.com/office/drawing/2014/main" id="{3B7E52C4-AD8A-C27E-30C8-AE4FDF221A4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80" name="직사각형 279">
                      <a:extLst>
                        <a:ext uri="{FF2B5EF4-FFF2-40B4-BE49-F238E27FC236}">
                          <a16:creationId xmlns:a16="http://schemas.microsoft.com/office/drawing/2014/main" id="{D1D787B0-2276-3790-A297-1635E75A9FE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81" name="직사각형 280">
                      <a:extLst>
                        <a:ext uri="{FF2B5EF4-FFF2-40B4-BE49-F238E27FC236}">
                          <a16:creationId xmlns:a16="http://schemas.microsoft.com/office/drawing/2014/main" id="{D06F0157-338A-17E6-479C-F0B1F724E0EB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</p:grpSp>
            <p:sp>
              <p:nvSpPr>
                <p:cNvPr id="275" name="직사각형 274">
                  <a:extLst>
                    <a:ext uri="{FF2B5EF4-FFF2-40B4-BE49-F238E27FC236}">
                      <a16:creationId xmlns:a16="http://schemas.microsoft.com/office/drawing/2014/main" id="{E6C452BB-2FBA-7DB8-38C6-71C6FFAE125A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</p:grpSp>
        </p:grpSp>
      </p:grpSp>
      <p:cxnSp>
        <p:nvCxnSpPr>
          <p:cNvPr id="322" name="직선 화살표 연결선 321">
            <a:extLst>
              <a:ext uri="{FF2B5EF4-FFF2-40B4-BE49-F238E27FC236}">
                <a16:creationId xmlns:a16="http://schemas.microsoft.com/office/drawing/2014/main" id="{0DD45D41-1388-D571-952F-949CE1466186}"/>
              </a:ext>
            </a:extLst>
          </p:cNvPr>
          <p:cNvCxnSpPr>
            <a:cxnSpLocks/>
          </p:cNvCxnSpPr>
          <p:nvPr/>
        </p:nvCxnSpPr>
        <p:spPr>
          <a:xfrm flipV="1">
            <a:off x="10652908" y="5536742"/>
            <a:ext cx="0" cy="560347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직선 화살표 연결선 322">
            <a:extLst>
              <a:ext uri="{FF2B5EF4-FFF2-40B4-BE49-F238E27FC236}">
                <a16:creationId xmlns:a16="http://schemas.microsoft.com/office/drawing/2014/main" id="{9ADB40E3-AAC6-F917-0683-39B437AD991A}"/>
              </a:ext>
            </a:extLst>
          </p:cNvPr>
          <p:cNvCxnSpPr>
            <a:cxnSpLocks/>
          </p:cNvCxnSpPr>
          <p:nvPr/>
        </p:nvCxnSpPr>
        <p:spPr>
          <a:xfrm>
            <a:off x="10839668" y="5650409"/>
            <a:ext cx="46453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직선 화살표 연결선 323">
            <a:extLst>
              <a:ext uri="{FF2B5EF4-FFF2-40B4-BE49-F238E27FC236}">
                <a16:creationId xmlns:a16="http://schemas.microsoft.com/office/drawing/2014/main" id="{A6B75BCB-AC90-4662-DC4A-04B31EAA5FD4}"/>
              </a:ext>
            </a:extLst>
          </p:cNvPr>
          <p:cNvCxnSpPr>
            <a:cxnSpLocks/>
          </p:cNvCxnSpPr>
          <p:nvPr/>
        </p:nvCxnSpPr>
        <p:spPr>
          <a:xfrm flipV="1">
            <a:off x="11432450" y="5531096"/>
            <a:ext cx="0" cy="560347"/>
          </a:xfrm>
          <a:prstGeom prst="straightConnector1">
            <a:avLst/>
          </a:prstGeom>
          <a:ln>
            <a:solidFill>
              <a:srgbClr val="FF000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8" name="직사각형 327">
            <a:extLst>
              <a:ext uri="{FF2B5EF4-FFF2-40B4-BE49-F238E27FC236}">
                <a16:creationId xmlns:a16="http://schemas.microsoft.com/office/drawing/2014/main" id="{85B8848C-1E46-1AD9-642A-05362FC6CDE9}"/>
              </a:ext>
            </a:extLst>
          </p:cNvPr>
          <p:cNvSpPr/>
          <p:nvPr/>
        </p:nvSpPr>
        <p:spPr>
          <a:xfrm>
            <a:off x="262146" y="2453308"/>
            <a:ext cx="737976" cy="2909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A5F88A-13DB-BE24-3C64-E27E3F7B0AED}"/>
              </a:ext>
            </a:extLst>
          </p:cNvPr>
          <p:cNvSpPr txBox="1"/>
          <p:nvPr/>
        </p:nvSpPr>
        <p:spPr>
          <a:xfrm>
            <a:off x="326926" y="829306"/>
            <a:ext cx="53713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/>
              <a:t>버튼 틱 </a:t>
            </a:r>
            <a:r>
              <a:rPr lang="en-US" altLang="ko-KR"/>
              <a:t>ASSERT -&gt; State </a:t>
            </a:r>
            <a:r>
              <a:rPr lang="ko-KR" altLang="en-US"/>
              <a:t>알맞게 변화</a:t>
            </a:r>
            <a:endParaRPr lang="en-US" altLang="ko-KR"/>
          </a:p>
          <a:p>
            <a:pPr marL="342900" indent="-342900">
              <a:buAutoNum type="arabicPeriod"/>
            </a:pPr>
            <a:r>
              <a:rPr lang="en-US" altLang="ko-KR"/>
              <a:t>Watch msec </a:t>
            </a:r>
            <a:r>
              <a:rPr lang="ko-KR" altLang="en-US"/>
              <a:t>간격 </a:t>
            </a:r>
            <a:r>
              <a:rPr lang="en-US" altLang="ko-KR"/>
              <a:t>-&gt; 10ms</a:t>
            </a:r>
            <a:r>
              <a:rPr lang="ko-KR" altLang="en-US"/>
              <a:t> 확인 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39D992E3-611A-0479-8369-66A15DD831F6}"/>
              </a:ext>
            </a:extLst>
          </p:cNvPr>
          <p:cNvGrpSpPr/>
          <p:nvPr/>
        </p:nvGrpSpPr>
        <p:grpSpPr>
          <a:xfrm>
            <a:off x="4840142" y="4478601"/>
            <a:ext cx="3080786" cy="1497553"/>
            <a:chOff x="3381373" y="5717719"/>
            <a:chExt cx="2412658" cy="1048453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EB508BE2-1CF5-6968-E720-E8BDA601FF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8081"/>
            <a:stretch>
              <a:fillRect/>
            </a:stretch>
          </p:blipFill>
          <p:spPr>
            <a:xfrm>
              <a:off x="3381373" y="5745439"/>
              <a:ext cx="2412657" cy="1020733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2251B598-0BDD-0918-6B36-A820419CAA7E}"/>
                </a:ext>
              </a:extLst>
            </p:cNvPr>
            <p:cNvSpPr/>
            <p:nvPr/>
          </p:nvSpPr>
          <p:spPr>
            <a:xfrm>
              <a:off x="3387125" y="5717719"/>
              <a:ext cx="2406906" cy="104845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A8DC117D-6054-4C09-8ED1-40D74E0B8026}"/>
                </a:ext>
              </a:extLst>
            </p:cNvPr>
            <p:cNvSpPr/>
            <p:nvPr/>
          </p:nvSpPr>
          <p:spPr>
            <a:xfrm>
              <a:off x="5284788" y="6542088"/>
              <a:ext cx="452437" cy="10636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2B6F6CF0-A04D-4D69-7DFC-2E9558C70AB0}"/>
              </a:ext>
            </a:extLst>
          </p:cNvPr>
          <p:cNvSpPr/>
          <p:nvPr/>
        </p:nvSpPr>
        <p:spPr>
          <a:xfrm>
            <a:off x="3878263" y="5052705"/>
            <a:ext cx="743428" cy="3894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76D5A2A-5C40-46A1-8F56-41FEC18AA832}"/>
              </a:ext>
            </a:extLst>
          </p:cNvPr>
          <p:cNvSpPr/>
          <p:nvPr/>
        </p:nvSpPr>
        <p:spPr>
          <a:xfrm>
            <a:off x="9679525" y="1000693"/>
            <a:ext cx="622430" cy="875472"/>
          </a:xfrm>
          <a:prstGeom prst="rect">
            <a:avLst/>
          </a:prstGeom>
          <a:noFill/>
          <a:ln>
            <a:solidFill>
              <a:srgbClr val="FFC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18FAFFB-AB58-FC52-A9BA-38A83C649172}"/>
              </a:ext>
            </a:extLst>
          </p:cNvPr>
          <p:cNvSpPr/>
          <p:nvPr/>
        </p:nvSpPr>
        <p:spPr>
          <a:xfrm>
            <a:off x="10378734" y="2804422"/>
            <a:ext cx="622430" cy="875472"/>
          </a:xfrm>
          <a:prstGeom prst="rect">
            <a:avLst/>
          </a:prstGeom>
          <a:noFill/>
          <a:ln>
            <a:solidFill>
              <a:srgbClr val="FFC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5B86A4D-7DA9-39EA-00E9-B6558089D6C7}"/>
              </a:ext>
            </a:extLst>
          </p:cNvPr>
          <p:cNvSpPr/>
          <p:nvPr/>
        </p:nvSpPr>
        <p:spPr>
          <a:xfrm>
            <a:off x="11017883" y="4555736"/>
            <a:ext cx="622430" cy="875472"/>
          </a:xfrm>
          <a:prstGeom prst="rect">
            <a:avLst/>
          </a:prstGeom>
          <a:noFill/>
          <a:ln>
            <a:solidFill>
              <a:srgbClr val="FFC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4533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943D7-AD14-F53F-A144-755F6DFCB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>
            <a:extLst>
              <a:ext uri="{FF2B5EF4-FFF2-40B4-BE49-F238E27FC236}">
                <a16:creationId xmlns:a16="http://schemas.microsoft.com/office/drawing/2014/main" id="{67ED2276-F28E-13AE-2A70-AA4F35AB50CF}"/>
              </a:ext>
            </a:extLst>
          </p:cNvPr>
          <p:cNvSpPr txBox="1"/>
          <p:nvPr/>
        </p:nvSpPr>
        <p:spPr>
          <a:xfrm>
            <a:off x="117598" y="10285"/>
            <a:ext cx="93947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검증 시나리오 </a:t>
            </a:r>
            <a:r>
              <a:rPr lang="en-US" altLang="ko-KR"/>
              <a:t>1. </a:t>
            </a:r>
            <a:r>
              <a:rPr lang="ko-KR" altLang="en-US"/>
              <a:t>버튼 동작 확인</a:t>
            </a:r>
            <a:endParaRPr lang="en-US" altLang="ko-KR"/>
          </a:p>
          <a:p>
            <a:r>
              <a:rPr lang="en-US" altLang="ko-KR"/>
              <a:t>P4 – </a:t>
            </a:r>
            <a:r>
              <a:rPr lang="ko-KR" altLang="en-US"/>
              <a:t>커서 위치 </a:t>
            </a:r>
            <a:r>
              <a:rPr lang="en-US" altLang="ko-KR"/>
              <a:t>0</a:t>
            </a:r>
            <a:r>
              <a:rPr lang="ko-KR" altLang="en-US"/>
              <a:t>에서 경계값 확인 </a:t>
            </a:r>
            <a:r>
              <a:rPr lang="en-US" altLang="ko-KR"/>
              <a:t>12:59 </a:t>
            </a:r>
            <a:r>
              <a:rPr lang="ko-KR" altLang="en-US"/>
              <a:t>에서 </a:t>
            </a:r>
            <a:r>
              <a:rPr lang="en-US" altLang="ko-KR"/>
              <a:t>U-&gt;D -&gt;D</a:t>
            </a:r>
          </a:p>
          <a:p>
            <a:r>
              <a:rPr lang="en-US" altLang="ko-KR"/>
              <a:t>      </a:t>
            </a:r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C2D015-F347-23A7-53FB-FD47C6C680C9}"/>
              </a:ext>
            </a:extLst>
          </p:cNvPr>
          <p:cNvSpPr txBox="1"/>
          <p:nvPr/>
        </p:nvSpPr>
        <p:spPr>
          <a:xfrm>
            <a:off x="197082" y="610450"/>
            <a:ext cx="123124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/>
              <a:t>SET_MIN_1 </a:t>
            </a:r>
            <a:r>
              <a:rPr lang="ko-KR" altLang="en-US"/>
              <a:t>상태에서 </a:t>
            </a:r>
            <a:r>
              <a:rPr lang="en-US" altLang="ko-KR"/>
              <a:t>12:59 </a:t>
            </a:r>
            <a:r>
              <a:rPr lang="ko-KR" altLang="en-US"/>
              <a:t>주입 </a:t>
            </a:r>
            <a:r>
              <a:rPr lang="en-US" altLang="ko-KR"/>
              <a:t>-&gt; Up(12:00) -&gt; Down(12:59)-&gt;</a:t>
            </a:r>
            <a:r>
              <a:rPr lang="ko-KR" altLang="en-US"/>
              <a:t> </a:t>
            </a:r>
            <a:r>
              <a:rPr lang="en-US" altLang="ko-KR"/>
              <a:t>Down(12:58)</a:t>
            </a:r>
          </a:p>
          <a:p>
            <a:pPr marL="342900" indent="-342900">
              <a:buAutoNum type="arabicPeriod"/>
            </a:pPr>
            <a:r>
              <a:rPr lang="ko-KR" altLang="en-US"/>
              <a:t>각 </a:t>
            </a:r>
            <a:r>
              <a:rPr lang="en-US" altLang="ko-KR"/>
              <a:t>ANODE</a:t>
            </a:r>
            <a:r>
              <a:rPr lang="ko-KR" altLang="en-US"/>
              <a:t>에서 </a:t>
            </a:r>
            <a:r>
              <a:rPr lang="en-US" altLang="ko-KR"/>
              <a:t>FND </a:t>
            </a:r>
            <a:r>
              <a:rPr lang="ko-KR" altLang="en-US"/>
              <a:t>점멸 및 </a:t>
            </a:r>
            <a:r>
              <a:rPr lang="en-US" altLang="ko-KR"/>
              <a:t>BCD </a:t>
            </a:r>
            <a:r>
              <a:rPr lang="ko-KR" altLang="en-US"/>
              <a:t>출력값 확인</a:t>
            </a:r>
            <a:r>
              <a:rPr lang="en-US" altLang="ko-KR"/>
              <a:t>/ ANODE </a:t>
            </a:r>
            <a:r>
              <a:rPr lang="ko-KR" altLang="en-US"/>
              <a:t>출력 주기 </a:t>
            </a:r>
            <a:r>
              <a:rPr lang="en-US" altLang="ko-KR"/>
              <a:t>1ms </a:t>
            </a:r>
            <a:r>
              <a:rPr lang="ko-KR" altLang="en-US"/>
              <a:t>확인</a:t>
            </a:r>
            <a:r>
              <a:rPr lang="en-US" altLang="ko-KR"/>
              <a:t>(TB</a:t>
            </a:r>
            <a:r>
              <a:rPr lang="ko-KR" altLang="en-US"/>
              <a:t>내 </a:t>
            </a:r>
            <a:r>
              <a:rPr lang="en-US" altLang="ko-KR"/>
              <a:t>Function</a:t>
            </a:r>
            <a:r>
              <a:rPr lang="ko-KR" altLang="en-US"/>
              <a:t>으로 변환한 값 표현</a:t>
            </a:r>
            <a:r>
              <a:rPr lang="en-US" altLang="ko-KR"/>
              <a:t>) </a:t>
            </a:r>
            <a:endParaRPr lang="ko-KR" altLang="en-US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51772255-B4D9-5939-A12E-6E64E26519BF}"/>
              </a:ext>
            </a:extLst>
          </p:cNvPr>
          <p:cNvGrpSpPr/>
          <p:nvPr/>
        </p:nvGrpSpPr>
        <p:grpSpPr>
          <a:xfrm>
            <a:off x="1490835" y="1451592"/>
            <a:ext cx="8426699" cy="2761691"/>
            <a:chOff x="383442" y="3182392"/>
            <a:chExt cx="6682146" cy="2761691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5E8E7E2F-66BB-4350-D15B-10E0383C70BA}"/>
                </a:ext>
              </a:extLst>
            </p:cNvPr>
            <p:cNvGrpSpPr/>
            <p:nvPr/>
          </p:nvGrpSpPr>
          <p:grpSpPr>
            <a:xfrm>
              <a:off x="383442" y="3182392"/>
              <a:ext cx="6682146" cy="2761691"/>
              <a:chOff x="218985" y="2794270"/>
              <a:chExt cx="7782789" cy="3339830"/>
            </a:xfrm>
          </p:grpSpPr>
          <p:pic>
            <p:nvPicPr>
              <p:cNvPr id="3" name="그림 2">
                <a:extLst>
                  <a:ext uri="{FF2B5EF4-FFF2-40B4-BE49-F238E27FC236}">
                    <a16:creationId xmlns:a16="http://schemas.microsoft.com/office/drawing/2014/main" id="{797DF595-72F0-5816-4DE9-D511AD807A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t="28001"/>
              <a:stretch>
                <a:fillRect/>
              </a:stretch>
            </p:blipFill>
            <p:spPr>
              <a:xfrm>
                <a:off x="218985" y="2794274"/>
                <a:ext cx="7782789" cy="3339826"/>
              </a:xfrm>
              <a:prstGeom prst="rect">
                <a:avLst/>
              </a:prstGeom>
            </p:spPr>
          </p:pic>
          <p:cxnSp>
            <p:nvCxnSpPr>
              <p:cNvPr id="5" name="직선 화살표 연결선 4">
                <a:extLst>
                  <a:ext uri="{FF2B5EF4-FFF2-40B4-BE49-F238E27FC236}">
                    <a16:creationId xmlns:a16="http://schemas.microsoft.com/office/drawing/2014/main" id="{2E7DC7B8-6D09-BEFC-C8B4-0F9305F5AE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09950" y="4743450"/>
                <a:ext cx="0" cy="26670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69728271-17F5-35C4-DBE1-9ADBD22CFBD1}"/>
                  </a:ext>
                </a:extLst>
              </p:cNvPr>
              <p:cNvSpPr/>
              <p:nvPr/>
            </p:nvSpPr>
            <p:spPr>
              <a:xfrm>
                <a:off x="6639016" y="2794270"/>
                <a:ext cx="1362752" cy="3339829"/>
              </a:xfrm>
              <a:prstGeom prst="rect">
                <a:avLst/>
              </a:prstGeom>
              <a:solidFill>
                <a:schemeClr val="tx1">
                  <a:alpha val="67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2" name="직사각형 81">
                <a:extLst>
                  <a:ext uri="{FF2B5EF4-FFF2-40B4-BE49-F238E27FC236}">
                    <a16:creationId xmlns:a16="http://schemas.microsoft.com/office/drawing/2014/main" id="{0275D478-C010-A59A-CD48-7EC7D46A20D5}"/>
                  </a:ext>
                </a:extLst>
              </p:cNvPr>
              <p:cNvSpPr/>
              <p:nvPr/>
            </p:nvSpPr>
            <p:spPr>
              <a:xfrm>
                <a:off x="4208314" y="4311024"/>
                <a:ext cx="382736" cy="127625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202" name="직선 화살표 연결선 201">
                <a:extLst>
                  <a:ext uri="{FF2B5EF4-FFF2-40B4-BE49-F238E27FC236}">
                    <a16:creationId xmlns:a16="http://schemas.microsoft.com/office/drawing/2014/main" id="{56D3A268-AEA2-DDEC-F1F7-EE95EE711F40}"/>
                  </a:ext>
                </a:extLst>
              </p:cNvPr>
              <p:cNvCxnSpPr/>
              <p:nvPr/>
            </p:nvCxnSpPr>
            <p:spPr>
              <a:xfrm>
                <a:off x="3533775" y="3814761"/>
                <a:ext cx="576604" cy="1195389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직선 화살표 연결선 202">
                <a:extLst>
                  <a:ext uri="{FF2B5EF4-FFF2-40B4-BE49-F238E27FC236}">
                    <a16:creationId xmlns:a16="http://schemas.microsoft.com/office/drawing/2014/main" id="{47A2A280-F189-5DBD-30D5-7F8F63A03FE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33600" y="4085872"/>
                <a:ext cx="545181" cy="888125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4" name="직선 화살표 연결선 263">
                <a:extLst>
                  <a:ext uri="{FF2B5EF4-FFF2-40B4-BE49-F238E27FC236}">
                    <a16:creationId xmlns:a16="http://schemas.microsoft.com/office/drawing/2014/main" id="{41292E70-F6A1-58D0-C4E0-56E1420E2F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40594" y="4085871"/>
                <a:ext cx="384785" cy="924279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9" name="TextBox 328">
                <a:extLst>
                  <a:ext uri="{FF2B5EF4-FFF2-40B4-BE49-F238E27FC236}">
                    <a16:creationId xmlns:a16="http://schemas.microsoft.com/office/drawing/2014/main" id="{01330A3C-1BE3-051A-285C-2FF0CBF91DE9}"/>
                  </a:ext>
                </a:extLst>
              </p:cNvPr>
              <p:cNvSpPr txBox="1"/>
              <p:nvPr/>
            </p:nvSpPr>
            <p:spPr>
              <a:xfrm>
                <a:off x="3599644" y="3748364"/>
                <a:ext cx="217905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>
                    <a:highlight>
                      <a:srgbClr val="FFFF00"/>
                    </a:highlight>
                  </a:rPr>
                  <a:t>Up</a:t>
                </a:r>
                <a:endParaRPr lang="ko-KR" altLang="en-US" sz="1000">
                  <a:highlight>
                    <a:srgbClr val="FFFF00"/>
                  </a:highlight>
                </a:endParaRPr>
              </a:p>
            </p:txBody>
          </p:sp>
          <p:sp>
            <p:nvSpPr>
              <p:cNvPr id="331" name="TextBox 330">
                <a:extLst>
                  <a:ext uri="{FF2B5EF4-FFF2-40B4-BE49-F238E27FC236}">
                    <a16:creationId xmlns:a16="http://schemas.microsoft.com/office/drawing/2014/main" id="{AC1427FC-C28E-A892-BDCB-31403CB740C2}"/>
                  </a:ext>
                </a:extLst>
              </p:cNvPr>
              <p:cNvSpPr txBox="1"/>
              <p:nvPr/>
            </p:nvSpPr>
            <p:spPr>
              <a:xfrm>
                <a:off x="4735988" y="3977938"/>
                <a:ext cx="217905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>
                    <a:highlight>
                      <a:srgbClr val="FFFF00"/>
                    </a:highlight>
                  </a:rPr>
                  <a:t>Down</a:t>
                </a:r>
                <a:endParaRPr lang="ko-KR" altLang="en-US" sz="1000">
                  <a:highlight>
                    <a:srgbClr val="FFFF00"/>
                  </a:highlight>
                </a:endParaRPr>
              </a:p>
            </p:txBody>
          </p:sp>
          <p:sp>
            <p:nvSpPr>
              <p:cNvPr id="333" name="TextBox 332">
                <a:extLst>
                  <a:ext uri="{FF2B5EF4-FFF2-40B4-BE49-F238E27FC236}">
                    <a16:creationId xmlns:a16="http://schemas.microsoft.com/office/drawing/2014/main" id="{2F588A19-DD8B-680F-C78A-9324C4A8C46A}"/>
                  </a:ext>
                </a:extLst>
              </p:cNvPr>
              <p:cNvSpPr txBox="1"/>
              <p:nvPr/>
            </p:nvSpPr>
            <p:spPr>
              <a:xfrm>
                <a:off x="5794865" y="3994585"/>
                <a:ext cx="217905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>
                    <a:highlight>
                      <a:srgbClr val="FFFF00"/>
                    </a:highlight>
                  </a:rPr>
                  <a:t>Down</a:t>
                </a:r>
                <a:endParaRPr lang="ko-KR" altLang="en-US" sz="1000">
                  <a:highlight>
                    <a:srgbClr val="FFFF00"/>
                  </a:highlight>
                </a:endParaRPr>
              </a:p>
            </p:txBody>
          </p:sp>
          <p:sp>
            <p:nvSpPr>
              <p:cNvPr id="345" name="직사각형 344">
                <a:extLst>
                  <a:ext uri="{FF2B5EF4-FFF2-40B4-BE49-F238E27FC236}">
                    <a16:creationId xmlns:a16="http://schemas.microsoft.com/office/drawing/2014/main" id="{73500BB9-C020-F78C-404B-93176C1908F8}"/>
                  </a:ext>
                </a:extLst>
              </p:cNvPr>
              <p:cNvSpPr/>
              <p:nvPr/>
            </p:nvSpPr>
            <p:spPr>
              <a:xfrm>
                <a:off x="341163" y="5010150"/>
                <a:ext cx="668480" cy="127626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47" name="직사각형 346">
                <a:extLst>
                  <a:ext uri="{FF2B5EF4-FFF2-40B4-BE49-F238E27FC236}">
                    <a16:creationId xmlns:a16="http://schemas.microsoft.com/office/drawing/2014/main" id="{89377009-3A3B-C8FF-91F7-B968CF467FBD}"/>
                  </a:ext>
                </a:extLst>
              </p:cNvPr>
              <p:cNvSpPr/>
              <p:nvPr/>
            </p:nvSpPr>
            <p:spPr>
              <a:xfrm>
                <a:off x="1849203" y="2794270"/>
                <a:ext cx="1493652" cy="3339828"/>
              </a:xfrm>
              <a:prstGeom prst="rect">
                <a:avLst/>
              </a:prstGeom>
              <a:solidFill>
                <a:schemeClr val="tx1">
                  <a:alpha val="67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F94E996-2795-9F57-4DD6-CA054789FBF7}"/>
                  </a:ext>
                </a:extLst>
              </p:cNvPr>
              <p:cNvSpPr txBox="1"/>
              <p:nvPr/>
            </p:nvSpPr>
            <p:spPr>
              <a:xfrm>
                <a:off x="2596029" y="4433449"/>
                <a:ext cx="217905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>
                    <a:highlight>
                      <a:srgbClr val="FFFF00"/>
                    </a:highlight>
                  </a:rPr>
                  <a:t>1. 12:59 </a:t>
                </a:r>
                <a:r>
                  <a:rPr lang="ko-KR" altLang="en-US" sz="1000">
                    <a:highlight>
                      <a:srgbClr val="FFFF00"/>
                    </a:highlight>
                  </a:rPr>
                  <a:t>주입</a:t>
                </a:r>
              </a:p>
            </p:txBody>
          </p:sp>
        </p:grp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6C9502AA-660D-2618-E0C2-3A898F779A78}"/>
                </a:ext>
              </a:extLst>
            </p:cNvPr>
            <p:cNvSpPr/>
            <p:nvPr/>
          </p:nvSpPr>
          <p:spPr>
            <a:xfrm>
              <a:off x="3031440" y="5097976"/>
              <a:ext cx="121530" cy="140344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>
                  <a:solidFill>
                    <a:schemeClr val="bg1"/>
                  </a:solidFill>
                </a:rPr>
                <a:t>1</a:t>
              </a:r>
              <a:endParaRPr lang="ko-KR" altLang="en-US" sz="800">
                <a:solidFill>
                  <a:schemeClr val="bg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A8FC446C-1FFD-B03D-D82C-F30AD7DD0943}"/>
                </a:ext>
              </a:extLst>
            </p:cNvPr>
            <p:cNvSpPr/>
            <p:nvPr/>
          </p:nvSpPr>
          <p:spPr>
            <a:xfrm>
              <a:off x="3626542" y="5098820"/>
              <a:ext cx="121530" cy="140344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>
                  <a:solidFill>
                    <a:schemeClr val="bg1"/>
                  </a:solidFill>
                </a:rPr>
                <a:t>2</a:t>
              </a:r>
              <a:endParaRPr lang="ko-KR" altLang="en-US" sz="800">
                <a:solidFill>
                  <a:schemeClr val="bg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C0169599-E815-EE46-7298-0BD25BB1D1A1}"/>
                </a:ext>
              </a:extLst>
            </p:cNvPr>
            <p:cNvSpPr/>
            <p:nvPr/>
          </p:nvSpPr>
          <p:spPr>
            <a:xfrm>
              <a:off x="4583321" y="5097832"/>
              <a:ext cx="121530" cy="140344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>
                  <a:solidFill>
                    <a:schemeClr val="bg1"/>
                  </a:solidFill>
                </a:rPr>
                <a:t>3</a:t>
              </a:r>
              <a:endParaRPr lang="ko-KR" altLang="en-US" sz="800">
                <a:solidFill>
                  <a:schemeClr val="bg1"/>
                </a:solidFill>
              </a:endParaRPr>
            </a:p>
          </p:txBody>
        </p:sp>
      </p:grpSp>
      <p:grpSp>
        <p:nvGrpSpPr>
          <p:cNvPr id="128" name="그룹 127">
            <a:extLst>
              <a:ext uri="{FF2B5EF4-FFF2-40B4-BE49-F238E27FC236}">
                <a16:creationId xmlns:a16="http://schemas.microsoft.com/office/drawing/2014/main" id="{42E77BC3-D259-58D5-AB02-EBC102DDCB5D}"/>
              </a:ext>
            </a:extLst>
          </p:cNvPr>
          <p:cNvGrpSpPr/>
          <p:nvPr/>
        </p:nvGrpSpPr>
        <p:grpSpPr>
          <a:xfrm>
            <a:off x="766638" y="3809172"/>
            <a:ext cx="3359516" cy="1959026"/>
            <a:chOff x="1459526" y="4627677"/>
            <a:chExt cx="2942981" cy="1575529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E84BFEFD-8269-1D8C-FE31-330F447E997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1375"/>
            <a:stretch>
              <a:fillRect/>
            </a:stretch>
          </p:blipFill>
          <p:spPr>
            <a:xfrm>
              <a:off x="1459526" y="4627677"/>
              <a:ext cx="2928628" cy="1575529"/>
            </a:xfrm>
            <a:prstGeom prst="rect">
              <a:avLst/>
            </a:prstGeom>
          </p:spPr>
        </p:pic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C2CA1C0A-946C-C24A-928A-224C9AA406C9}"/>
                </a:ext>
              </a:extLst>
            </p:cNvPr>
            <p:cNvSpPr/>
            <p:nvPr/>
          </p:nvSpPr>
          <p:spPr>
            <a:xfrm>
              <a:off x="2724032" y="6019800"/>
              <a:ext cx="469900" cy="8572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17DE1C51-3F43-6E98-E749-C4386F0B23C2}"/>
                </a:ext>
              </a:extLst>
            </p:cNvPr>
            <p:cNvSpPr/>
            <p:nvPr/>
          </p:nvSpPr>
          <p:spPr>
            <a:xfrm>
              <a:off x="3932607" y="6017419"/>
              <a:ext cx="469900" cy="8572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006B9A2E-D368-6796-621C-39D10B0F1AAB}"/>
                </a:ext>
              </a:extLst>
            </p:cNvPr>
            <p:cNvSpPr txBox="1"/>
            <p:nvPr/>
          </p:nvSpPr>
          <p:spPr>
            <a:xfrm>
              <a:off x="1915596" y="5850729"/>
              <a:ext cx="1192303" cy="1980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>
                  <a:highlight>
                    <a:srgbClr val="FFFF00"/>
                  </a:highlight>
                </a:rPr>
                <a:t>12.59</a:t>
              </a:r>
              <a:endParaRPr lang="ko-KR" altLang="en-US" sz="1000">
                <a:highlight>
                  <a:srgbClr val="FFFF00"/>
                </a:highlight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64CAC2BA-657A-9868-FA75-6A4BF9A88887}"/>
                </a:ext>
              </a:extLst>
            </p:cNvPr>
            <p:cNvSpPr txBox="1"/>
            <p:nvPr/>
          </p:nvSpPr>
          <p:spPr>
            <a:xfrm>
              <a:off x="3180026" y="5853793"/>
              <a:ext cx="1192303" cy="1980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>
                  <a:highlight>
                    <a:srgbClr val="FFFF00"/>
                  </a:highlight>
                </a:rPr>
                <a:t>DOT </a:t>
              </a:r>
              <a:r>
                <a:rPr lang="ko-KR" altLang="en-US" sz="1000">
                  <a:highlight>
                    <a:srgbClr val="FFFF00"/>
                  </a:highlight>
                </a:rPr>
                <a:t>점멸</a:t>
              </a:r>
            </a:p>
          </p:txBody>
        </p:sp>
      </p:grp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BADFDA77-0F16-05FB-134E-CDCB3919C7C5}"/>
              </a:ext>
            </a:extLst>
          </p:cNvPr>
          <p:cNvGrpSpPr/>
          <p:nvPr/>
        </p:nvGrpSpPr>
        <p:grpSpPr>
          <a:xfrm>
            <a:off x="4326246" y="3820348"/>
            <a:ext cx="3368777" cy="1915614"/>
            <a:chOff x="4660438" y="4621446"/>
            <a:chExt cx="2915000" cy="1575528"/>
          </a:xfrm>
        </p:grpSpPr>
        <p:pic>
          <p:nvPicPr>
            <p:cNvPr id="40" name="그림 39">
              <a:extLst>
                <a:ext uri="{FF2B5EF4-FFF2-40B4-BE49-F238E27FC236}">
                  <a16:creationId xmlns:a16="http://schemas.microsoft.com/office/drawing/2014/main" id="{2E6E81E5-E964-9DFB-7A33-66D9F5A5FD1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60438" y="4621446"/>
              <a:ext cx="2915000" cy="1575528"/>
            </a:xfrm>
            <a:prstGeom prst="rect">
              <a:avLst/>
            </a:prstGeom>
          </p:spPr>
        </p:pic>
        <p:grpSp>
          <p:nvGrpSpPr>
            <p:cNvPr id="54" name="그룹 53">
              <a:extLst>
                <a:ext uri="{FF2B5EF4-FFF2-40B4-BE49-F238E27FC236}">
                  <a16:creationId xmlns:a16="http://schemas.microsoft.com/office/drawing/2014/main" id="{8EC31AB9-176E-268C-11DF-7A91BDA1926A}"/>
                </a:ext>
              </a:extLst>
            </p:cNvPr>
            <p:cNvGrpSpPr/>
            <p:nvPr/>
          </p:nvGrpSpPr>
          <p:grpSpPr>
            <a:xfrm>
              <a:off x="5930619" y="6061869"/>
              <a:ext cx="1640294" cy="85725"/>
              <a:chOff x="5930619" y="6061869"/>
              <a:chExt cx="1640294" cy="85725"/>
            </a:xfrm>
          </p:grpSpPr>
          <p:sp>
            <p:nvSpPr>
              <p:cNvPr id="52" name="직사각형 51">
                <a:extLst>
                  <a:ext uri="{FF2B5EF4-FFF2-40B4-BE49-F238E27FC236}">
                    <a16:creationId xmlns:a16="http://schemas.microsoft.com/office/drawing/2014/main" id="{53829B6E-F544-B277-D85B-6B3430345456}"/>
                  </a:ext>
                </a:extLst>
              </p:cNvPr>
              <p:cNvSpPr/>
              <p:nvPr/>
            </p:nvSpPr>
            <p:spPr>
              <a:xfrm>
                <a:off x="5930619" y="6061869"/>
                <a:ext cx="469900" cy="85725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" name="직사각형 52">
                <a:extLst>
                  <a:ext uri="{FF2B5EF4-FFF2-40B4-BE49-F238E27FC236}">
                    <a16:creationId xmlns:a16="http://schemas.microsoft.com/office/drawing/2014/main" id="{D98185C8-086A-781C-1686-F8F57A89F674}"/>
                  </a:ext>
                </a:extLst>
              </p:cNvPr>
              <p:cNvSpPr/>
              <p:nvPr/>
            </p:nvSpPr>
            <p:spPr>
              <a:xfrm>
                <a:off x="7101013" y="6061869"/>
                <a:ext cx="469900" cy="85725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3C5AF0F8-76FA-13CE-CBF5-B192D29A9FDC}"/>
                </a:ext>
              </a:extLst>
            </p:cNvPr>
            <p:cNvSpPr txBox="1"/>
            <p:nvPr/>
          </p:nvSpPr>
          <p:spPr>
            <a:xfrm>
              <a:off x="5168838" y="5896429"/>
              <a:ext cx="1192303" cy="2025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>
                  <a:highlight>
                    <a:srgbClr val="FFFF00"/>
                  </a:highlight>
                </a:rPr>
                <a:t>12.00</a:t>
              </a:r>
              <a:endParaRPr lang="ko-KR" altLang="en-US" sz="1000">
                <a:highlight>
                  <a:srgbClr val="FFFF00"/>
                </a:highlight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220597E9-6CCB-19ED-5A61-8F8B22004EA7}"/>
                </a:ext>
              </a:extLst>
            </p:cNvPr>
            <p:cNvSpPr txBox="1"/>
            <p:nvPr/>
          </p:nvSpPr>
          <p:spPr>
            <a:xfrm>
              <a:off x="6375013" y="5898417"/>
              <a:ext cx="1192303" cy="2025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>
                  <a:highlight>
                    <a:srgbClr val="FFFF00"/>
                  </a:highlight>
                </a:rPr>
                <a:t>DOT </a:t>
              </a:r>
              <a:r>
                <a:rPr lang="ko-KR" altLang="en-US" sz="1000">
                  <a:highlight>
                    <a:srgbClr val="FFFF00"/>
                  </a:highlight>
                </a:rPr>
                <a:t>점멸</a:t>
              </a:r>
            </a:p>
          </p:txBody>
        </p:sp>
      </p:grp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F6959E72-AB1B-B210-9395-40A422CA5F6F}"/>
              </a:ext>
            </a:extLst>
          </p:cNvPr>
          <p:cNvGrpSpPr/>
          <p:nvPr/>
        </p:nvGrpSpPr>
        <p:grpSpPr>
          <a:xfrm>
            <a:off x="7909965" y="3776485"/>
            <a:ext cx="3382824" cy="1991711"/>
            <a:chOff x="7998132" y="4621446"/>
            <a:chExt cx="2887857" cy="1536134"/>
          </a:xfrm>
        </p:grpSpPr>
        <p:pic>
          <p:nvPicPr>
            <p:cNvPr id="42" name="그림 41">
              <a:extLst>
                <a:ext uri="{FF2B5EF4-FFF2-40B4-BE49-F238E27FC236}">
                  <a16:creationId xmlns:a16="http://schemas.microsoft.com/office/drawing/2014/main" id="{7ADB8AB1-F069-88DF-09AE-6112039FAFD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998132" y="4621446"/>
              <a:ext cx="2887857" cy="1536134"/>
            </a:xfrm>
            <a:prstGeom prst="rect">
              <a:avLst/>
            </a:prstGeom>
          </p:spPr>
        </p:pic>
        <p:grpSp>
          <p:nvGrpSpPr>
            <p:cNvPr id="55" name="그룹 54">
              <a:extLst>
                <a:ext uri="{FF2B5EF4-FFF2-40B4-BE49-F238E27FC236}">
                  <a16:creationId xmlns:a16="http://schemas.microsoft.com/office/drawing/2014/main" id="{E9FD0EB5-D645-C501-9216-1849ECE6E2EA}"/>
                </a:ext>
              </a:extLst>
            </p:cNvPr>
            <p:cNvGrpSpPr/>
            <p:nvPr/>
          </p:nvGrpSpPr>
          <p:grpSpPr>
            <a:xfrm>
              <a:off x="9211982" y="5980280"/>
              <a:ext cx="1640294" cy="85725"/>
              <a:chOff x="5930619" y="6061869"/>
              <a:chExt cx="1640294" cy="85725"/>
            </a:xfrm>
          </p:grpSpPr>
          <p:sp>
            <p:nvSpPr>
              <p:cNvPr id="56" name="직사각형 55">
                <a:extLst>
                  <a:ext uri="{FF2B5EF4-FFF2-40B4-BE49-F238E27FC236}">
                    <a16:creationId xmlns:a16="http://schemas.microsoft.com/office/drawing/2014/main" id="{1734B161-593D-5CEB-1E3F-4933BD229837}"/>
                  </a:ext>
                </a:extLst>
              </p:cNvPr>
              <p:cNvSpPr/>
              <p:nvPr/>
            </p:nvSpPr>
            <p:spPr>
              <a:xfrm>
                <a:off x="5930619" y="6061869"/>
                <a:ext cx="469900" cy="85725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7" name="직사각형 56">
                <a:extLst>
                  <a:ext uri="{FF2B5EF4-FFF2-40B4-BE49-F238E27FC236}">
                    <a16:creationId xmlns:a16="http://schemas.microsoft.com/office/drawing/2014/main" id="{BD58CE0E-A3F6-D8C8-DF91-BFF62DBDA176}"/>
                  </a:ext>
                </a:extLst>
              </p:cNvPr>
              <p:cNvSpPr/>
              <p:nvPr/>
            </p:nvSpPr>
            <p:spPr>
              <a:xfrm>
                <a:off x="7101013" y="6061869"/>
                <a:ext cx="469900" cy="85725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349704FF-DF24-A822-257E-17975E0DA141}"/>
                </a:ext>
              </a:extLst>
            </p:cNvPr>
            <p:cNvSpPr txBox="1"/>
            <p:nvPr/>
          </p:nvSpPr>
          <p:spPr>
            <a:xfrm>
              <a:off x="8416884" y="5837195"/>
              <a:ext cx="1192303" cy="1899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>
                  <a:highlight>
                    <a:srgbClr val="FFFF00"/>
                  </a:highlight>
                </a:rPr>
                <a:t>12.59</a:t>
              </a:r>
              <a:endParaRPr lang="ko-KR" altLang="en-US" sz="1000">
                <a:highlight>
                  <a:srgbClr val="FFFF00"/>
                </a:highlight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7685AC4F-6C19-2790-3045-6C5539DA7768}"/>
                </a:ext>
              </a:extLst>
            </p:cNvPr>
            <p:cNvSpPr txBox="1"/>
            <p:nvPr/>
          </p:nvSpPr>
          <p:spPr>
            <a:xfrm>
              <a:off x="9656812" y="5837195"/>
              <a:ext cx="1192303" cy="1899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>
                  <a:highlight>
                    <a:srgbClr val="FFFF00"/>
                  </a:highlight>
                </a:rPr>
                <a:t>DOT </a:t>
              </a:r>
              <a:r>
                <a:rPr lang="ko-KR" altLang="en-US" sz="1000">
                  <a:highlight>
                    <a:srgbClr val="FFFF00"/>
                  </a:highlight>
                </a:rPr>
                <a:t>점멸</a:t>
              </a:r>
            </a:p>
          </p:txBody>
        </p:sp>
      </p:grp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D3973594-778A-4554-2768-182E5969566E}"/>
              </a:ext>
            </a:extLst>
          </p:cNvPr>
          <p:cNvGrpSpPr/>
          <p:nvPr/>
        </p:nvGrpSpPr>
        <p:grpSpPr>
          <a:xfrm>
            <a:off x="3428851" y="1613341"/>
            <a:ext cx="1213295" cy="368976"/>
            <a:chOff x="8112248" y="4451227"/>
            <a:chExt cx="3529919" cy="1221760"/>
          </a:xfrm>
        </p:grpSpPr>
        <p:grpSp>
          <p:nvGrpSpPr>
            <p:cNvPr id="71" name="그룹 70">
              <a:extLst>
                <a:ext uri="{FF2B5EF4-FFF2-40B4-BE49-F238E27FC236}">
                  <a16:creationId xmlns:a16="http://schemas.microsoft.com/office/drawing/2014/main" id="{5F97E067-B2EF-7784-9A70-A8ADC2000347}"/>
                </a:ext>
              </a:extLst>
            </p:cNvPr>
            <p:cNvGrpSpPr/>
            <p:nvPr/>
          </p:nvGrpSpPr>
          <p:grpSpPr>
            <a:xfrm>
              <a:off x="8112248" y="4451227"/>
              <a:ext cx="796802" cy="1221760"/>
              <a:chOff x="8112248" y="4451227"/>
              <a:chExt cx="796802" cy="1221760"/>
            </a:xfrm>
          </p:grpSpPr>
          <p:grpSp>
            <p:nvGrpSpPr>
              <p:cNvPr id="112" name="그룹 111">
                <a:extLst>
                  <a:ext uri="{FF2B5EF4-FFF2-40B4-BE49-F238E27FC236}">
                    <a16:creationId xmlns:a16="http://schemas.microsoft.com/office/drawing/2014/main" id="{CEBC9A4C-ED6E-1EB5-AE87-D0F50EF29EA5}"/>
                  </a:ext>
                </a:extLst>
              </p:cNvPr>
              <p:cNvGrpSpPr/>
              <p:nvPr/>
            </p:nvGrpSpPr>
            <p:grpSpPr>
              <a:xfrm>
                <a:off x="8112248" y="4451227"/>
                <a:ext cx="667506" cy="1221760"/>
                <a:chOff x="8377382" y="4544293"/>
                <a:chExt cx="667506" cy="1221760"/>
              </a:xfrm>
            </p:grpSpPr>
            <p:grpSp>
              <p:nvGrpSpPr>
                <p:cNvPr id="114" name="그룹 113">
                  <a:extLst>
                    <a:ext uri="{FF2B5EF4-FFF2-40B4-BE49-F238E27FC236}">
                      <a16:creationId xmlns:a16="http://schemas.microsoft.com/office/drawing/2014/main" id="{47C10939-58EF-FFA8-2E5C-8490456059B6}"/>
                    </a:ext>
                  </a:extLst>
                </p:cNvPr>
                <p:cNvGrpSpPr/>
                <p:nvPr/>
              </p:nvGrpSpPr>
              <p:grpSpPr>
                <a:xfrm>
                  <a:off x="8377382" y="4544293"/>
                  <a:ext cx="667504" cy="666298"/>
                  <a:chOff x="8377382" y="4544293"/>
                  <a:chExt cx="667504" cy="666298"/>
                </a:xfrm>
              </p:grpSpPr>
              <p:sp>
                <p:nvSpPr>
                  <p:cNvPr id="120" name="직사각형 119">
                    <a:extLst>
                      <a:ext uri="{FF2B5EF4-FFF2-40B4-BE49-F238E27FC236}">
                        <a16:creationId xmlns:a16="http://schemas.microsoft.com/office/drawing/2014/main" id="{65ADF50F-F087-9502-6115-E44291E3C93C}"/>
                      </a:ext>
                    </a:extLst>
                  </p:cNvPr>
                  <p:cNvSpPr/>
                  <p:nvPr/>
                </p:nvSpPr>
                <p:spPr>
                  <a:xfrm>
                    <a:off x="8377382" y="4673601"/>
                    <a:ext cx="110836" cy="413936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600"/>
                  </a:p>
                </p:txBody>
              </p:sp>
              <p:sp>
                <p:nvSpPr>
                  <p:cNvPr id="121" name="직사각형 120">
                    <a:extLst>
                      <a:ext uri="{FF2B5EF4-FFF2-40B4-BE49-F238E27FC236}">
                        <a16:creationId xmlns:a16="http://schemas.microsoft.com/office/drawing/2014/main" id="{C5668C9C-7E24-9B43-2725-B84B981E9915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8662428" y="4392743"/>
                    <a:ext cx="110836" cy="413936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600"/>
                  </a:p>
                </p:txBody>
              </p:sp>
              <p:sp>
                <p:nvSpPr>
                  <p:cNvPr id="122" name="직사각형 121">
                    <a:extLst>
                      <a:ext uri="{FF2B5EF4-FFF2-40B4-BE49-F238E27FC236}">
                        <a16:creationId xmlns:a16="http://schemas.microsoft.com/office/drawing/2014/main" id="{129FE2ED-4C30-6430-3305-616987721C09}"/>
                      </a:ext>
                    </a:extLst>
                  </p:cNvPr>
                  <p:cNvSpPr/>
                  <p:nvPr/>
                </p:nvSpPr>
                <p:spPr>
                  <a:xfrm>
                    <a:off x="8934050" y="4673601"/>
                    <a:ext cx="110836" cy="413936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600"/>
                  </a:p>
                </p:txBody>
              </p:sp>
              <p:sp>
                <p:nvSpPr>
                  <p:cNvPr id="123" name="직사각형 122">
                    <a:extLst>
                      <a:ext uri="{FF2B5EF4-FFF2-40B4-BE49-F238E27FC236}">
                        <a16:creationId xmlns:a16="http://schemas.microsoft.com/office/drawing/2014/main" id="{136FB2C4-AFE8-7FC9-D8CF-FB353096A9CB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8662428" y="4948205"/>
                    <a:ext cx="110836" cy="413936"/>
                  </a:xfrm>
                  <a:prstGeom prst="rect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600"/>
                  </a:p>
                </p:txBody>
              </p:sp>
            </p:grpSp>
            <p:grpSp>
              <p:nvGrpSpPr>
                <p:cNvPr id="115" name="그룹 114">
                  <a:extLst>
                    <a:ext uri="{FF2B5EF4-FFF2-40B4-BE49-F238E27FC236}">
                      <a16:creationId xmlns:a16="http://schemas.microsoft.com/office/drawing/2014/main" id="{949EFDAC-4FC4-2D55-5C27-B75871E45777}"/>
                    </a:ext>
                  </a:extLst>
                </p:cNvPr>
                <p:cNvGrpSpPr/>
                <p:nvPr/>
              </p:nvGrpSpPr>
              <p:grpSpPr>
                <a:xfrm>
                  <a:off x="8377384" y="5099755"/>
                  <a:ext cx="667504" cy="666298"/>
                  <a:chOff x="8377382" y="4544293"/>
                  <a:chExt cx="667504" cy="666298"/>
                </a:xfrm>
              </p:grpSpPr>
              <p:sp>
                <p:nvSpPr>
                  <p:cNvPr id="116" name="직사각형 115">
                    <a:extLst>
                      <a:ext uri="{FF2B5EF4-FFF2-40B4-BE49-F238E27FC236}">
                        <a16:creationId xmlns:a16="http://schemas.microsoft.com/office/drawing/2014/main" id="{64F9E005-2ED1-78E5-0263-906A2963C6C9}"/>
                      </a:ext>
                    </a:extLst>
                  </p:cNvPr>
                  <p:cNvSpPr/>
                  <p:nvPr/>
                </p:nvSpPr>
                <p:spPr>
                  <a:xfrm>
                    <a:off x="8377382" y="4673601"/>
                    <a:ext cx="110836" cy="413936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600"/>
                  </a:p>
                </p:txBody>
              </p:sp>
              <p:sp>
                <p:nvSpPr>
                  <p:cNvPr id="117" name="직사각형 116">
                    <a:extLst>
                      <a:ext uri="{FF2B5EF4-FFF2-40B4-BE49-F238E27FC236}">
                        <a16:creationId xmlns:a16="http://schemas.microsoft.com/office/drawing/2014/main" id="{AD1808DD-110E-29F1-8892-E6908857C9EE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8662428" y="4392743"/>
                    <a:ext cx="110836" cy="413936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600"/>
                  </a:p>
                </p:txBody>
              </p:sp>
              <p:sp>
                <p:nvSpPr>
                  <p:cNvPr id="118" name="직사각형 117">
                    <a:extLst>
                      <a:ext uri="{FF2B5EF4-FFF2-40B4-BE49-F238E27FC236}">
                        <a16:creationId xmlns:a16="http://schemas.microsoft.com/office/drawing/2014/main" id="{2BAB6765-0646-D59D-F2FA-E64DCF53BFD5}"/>
                      </a:ext>
                    </a:extLst>
                  </p:cNvPr>
                  <p:cNvSpPr/>
                  <p:nvPr/>
                </p:nvSpPr>
                <p:spPr>
                  <a:xfrm>
                    <a:off x="8934050" y="4673601"/>
                    <a:ext cx="110836" cy="413936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600"/>
                  </a:p>
                </p:txBody>
              </p:sp>
              <p:sp>
                <p:nvSpPr>
                  <p:cNvPr id="119" name="직사각형 118">
                    <a:extLst>
                      <a:ext uri="{FF2B5EF4-FFF2-40B4-BE49-F238E27FC236}">
                        <a16:creationId xmlns:a16="http://schemas.microsoft.com/office/drawing/2014/main" id="{29135481-3A15-8F6D-8D2B-A0E6ABC9E2D7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8662428" y="4948205"/>
                    <a:ext cx="110836" cy="413936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600"/>
                  </a:p>
                </p:txBody>
              </p:sp>
            </p:grpSp>
          </p:grpSp>
          <p:sp>
            <p:nvSpPr>
              <p:cNvPr id="113" name="직사각형 112">
                <a:extLst>
                  <a:ext uri="{FF2B5EF4-FFF2-40B4-BE49-F238E27FC236}">
                    <a16:creationId xmlns:a16="http://schemas.microsoft.com/office/drawing/2014/main" id="{EC51793D-8FC6-6582-7A66-7F4769F606F4}"/>
                  </a:ext>
                </a:extLst>
              </p:cNvPr>
              <p:cNvSpPr/>
              <p:nvPr/>
            </p:nvSpPr>
            <p:spPr>
              <a:xfrm>
                <a:off x="8808029" y="5562151"/>
                <a:ext cx="101021" cy="11083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</p:grpSp>
        <p:grpSp>
          <p:nvGrpSpPr>
            <p:cNvPr id="72" name="그룹 71">
              <a:extLst>
                <a:ext uri="{FF2B5EF4-FFF2-40B4-BE49-F238E27FC236}">
                  <a16:creationId xmlns:a16="http://schemas.microsoft.com/office/drawing/2014/main" id="{B050382E-8F76-DD33-81BB-A7FC02DA3E80}"/>
                </a:ext>
              </a:extLst>
            </p:cNvPr>
            <p:cNvGrpSpPr/>
            <p:nvPr/>
          </p:nvGrpSpPr>
          <p:grpSpPr>
            <a:xfrm>
              <a:off x="9003883" y="4451227"/>
              <a:ext cx="796802" cy="1221760"/>
              <a:chOff x="8112248" y="4451227"/>
              <a:chExt cx="796802" cy="1221760"/>
            </a:xfrm>
          </p:grpSpPr>
          <p:grpSp>
            <p:nvGrpSpPr>
              <p:cNvPr id="100" name="그룹 99">
                <a:extLst>
                  <a:ext uri="{FF2B5EF4-FFF2-40B4-BE49-F238E27FC236}">
                    <a16:creationId xmlns:a16="http://schemas.microsoft.com/office/drawing/2014/main" id="{71746E4C-53DE-FC57-6489-5153E5AC600C}"/>
                  </a:ext>
                </a:extLst>
              </p:cNvPr>
              <p:cNvGrpSpPr/>
              <p:nvPr/>
            </p:nvGrpSpPr>
            <p:grpSpPr>
              <a:xfrm>
                <a:off x="8112248" y="4451227"/>
                <a:ext cx="667506" cy="1221760"/>
                <a:chOff x="8377382" y="4544293"/>
                <a:chExt cx="667506" cy="1221760"/>
              </a:xfrm>
            </p:grpSpPr>
            <p:grpSp>
              <p:nvGrpSpPr>
                <p:cNvPr id="102" name="그룹 101">
                  <a:extLst>
                    <a:ext uri="{FF2B5EF4-FFF2-40B4-BE49-F238E27FC236}">
                      <a16:creationId xmlns:a16="http://schemas.microsoft.com/office/drawing/2014/main" id="{C1F1FDAB-9384-78DA-212F-9C17D43F256F}"/>
                    </a:ext>
                  </a:extLst>
                </p:cNvPr>
                <p:cNvGrpSpPr/>
                <p:nvPr/>
              </p:nvGrpSpPr>
              <p:grpSpPr>
                <a:xfrm>
                  <a:off x="8377382" y="4544293"/>
                  <a:ext cx="667504" cy="666298"/>
                  <a:chOff x="8377382" y="4544293"/>
                  <a:chExt cx="667504" cy="666298"/>
                </a:xfrm>
              </p:grpSpPr>
              <p:sp>
                <p:nvSpPr>
                  <p:cNvPr id="108" name="직사각형 107">
                    <a:extLst>
                      <a:ext uri="{FF2B5EF4-FFF2-40B4-BE49-F238E27FC236}">
                        <a16:creationId xmlns:a16="http://schemas.microsoft.com/office/drawing/2014/main" id="{284FF980-6AFF-61D2-9CD4-02672EEA2912}"/>
                      </a:ext>
                    </a:extLst>
                  </p:cNvPr>
                  <p:cNvSpPr/>
                  <p:nvPr/>
                </p:nvSpPr>
                <p:spPr>
                  <a:xfrm>
                    <a:off x="8377382" y="4673601"/>
                    <a:ext cx="110836" cy="413936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600"/>
                  </a:p>
                </p:txBody>
              </p:sp>
              <p:sp>
                <p:nvSpPr>
                  <p:cNvPr id="109" name="직사각형 108">
                    <a:extLst>
                      <a:ext uri="{FF2B5EF4-FFF2-40B4-BE49-F238E27FC236}">
                        <a16:creationId xmlns:a16="http://schemas.microsoft.com/office/drawing/2014/main" id="{7C6820FD-4F0B-3CD8-8E49-9619255E0D80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8662428" y="4392743"/>
                    <a:ext cx="110836" cy="413936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600"/>
                  </a:p>
                </p:txBody>
              </p:sp>
              <p:sp>
                <p:nvSpPr>
                  <p:cNvPr id="110" name="직사각형 109">
                    <a:extLst>
                      <a:ext uri="{FF2B5EF4-FFF2-40B4-BE49-F238E27FC236}">
                        <a16:creationId xmlns:a16="http://schemas.microsoft.com/office/drawing/2014/main" id="{BFA319FE-76A6-8B9E-16CD-854918C179D1}"/>
                      </a:ext>
                    </a:extLst>
                  </p:cNvPr>
                  <p:cNvSpPr/>
                  <p:nvPr/>
                </p:nvSpPr>
                <p:spPr>
                  <a:xfrm>
                    <a:off x="8934050" y="4673601"/>
                    <a:ext cx="110836" cy="413936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600"/>
                  </a:p>
                </p:txBody>
              </p:sp>
              <p:sp>
                <p:nvSpPr>
                  <p:cNvPr id="111" name="직사각형 110">
                    <a:extLst>
                      <a:ext uri="{FF2B5EF4-FFF2-40B4-BE49-F238E27FC236}">
                        <a16:creationId xmlns:a16="http://schemas.microsoft.com/office/drawing/2014/main" id="{E0214F69-2DDA-846A-F57A-6A814E44472B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8662428" y="4948205"/>
                    <a:ext cx="110836" cy="413936"/>
                  </a:xfrm>
                  <a:prstGeom prst="rect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600"/>
                  </a:p>
                </p:txBody>
              </p:sp>
            </p:grpSp>
            <p:grpSp>
              <p:nvGrpSpPr>
                <p:cNvPr id="103" name="그룹 102">
                  <a:extLst>
                    <a:ext uri="{FF2B5EF4-FFF2-40B4-BE49-F238E27FC236}">
                      <a16:creationId xmlns:a16="http://schemas.microsoft.com/office/drawing/2014/main" id="{A09757A9-F03A-53F0-0828-5638683BECF1}"/>
                    </a:ext>
                  </a:extLst>
                </p:cNvPr>
                <p:cNvGrpSpPr/>
                <p:nvPr/>
              </p:nvGrpSpPr>
              <p:grpSpPr>
                <a:xfrm>
                  <a:off x="8377384" y="5099755"/>
                  <a:ext cx="667504" cy="666298"/>
                  <a:chOff x="8377382" y="4544293"/>
                  <a:chExt cx="667504" cy="666298"/>
                </a:xfrm>
              </p:grpSpPr>
              <p:sp>
                <p:nvSpPr>
                  <p:cNvPr id="104" name="직사각형 103">
                    <a:extLst>
                      <a:ext uri="{FF2B5EF4-FFF2-40B4-BE49-F238E27FC236}">
                        <a16:creationId xmlns:a16="http://schemas.microsoft.com/office/drawing/2014/main" id="{A46C780C-DAD9-D7F6-1727-F8BD53EE293F}"/>
                      </a:ext>
                    </a:extLst>
                  </p:cNvPr>
                  <p:cNvSpPr/>
                  <p:nvPr/>
                </p:nvSpPr>
                <p:spPr>
                  <a:xfrm>
                    <a:off x="8377382" y="4673601"/>
                    <a:ext cx="110836" cy="413936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600"/>
                  </a:p>
                </p:txBody>
              </p:sp>
              <p:sp>
                <p:nvSpPr>
                  <p:cNvPr id="105" name="직사각형 104">
                    <a:extLst>
                      <a:ext uri="{FF2B5EF4-FFF2-40B4-BE49-F238E27FC236}">
                        <a16:creationId xmlns:a16="http://schemas.microsoft.com/office/drawing/2014/main" id="{C2127F7C-3DB7-EF49-1743-48E53DC694FF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8662428" y="4392743"/>
                    <a:ext cx="110836" cy="413936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600"/>
                  </a:p>
                </p:txBody>
              </p:sp>
              <p:sp>
                <p:nvSpPr>
                  <p:cNvPr id="106" name="직사각형 105">
                    <a:extLst>
                      <a:ext uri="{FF2B5EF4-FFF2-40B4-BE49-F238E27FC236}">
                        <a16:creationId xmlns:a16="http://schemas.microsoft.com/office/drawing/2014/main" id="{215E102C-DCF0-A4D0-93C3-0C62554B891C}"/>
                      </a:ext>
                    </a:extLst>
                  </p:cNvPr>
                  <p:cNvSpPr/>
                  <p:nvPr/>
                </p:nvSpPr>
                <p:spPr>
                  <a:xfrm>
                    <a:off x="8934050" y="4673601"/>
                    <a:ext cx="110836" cy="413936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600"/>
                  </a:p>
                </p:txBody>
              </p:sp>
              <p:sp>
                <p:nvSpPr>
                  <p:cNvPr id="107" name="직사각형 106">
                    <a:extLst>
                      <a:ext uri="{FF2B5EF4-FFF2-40B4-BE49-F238E27FC236}">
                        <a16:creationId xmlns:a16="http://schemas.microsoft.com/office/drawing/2014/main" id="{CFE3D327-4B66-04F8-5DDE-9D23BD36F437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8662428" y="4948205"/>
                    <a:ext cx="110836" cy="413936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600"/>
                  </a:p>
                </p:txBody>
              </p:sp>
            </p:grpSp>
          </p:grpSp>
          <p:sp>
            <p:nvSpPr>
              <p:cNvPr id="101" name="직사각형 100">
                <a:extLst>
                  <a:ext uri="{FF2B5EF4-FFF2-40B4-BE49-F238E27FC236}">
                    <a16:creationId xmlns:a16="http://schemas.microsoft.com/office/drawing/2014/main" id="{FB554262-95DA-9A5D-0F3A-E26BEA5D5DE8}"/>
                  </a:ext>
                </a:extLst>
              </p:cNvPr>
              <p:cNvSpPr/>
              <p:nvPr/>
            </p:nvSpPr>
            <p:spPr>
              <a:xfrm>
                <a:off x="8808029" y="5562151"/>
                <a:ext cx="101021" cy="110836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</p:grpSp>
        <p:grpSp>
          <p:nvGrpSpPr>
            <p:cNvPr id="73" name="그룹 72">
              <a:extLst>
                <a:ext uri="{FF2B5EF4-FFF2-40B4-BE49-F238E27FC236}">
                  <a16:creationId xmlns:a16="http://schemas.microsoft.com/office/drawing/2014/main" id="{8C03D127-255D-94E5-A366-FF9D4428A3E9}"/>
                </a:ext>
              </a:extLst>
            </p:cNvPr>
            <p:cNvGrpSpPr/>
            <p:nvPr/>
          </p:nvGrpSpPr>
          <p:grpSpPr>
            <a:xfrm>
              <a:off x="9935853" y="4451227"/>
              <a:ext cx="796802" cy="1221760"/>
              <a:chOff x="8112248" y="4451227"/>
              <a:chExt cx="796802" cy="1221760"/>
            </a:xfrm>
          </p:grpSpPr>
          <p:grpSp>
            <p:nvGrpSpPr>
              <p:cNvPr id="88" name="그룹 87">
                <a:extLst>
                  <a:ext uri="{FF2B5EF4-FFF2-40B4-BE49-F238E27FC236}">
                    <a16:creationId xmlns:a16="http://schemas.microsoft.com/office/drawing/2014/main" id="{B034ADE8-0030-F992-177C-23737C2A8083}"/>
                  </a:ext>
                </a:extLst>
              </p:cNvPr>
              <p:cNvGrpSpPr/>
              <p:nvPr/>
            </p:nvGrpSpPr>
            <p:grpSpPr>
              <a:xfrm>
                <a:off x="8112248" y="4451227"/>
                <a:ext cx="667506" cy="1221760"/>
                <a:chOff x="8377382" y="4544293"/>
                <a:chExt cx="667506" cy="1221760"/>
              </a:xfrm>
            </p:grpSpPr>
            <p:grpSp>
              <p:nvGrpSpPr>
                <p:cNvPr id="90" name="그룹 89">
                  <a:extLst>
                    <a:ext uri="{FF2B5EF4-FFF2-40B4-BE49-F238E27FC236}">
                      <a16:creationId xmlns:a16="http://schemas.microsoft.com/office/drawing/2014/main" id="{E35C4143-938E-7A69-67F6-ABBD935339AF}"/>
                    </a:ext>
                  </a:extLst>
                </p:cNvPr>
                <p:cNvGrpSpPr/>
                <p:nvPr/>
              </p:nvGrpSpPr>
              <p:grpSpPr>
                <a:xfrm>
                  <a:off x="8377382" y="4544293"/>
                  <a:ext cx="667504" cy="666298"/>
                  <a:chOff x="8377382" y="4544293"/>
                  <a:chExt cx="667504" cy="666298"/>
                </a:xfrm>
              </p:grpSpPr>
              <p:sp>
                <p:nvSpPr>
                  <p:cNvPr id="96" name="직사각형 95">
                    <a:extLst>
                      <a:ext uri="{FF2B5EF4-FFF2-40B4-BE49-F238E27FC236}">
                        <a16:creationId xmlns:a16="http://schemas.microsoft.com/office/drawing/2014/main" id="{B53E69E1-D097-2E89-AF08-5E57EB49E3A3}"/>
                      </a:ext>
                    </a:extLst>
                  </p:cNvPr>
                  <p:cNvSpPr/>
                  <p:nvPr/>
                </p:nvSpPr>
                <p:spPr>
                  <a:xfrm>
                    <a:off x="8377382" y="4673601"/>
                    <a:ext cx="110836" cy="413936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600"/>
                  </a:p>
                </p:txBody>
              </p:sp>
              <p:sp>
                <p:nvSpPr>
                  <p:cNvPr id="97" name="직사각형 96">
                    <a:extLst>
                      <a:ext uri="{FF2B5EF4-FFF2-40B4-BE49-F238E27FC236}">
                        <a16:creationId xmlns:a16="http://schemas.microsoft.com/office/drawing/2014/main" id="{0C6B1E27-01B9-BC6D-D7CA-523E638CD487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8662428" y="4392743"/>
                    <a:ext cx="110836" cy="413936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600"/>
                  </a:p>
                </p:txBody>
              </p:sp>
              <p:sp>
                <p:nvSpPr>
                  <p:cNvPr id="98" name="직사각형 97">
                    <a:extLst>
                      <a:ext uri="{FF2B5EF4-FFF2-40B4-BE49-F238E27FC236}">
                        <a16:creationId xmlns:a16="http://schemas.microsoft.com/office/drawing/2014/main" id="{762E6F6B-8F83-2F75-1803-77A1FA661D28}"/>
                      </a:ext>
                    </a:extLst>
                  </p:cNvPr>
                  <p:cNvSpPr/>
                  <p:nvPr/>
                </p:nvSpPr>
                <p:spPr>
                  <a:xfrm>
                    <a:off x="8934050" y="4673601"/>
                    <a:ext cx="110836" cy="413936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600"/>
                  </a:p>
                </p:txBody>
              </p:sp>
              <p:sp>
                <p:nvSpPr>
                  <p:cNvPr id="99" name="직사각형 98">
                    <a:extLst>
                      <a:ext uri="{FF2B5EF4-FFF2-40B4-BE49-F238E27FC236}">
                        <a16:creationId xmlns:a16="http://schemas.microsoft.com/office/drawing/2014/main" id="{24618B26-C378-FBEE-1DDE-0ABE97DCBBA7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8662428" y="4948205"/>
                    <a:ext cx="110836" cy="413936"/>
                  </a:xfrm>
                  <a:prstGeom prst="rect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600"/>
                  </a:p>
                </p:txBody>
              </p:sp>
            </p:grpSp>
            <p:grpSp>
              <p:nvGrpSpPr>
                <p:cNvPr id="91" name="그룹 90">
                  <a:extLst>
                    <a:ext uri="{FF2B5EF4-FFF2-40B4-BE49-F238E27FC236}">
                      <a16:creationId xmlns:a16="http://schemas.microsoft.com/office/drawing/2014/main" id="{BCB00C0C-6643-03A2-7C35-97BD187443D4}"/>
                    </a:ext>
                  </a:extLst>
                </p:cNvPr>
                <p:cNvGrpSpPr/>
                <p:nvPr/>
              </p:nvGrpSpPr>
              <p:grpSpPr>
                <a:xfrm>
                  <a:off x="8377384" y="5099755"/>
                  <a:ext cx="667504" cy="666298"/>
                  <a:chOff x="8377382" y="4544293"/>
                  <a:chExt cx="667504" cy="666298"/>
                </a:xfrm>
              </p:grpSpPr>
              <p:sp>
                <p:nvSpPr>
                  <p:cNvPr id="92" name="직사각형 91">
                    <a:extLst>
                      <a:ext uri="{FF2B5EF4-FFF2-40B4-BE49-F238E27FC236}">
                        <a16:creationId xmlns:a16="http://schemas.microsoft.com/office/drawing/2014/main" id="{3530E420-A025-E3C5-214C-1A31F1B8F757}"/>
                      </a:ext>
                    </a:extLst>
                  </p:cNvPr>
                  <p:cNvSpPr/>
                  <p:nvPr/>
                </p:nvSpPr>
                <p:spPr>
                  <a:xfrm>
                    <a:off x="8377382" y="4673601"/>
                    <a:ext cx="110836" cy="413936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600"/>
                  </a:p>
                </p:txBody>
              </p:sp>
              <p:sp>
                <p:nvSpPr>
                  <p:cNvPr id="93" name="직사각형 92">
                    <a:extLst>
                      <a:ext uri="{FF2B5EF4-FFF2-40B4-BE49-F238E27FC236}">
                        <a16:creationId xmlns:a16="http://schemas.microsoft.com/office/drawing/2014/main" id="{EFA06FD9-560E-037C-DE2D-B6CE67FBB709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8662428" y="4392743"/>
                    <a:ext cx="110836" cy="413936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600"/>
                  </a:p>
                </p:txBody>
              </p:sp>
              <p:sp>
                <p:nvSpPr>
                  <p:cNvPr id="94" name="직사각형 93">
                    <a:extLst>
                      <a:ext uri="{FF2B5EF4-FFF2-40B4-BE49-F238E27FC236}">
                        <a16:creationId xmlns:a16="http://schemas.microsoft.com/office/drawing/2014/main" id="{E272AD8E-1587-9542-98D1-9A5E6A9B3CC3}"/>
                      </a:ext>
                    </a:extLst>
                  </p:cNvPr>
                  <p:cNvSpPr/>
                  <p:nvPr/>
                </p:nvSpPr>
                <p:spPr>
                  <a:xfrm>
                    <a:off x="8934050" y="4673601"/>
                    <a:ext cx="110836" cy="413936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600"/>
                  </a:p>
                </p:txBody>
              </p:sp>
              <p:sp>
                <p:nvSpPr>
                  <p:cNvPr id="95" name="직사각형 94">
                    <a:extLst>
                      <a:ext uri="{FF2B5EF4-FFF2-40B4-BE49-F238E27FC236}">
                        <a16:creationId xmlns:a16="http://schemas.microsoft.com/office/drawing/2014/main" id="{8CFA5EDA-15EC-88AA-1C1F-99D3BA0A2662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8662428" y="4948205"/>
                    <a:ext cx="110836" cy="413936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600"/>
                  </a:p>
                </p:txBody>
              </p:sp>
            </p:grpSp>
          </p:grpSp>
          <p:sp>
            <p:nvSpPr>
              <p:cNvPr id="89" name="직사각형 88">
                <a:extLst>
                  <a:ext uri="{FF2B5EF4-FFF2-40B4-BE49-F238E27FC236}">
                    <a16:creationId xmlns:a16="http://schemas.microsoft.com/office/drawing/2014/main" id="{FA5F8A15-48F8-50DF-2059-D09A2955397D}"/>
                  </a:ext>
                </a:extLst>
              </p:cNvPr>
              <p:cNvSpPr/>
              <p:nvPr/>
            </p:nvSpPr>
            <p:spPr>
              <a:xfrm>
                <a:off x="8808029" y="5562151"/>
                <a:ext cx="101021" cy="11083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</p:grpSp>
        <p:grpSp>
          <p:nvGrpSpPr>
            <p:cNvPr id="74" name="그룹 73">
              <a:extLst>
                <a:ext uri="{FF2B5EF4-FFF2-40B4-BE49-F238E27FC236}">
                  <a16:creationId xmlns:a16="http://schemas.microsoft.com/office/drawing/2014/main" id="{76C244FB-B4BE-2CD1-7840-8F995DEAA54B}"/>
                </a:ext>
              </a:extLst>
            </p:cNvPr>
            <p:cNvGrpSpPr/>
            <p:nvPr/>
          </p:nvGrpSpPr>
          <p:grpSpPr>
            <a:xfrm>
              <a:off x="10845365" y="4451227"/>
              <a:ext cx="796802" cy="1221760"/>
              <a:chOff x="8112248" y="4451227"/>
              <a:chExt cx="796802" cy="1221760"/>
            </a:xfrm>
          </p:grpSpPr>
          <p:grpSp>
            <p:nvGrpSpPr>
              <p:cNvPr id="75" name="그룹 74">
                <a:extLst>
                  <a:ext uri="{FF2B5EF4-FFF2-40B4-BE49-F238E27FC236}">
                    <a16:creationId xmlns:a16="http://schemas.microsoft.com/office/drawing/2014/main" id="{8E50586A-1495-4C50-2040-FD60DCB7E7C8}"/>
                  </a:ext>
                </a:extLst>
              </p:cNvPr>
              <p:cNvGrpSpPr/>
              <p:nvPr/>
            </p:nvGrpSpPr>
            <p:grpSpPr>
              <a:xfrm>
                <a:off x="8112248" y="4451227"/>
                <a:ext cx="667506" cy="1221760"/>
                <a:chOff x="8377382" y="4544293"/>
                <a:chExt cx="667506" cy="1221760"/>
              </a:xfrm>
            </p:grpSpPr>
            <p:grpSp>
              <p:nvGrpSpPr>
                <p:cNvPr id="77" name="그룹 76">
                  <a:extLst>
                    <a:ext uri="{FF2B5EF4-FFF2-40B4-BE49-F238E27FC236}">
                      <a16:creationId xmlns:a16="http://schemas.microsoft.com/office/drawing/2014/main" id="{7CD086BE-B986-9F63-55D8-C6653FA5CFCD}"/>
                    </a:ext>
                  </a:extLst>
                </p:cNvPr>
                <p:cNvGrpSpPr/>
                <p:nvPr/>
              </p:nvGrpSpPr>
              <p:grpSpPr>
                <a:xfrm>
                  <a:off x="8377382" y="4544293"/>
                  <a:ext cx="667504" cy="666298"/>
                  <a:chOff x="8377382" y="4544293"/>
                  <a:chExt cx="667504" cy="666298"/>
                </a:xfrm>
              </p:grpSpPr>
              <p:sp>
                <p:nvSpPr>
                  <p:cNvPr id="84" name="직사각형 83">
                    <a:extLst>
                      <a:ext uri="{FF2B5EF4-FFF2-40B4-BE49-F238E27FC236}">
                        <a16:creationId xmlns:a16="http://schemas.microsoft.com/office/drawing/2014/main" id="{1017FB8B-DDAC-C710-065D-87C1B7297C89}"/>
                      </a:ext>
                    </a:extLst>
                  </p:cNvPr>
                  <p:cNvSpPr/>
                  <p:nvPr/>
                </p:nvSpPr>
                <p:spPr>
                  <a:xfrm>
                    <a:off x="8377382" y="4673601"/>
                    <a:ext cx="110836" cy="413936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600"/>
                  </a:p>
                </p:txBody>
              </p:sp>
              <p:sp>
                <p:nvSpPr>
                  <p:cNvPr id="85" name="직사각형 84">
                    <a:extLst>
                      <a:ext uri="{FF2B5EF4-FFF2-40B4-BE49-F238E27FC236}">
                        <a16:creationId xmlns:a16="http://schemas.microsoft.com/office/drawing/2014/main" id="{A9EC7470-A14A-F7B2-D8ED-EE2BCD9253AB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8662428" y="4392743"/>
                    <a:ext cx="110836" cy="413936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600"/>
                  </a:p>
                </p:txBody>
              </p:sp>
              <p:sp>
                <p:nvSpPr>
                  <p:cNvPr id="86" name="직사각형 85">
                    <a:extLst>
                      <a:ext uri="{FF2B5EF4-FFF2-40B4-BE49-F238E27FC236}">
                        <a16:creationId xmlns:a16="http://schemas.microsoft.com/office/drawing/2014/main" id="{20393EFD-90E4-697B-A5A2-7F7AFB9375CE}"/>
                      </a:ext>
                    </a:extLst>
                  </p:cNvPr>
                  <p:cNvSpPr/>
                  <p:nvPr/>
                </p:nvSpPr>
                <p:spPr>
                  <a:xfrm>
                    <a:off x="8934050" y="4673601"/>
                    <a:ext cx="110836" cy="413936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600"/>
                  </a:p>
                </p:txBody>
              </p:sp>
              <p:sp>
                <p:nvSpPr>
                  <p:cNvPr id="87" name="직사각형 86">
                    <a:extLst>
                      <a:ext uri="{FF2B5EF4-FFF2-40B4-BE49-F238E27FC236}">
                        <a16:creationId xmlns:a16="http://schemas.microsoft.com/office/drawing/2014/main" id="{ADBFC3F2-5EA7-AF92-BD31-BDC92093D675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8662428" y="4948205"/>
                    <a:ext cx="110836" cy="413936"/>
                  </a:xfrm>
                  <a:prstGeom prst="rect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600"/>
                  </a:p>
                </p:txBody>
              </p:sp>
            </p:grpSp>
            <p:grpSp>
              <p:nvGrpSpPr>
                <p:cNvPr id="78" name="그룹 77">
                  <a:extLst>
                    <a:ext uri="{FF2B5EF4-FFF2-40B4-BE49-F238E27FC236}">
                      <a16:creationId xmlns:a16="http://schemas.microsoft.com/office/drawing/2014/main" id="{5052C1EB-FD8F-E158-F6F9-4C0B85929C57}"/>
                    </a:ext>
                  </a:extLst>
                </p:cNvPr>
                <p:cNvGrpSpPr/>
                <p:nvPr/>
              </p:nvGrpSpPr>
              <p:grpSpPr>
                <a:xfrm>
                  <a:off x="8377384" y="5099755"/>
                  <a:ext cx="667504" cy="666298"/>
                  <a:chOff x="8377382" y="4544293"/>
                  <a:chExt cx="667504" cy="666298"/>
                </a:xfrm>
              </p:grpSpPr>
              <p:sp>
                <p:nvSpPr>
                  <p:cNvPr id="79" name="직사각형 78">
                    <a:extLst>
                      <a:ext uri="{FF2B5EF4-FFF2-40B4-BE49-F238E27FC236}">
                        <a16:creationId xmlns:a16="http://schemas.microsoft.com/office/drawing/2014/main" id="{E8E031BF-68D0-861C-3475-6F02D68ABB60}"/>
                      </a:ext>
                    </a:extLst>
                  </p:cNvPr>
                  <p:cNvSpPr/>
                  <p:nvPr/>
                </p:nvSpPr>
                <p:spPr>
                  <a:xfrm>
                    <a:off x="8377382" y="4673601"/>
                    <a:ext cx="110836" cy="413936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600"/>
                  </a:p>
                </p:txBody>
              </p:sp>
              <p:sp>
                <p:nvSpPr>
                  <p:cNvPr id="80" name="직사각형 79">
                    <a:extLst>
                      <a:ext uri="{FF2B5EF4-FFF2-40B4-BE49-F238E27FC236}">
                        <a16:creationId xmlns:a16="http://schemas.microsoft.com/office/drawing/2014/main" id="{9AE03CEC-7458-95B8-FC08-3E0BCBD3AAED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8662428" y="4392743"/>
                    <a:ext cx="110836" cy="413936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600"/>
                  </a:p>
                </p:txBody>
              </p:sp>
              <p:sp>
                <p:nvSpPr>
                  <p:cNvPr id="81" name="직사각형 80">
                    <a:extLst>
                      <a:ext uri="{FF2B5EF4-FFF2-40B4-BE49-F238E27FC236}">
                        <a16:creationId xmlns:a16="http://schemas.microsoft.com/office/drawing/2014/main" id="{3DCCC679-60A6-838E-C6FD-AA5A93580B34}"/>
                      </a:ext>
                    </a:extLst>
                  </p:cNvPr>
                  <p:cNvSpPr/>
                  <p:nvPr/>
                </p:nvSpPr>
                <p:spPr>
                  <a:xfrm>
                    <a:off x="8934050" y="4673601"/>
                    <a:ext cx="110836" cy="413936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600"/>
                  </a:p>
                </p:txBody>
              </p:sp>
              <p:sp>
                <p:nvSpPr>
                  <p:cNvPr id="83" name="직사각형 82">
                    <a:extLst>
                      <a:ext uri="{FF2B5EF4-FFF2-40B4-BE49-F238E27FC236}">
                        <a16:creationId xmlns:a16="http://schemas.microsoft.com/office/drawing/2014/main" id="{95FF1AEC-23E3-48EB-6C95-B175D380FD18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8662428" y="4948205"/>
                    <a:ext cx="110836" cy="413936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600"/>
                  </a:p>
                </p:txBody>
              </p:sp>
            </p:grpSp>
          </p:grpSp>
          <p:sp>
            <p:nvSpPr>
              <p:cNvPr id="76" name="직사각형 75">
                <a:extLst>
                  <a:ext uri="{FF2B5EF4-FFF2-40B4-BE49-F238E27FC236}">
                    <a16:creationId xmlns:a16="http://schemas.microsoft.com/office/drawing/2014/main" id="{FD749BFB-E1DF-7944-2E0A-AD44B2057475}"/>
                  </a:ext>
                </a:extLst>
              </p:cNvPr>
              <p:cNvSpPr/>
              <p:nvPr/>
            </p:nvSpPr>
            <p:spPr>
              <a:xfrm>
                <a:off x="8808029" y="5562151"/>
                <a:ext cx="101021" cy="11083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</p:grpSp>
      </p:grp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BB122D71-0460-477A-BB21-2D48E25A3E6D}"/>
              </a:ext>
            </a:extLst>
          </p:cNvPr>
          <p:cNvCxnSpPr>
            <a:cxnSpLocks/>
          </p:cNvCxnSpPr>
          <p:nvPr/>
        </p:nvCxnSpPr>
        <p:spPr>
          <a:xfrm flipV="1">
            <a:off x="4477565" y="2064459"/>
            <a:ext cx="0" cy="3503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28E4CBEC-4DD5-7BF2-AF62-579E29209253}"/>
              </a:ext>
            </a:extLst>
          </p:cNvPr>
          <p:cNvSpPr txBox="1"/>
          <p:nvPr/>
        </p:nvSpPr>
        <p:spPr>
          <a:xfrm>
            <a:off x="4055656" y="2370233"/>
            <a:ext cx="27104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solidFill>
                  <a:schemeClr val="bg1"/>
                </a:solidFill>
              </a:rPr>
              <a:t>cursor </a:t>
            </a:r>
            <a:r>
              <a:rPr lang="ko-KR" altLang="en-US" sz="1000">
                <a:solidFill>
                  <a:schemeClr val="bg1"/>
                </a:solidFill>
              </a:rPr>
              <a:t>위치</a:t>
            </a:r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BBDB1577-B3D4-E807-3A88-1A51DB1CE4D9}"/>
              </a:ext>
            </a:extLst>
          </p:cNvPr>
          <p:cNvSpPr/>
          <p:nvPr/>
        </p:nvSpPr>
        <p:spPr>
          <a:xfrm>
            <a:off x="4356769" y="1564257"/>
            <a:ext cx="262030" cy="476944"/>
          </a:xfrm>
          <a:prstGeom prst="rect">
            <a:avLst/>
          </a:prstGeom>
          <a:noFill/>
          <a:ln>
            <a:solidFill>
              <a:srgbClr val="FFC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E8E371E1-F455-2D90-A78B-2DCE9D3BA2D3}"/>
              </a:ext>
            </a:extLst>
          </p:cNvPr>
          <p:cNvSpPr txBox="1"/>
          <p:nvPr/>
        </p:nvSpPr>
        <p:spPr>
          <a:xfrm>
            <a:off x="3494385" y="1413449"/>
            <a:ext cx="27104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>
                <a:solidFill>
                  <a:schemeClr val="bg1"/>
                </a:solidFill>
              </a:rPr>
              <a:t>주입 시간</a:t>
            </a:r>
          </a:p>
        </p:txBody>
      </p:sp>
      <p:sp>
        <p:nvSpPr>
          <p:cNvPr id="138" name="타원 137">
            <a:extLst>
              <a:ext uri="{FF2B5EF4-FFF2-40B4-BE49-F238E27FC236}">
                <a16:creationId xmlns:a16="http://schemas.microsoft.com/office/drawing/2014/main" id="{C22F32E5-F129-5F95-2BC9-BC07D19DB769}"/>
              </a:ext>
            </a:extLst>
          </p:cNvPr>
          <p:cNvSpPr/>
          <p:nvPr/>
        </p:nvSpPr>
        <p:spPr>
          <a:xfrm>
            <a:off x="613436" y="3700134"/>
            <a:ext cx="306389" cy="25193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bg1"/>
                </a:solidFill>
              </a:rPr>
              <a:t>1</a:t>
            </a: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39" name="타원 138">
            <a:extLst>
              <a:ext uri="{FF2B5EF4-FFF2-40B4-BE49-F238E27FC236}">
                <a16:creationId xmlns:a16="http://schemas.microsoft.com/office/drawing/2014/main" id="{573FCD63-D418-A3C8-36DD-E62147E4605C}"/>
              </a:ext>
            </a:extLst>
          </p:cNvPr>
          <p:cNvSpPr/>
          <p:nvPr/>
        </p:nvSpPr>
        <p:spPr>
          <a:xfrm>
            <a:off x="4156667" y="3700134"/>
            <a:ext cx="306389" cy="25193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bg1"/>
                </a:solidFill>
              </a:rPr>
              <a:t>2</a:t>
            </a: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41" name="타원 140">
            <a:extLst>
              <a:ext uri="{FF2B5EF4-FFF2-40B4-BE49-F238E27FC236}">
                <a16:creationId xmlns:a16="http://schemas.microsoft.com/office/drawing/2014/main" id="{0A31597A-6239-36CB-3308-F05897903984}"/>
              </a:ext>
            </a:extLst>
          </p:cNvPr>
          <p:cNvSpPr/>
          <p:nvPr/>
        </p:nvSpPr>
        <p:spPr>
          <a:xfrm>
            <a:off x="7756770" y="3700134"/>
            <a:ext cx="306389" cy="25193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bg1"/>
                </a:solidFill>
              </a:rPr>
              <a:t>3</a:t>
            </a:r>
            <a:endParaRPr lang="ko-KR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2500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5295975-9ED6-1A87-AB4C-990BF687DFBC}"/>
              </a:ext>
            </a:extLst>
          </p:cNvPr>
          <p:cNvSpPr txBox="1"/>
          <p:nvPr/>
        </p:nvSpPr>
        <p:spPr>
          <a:xfrm>
            <a:off x="267628" y="-14214"/>
            <a:ext cx="939470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검증 시나리오 </a:t>
            </a:r>
            <a:r>
              <a:rPr lang="en-US" altLang="ko-KR"/>
              <a:t>1. </a:t>
            </a:r>
            <a:r>
              <a:rPr lang="ko-KR" altLang="en-US"/>
              <a:t>버튼 동작 확인</a:t>
            </a:r>
            <a:endParaRPr lang="en-US" altLang="ko-KR"/>
          </a:p>
          <a:p>
            <a:r>
              <a:rPr lang="en-US" altLang="ko-KR"/>
              <a:t>P5 – </a:t>
            </a:r>
            <a:r>
              <a:rPr lang="ko-KR" altLang="en-US"/>
              <a:t>커서 위치 </a:t>
            </a:r>
            <a:r>
              <a:rPr lang="en-US" altLang="ko-KR"/>
              <a:t>1</a:t>
            </a:r>
            <a:r>
              <a:rPr lang="ko-KR" altLang="en-US"/>
              <a:t>에서 경계값 확인 </a:t>
            </a:r>
            <a:r>
              <a:rPr lang="en-US" altLang="ko-KR"/>
              <a:t>12:55 </a:t>
            </a:r>
            <a:r>
              <a:rPr lang="ko-KR" altLang="en-US"/>
              <a:t>에서 </a:t>
            </a:r>
            <a:r>
              <a:rPr lang="en-US" altLang="ko-KR"/>
              <a:t>U-&gt;D -&gt;D</a:t>
            </a:r>
          </a:p>
          <a:p>
            <a:pPr marL="342900" indent="-342900">
              <a:buAutoNum type="arabicPeriod"/>
            </a:pPr>
            <a:r>
              <a:rPr lang="en-US" altLang="ko-KR"/>
              <a:t>SET_MIN_10 </a:t>
            </a:r>
            <a:r>
              <a:rPr lang="ko-KR" altLang="en-US"/>
              <a:t>상태에서 </a:t>
            </a:r>
            <a:r>
              <a:rPr lang="en-US" altLang="ko-KR"/>
              <a:t>12:55 </a:t>
            </a:r>
            <a:r>
              <a:rPr lang="ko-KR" altLang="en-US"/>
              <a:t>주입 </a:t>
            </a:r>
            <a:r>
              <a:rPr lang="en-US" altLang="ko-KR"/>
              <a:t>-&gt; Up(12:55) -&gt; Down(12:05)-&gt;</a:t>
            </a:r>
            <a:r>
              <a:rPr lang="ko-KR" altLang="en-US"/>
              <a:t> </a:t>
            </a:r>
            <a:r>
              <a:rPr lang="en-US" altLang="ko-KR"/>
              <a:t>Down(12:45)</a:t>
            </a:r>
          </a:p>
          <a:p>
            <a:endParaRPr lang="en-US" altLang="ko-KR"/>
          </a:p>
          <a:p>
            <a:r>
              <a:rPr lang="en-US" altLang="ko-KR"/>
              <a:t>      </a:t>
            </a:r>
            <a:endParaRPr lang="ko-KR" altLang="en-US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D20CEAC2-D9E8-8EE9-06C6-463CB5B9FA3E}"/>
              </a:ext>
            </a:extLst>
          </p:cNvPr>
          <p:cNvGrpSpPr/>
          <p:nvPr/>
        </p:nvGrpSpPr>
        <p:grpSpPr>
          <a:xfrm>
            <a:off x="1315627" y="1332199"/>
            <a:ext cx="9025998" cy="3040551"/>
            <a:chOff x="317744" y="2515470"/>
            <a:chExt cx="8318126" cy="3632086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2FBA3C28-A102-9A73-D60B-A48EC3B918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27562"/>
            <a:stretch>
              <a:fillRect/>
            </a:stretch>
          </p:blipFill>
          <p:spPr>
            <a:xfrm>
              <a:off x="317744" y="2515473"/>
              <a:ext cx="8318126" cy="3632083"/>
            </a:xfrm>
            <a:prstGeom prst="rect">
              <a:avLst/>
            </a:prstGeom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4D4ED3B-1893-9345-C628-028E3CE2F512}"/>
                </a:ext>
              </a:extLst>
            </p:cNvPr>
            <p:cNvSpPr/>
            <p:nvPr/>
          </p:nvSpPr>
          <p:spPr>
            <a:xfrm>
              <a:off x="5858127" y="2515470"/>
              <a:ext cx="2771517" cy="3632084"/>
            </a:xfrm>
            <a:prstGeom prst="rect">
              <a:avLst/>
            </a:prstGeom>
            <a:solidFill>
              <a:schemeClr val="tx1">
                <a:alpha val="67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A87A19F8-11AB-4CB9-C789-F7FAACB13BCF}"/>
                </a:ext>
              </a:extLst>
            </p:cNvPr>
            <p:cNvSpPr/>
            <p:nvPr/>
          </p:nvSpPr>
          <p:spPr>
            <a:xfrm>
              <a:off x="2228851" y="2515473"/>
              <a:ext cx="1609724" cy="3632083"/>
            </a:xfrm>
            <a:prstGeom prst="rect">
              <a:avLst/>
            </a:prstGeom>
            <a:solidFill>
              <a:schemeClr val="tx1">
                <a:alpha val="67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D457F35-7079-DA8D-AB34-DF73B5910195}"/>
                </a:ext>
              </a:extLst>
            </p:cNvPr>
            <p:cNvSpPr txBox="1"/>
            <p:nvPr/>
          </p:nvSpPr>
          <p:spPr>
            <a:xfrm>
              <a:off x="3287338" y="4596610"/>
              <a:ext cx="217905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>
                  <a:highlight>
                    <a:srgbClr val="FFFF00"/>
                  </a:highlight>
                </a:rPr>
                <a:t>1. 12:55 </a:t>
              </a:r>
              <a:r>
                <a:rPr lang="ko-KR" altLang="en-US" sz="1000">
                  <a:highlight>
                    <a:srgbClr val="FFFF00"/>
                  </a:highlight>
                </a:rPr>
                <a:t>주입</a:t>
              </a:r>
            </a:p>
          </p:txBody>
        </p:sp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1994FE77-DAC0-96D0-03A9-34BBE0F7C40A}"/>
                </a:ext>
              </a:extLst>
            </p:cNvPr>
            <p:cNvCxnSpPr>
              <a:cxnSpLocks/>
            </p:cNvCxnSpPr>
            <p:nvPr/>
          </p:nvCxnSpPr>
          <p:spPr>
            <a:xfrm>
              <a:off x="4000500" y="4842831"/>
              <a:ext cx="0" cy="17558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FE34CA52-B573-01B6-AD39-7F8B9D31F4EB}"/>
                </a:ext>
              </a:extLst>
            </p:cNvPr>
            <p:cNvCxnSpPr>
              <a:cxnSpLocks/>
            </p:cNvCxnSpPr>
            <p:nvPr/>
          </p:nvCxnSpPr>
          <p:spPr>
            <a:xfrm>
              <a:off x="4736284" y="3906940"/>
              <a:ext cx="360577" cy="1111472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156D2203-D2FC-630E-2711-D412471C3D0D}"/>
                </a:ext>
              </a:extLst>
            </p:cNvPr>
            <p:cNvCxnSpPr>
              <a:cxnSpLocks/>
            </p:cNvCxnSpPr>
            <p:nvPr/>
          </p:nvCxnSpPr>
          <p:spPr>
            <a:xfrm>
              <a:off x="5385797" y="4048860"/>
              <a:ext cx="268831" cy="881761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6EE8FD8-8C9F-19C1-9C6F-B2A669EDF8C5}"/>
                </a:ext>
              </a:extLst>
            </p:cNvPr>
            <p:cNvSpPr txBox="1"/>
            <p:nvPr/>
          </p:nvSpPr>
          <p:spPr>
            <a:xfrm>
              <a:off x="4736284" y="3851954"/>
              <a:ext cx="217905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>
                  <a:highlight>
                    <a:srgbClr val="FFFF00"/>
                  </a:highlight>
                </a:rPr>
                <a:t>Down</a:t>
              </a:r>
              <a:endParaRPr lang="ko-KR" altLang="en-US" sz="1000">
                <a:highlight>
                  <a:srgbClr val="FFFF00"/>
                </a:highlight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55EDA1B-A7B1-F3A6-8186-8EC06D3FFDD0}"/>
                </a:ext>
              </a:extLst>
            </p:cNvPr>
            <p:cNvSpPr txBox="1"/>
            <p:nvPr/>
          </p:nvSpPr>
          <p:spPr>
            <a:xfrm>
              <a:off x="5391831" y="3975064"/>
              <a:ext cx="217905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>
                  <a:highlight>
                    <a:srgbClr val="FFFF00"/>
                  </a:highlight>
                </a:rPr>
                <a:t>Down</a:t>
              </a:r>
              <a:endParaRPr lang="ko-KR" altLang="en-US" sz="1000">
                <a:highlight>
                  <a:srgbClr val="FFFF00"/>
                </a:highlight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10B6860-DFA2-3DCE-C5CD-6A7E4C8D4FA5}"/>
                </a:ext>
              </a:extLst>
            </p:cNvPr>
            <p:cNvSpPr txBox="1"/>
            <p:nvPr/>
          </p:nvSpPr>
          <p:spPr>
            <a:xfrm>
              <a:off x="4096038" y="3670196"/>
              <a:ext cx="217905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>
                  <a:highlight>
                    <a:srgbClr val="FFFF00"/>
                  </a:highlight>
                </a:rPr>
                <a:t>UP</a:t>
              </a:r>
              <a:endParaRPr lang="ko-KR" altLang="en-US" sz="1000">
                <a:highlight>
                  <a:srgbClr val="FFFF00"/>
                </a:highlight>
              </a:endParaRPr>
            </a:p>
          </p:txBody>
        </p:sp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4B95999E-6D9C-5DA2-14B9-005E470960FE}"/>
                </a:ext>
              </a:extLst>
            </p:cNvPr>
            <p:cNvCxnSpPr>
              <a:cxnSpLocks/>
            </p:cNvCxnSpPr>
            <p:nvPr/>
          </p:nvCxnSpPr>
          <p:spPr>
            <a:xfrm>
              <a:off x="4096038" y="3683595"/>
              <a:ext cx="302413" cy="1334817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1A3521D0-0B45-C69D-6EFC-B547E860A53B}"/>
              </a:ext>
            </a:extLst>
          </p:cNvPr>
          <p:cNvGrpSpPr/>
          <p:nvPr/>
        </p:nvGrpSpPr>
        <p:grpSpPr>
          <a:xfrm>
            <a:off x="3629677" y="1611564"/>
            <a:ext cx="2723716" cy="1033660"/>
            <a:chOff x="3629676" y="1905245"/>
            <a:chExt cx="2876915" cy="1068795"/>
          </a:xfrm>
        </p:grpSpPr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F90AF172-3B9A-1B2E-B125-CBD7560438A4}"/>
                </a:ext>
              </a:extLst>
            </p:cNvPr>
            <p:cNvGrpSpPr/>
            <p:nvPr/>
          </p:nvGrpSpPr>
          <p:grpSpPr>
            <a:xfrm>
              <a:off x="3629676" y="1905245"/>
              <a:ext cx="1322999" cy="445037"/>
              <a:chOff x="8112248" y="4451227"/>
              <a:chExt cx="3529919" cy="1221760"/>
            </a:xfrm>
          </p:grpSpPr>
          <p:grpSp>
            <p:nvGrpSpPr>
              <p:cNvPr id="36" name="그룹 35">
                <a:extLst>
                  <a:ext uri="{FF2B5EF4-FFF2-40B4-BE49-F238E27FC236}">
                    <a16:creationId xmlns:a16="http://schemas.microsoft.com/office/drawing/2014/main" id="{E420DCD3-012B-98FF-2269-2D1A0CFFFEC1}"/>
                  </a:ext>
                </a:extLst>
              </p:cNvPr>
              <p:cNvGrpSpPr/>
              <p:nvPr/>
            </p:nvGrpSpPr>
            <p:grpSpPr>
              <a:xfrm>
                <a:off x="8112248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76" name="그룹 75">
                  <a:extLst>
                    <a:ext uri="{FF2B5EF4-FFF2-40B4-BE49-F238E27FC236}">
                      <a16:creationId xmlns:a16="http://schemas.microsoft.com/office/drawing/2014/main" id="{F9EF5FDD-96CE-D320-7449-FB82115F601C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78" name="그룹 77">
                    <a:extLst>
                      <a:ext uri="{FF2B5EF4-FFF2-40B4-BE49-F238E27FC236}">
                        <a16:creationId xmlns:a16="http://schemas.microsoft.com/office/drawing/2014/main" id="{A505D615-51D9-C572-038F-F5A6108C6ED1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84" name="직사각형 83">
                      <a:extLst>
                        <a:ext uri="{FF2B5EF4-FFF2-40B4-BE49-F238E27FC236}">
                          <a16:creationId xmlns:a16="http://schemas.microsoft.com/office/drawing/2014/main" id="{EB7A0FBD-0C09-FB15-A8F0-17E57687197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85" name="직사각형 84">
                      <a:extLst>
                        <a:ext uri="{FF2B5EF4-FFF2-40B4-BE49-F238E27FC236}">
                          <a16:creationId xmlns:a16="http://schemas.microsoft.com/office/drawing/2014/main" id="{8842EC23-EB36-7095-8429-1FEF07828A9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86" name="직사각형 85">
                      <a:extLst>
                        <a:ext uri="{FF2B5EF4-FFF2-40B4-BE49-F238E27FC236}">
                          <a16:creationId xmlns:a16="http://schemas.microsoft.com/office/drawing/2014/main" id="{E60149D5-6CB9-CBEF-FB6F-0ECC455CAD1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87" name="직사각형 86">
                      <a:extLst>
                        <a:ext uri="{FF2B5EF4-FFF2-40B4-BE49-F238E27FC236}">
                          <a16:creationId xmlns:a16="http://schemas.microsoft.com/office/drawing/2014/main" id="{716BA2CA-663E-CBD5-1CDA-A76B29A62715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  <p:grpSp>
                <p:nvGrpSpPr>
                  <p:cNvPr id="79" name="그룹 78">
                    <a:extLst>
                      <a:ext uri="{FF2B5EF4-FFF2-40B4-BE49-F238E27FC236}">
                        <a16:creationId xmlns:a16="http://schemas.microsoft.com/office/drawing/2014/main" id="{93E7EC2B-8E03-5DCB-70E0-455367BB30C8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80" name="직사각형 79">
                      <a:extLst>
                        <a:ext uri="{FF2B5EF4-FFF2-40B4-BE49-F238E27FC236}">
                          <a16:creationId xmlns:a16="http://schemas.microsoft.com/office/drawing/2014/main" id="{664A6FBA-844C-820A-769D-9E563CC8555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81" name="직사각형 80">
                      <a:extLst>
                        <a:ext uri="{FF2B5EF4-FFF2-40B4-BE49-F238E27FC236}">
                          <a16:creationId xmlns:a16="http://schemas.microsoft.com/office/drawing/2014/main" id="{72E5B48A-35F5-ADA2-B407-3747BB3C555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82" name="직사각형 81">
                      <a:extLst>
                        <a:ext uri="{FF2B5EF4-FFF2-40B4-BE49-F238E27FC236}">
                          <a16:creationId xmlns:a16="http://schemas.microsoft.com/office/drawing/2014/main" id="{BCBC4B4F-BD54-D3DE-1805-4299EB57B2D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83" name="직사각형 82">
                      <a:extLst>
                        <a:ext uri="{FF2B5EF4-FFF2-40B4-BE49-F238E27FC236}">
                          <a16:creationId xmlns:a16="http://schemas.microsoft.com/office/drawing/2014/main" id="{8CB1C3B0-469B-B1AB-2293-6EB96DEC850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</p:grpSp>
            <p:sp>
              <p:nvSpPr>
                <p:cNvPr id="77" name="직사각형 76">
                  <a:extLst>
                    <a:ext uri="{FF2B5EF4-FFF2-40B4-BE49-F238E27FC236}">
                      <a16:creationId xmlns:a16="http://schemas.microsoft.com/office/drawing/2014/main" id="{63C12D1A-F9E2-6333-9F66-FC0274B05108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</p:grpSp>
          <p:grpSp>
            <p:nvGrpSpPr>
              <p:cNvPr id="37" name="그룹 36">
                <a:extLst>
                  <a:ext uri="{FF2B5EF4-FFF2-40B4-BE49-F238E27FC236}">
                    <a16:creationId xmlns:a16="http://schemas.microsoft.com/office/drawing/2014/main" id="{F7E834DC-FA60-7C1D-DC9D-0DEED3663DC9}"/>
                  </a:ext>
                </a:extLst>
              </p:cNvPr>
              <p:cNvGrpSpPr/>
              <p:nvPr/>
            </p:nvGrpSpPr>
            <p:grpSpPr>
              <a:xfrm>
                <a:off x="900388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64" name="그룹 63">
                  <a:extLst>
                    <a:ext uri="{FF2B5EF4-FFF2-40B4-BE49-F238E27FC236}">
                      <a16:creationId xmlns:a16="http://schemas.microsoft.com/office/drawing/2014/main" id="{6E70C1F2-F894-4ED1-CDF4-394305A61434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66" name="그룹 65">
                    <a:extLst>
                      <a:ext uri="{FF2B5EF4-FFF2-40B4-BE49-F238E27FC236}">
                        <a16:creationId xmlns:a16="http://schemas.microsoft.com/office/drawing/2014/main" id="{D2EAE652-E0FD-4297-FBCF-24188F64911F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72" name="직사각형 71">
                      <a:extLst>
                        <a:ext uri="{FF2B5EF4-FFF2-40B4-BE49-F238E27FC236}">
                          <a16:creationId xmlns:a16="http://schemas.microsoft.com/office/drawing/2014/main" id="{546F776C-743D-2717-CDEC-80735E50C54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73" name="직사각형 72">
                      <a:extLst>
                        <a:ext uri="{FF2B5EF4-FFF2-40B4-BE49-F238E27FC236}">
                          <a16:creationId xmlns:a16="http://schemas.microsoft.com/office/drawing/2014/main" id="{5E9F7421-5816-918B-317A-9BE936160C8F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74" name="직사각형 73">
                      <a:extLst>
                        <a:ext uri="{FF2B5EF4-FFF2-40B4-BE49-F238E27FC236}">
                          <a16:creationId xmlns:a16="http://schemas.microsoft.com/office/drawing/2014/main" id="{F28AB790-7342-6029-3DEB-8EBE7B2C73A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75" name="직사각형 74">
                      <a:extLst>
                        <a:ext uri="{FF2B5EF4-FFF2-40B4-BE49-F238E27FC236}">
                          <a16:creationId xmlns:a16="http://schemas.microsoft.com/office/drawing/2014/main" id="{9E13F466-5D36-FD2A-B95F-D9AF4E03D90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  <p:grpSp>
                <p:nvGrpSpPr>
                  <p:cNvPr id="67" name="그룹 66">
                    <a:extLst>
                      <a:ext uri="{FF2B5EF4-FFF2-40B4-BE49-F238E27FC236}">
                        <a16:creationId xmlns:a16="http://schemas.microsoft.com/office/drawing/2014/main" id="{16163152-4069-8B9D-A701-9D0DD7CFD215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68" name="직사각형 67">
                      <a:extLst>
                        <a:ext uri="{FF2B5EF4-FFF2-40B4-BE49-F238E27FC236}">
                          <a16:creationId xmlns:a16="http://schemas.microsoft.com/office/drawing/2014/main" id="{67594011-6055-764E-DEF9-D2D2AC01647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69" name="직사각형 68">
                      <a:extLst>
                        <a:ext uri="{FF2B5EF4-FFF2-40B4-BE49-F238E27FC236}">
                          <a16:creationId xmlns:a16="http://schemas.microsoft.com/office/drawing/2014/main" id="{509C15A7-F235-6712-4E55-29A323B99055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70" name="직사각형 69">
                      <a:extLst>
                        <a:ext uri="{FF2B5EF4-FFF2-40B4-BE49-F238E27FC236}">
                          <a16:creationId xmlns:a16="http://schemas.microsoft.com/office/drawing/2014/main" id="{A848516E-A66D-0183-FCBE-895F5B857F9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71" name="직사각형 70">
                      <a:extLst>
                        <a:ext uri="{FF2B5EF4-FFF2-40B4-BE49-F238E27FC236}">
                          <a16:creationId xmlns:a16="http://schemas.microsoft.com/office/drawing/2014/main" id="{F8B6FA0C-15E9-4AFD-CBAE-9D2CAE1962CF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</p:grpSp>
            <p:sp>
              <p:nvSpPr>
                <p:cNvPr id="65" name="직사각형 64">
                  <a:extLst>
                    <a:ext uri="{FF2B5EF4-FFF2-40B4-BE49-F238E27FC236}">
                      <a16:creationId xmlns:a16="http://schemas.microsoft.com/office/drawing/2014/main" id="{C6EBAEF1-E1F9-09F4-C289-26D6E754CFE0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</p:grpSp>
          <p:grpSp>
            <p:nvGrpSpPr>
              <p:cNvPr id="38" name="그룹 37">
                <a:extLst>
                  <a:ext uri="{FF2B5EF4-FFF2-40B4-BE49-F238E27FC236}">
                    <a16:creationId xmlns:a16="http://schemas.microsoft.com/office/drawing/2014/main" id="{1A9D8671-274D-429F-F7FB-A4AAC9FF5427}"/>
                  </a:ext>
                </a:extLst>
              </p:cNvPr>
              <p:cNvGrpSpPr/>
              <p:nvPr/>
            </p:nvGrpSpPr>
            <p:grpSpPr>
              <a:xfrm>
                <a:off x="993585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52" name="그룹 51">
                  <a:extLst>
                    <a:ext uri="{FF2B5EF4-FFF2-40B4-BE49-F238E27FC236}">
                      <a16:creationId xmlns:a16="http://schemas.microsoft.com/office/drawing/2014/main" id="{FFE225CC-4E1D-06C8-7B90-534B3E4DE668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54" name="그룹 53">
                    <a:extLst>
                      <a:ext uri="{FF2B5EF4-FFF2-40B4-BE49-F238E27FC236}">
                        <a16:creationId xmlns:a16="http://schemas.microsoft.com/office/drawing/2014/main" id="{E0160209-B83B-E166-E6D4-28A2C21D36E8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60" name="직사각형 59">
                      <a:extLst>
                        <a:ext uri="{FF2B5EF4-FFF2-40B4-BE49-F238E27FC236}">
                          <a16:creationId xmlns:a16="http://schemas.microsoft.com/office/drawing/2014/main" id="{C33639C8-E8E7-4AEC-140A-197E52FD3D4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61" name="직사각형 60">
                      <a:extLst>
                        <a:ext uri="{FF2B5EF4-FFF2-40B4-BE49-F238E27FC236}">
                          <a16:creationId xmlns:a16="http://schemas.microsoft.com/office/drawing/2014/main" id="{6DEF8DBD-A11B-377A-AB45-9F580000BA9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62" name="직사각형 61">
                      <a:extLst>
                        <a:ext uri="{FF2B5EF4-FFF2-40B4-BE49-F238E27FC236}">
                          <a16:creationId xmlns:a16="http://schemas.microsoft.com/office/drawing/2014/main" id="{90FA7085-6F2E-45EA-F60F-6E8C6D47DAC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63" name="직사각형 62">
                      <a:extLst>
                        <a:ext uri="{FF2B5EF4-FFF2-40B4-BE49-F238E27FC236}">
                          <a16:creationId xmlns:a16="http://schemas.microsoft.com/office/drawing/2014/main" id="{32077714-0202-0321-68F1-B97428C4F78F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  <p:grpSp>
                <p:nvGrpSpPr>
                  <p:cNvPr id="55" name="그룹 54">
                    <a:extLst>
                      <a:ext uri="{FF2B5EF4-FFF2-40B4-BE49-F238E27FC236}">
                        <a16:creationId xmlns:a16="http://schemas.microsoft.com/office/drawing/2014/main" id="{90870967-2ACD-EC47-EBB7-F176E8B54509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56" name="직사각형 55">
                      <a:extLst>
                        <a:ext uri="{FF2B5EF4-FFF2-40B4-BE49-F238E27FC236}">
                          <a16:creationId xmlns:a16="http://schemas.microsoft.com/office/drawing/2014/main" id="{EEA1EF94-F2E1-3997-1BB8-5A28333D884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57" name="직사각형 56">
                      <a:extLst>
                        <a:ext uri="{FF2B5EF4-FFF2-40B4-BE49-F238E27FC236}">
                          <a16:creationId xmlns:a16="http://schemas.microsoft.com/office/drawing/2014/main" id="{E1A3A93A-7E18-84A5-0875-E722FB5808E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58" name="직사각형 57">
                      <a:extLst>
                        <a:ext uri="{FF2B5EF4-FFF2-40B4-BE49-F238E27FC236}">
                          <a16:creationId xmlns:a16="http://schemas.microsoft.com/office/drawing/2014/main" id="{77997781-6A77-B2CD-5754-F976834B7A6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59" name="직사각형 58">
                      <a:extLst>
                        <a:ext uri="{FF2B5EF4-FFF2-40B4-BE49-F238E27FC236}">
                          <a16:creationId xmlns:a16="http://schemas.microsoft.com/office/drawing/2014/main" id="{0E369D86-66A8-1524-C887-4C94F3AD63C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</p:grpSp>
            <p:sp>
              <p:nvSpPr>
                <p:cNvPr id="53" name="직사각형 52">
                  <a:extLst>
                    <a:ext uri="{FF2B5EF4-FFF2-40B4-BE49-F238E27FC236}">
                      <a16:creationId xmlns:a16="http://schemas.microsoft.com/office/drawing/2014/main" id="{22D44BC7-5F4D-C5BE-5BC3-DF9F42038FBA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</p:grpSp>
          <p:grpSp>
            <p:nvGrpSpPr>
              <p:cNvPr id="39" name="그룹 38">
                <a:extLst>
                  <a:ext uri="{FF2B5EF4-FFF2-40B4-BE49-F238E27FC236}">
                    <a16:creationId xmlns:a16="http://schemas.microsoft.com/office/drawing/2014/main" id="{570F5C81-F202-62DD-56CF-22DA0D8A143C}"/>
                  </a:ext>
                </a:extLst>
              </p:cNvPr>
              <p:cNvGrpSpPr/>
              <p:nvPr/>
            </p:nvGrpSpPr>
            <p:grpSpPr>
              <a:xfrm>
                <a:off x="10845365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40" name="그룹 39">
                  <a:extLst>
                    <a:ext uri="{FF2B5EF4-FFF2-40B4-BE49-F238E27FC236}">
                      <a16:creationId xmlns:a16="http://schemas.microsoft.com/office/drawing/2014/main" id="{781F15D4-DA45-1EE2-FB3B-38E3BE004E72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42" name="그룹 41">
                    <a:extLst>
                      <a:ext uri="{FF2B5EF4-FFF2-40B4-BE49-F238E27FC236}">
                        <a16:creationId xmlns:a16="http://schemas.microsoft.com/office/drawing/2014/main" id="{50267EF0-0D1A-F7BA-A86F-C08F7AB58BE9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48" name="직사각형 47">
                      <a:extLst>
                        <a:ext uri="{FF2B5EF4-FFF2-40B4-BE49-F238E27FC236}">
                          <a16:creationId xmlns:a16="http://schemas.microsoft.com/office/drawing/2014/main" id="{33152038-80A3-5FE6-ACB6-D3356D045E6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49" name="직사각형 48">
                      <a:extLst>
                        <a:ext uri="{FF2B5EF4-FFF2-40B4-BE49-F238E27FC236}">
                          <a16:creationId xmlns:a16="http://schemas.microsoft.com/office/drawing/2014/main" id="{46E90247-33C3-5A05-4C34-533AFD6FBC1F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50" name="직사각형 49">
                      <a:extLst>
                        <a:ext uri="{FF2B5EF4-FFF2-40B4-BE49-F238E27FC236}">
                          <a16:creationId xmlns:a16="http://schemas.microsoft.com/office/drawing/2014/main" id="{FBB2B75C-88CB-F371-A7F1-397F570EF77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51" name="직사각형 50">
                      <a:extLst>
                        <a:ext uri="{FF2B5EF4-FFF2-40B4-BE49-F238E27FC236}">
                          <a16:creationId xmlns:a16="http://schemas.microsoft.com/office/drawing/2014/main" id="{5FB981A7-F6F5-AD9F-277B-66615BF37B9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  <p:grpSp>
                <p:nvGrpSpPr>
                  <p:cNvPr id="43" name="그룹 42">
                    <a:extLst>
                      <a:ext uri="{FF2B5EF4-FFF2-40B4-BE49-F238E27FC236}">
                        <a16:creationId xmlns:a16="http://schemas.microsoft.com/office/drawing/2014/main" id="{A038330C-D810-5645-DE32-50F8EB9D8FCA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44" name="직사각형 43">
                      <a:extLst>
                        <a:ext uri="{FF2B5EF4-FFF2-40B4-BE49-F238E27FC236}">
                          <a16:creationId xmlns:a16="http://schemas.microsoft.com/office/drawing/2014/main" id="{B4CF464E-E687-C666-BCF8-7373276770F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45" name="직사각형 44">
                      <a:extLst>
                        <a:ext uri="{FF2B5EF4-FFF2-40B4-BE49-F238E27FC236}">
                          <a16:creationId xmlns:a16="http://schemas.microsoft.com/office/drawing/2014/main" id="{EBEF6105-5E71-B9BD-D60F-1472A02545E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46" name="직사각형 45">
                      <a:extLst>
                        <a:ext uri="{FF2B5EF4-FFF2-40B4-BE49-F238E27FC236}">
                          <a16:creationId xmlns:a16="http://schemas.microsoft.com/office/drawing/2014/main" id="{13A5800A-3C11-F84F-102A-CFD55573900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47" name="직사각형 46">
                      <a:extLst>
                        <a:ext uri="{FF2B5EF4-FFF2-40B4-BE49-F238E27FC236}">
                          <a16:creationId xmlns:a16="http://schemas.microsoft.com/office/drawing/2014/main" id="{76D49D7E-FFE5-5D8B-DE09-21197A4F9B7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</p:grpSp>
            <p:sp>
              <p:nvSpPr>
                <p:cNvPr id="41" name="직사각형 40">
                  <a:extLst>
                    <a:ext uri="{FF2B5EF4-FFF2-40B4-BE49-F238E27FC236}">
                      <a16:creationId xmlns:a16="http://schemas.microsoft.com/office/drawing/2014/main" id="{BFE52442-2C1B-EAD0-25A4-A7D4CFA103E1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</p:grpSp>
        </p:grpSp>
        <p:cxnSp>
          <p:nvCxnSpPr>
            <p:cNvPr id="6" name="직선 화살표 연결선 5">
              <a:extLst>
                <a:ext uri="{FF2B5EF4-FFF2-40B4-BE49-F238E27FC236}">
                  <a16:creationId xmlns:a16="http://schemas.microsoft.com/office/drawing/2014/main" id="{DE4F529B-F9DE-F328-4BCA-9CC7AA6F14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59617" y="2486227"/>
              <a:ext cx="0" cy="30962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E18D52E-59E4-D9AC-D081-0BA0F5E39D15}"/>
                </a:ext>
              </a:extLst>
            </p:cNvPr>
            <p:cNvSpPr txBox="1"/>
            <p:nvPr/>
          </p:nvSpPr>
          <p:spPr>
            <a:xfrm>
              <a:off x="4082236" y="2756448"/>
              <a:ext cx="2424355" cy="2175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>
                  <a:solidFill>
                    <a:schemeClr val="bg1"/>
                  </a:solidFill>
                </a:rPr>
                <a:t>cursor </a:t>
              </a:r>
              <a:r>
                <a:rPr lang="ko-KR" altLang="en-US" sz="1000">
                  <a:solidFill>
                    <a:schemeClr val="bg1"/>
                  </a:solidFill>
                </a:rPr>
                <a:t>위치</a:t>
              </a:r>
            </a:p>
          </p:txBody>
        </p:sp>
      </p:grp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F957D62-C6B2-AD09-2762-646C89C93D2F}"/>
              </a:ext>
            </a:extLst>
          </p:cNvPr>
          <p:cNvSpPr/>
          <p:nvPr/>
        </p:nvSpPr>
        <p:spPr>
          <a:xfrm>
            <a:off x="5415454" y="2792208"/>
            <a:ext cx="527471" cy="1051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E27AB450-5674-33EC-EC9B-93EFA5A8658F}"/>
              </a:ext>
            </a:extLst>
          </p:cNvPr>
          <p:cNvSpPr/>
          <p:nvPr/>
        </p:nvSpPr>
        <p:spPr>
          <a:xfrm>
            <a:off x="5229706" y="3801055"/>
            <a:ext cx="153259" cy="140344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bg1"/>
                </a:solidFill>
              </a:rPr>
              <a:t>1</a:t>
            </a:r>
            <a:endParaRPr lang="ko-KR" altLang="en-US" sz="800">
              <a:solidFill>
                <a:schemeClr val="bg1"/>
              </a:solidFill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F8103BE1-F73E-DBAD-0251-3FB22B034187}"/>
              </a:ext>
            </a:extLst>
          </p:cNvPr>
          <p:cNvSpPr/>
          <p:nvPr/>
        </p:nvSpPr>
        <p:spPr>
          <a:xfrm>
            <a:off x="5675367" y="3801899"/>
            <a:ext cx="153259" cy="140344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bg1"/>
                </a:solidFill>
              </a:rPr>
              <a:t>2</a:t>
            </a:r>
            <a:endParaRPr lang="ko-KR" altLang="en-US" sz="800">
              <a:solidFill>
                <a:schemeClr val="bg1"/>
              </a:solidFill>
            </a:endParaRPr>
          </a:p>
        </p:txBody>
      </p:sp>
      <p:sp>
        <p:nvSpPr>
          <p:cNvPr id="90" name="타원 89">
            <a:extLst>
              <a:ext uri="{FF2B5EF4-FFF2-40B4-BE49-F238E27FC236}">
                <a16:creationId xmlns:a16="http://schemas.microsoft.com/office/drawing/2014/main" id="{9A43B456-0A3F-C6A0-E6F9-D905B5809B24}"/>
              </a:ext>
            </a:extLst>
          </p:cNvPr>
          <p:cNvSpPr/>
          <p:nvPr/>
        </p:nvSpPr>
        <p:spPr>
          <a:xfrm>
            <a:off x="6372354" y="3800911"/>
            <a:ext cx="153259" cy="140344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bg1"/>
                </a:solidFill>
              </a:rPr>
              <a:t>3</a:t>
            </a:r>
            <a:endParaRPr lang="ko-KR" altLang="en-US" sz="800">
              <a:solidFill>
                <a:schemeClr val="bg1"/>
              </a:solidFill>
            </a:endParaRPr>
          </a:p>
        </p:txBody>
      </p: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0C152313-8064-465A-FCF9-C7AC30C630BD}"/>
              </a:ext>
            </a:extLst>
          </p:cNvPr>
          <p:cNvGrpSpPr/>
          <p:nvPr/>
        </p:nvGrpSpPr>
        <p:grpSpPr>
          <a:xfrm>
            <a:off x="393700" y="3936489"/>
            <a:ext cx="3664438" cy="1975353"/>
            <a:chOff x="1097895" y="5219528"/>
            <a:chExt cx="2830418" cy="1389692"/>
          </a:xfrm>
        </p:grpSpPr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688D6994-7A1A-5D16-DC3B-8DEEBEFDC1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07454" y="5261541"/>
              <a:ext cx="2720859" cy="1347679"/>
            </a:xfrm>
            <a:prstGeom prst="rect">
              <a:avLst/>
            </a:prstGeom>
          </p:spPr>
        </p:pic>
        <p:sp>
          <p:nvSpPr>
            <p:cNvPr id="94" name="타원 93">
              <a:extLst>
                <a:ext uri="{FF2B5EF4-FFF2-40B4-BE49-F238E27FC236}">
                  <a16:creationId xmlns:a16="http://schemas.microsoft.com/office/drawing/2014/main" id="{B3E88FFF-364B-BB0D-E5ED-41FB381C40D3}"/>
                </a:ext>
              </a:extLst>
            </p:cNvPr>
            <p:cNvSpPr/>
            <p:nvPr/>
          </p:nvSpPr>
          <p:spPr>
            <a:xfrm>
              <a:off x="1097895" y="5219528"/>
              <a:ext cx="236655" cy="177237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chemeClr val="bg1"/>
                  </a:solidFill>
                </a:rPr>
                <a:t>1</a:t>
              </a:r>
              <a:endParaRPr lang="ko-KR" altLang="en-US">
                <a:solidFill>
                  <a:schemeClr val="bg1"/>
                </a:solidFill>
              </a:endParaRPr>
            </a:p>
          </p:txBody>
        </p:sp>
      </p:grpSp>
      <p:pic>
        <p:nvPicPr>
          <p:cNvPr id="19" name="그림 18">
            <a:extLst>
              <a:ext uri="{FF2B5EF4-FFF2-40B4-BE49-F238E27FC236}">
                <a16:creationId xmlns:a16="http://schemas.microsoft.com/office/drawing/2014/main" id="{BA0CCDDF-D88D-4C7D-63B4-9E889C1D74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2891" y="4022998"/>
            <a:ext cx="3597050" cy="1872497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A8DAB80F-8AD0-0C15-4E4B-0E19E4716F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8847" y="4035436"/>
            <a:ext cx="3662752" cy="1860062"/>
          </a:xfrm>
          <a:prstGeom prst="rect">
            <a:avLst/>
          </a:prstGeom>
        </p:spPr>
      </p:pic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0526FDE6-7DC9-23D7-ABD8-86313010FA07}"/>
              </a:ext>
            </a:extLst>
          </p:cNvPr>
          <p:cNvSpPr/>
          <p:nvPr/>
        </p:nvSpPr>
        <p:spPr>
          <a:xfrm>
            <a:off x="4272439" y="1595227"/>
            <a:ext cx="262030" cy="476944"/>
          </a:xfrm>
          <a:prstGeom prst="rect">
            <a:avLst/>
          </a:prstGeom>
          <a:noFill/>
          <a:ln>
            <a:solidFill>
              <a:srgbClr val="FFC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8" name="그룹 107">
            <a:extLst>
              <a:ext uri="{FF2B5EF4-FFF2-40B4-BE49-F238E27FC236}">
                <a16:creationId xmlns:a16="http://schemas.microsoft.com/office/drawing/2014/main" id="{816256C2-4626-3DB5-4D58-2E94A7AFC5C2}"/>
              </a:ext>
            </a:extLst>
          </p:cNvPr>
          <p:cNvGrpSpPr/>
          <p:nvPr/>
        </p:nvGrpSpPr>
        <p:grpSpPr>
          <a:xfrm>
            <a:off x="2057716" y="5719166"/>
            <a:ext cx="1984733" cy="106591"/>
            <a:chOff x="2057716" y="5719166"/>
            <a:chExt cx="1984733" cy="106591"/>
          </a:xfrm>
        </p:grpSpPr>
        <p:sp>
          <p:nvSpPr>
            <p:cNvPr id="106" name="직사각형 105">
              <a:extLst>
                <a:ext uri="{FF2B5EF4-FFF2-40B4-BE49-F238E27FC236}">
                  <a16:creationId xmlns:a16="http://schemas.microsoft.com/office/drawing/2014/main" id="{DCC42B5F-EEB7-E19D-5C0E-A36A5323B7CF}"/>
                </a:ext>
              </a:extLst>
            </p:cNvPr>
            <p:cNvSpPr/>
            <p:nvPr/>
          </p:nvSpPr>
          <p:spPr>
            <a:xfrm>
              <a:off x="3506042" y="5719166"/>
              <a:ext cx="536407" cy="10659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" name="직사각형 106">
              <a:extLst>
                <a:ext uri="{FF2B5EF4-FFF2-40B4-BE49-F238E27FC236}">
                  <a16:creationId xmlns:a16="http://schemas.microsoft.com/office/drawing/2014/main" id="{6AE23EBF-21A4-8F0E-6071-220D068EF53C}"/>
                </a:ext>
              </a:extLst>
            </p:cNvPr>
            <p:cNvSpPr/>
            <p:nvPr/>
          </p:nvSpPr>
          <p:spPr>
            <a:xfrm>
              <a:off x="2057716" y="5719166"/>
              <a:ext cx="536407" cy="10659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FDDE014F-2395-69C7-85E3-4F79ED364B4B}"/>
              </a:ext>
            </a:extLst>
          </p:cNvPr>
          <p:cNvGrpSpPr/>
          <p:nvPr/>
        </p:nvGrpSpPr>
        <p:grpSpPr>
          <a:xfrm>
            <a:off x="5732275" y="5703926"/>
            <a:ext cx="1984733" cy="106591"/>
            <a:chOff x="2057716" y="5719166"/>
            <a:chExt cx="1984733" cy="106591"/>
          </a:xfrm>
        </p:grpSpPr>
        <p:sp>
          <p:nvSpPr>
            <p:cNvPr id="110" name="직사각형 109">
              <a:extLst>
                <a:ext uri="{FF2B5EF4-FFF2-40B4-BE49-F238E27FC236}">
                  <a16:creationId xmlns:a16="http://schemas.microsoft.com/office/drawing/2014/main" id="{93BBDAA2-174C-FD16-CEF0-211B77BCE67A}"/>
                </a:ext>
              </a:extLst>
            </p:cNvPr>
            <p:cNvSpPr/>
            <p:nvPr/>
          </p:nvSpPr>
          <p:spPr>
            <a:xfrm>
              <a:off x="3506042" y="5719166"/>
              <a:ext cx="536407" cy="10659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" name="직사각형 110">
              <a:extLst>
                <a:ext uri="{FF2B5EF4-FFF2-40B4-BE49-F238E27FC236}">
                  <a16:creationId xmlns:a16="http://schemas.microsoft.com/office/drawing/2014/main" id="{CC3ECBEC-1385-6560-B45D-39BDE4EBB10D}"/>
                </a:ext>
              </a:extLst>
            </p:cNvPr>
            <p:cNvSpPr/>
            <p:nvPr/>
          </p:nvSpPr>
          <p:spPr>
            <a:xfrm>
              <a:off x="2057716" y="5719166"/>
              <a:ext cx="536407" cy="10659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16" name="그룹 115">
            <a:extLst>
              <a:ext uri="{FF2B5EF4-FFF2-40B4-BE49-F238E27FC236}">
                <a16:creationId xmlns:a16="http://schemas.microsoft.com/office/drawing/2014/main" id="{091C857F-DAF6-1F7C-6F81-DB253A1AAEE6}"/>
              </a:ext>
            </a:extLst>
          </p:cNvPr>
          <p:cNvGrpSpPr/>
          <p:nvPr/>
        </p:nvGrpSpPr>
        <p:grpSpPr>
          <a:xfrm>
            <a:off x="9427975" y="5707731"/>
            <a:ext cx="2103624" cy="163835"/>
            <a:chOff x="2057716" y="5719166"/>
            <a:chExt cx="1984733" cy="106591"/>
          </a:xfrm>
        </p:grpSpPr>
        <p:sp>
          <p:nvSpPr>
            <p:cNvPr id="117" name="직사각형 116">
              <a:extLst>
                <a:ext uri="{FF2B5EF4-FFF2-40B4-BE49-F238E27FC236}">
                  <a16:creationId xmlns:a16="http://schemas.microsoft.com/office/drawing/2014/main" id="{4DC7B54D-9C32-D1F8-F273-43CFDE1DED23}"/>
                </a:ext>
              </a:extLst>
            </p:cNvPr>
            <p:cNvSpPr/>
            <p:nvPr/>
          </p:nvSpPr>
          <p:spPr>
            <a:xfrm>
              <a:off x="3506042" y="5719166"/>
              <a:ext cx="536407" cy="10659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" name="직사각형 117">
              <a:extLst>
                <a:ext uri="{FF2B5EF4-FFF2-40B4-BE49-F238E27FC236}">
                  <a16:creationId xmlns:a16="http://schemas.microsoft.com/office/drawing/2014/main" id="{4113114B-5054-60EA-2A2E-6DA56D5F6978}"/>
                </a:ext>
              </a:extLst>
            </p:cNvPr>
            <p:cNvSpPr/>
            <p:nvPr/>
          </p:nvSpPr>
          <p:spPr>
            <a:xfrm>
              <a:off x="2057716" y="5719166"/>
              <a:ext cx="536407" cy="10659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C348CD02-EBC1-8CE0-840A-E076EE97AA6B}"/>
              </a:ext>
            </a:extLst>
          </p:cNvPr>
          <p:cNvSpPr txBox="1"/>
          <p:nvPr/>
        </p:nvSpPr>
        <p:spPr>
          <a:xfrm>
            <a:off x="1187270" y="5579313"/>
            <a:ext cx="13610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highlight>
                  <a:srgbClr val="FFFF00"/>
                </a:highlight>
              </a:rPr>
              <a:t>12.55</a:t>
            </a:r>
            <a:endParaRPr lang="ko-KR" altLang="en-US" sz="1000">
              <a:highlight>
                <a:srgbClr val="FFFF00"/>
              </a:highlight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1751099A-6738-8294-F7D5-69CF7CC4211B}"/>
              </a:ext>
            </a:extLst>
          </p:cNvPr>
          <p:cNvSpPr txBox="1"/>
          <p:nvPr/>
        </p:nvSpPr>
        <p:spPr>
          <a:xfrm>
            <a:off x="2630661" y="5579313"/>
            <a:ext cx="13610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highlight>
                  <a:srgbClr val="FFFF00"/>
                </a:highlight>
              </a:rPr>
              <a:t>DOT </a:t>
            </a:r>
            <a:r>
              <a:rPr lang="ko-KR" altLang="en-US" sz="1000">
                <a:highlight>
                  <a:srgbClr val="FFFF00"/>
                </a:highlight>
              </a:rPr>
              <a:t>점멸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5DB76AA3-5CCE-1A73-82BA-A6E34CB33CB3}"/>
              </a:ext>
            </a:extLst>
          </p:cNvPr>
          <p:cNvSpPr txBox="1"/>
          <p:nvPr/>
        </p:nvSpPr>
        <p:spPr>
          <a:xfrm>
            <a:off x="4867098" y="5564296"/>
            <a:ext cx="13610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highlight>
                  <a:srgbClr val="FFFF00"/>
                </a:highlight>
              </a:rPr>
              <a:t>12.05</a:t>
            </a:r>
            <a:endParaRPr lang="ko-KR" altLang="en-US" sz="1000">
              <a:highlight>
                <a:srgbClr val="FFFF00"/>
              </a:highlight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C4BC90C9-3C5C-68EF-3FA8-36A7D8796570}"/>
              </a:ext>
            </a:extLst>
          </p:cNvPr>
          <p:cNvSpPr txBox="1"/>
          <p:nvPr/>
        </p:nvSpPr>
        <p:spPr>
          <a:xfrm>
            <a:off x="6310489" y="5564296"/>
            <a:ext cx="13610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highlight>
                  <a:srgbClr val="FFFF00"/>
                </a:highlight>
              </a:rPr>
              <a:t>DOT </a:t>
            </a:r>
            <a:r>
              <a:rPr lang="ko-KR" altLang="en-US" sz="1000">
                <a:highlight>
                  <a:srgbClr val="FFFF00"/>
                </a:highlight>
              </a:rPr>
              <a:t>점멸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CC210CA9-47F4-89CA-9B89-E55DDF6BF54F}"/>
              </a:ext>
            </a:extLst>
          </p:cNvPr>
          <p:cNvSpPr txBox="1"/>
          <p:nvPr/>
        </p:nvSpPr>
        <p:spPr>
          <a:xfrm>
            <a:off x="8448498" y="5590966"/>
            <a:ext cx="13610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highlight>
                  <a:srgbClr val="FFFF00"/>
                </a:highlight>
              </a:rPr>
              <a:t>12.55</a:t>
            </a:r>
            <a:endParaRPr lang="ko-KR" altLang="en-US" sz="1000">
              <a:highlight>
                <a:srgbClr val="FFFF00"/>
              </a:highlight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2AFB6757-65DD-DE4B-FF66-A9720A1B7AC2}"/>
              </a:ext>
            </a:extLst>
          </p:cNvPr>
          <p:cNvSpPr txBox="1"/>
          <p:nvPr/>
        </p:nvSpPr>
        <p:spPr>
          <a:xfrm>
            <a:off x="9910939" y="5585215"/>
            <a:ext cx="13610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highlight>
                  <a:srgbClr val="FFFF00"/>
                </a:highlight>
              </a:rPr>
              <a:t>DOT </a:t>
            </a:r>
            <a:r>
              <a:rPr lang="ko-KR" altLang="en-US" sz="1000">
                <a:highlight>
                  <a:srgbClr val="FFFF00"/>
                </a:highlight>
              </a:rPr>
              <a:t>점멸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F9C32B85-A20B-F52C-5CE7-B11EA6EB9854}"/>
              </a:ext>
            </a:extLst>
          </p:cNvPr>
          <p:cNvSpPr txBox="1"/>
          <p:nvPr/>
        </p:nvSpPr>
        <p:spPr>
          <a:xfrm>
            <a:off x="3744735" y="1375560"/>
            <a:ext cx="27104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>
                <a:solidFill>
                  <a:schemeClr val="bg1"/>
                </a:solidFill>
              </a:rPr>
              <a:t>주입 시간</a:t>
            </a:r>
          </a:p>
        </p:txBody>
      </p:sp>
      <p:sp>
        <p:nvSpPr>
          <p:cNvPr id="132" name="타원 131">
            <a:extLst>
              <a:ext uri="{FF2B5EF4-FFF2-40B4-BE49-F238E27FC236}">
                <a16:creationId xmlns:a16="http://schemas.microsoft.com/office/drawing/2014/main" id="{E80F9BBB-46F2-F7A4-8CC9-829B0D770F5C}"/>
              </a:ext>
            </a:extLst>
          </p:cNvPr>
          <p:cNvSpPr/>
          <p:nvPr/>
        </p:nvSpPr>
        <p:spPr>
          <a:xfrm>
            <a:off x="4039732" y="3936489"/>
            <a:ext cx="306389" cy="25193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bg1"/>
                </a:solidFill>
              </a:rPr>
              <a:t>2</a:t>
            </a: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33" name="타원 132">
            <a:extLst>
              <a:ext uri="{FF2B5EF4-FFF2-40B4-BE49-F238E27FC236}">
                <a16:creationId xmlns:a16="http://schemas.microsoft.com/office/drawing/2014/main" id="{CD995C86-4D58-FD76-DEDD-6AC68B0F91D3}"/>
              </a:ext>
            </a:extLst>
          </p:cNvPr>
          <p:cNvSpPr/>
          <p:nvPr/>
        </p:nvSpPr>
        <p:spPr>
          <a:xfrm>
            <a:off x="7779941" y="3980647"/>
            <a:ext cx="306389" cy="25193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bg1"/>
                </a:solidFill>
              </a:rPr>
              <a:t>3</a:t>
            </a:r>
            <a:endParaRPr lang="ko-KR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89191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90DA261-426B-6C06-0A37-F7B27C1E052A}"/>
              </a:ext>
            </a:extLst>
          </p:cNvPr>
          <p:cNvSpPr txBox="1"/>
          <p:nvPr/>
        </p:nvSpPr>
        <p:spPr>
          <a:xfrm>
            <a:off x="311524" y="248780"/>
            <a:ext cx="105635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검증 시나리오 </a:t>
            </a:r>
            <a:r>
              <a:rPr lang="en-US" altLang="ko-KR"/>
              <a:t>1. </a:t>
            </a:r>
            <a:r>
              <a:rPr lang="ko-KR" altLang="en-US"/>
              <a:t>버튼 동작 확인</a:t>
            </a:r>
            <a:endParaRPr lang="en-US" altLang="ko-KR"/>
          </a:p>
          <a:p>
            <a:r>
              <a:rPr lang="en-US" altLang="ko-KR"/>
              <a:t>P6 – </a:t>
            </a:r>
            <a:r>
              <a:rPr lang="ko-KR" altLang="en-US"/>
              <a:t>커서 위치</a:t>
            </a:r>
            <a:r>
              <a:rPr lang="en-US" altLang="ko-KR"/>
              <a:t> 2</a:t>
            </a:r>
            <a:r>
              <a:rPr lang="ko-KR" altLang="en-US"/>
              <a:t>에서 </a:t>
            </a:r>
            <a:r>
              <a:rPr lang="en-US" altLang="ko-KR"/>
              <a:t>23:30 </a:t>
            </a:r>
            <a:r>
              <a:rPr lang="ko-KR" altLang="en-US"/>
              <a:t>주입 </a:t>
            </a:r>
            <a:r>
              <a:rPr lang="en-US" altLang="ko-KR"/>
              <a:t>(U -&gt; D)</a:t>
            </a:r>
          </a:p>
          <a:p>
            <a:r>
              <a:rPr lang="en-US" altLang="ko-KR"/>
              <a:t>1. 23:30 ‘</a:t>
            </a:r>
            <a:r>
              <a:rPr lang="ko-KR" altLang="en-US"/>
              <a:t>시</a:t>
            </a:r>
            <a:r>
              <a:rPr lang="en-US" altLang="ko-KR"/>
              <a:t>‘ </a:t>
            </a:r>
            <a:r>
              <a:rPr lang="ko-KR" altLang="en-US"/>
              <a:t>경계 값에서 </a:t>
            </a:r>
            <a:r>
              <a:rPr lang="en-US" altLang="ko-KR"/>
              <a:t>SW3 = 0(Hour </a:t>
            </a:r>
            <a:r>
              <a:rPr lang="ko-KR" altLang="en-US"/>
              <a:t>최대 표현 </a:t>
            </a:r>
            <a:r>
              <a:rPr lang="en-US" altLang="ko-KR"/>
              <a:t>:12</a:t>
            </a:r>
            <a:r>
              <a:rPr lang="ko-KR" altLang="en-US"/>
              <a:t>시</a:t>
            </a:r>
            <a:r>
              <a:rPr lang="en-US" altLang="ko-KR"/>
              <a:t>) </a:t>
            </a:r>
            <a:r>
              <a:rPr lang="ko-KR" altLang="en-US"/>
              <a:t>에서 </a:t>
            </a:r>
            <a:r>
              <a:rPr lang="en-US" altLang="ko-KR"/>
              <a:t>LED </a:t>
            </a:r>
            <a:r>
              <a:rPr lang="ko-KR" altLang="en-US"/>
              <a:t>출력 및 </a:t>
            </a:r>
            <a:r>
              <a:rPr lang="en-US" altLang="ko-KR"/>
              <a:t>BCD </a:t>
            </a:r>
            <a:r>
              <a:rPr lang="ko-KR" altLang="en-US"/>
              <a:t>출력 확인  </a:t>
            </a:r>
            <a:endParaRPr lang="en-US" altLang="ko-KR"/>
          </a:p>
          <a:p>
            <a:r>
              <a:rPr lang="en-US" altLang="ko-KR"/>
              <a:t>      </a:t>
            </a:r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8C1FC8C-A454-CDAE-21B0-0ADFA0AA8C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082"/>
          <a:stretch>
            <a:fillRect/>
          </a:stretch>
        </p:blipFill>
        <p:spPr>
          <a:xfrm>
            <a:off x="632814" y="1460829"/>
            <a:ext cx="5628138" cy="4730056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996C108C-4DFD-4DE9-26A4-06392025B583}"/>
              </a:ext>
            </a:extLst>
          </p:cNvPr>
          <p:cNvSpPr/>
          <p:nvPr/>
        </p:nvSpPr>
        <p:spPr>
          <a:xfrm>
            <a:off x="2448767" y="2297140"/>
            <a:ext cx="1352147" cy="3539470"/>
          </a:xfrm>
          <a:prstGeom prst="rect">
            <a:avLst/>
          </a:prstGeom>
          <a:solidFill>
            <a:schemeClr val="tx1"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D4D895-9FBD-45B4-3D77-FDCC67F72962}"/>
              </a:ext>
            </a:extLst>
          </p:cNvPr>
          <p:cNvSpPr txBox="1"/>
          <p:nvPr/>
        </p:nvSpPr>
        <p:spPr>
          <a:xfrm>
            <a:off x="2519677" y="4300339"/>
            <a:ext cx="19956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en-US" altLang="ko-KR" sz="1000">
                <a:highlight>
                  <a:srgbClr val="FFFF00"/>
                </a:highlight>
              </a:rPr>
              <a:t>1. 23:30 </a:t>
            </a:r>
            <a:r>
              <a:rPr lang="ko-KR" altLang="en-US" sz="1000">
                <a:highlight>
                  <a:srgbClr val="FFFF00"/>
                </a:highlight>
              </a:rPr>
              <a:t>주입</a:t>
            </a:r>
            <a:endParaRPr lang="en-US" altLang="ko-KR" sz="1000">
              <a:highlight>
                <a:srgbClr val="FFFF00"/>
              </a:highlight>
            </a:endParaRPr>
          </a:p>
          <a:p>
            <a:pPr marL="228600" indent="-228600">
              <a:buAutoNum type="arabicPeriod"/>
            </a:pPr>
            <a:r>
              <a:rPr lang="en-US" altLang="ko-KR" sz="1000">
                <a:highlight>
                  <a:srgbClr val="FFFF00"/>
                </a:highlight>
              </a:rPr>
              <a:t>(pm</a:t>
            </a:r>
            <a:r>
              <a:rPr lang="ko-KR" altLang="en-US" sz="1000">
                <a:highlight>
                  <a:srgbClr val="FFFF00"/>
                </a:highlight>
              </a:rPr>
              <a:t> </a:t>
            </a:r>
            <a:r>
              <a:rPr lang="en-US" altLang="ko-KR" sz="1000">
                <a:highlight>
                  <a:srgbClr val="FFFF00"/>
                </a:highlight>
              </a:rPr>
              <a:t>11</a:t>
            </a:r>
            <a:r>
              <a:rPr lang="ko-KR" altLang="en-US" sz="1000">
                <a:highlight>
                  <a:srgbClr val="FFFF00"/>
                </a:highlight>
              </a:rPr>
              <a:t> </a:t>
            </a:r>
            <a:r>
              <a:rPr lang="en-US" altLang="ko-KR" sz="1000">
                <a:highlight>
                  <a:srgbClr val="FFFF00"/>
                </a:highlight>
              </a:rPr>
              <a:t>:</a:t>
            </a:r>
            <a:r>
              <a:rPr lang="ko-KR" altLang="en-US" sz="1000">
                <a:highlight>
                  <a:srgbClr val="FFFF00"/>
                </a:highlight>
              </a:rPr>
              <a:t> </a:t>
            </a:r>
            <a:r>
              <a:rPr lang="en-US" altLang="ko-KR" sz="1000">
                <a:highlight>
                  <a:srgbClr val="FFFF00"/>
                </a:highlight>
              </a:rPr>
              <a:t>30)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DF5BCB10-5E3C-EA03-26E0-1CAD29388B54}"/>
              </a:ext>
            </a:extLst>
          </p:cNvPr>
          <p:cNvCxnSpPr>
            <a:cxnSpLocks/>
            <a:endCxn id="11" idx="3"/>
          </p:cNvCxnSpPr>
          <p:nvPr/>
        </p:nvCxnSpPr>
        <p:spPr>
          <a:xfrm>
            <a:off x="4053897" y="3402039"/>
            <a:ext cx="461478" cy="1098355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CF5F5100-90D9-95DE-4CFB-4EB7F3085A40}"/>
              </a:ext>
            </a:extLst>
          </p:cNvPr>
          <p:cNvSpPr/>
          <p:nvPr/>
        </p:nvSpPr>
        <p:spPr>
          <a:xfrm>
            <a:off x="738953" y="5516589"/>
            <a:ext cx="489400" cy="1809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3ED5982C-DFB6-0403-6154-954CBAE75C10}"/>
              </a:ext>
            </a:extLst>
          </p:cNvPr>
          <p:cNvSpPr/>
          <p:nvPr/>
        </p:nvSpPr>
        <p:spPr>
          <a:xfrm>
            <a:off x="873720" y="2019718"/>
            <a:ext cx="533726" cy="1276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E895E78-45E6-3805-661E-5E397A9E20D7}"/>
              </a:ext>
            </a:extLst>
          </p:cNvPr>
          <p:cNvSpPr txBox="1"/>
          <p:nvPr/>
        </p:nvSpPr>
        <p:spPr>
          <a:xfrm>
            <a:off x="1407445" y="1960420"/>
            <a:ext cx="25734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highlight>
                  <a:srgbClr val="FFFF00"/>
                </a:highlight>
              </a:rPr>
              <a:t>SW3 : 0 – </a:t>
            </a:r>
            <a:r>
              <a:rPr lang="ko-KR" altLang="en-US" sz="1000">
                <a:highlight>
                  <a:srgbClr val="FFFF00"/>
                </a:highlight>
              </a:rPr>
              <a:t>최대 표현 </a:t>
            </a:r>
            <a:r>
              <a:rPr lang="en-US" altLang="ko-KR" sz="1000">
                <a:highlight>
                  <a:srgbClr val="FFFF00"/>
                </a:highlight>
              </a:rPr>
              <a:t>= 12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100F49A8-7D44-1DFD-C40B-2C4FBBC689E0}"/>
              </a:ext>
            </a:extLst>
          </p:cNvPr>
          <p:cNvCxnSpPr>
            <a:cxnSpLocks/>
          </p:cNvCxnSpPr>
          <p:nvPr/>
        </p:nvCxnSpPr>
        <p:spPr>
          <a:xfrm flipH="1">
            <a:off x="4042395" y="4405223"/>
            <a:ext cx="11502" cy="1111366"/>
          </a:xfrm>
          <a:prstGeom prst="straightConnector1">
            <a:avLst/>
          </a:prstGeom>
          <a:ln>
            <a:solidFill>
              <a:srgbClr val="FFFF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D7C5A9F4-1F78-B267-5E96-2D219D73D1CA}"/>
              </a:ext>
            </a:extLst>
          </p:cNvPr>
          <p:cNvCxnSpPr/>
          <p:nvPr/>
        </p:nvCxnSpPr>
        <p:spPr>
          <a:xfrm>
            <a:off x="4350497" y="5984557"/>
            <a:ext cx="64466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0355A2D2-A872-E314-614D-C20AAB495A9A}"/>
              </a:ext>
            </a:extLst>
          </p:cNvPr>
          <p:cNvSpPr/>
          <p:nvPr/>
        </p:nvSpPr>
        <p:spPr>
          <a:xfrm>
            <a:off x="806690" y="2982939"/>
            <a:ext cx="489400" cy="1809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2F6D4467-0ACC-98B2-6C02-44F156A3094F}"/>
              </a:ext>
            </a:extLst>
          </p:cNvPr>
          <p:cNvSpPr txBox="1"/>
          <p:nvPr/>
        </p:nvSpPr>
        <p:spPr>
          <a:xfrm>
            <a:off x="4053897" y="3183113"/>
            <a:ext cx="19956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highlight>
                  <a:srgbClr val="FFFF00"/>
                </a:highlight>
              </a:rPr>
              <a:t>UP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106" name="직선 화살표 연결선 105">
            <a:extLst>
              <a:ext uri="{FF2B5EF4-FFF2-40B4-BE49-F238E27FC236}">
                <a16:creationId xmlns:a16="http://schemas.microsoft.com/office/drawing/2014/main" id="{82950383-D01F-89EB-60E6-C53074EE4806}"/>
              </a:ext>
            </a:extLst>
          </p:cNvPr>
          <p:cNvCxnSpPr>
            <a:cxnSpLocks/>
          </p:cNvCxnSpPr>
          <p:nvPr/>
        </p:nvCxnSpPr>
        <p:spPr>
          <a:xfrm flipV="1">
            <a:off x="4385391" y="5994082"/>
            <a:ext cx="0" cy="19680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4BA798D0-FBCC-66CD-7D50-6B81D9EFA440}"/>
              </a:ext>
            </a:extLst>
          </p:cNvPr>
          <p:cNvSpPr/>
          <p:nvPr/>
        </p:nvSpPr>
        <p:spPr>
          <a:xfrm>
            <a:off x="2808210" y="2564139"/>
            <a:ext cx="288343" cy="514049"/>
          </a:xfrm>
          <a:prstGeom prst="rect">
            <a:avLst/>
          </a:prstGeom>
          <a:noFill/>
          <a:ln>
            <a:solidFill>
              <a:srgbClr val="FFC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79" name="그룹 178">
            <a:extLst>
              <a:ext uri="{FF2B5EF4-FFF2-40B4-BE49-F238E27FC236}">
                <a16:creationId xmlns:a16="http://schemas.microsoft.com/office/drawing/2014/main" id="{E1C4F2A7-A4D2-B25B-A5F0-B9048F112770}"/>
              </a:ext>
            </a:extLst>
          </p:cNvPr>
          <p:cNvGrpSpPr/>
          <p:nvPr/>
        </p:nvGrpSpPr>
        <p:grpSpPr>
          <a:xfrm>
            <a:off x="2565900" y="2607812"/>
            <a:ext cx="2089305" cy="1028262"/>
            <a:chOff x="3629676" y="1905245"/>
            <a:chExt cx="2451702" cy="1068795"/>
          </a:xfrm>
        </p:grpSpPr>
        <p:grpSp>
          <p:nvGrpSpPr>
            <p:cNvPr id="180" name="그룹 179">
              <a:extLst>
                <a:ext uri="{FF2B5EF4-FFF2-40B4-BE49-F238E27FC236}">
                  <a16:creationId xmlns:a16="http://schemas.microsoft.com/office/drawing/2014/main" id="{24F04DC5-13D1-11F4-D37E-A2C6A21163BD}"/>
                </a:ext>
              </a:extLst>
            </p:cNvPr>
            <p:cNvGrpSpPr/>
            <p:nvPr/>
          </p:nvGrpSpPr>
          <p:grpSpPr>
            <a:xfrm>
              <a:off x="3629676" y="1905245"/>
              <a:ext cx="1322999" cy="445037"/>
              <a:chOff x="8112248" y="4451227"/>
              <a:chExt cx="3529919" cy="1221760"/>
            </a:xfrm>
          </p:grpSpPr>
          <p:grpSp>
            <p:nvGrpSpPr>
              <p:cNvPr id="183" name="그룹 182">
                <a:extLst>
                  <a:ext uri="{FF2B5EF4-FFF2-40B4-BE49-F238E27FC236}">
                    <a16:creationId xmlns:a16="http://schemas.microsoft.com/office/drawing/2014/main" id="{6E7F653B-F37E-2B2D-FFA4-3A8C0DD8B486}"/>
                  </a:ext>
                </a:extLst>
              </p:cNvPr>
              <p:cNvGrpSpPr/>
              <p:nvPr/>
            </p:nvGrpSpPr>
            <p:grpSpPr>
              <a:xfrm>
                <a:off x="8112248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223" name="그룹 222">
                  <a:extLst>
                    <a:ext uri="{FF2B5EF4-FFF2-40B4-BE49-F238E27FC236}">
                      <a16:creationId xmlns:a16="http://schemas.microsoft.com/office/drawing/2014/main" id="{645894C3-B428-18D1-948E-D4E01869D637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225" name="그룹 224">
                    <a:extLst>
                      <a:ext uri="{FF2B5EF4-FFF2-40B4-BE49-F238E27FC236}">
                        <a16:creationId xmlns:a16="http://schemas.microsoft.com/office/drawing/2014/main" id="{D0704C69-9E99-2E97-2492-7A592C753397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31" name="직사각형 230">
                      <a:extLst>
                        <a:ext uri="{FF2B5EF4-FFF2-40B4-BE49-F238E27FC236}">
                          <a16:creationId xmlns:a16="http://schemas.microsoft.com/office/drawing/2014/main" id="{4833F829-B4AA-A242-37F3-53FA25335AD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32" name="직사각형 231">
                      <a:extLst>
                        <a:ext uri="{FF2B5EF4-FFF2-40B4-BE49-F238E27FC236}">
                          <a16:creationId xmlns:a16="http://schemas.microsoft.com/office/drawing/2014/main" id="{DA2C5518-F085-83D5-5832-08295EA5E6FF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33" name="직사각형 232">
                      <a:extLst>
                        <a:ext uri="{FF2B5EF4-FFF2-40B4-BE49-F238E27FC236}">
                          <a16:creationId xmlns:a16="http://schemas.microsoft.com/office/drawing/2014/main" id="{BF2457F2-C8B6-DF68-CF69-6542294E704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34" name="직사각형 233">
                      <a:extLst>
                        <a:ext uri="{FF2B5EF4-FFF2-40B4-BE49-F238E27FC236}">
                          <a16:creationId xmlns:a16="http://schemas.microsoft.com/office/drawing/2014/main" id="{98086902-F692-25EE-3D0F-0BD7B9EF2FB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  <p:grpSp>
                <p:nvGrpSpPr>
                  <p:cNvPr id="226" name="그룹 225">
                    <a:extLst>
                      <a:ext uri="{FF2B5EF4-FFF2-40B4-BE49-F238E27FC236}">
                        <a16:creationId xmlns:a16="http://schemas.microsoft.com/office/drawing/2014/main" id="{2B7A262F-6479-23D8-BE89-D7B96B203AFE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27" name="직사각형 226">
                      <a:extLst>
                        <a:ext uri="{FF2B5EF4-FFF2-40B4-BE49-F238E27FC236}">
                          <a16:creationId xmlns:a16="http://schemas.microsoft.com/office/drawing/2014/main" id="{F9AC57A6-6539-F220-3D69-8F115E2079C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28" name="직사각형 227">
                      <a:extLst>
                        <a:ext uri="{FF2B5EF4-FFF2-40B4-BE49-F238E27FC236}">
                          <a16:creationId xmlns:a16="http://schemas.microsoft.com/office/drawing/2014/main" id="{F0D296C2-5B9B-2199-3C28-794ED227556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29" name="직사각형 228">
                      <a:extLst>
                        <a:ext uri="{FF2B5EF4-FFF2-40B4-BE49-F238E27FC236}">
                          <a16:creationId xmlns:a16="http://schemas.microsoft.com/office/drawing/2014/main" id="{4CD5E172-AAED-FF9D-1935-407952D0762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30" name="직사각형 229">
                      <a:extLst>
                        <a:ext uri="{FF2B5EF4-FFF2-40B4-BE49-F238E27FC236}">
                          <a16:creationId xmlns:a16="http://schemas.microsoft.com/office/drawing/2014/main" id="{22D476B7-7880-5AC3-D55A-E7CB68E3A5CB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</p:grpSp>
            <p:sp>
              <p:nvSpPr>
                <p:cNvPr id="224" name="직사각형 223">
                  <a:extLst>
                    <a:ext uri="{FF2B5EF4-FFF2-40B4-BE49-F238E27FC236}">
                      <a16:creationId xmlns:a16="http://schemas.microsoft.com/office/drawing/2014/main" id="{F27623B7-1C3C-8C8A-981E-81A4FB024E2B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</p:grpSp>
          <p:grpSp>
            <p:nvGrpSpPr>
              <p:cNvPr id="184" name="그룹 183">
                <a:extLst>
                  <a:ext uri="{FF2B5EF4-FFF2-40B4-BE49-F238E27FC236}">
                    <a16:creationId xmlns:a16="http://schemas.microsoft.com/office/drawing/2014/main" id="{3A9A98FD-170C-5FA6-38EF-2C58B40D5D1F}"/>
                  </a:ext>
                </a:extLst>
              </p:cNvPr>
              <p:cNvGrpSpPr/>
              <p:nvPr/>
            </p:nvGrpSpPr>
            <p:grpSpPr>
              <a:xfrm>
                <a:off x="900388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211" name="그룹 210">
                  <a:extLst>
                    <a:ext uri="{FF2B5EF4-FFF2-40B4-BE49-F238E27FC236}">
                      <a16:creationId xmlns:a16="http://schemas.microsoft.com/office/drawing/2014/main" id="{25DD0785-A48E-E9DA-BE32-3CC216BA1796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213" name="그룹 212">
                    <a:extLst>
                      <a:ext uri="{FF2B5EF4-FFF2-40B4-BE49-F238E27FC236}">
                        <a16:creationId xmlns:a16="http://schemas.microsoft.com/office/drawing/2014/main" id="{1B22A8D3-DAF9-5121-C219-AA73ADFE8629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19" name="직사각형 218">
                      <a:extLst>
                        <a:ext uri="{FF2B5EF4-FFF2-40B4-BE49-F238E27FC236}">
                          <a16:creationId xmlns:a16="http://schemas.microsoft.com/office/drawing/2014/main" id="{1EA2241E-0B00-C9D8-945F-EBFB52C195D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20" name="직사각형 219">
                      <a:extLst>
                        <a:ext uri="{FF2B5EF4-FFF2-40B4-BE49-F238E27FC236}">
                          <a16:creationId xmlns:a16="http://schemas.microsoft.com/office/drawing/2014/main" id="{F120D1C8-341B-0BFB-0FBC-0E89B3A42A82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21" name="직사각형 220">
                      <a:extLst>
                        <a:ext uri="{FF2B5EF4-FFF2-40B4-BE49-F238E27FC236}">
                          <a16:creationId xmlns:a16="http://schemas.microsoft.com/office/drawing/2014/main" id="{FC297270-1E7C-E6B0-598D-1419A91BA61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22" name="직사각형 221">
                      <a:extLst>
                        <a:ext uri="{FF2B5EF4-FFF2-40B4-BE49-F238E27FC236}">
                          <a16:creationId xmlns:a16="http://schemas.microsoft.com/office/drawing/2014/main" id="{6BBCCE36-7C62-FBF5-3622-0D9C505CF862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  <p:grpSp>
                <p:nvGrpSpPr>
                  <p:cNvPr id="214" name="그룹 213">
                    <a:extLst>
                      <a:ext uri="{FF2B5EF4-FFF2-40B4-BE49-F238E27FC236}">
                        <a16:creationId xmlns:a16="http://schemas.microsoft.com/office/drawing/2014/main" id="{202F90D5-CDB6-A773-145D-A1FDCA561AA5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15" name="직사각형 214">
                      <a:extLst>
                        <a:ext uri="{FF2B5EF4-FFF2-40B4-BE49-F238E27FC236}">
                          <a16:creationId xmlns:a16="http://schemas.microsoft.com/office/drawing/2014/main" id="{1A459DC9-C09C-9D22-1268-D159F52492F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16" name="직사각형 215">
                      <a:extLst>
                        <a:ext uri="{FF2B5EF4-FFF2-40B4-BE49-F238E27FC236}">
                          <a16:creationId xmlns:a16="http://schemas.microsoft.com/office/drawing/2014/main" id="{B1D6CBA1-AEBD-FD00-9F4A-DE7CD1D3E33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17" name="직사각형 216">
                      <a:extLst>
                        <a:ext uri="{FF2B5EF4-FFF2-40B4-BE49-F238E27FC236}">
                          <a16:creationId xmlns:a16="http://schemas.microsoft.com/office/drawing/2014/main" id="{81B7BCB1-4056-2066-60A2-30C5A09CEFC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18" name="직사각형 217">
                      <a:extLst>
                        <a:ext uri="{FF2B5EF4-FFF2-40B4-BE49-F238E27FC236}">
                          <a16:creationId xmlns:a16="http://schemas.microsoft.com/office/drawing/2014/main" id="{A4486986-6C0A-FFF2-69DD-2CB2809674B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</p:grpSp>
            <p:sp>
              <p:nvSpPr>
                <p:cNvPr id="212" name="직사각형 211">
                  <a:extLst>
                    <a:ext uri="{FF2B5EF4-FFF2-40B4-BE49-F238E27FC236}">
                      <a16:creationId xmlns:a16="http://schemas.microsoft.com/office/drawing/2014/main" id="{F13597F4-4B02-E07A-4C23-49EE88798902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</p:grpSp>
          <p:grpSp>
            <p:nvGrpSpPr>
              <p:cNvPr id="185" name="그룹 184">
                <a:extLst>
                  <a:ext uri="{FF2B5EF4-FFF2-40B4-BE49-F238E27FC236}">
                    <a16:creationId xmlns:a16="http://schemas.microsoft.com/office/drawing/2014/main" id="{8A91E914-F0BC-3080-3F11-271047DD087E}"/>
                  </a:ext>
                </a:extLst>
              </p:cNvPr>
              <p:cNvGrpSpPr/>
              <p:nvPr/>
            </p:nvGrpSpPr>
            <p:grpSpPr>
              <a:xfrm>
                <a:off x="993585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99" name="그룹 198">
                  <a:extLst>
                    <a:ext uri="{FF2B5EF4-FFF2-40B4-BE49-F238E27FC236}">
                      <a16:creationId xmlns:a16="http://schemas.microsoft.com/office/drawing/2014/main" id="{9B504A25-1600-B35F-EA63-CD7117EF1552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201" name="그룹 200">
                    <a:extLst>
                      <a:ext uri="{FF2B5EF4-FFF2-40B4-BE49-F238E27FC236}">
                        <a16:creationId xmlns:a16="http://schemas.microsoft.com/office/drawing/2014/main" id="{0A91F129-D7A9-984E-314A-5E1D9047A241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07" name="직사각형 206">
                      <a:extLst>
                        <a:ext uri="{FF2B5EF4-FFF2-40B4-BE49-F238E27FC236}">
                          <a16:creationId xmlns:a16="http://schemas.microsoft.com/office/drawing/2014/main" id="{216EEEB7-1427-5F4C-00B4-5DFEAED89DC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08" name="직사각형 207">
                      <a:extLst>
                        <a:ext uri="{FF2B5EF4-FFF2-40B4-BE49-F238E27FC236}">
                          <a16:creationId xmlns:a16="http://schemas.microsoft.com/office/drawing/2014/main" id="{D60A0A80-F832-1442-98AB-442CA9CE1555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09" name="직사각형 208">
                      <a:extLst>
                        <a:ext uri="{FF2B5EF4-FFF2-40B4-BE49-F238E27FC236}">
                          <a16:creationId xmlns:a16="http://schemas.microsoft.com/office/drawing/2014/main" id="{59260599-25F5-D193-4BB8-116693B5511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10" name="직사각형 209">
                      <a:extLst>
                        <a:ext uri="{FF2B5EF4-FFF2-40B4-BE49-F238E27FC236}">
                          <a16:creationId xmlns:a16="http://schemas.microsoft.com/office/drawing/2014/main" id="{E2D75348-C8C5-0BAA-4C8D-08B0504FBD4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  <p:grpSp>
                <p:nvGrpSpPr>
                  <p:cNvPr id="202" name="그룹 201">
                    <a:extLst>
                      <a:ext uri="{FF2B5EF4-FFF2-40B4-BE49-F238E27FC236}">
                        <a16:creationId xmlns:a16="http://schemas.microsoft.com/office/drawing/2014/main" id="{F43255CC-FCE8-34C9-D2DA-D4D997D0EED2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03" name="직사각형 202">
                      <a:extLst>
                        <a:ext uri="{FF2B5EF4-FFF2-40B4-BE49-F238E27FC236}">
                          <a16:creationId xmlns:a16="http://schemas.microsoft.com/office/drawing/2014/main" id="{3B430F5A-B9DA-A814-7D5D-200E679A071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04" name="직사각형 203">
                      <a:extLst>
                        <a:ext uri="{FF2B5EF4-FFF2-40B4-BE49-F238E27FC236}">
                          <a16:creationId xmlns:a16="http://schemas.microsoft.com/office/drawing/2014/main" id="{DDC77B28-AC44-68B2-FBF7-032CBC898F3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05" name="직사각형 204">
                      <a:extLst>
                        <a:ext uri="{FF2B5EF4-FFF2-40B4-BE49-F238E27FC236}">
                          <a16:creationId xmlns:a16="http://schemas.microsoft.com/office/drawing/2014/main" id="{02FF238B-5EBD-9808-73C7-F91F82FD41E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206" name="직사각형 205">
                      <a:extLst>
                        <a:ext uri="{FF2B5EF4-FFF2-40B4-BE49-F238E27FC236}">
                          <a16:creationId xmlns:a16="http://schemas.microsoft.com/office/drawing/2014/main" id="{B7DF7DA6-22BD-D755-11B9-6E85B72D6DE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</p:grpSp>
            <p:sp>
              <p:nvSpPr>
                <p:cNvPr id="200" name="직사각형 199">
                  <a:extLst>
                    <a:ext uri="{FF2B5EF4-FFF2-40B4-BE49-F238E27FC236}">
                      <a16:creationId xmlns:a16="http://schemas.microsoft.com/office/drawing/2014/main" id="{D1E1CD66-5E11-603A-A3C2-1ABC6EEEBA46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</p:grpSp>
          <p:grpSp>
            <p:nvGrpSpPr>
              <p:cNvPr id="186" name="그룹 185">
                <a:extLst>
                  <a:ext uri="{FF2B5EF4-FFF2-40B4-BE49-F238E27FC236}">
                    <a16:creationId xmlns:a16="http://schemas.microsoft.com/office/drawing/2014/main" id="{31E011F4-9082-B75C-DF4A-DD7B3B96CA27}"/>
                  </a:ext>
                </a:extLst>
              </p:cNvPr>
              <p:cNvGrpSpPr/>
              <p:nvPr/>
            </p:nvGrpSpPr>
            <p:grpSpPr>
              <a:xfrm>
                <a:off x="10845365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87" name="그룹 186">
                  <a:extLst>
                    <a:ext uri="{FF2B5EF4-FFF2-40B4-BE49-F238E27FC236}">
                      <a16:creationId xmlns:a16="http://schemas.microsoft.com/office/drawing/2014/main" id="{0656BFFE-3A22-1F76-CF0A-753A40D37498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89" name="그룹 188">
                    <a:extLst>
                      <a:ext uri="{FF2B5EF4-FFF2-40B4-BE49-F238E27FC236}">
                        <a16:creationId xmlns:a16="http://schemas.microsoft.com/office/drawing/2014/main" id="{62732C5C-F445-259E-E53C-8B49A244ED18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95" name="직사각형 194">
                      <a:extLst>
                        <a:ext uri="{FF2B5EF4-FFF2-40B4-BE49-F238E27FC236}">
                          <a16:creationId xmlns:a16="http://schemas.microsoft.com/office/drawing/2014/main" id="{CC3C4ECB-84A0-472E-C7F4-18C57B6278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96" name="직사각형 195">
                      <a:extLst>
                        <a:ext uri="{FF2B5EF4-FFF2-40B4-BE49-F238E27FC236}">
                          <a16:creationId xmlns:a16="http://schemas.microsoft.com/office/drawing/2014/main" id="{E146F2AA-FE00-B41D-EFE0-BAB07F88D12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97" name="직사각형 196">
                      <a:extLst>
                        <a:ext uri="{FF2B5EF4-FFF2-40B4-BE49-F238E27FC236}">
                          <a16:creationId xmlns:a16="http://schemas.microsoft.com/office/drawing/2014/main" id="{F8E0F89A-F67B-67EB-FE3E-616A6F8146F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98" name="직사각형 197">
                      <a:extLst>
                        <a:ext uri="{FF2B5EF4-FFF2-40B4-BE49-F238E27FC236}">
                          <a16:creationId xmlns:a16="http://schemas.microsoft.com/office/drawing/2014/main" id="{47982B43-D1A9-FE15-E46D-D3853849C19F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  <p:grpSp>
                <p:nvGrpSpPr>
                  <p:cNvPr id="190" name="그룹 189">
                    <a:extLst>
                      <a:ext uri="{FF2B5EF4-FFF2-40B4-BE49-F238E27FC236}">
                        <a16:creationId xmlns:a16="http://schemas.microsoft.com/office/drawing/2014/main" id="{D94D2876-821E-B64A-FE0D-B672885CCD17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91" name="직사각형 190">
                      <a:extLst>
                        <a:ext uri="{FF2B5EF4-FFF2-40B4-BE49-F238E27FC236}">
                          <a16:creationId xmlns:a16="http://schemas.microsoft.com/office/drawing/2014/main" id="{F81A0960-D17A-D10A-377A-E964152EC66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92" name="직사각형 191">
                      <a:extLst>
                        <a:ext uri="{FF2B5EF4-FFF2-40B4-BE49-F238E27FC236}">
                          <a16:creationId xmlns:a16="http://schemas.microsoft.com/office/drawing/2014/main" id="{F3E0DBAC-10B9-5301-9FB6-7AB807D99DBB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93" name="직사각형 192">
                      <a:extLst>
                        <a:ext uri="{FF2B5EF4-FFF2-40B4-BE49-F238E27FC236}">
                          <a16:creationId xmlns:a16="http://schemas.microsoft.com/office/drawing/2014/main" id="{E98562E0-3128-D29E-A11A-3B7A5CB7C1B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94" name="직사각형 193">
                      <a:extLst>
                        <a:ext uri="{FF2B5EF4-FFF2-40B4-BE49-F238E27FC236}">
                          <a16:creationId xmlns:a16="http://schemas.microsoft.com/office/drawing/2014/main" id="{B0AF8404-0150-850B-D8AE-2B54BD0EB8F2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</p:grpSp>
            <p:sp>
              <p:nvSpPr>
                <p:cNvPr id="188" name="직사각형 187">
                  <a:extLst>
                    <a:ext uri="{FF2B5EF4-FFF2-40B4-BE49-F238E27FC236}">
                      <a16:creationId xmlns:a16="http://schemas.microsoft.com/office/drawing/2014/main" id="{6EC60F2F-BB68-69CF-6820-15C886186256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</p:grpSp>
        </p:grpSp>
        <p:cxnSp>
          <p:nvCxnSpPr>
            <p:cNvPr id="181" name="직선 화살표 연결선 180">
              <a:extLst>
                <a:ext uri="{FF2B5EF4-FFF2-40B4-BE49-F238E27FC236}">
                  <a16:creationId xmlns:a16="http://schemas.microsoft.com/office/drawing/2014/main" id="{185ED367-8E67-EAD4-95D6-1816276127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01223" y="2420816"/>
              <a:ext cx="0" cy="30962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055D6998-91BB-7515-543E-D2C099B5F710}"/>
                </a:ext>
              </a:extLst>
            </p:cNvPr>
            <p:cNvSpPr txBox="1"/>
            <p:nvPr/>
          </p:nvSpPr>
          <p:spPr>
            <a:xfrm>
              <a:off x="3657023" y="2756448"/>
              <a:ext cx="2424355" cy="2175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>
                  <a:solidFill>
                    <a:schemeClr val="bg1"/>
                  </a:solidFill>
                </a:rPr>
                <a:t>cursor </a:t>
              </a:r>
              <a:r>
                <a:rPr lang="ko-KR" altLang="en-US" sz="1000">
                  <a:solidFill>
                    <a:schemeClr val="bg1"/>
                  </a:solidFill>
                </a:rPr>
                <a:t>위치</a:t>
              </a:r>
            </a:p>
          </p:txBody>
        </p:sp>
      </p:grpSp>
      <p:cxnSp>
        <p:nvCxnSpPr>
          <p:cNvPr id="292" name="직선 연결선 291">
            <a:extLst>
              <a:ext uri="{FF2B5EF4-FFF2-40B4-BE49-F238E27FC236}">
                <a16:creationId xmlns:a16="http://schemas.microsoft.com/office/drawing/2014/main" id="{CA8F05F3-F9D6-D48F-D9FB-CB56FD9C6633}"/>
              </a:ext>
            </a:extLst>
          </p:cNvPr>
          <p:cNvCxnSpPr/>
          <p:nvPr/>
        </p:nvCxnSpPr>
        <p:spPr>
          <a:xfrm>
            <a:off x="2933463" y="5975030"/>
            <a:ext cx="64466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직선 화살표 연결선 292">
            <a:extLst>
              <a:ext uri="{FF2B5EF4-FFF2-40B4-BE49-F238E27FC236}">
                <a16:creationId xmlns:a16="http://schemas.microsoft.com/office/drawing/2014/main" id="{F0945A05-DE96-95F4-8B06-6CCD38C75BCC}"/>
              </a:ext>
            </a:extLst>
          </p:cNvPr>
          <p:cNvCxnSpPr>
            <a:cxnSpLocks/>
          </p:cNvCxnSpPr>
          <p:nvPr/>
        </p:nvCxnSpPr>
        <p:spPr>
          <a:xfrm flipV="1">
            <a:off x="2968742" y="5994082"/>
            <a:ext cx="0" cy="19680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직선 화살표 연결선 297">
            <a:extLst>
              <a:ext uri="{FF2B5EF4-FFF2-40B4-BE49-F238E27FC236}">
                <a16:creationId xmlns:a16="http://schemas.microsoft.com/office/drawing/2014/main" id="{33172B97-5247-C6F6-65E9-45F1F5A0F2F2}"/>
              </a:ext>
            </a:extLst>
          </p:cNvPr>
          <p:cNvCxnSpPr>
            <a:cxnSpLocks/>
          </p:cNvCxnSpPr>
          <p:nvPr/>
        </p:nvCxnSpPr>
        <p:spPr>
          <a:xfrm>
            <a:off x="5292775" y="3718018"/>
            <a:ext cx="324092" cy="782376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1" name="TextBox 300">
            <a:extLst>
              <a:ext uri="{FF2B5EF4-FFF2-40B4-BE49-F238E27FC236}">
                <a16:creationId xmlns:a16="http://schemas.microsoft.com/office/drawing/2014/main" id="{4CCF2CD0-3187-3283-4DB4-93A69A22AF55}"/>
              </a:ext>
            </a:extLst>
          </p:cNvPr>
          <p:cNvSpPr txBox="1"/>
          <p:nvPr/>
        </p:nvSpPr>
        <p:spPr>
          <a:xfrm>
            <a:off x="5341299" y="3596737"/>
            <a:ext cx="19956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highlight>
                  <a:srgbClr val="FFFF00"/>
                </a:highlight>
              </a:rPr>
              <a:t>DOWN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330" name="직선 화살표 연결선 329">
            <a:extLst>
              <a:ext uri="{FF2B5EF4-FFF2-40B4-BE49-F238E27FC236}">
                <a16:creationId xmlns:a16="http://schemas.microsoft.com/office/drawing/2014/main" id="{A9001EF0-0ABF-BE07-3B85-1E1FA5D3516C}"/>
              </a:ext>
            </a:extLst>
          </p:cNvPr>
          <p:cNvCxnSpPr>
            <a:cxnSpLocks/>
          </p:cNvCxnSpPr>
          <p:nvPr/>
        </p:nvCxnSpPr>
        <p:spPr>
          <a:xfrm flipH="1">
            <a:off x="5269771" y="4405223"/>
            <a:ext cx="11502" cy="1111366"/>
          </a:xfrm>
          <a:prstGeom prst="straightConnector1">
            <a:avLst/>
          </a:prstGeom>
          <a:ln>
            <a:solidFill>
              <a:srgbClr val="FFC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42" name="그룹 341">
            <a:extLst>
              <a:ext uri="{FF2B5EF4-FFF2-40B4-BE49-F238E27FC236}">
                <a16:creationId xmlns:a16="http://schemas.microsoft.com/office/drawing/2014/main" id="{8D0C3A4E-2C20-F04F-8D4F-98AE6C6627B9}"/>
              </a:ext>
            </a:extLst>
          </p:cNvPr>
          <p:cNvGrpSpPr/>
          <p:nvPr/>
        </p:nvGrpSpPr>
        <p:grpSpPr>
          <a:xfrm>
            <a:off x="6450291" y="1438237"/>
            <a:ext cx="4493885" cy="2360377"/>
            <a:chOff x="6358275" y="1610767"/>
            <a:chExt cx="4493885" cy="2360377"/>
          </a:xfrm>
        </p:grpSpPr>
        <p:pic>
          <p:nvPicPr>
            <p:cNvPr id="313" name="그림 312">
              <a:extLst>
                <a:ext uri="{FF2B5EF4-FFF2-40B4-BE49-F238E27FC236}">
                  <a16:creationId xmlns:a16="http://schemas.microsoft.com/office/drawing/2014/main" id="{FFA1F93D-627B-EF3A-017F-0515244B249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58275" y="1645274"/>
              <a:ext cx="4493885" cy="2305828"/>
            </a:xfrm>
            <a:prstGeom prst="rect">
              <a:avLst/>
            </a:prstGeom>
          </p:spPr>
        </p:pic>
        <p:cxnSp>
          <p:nvCxnSpPr>
            <p:cNvPr id="316" name="직선 화살표 연결선 315">
              <a:extLst>
                <a:ext uri="{FF2B5EF4-FFF2-40B4-BE49-F238E27FC236}">
                  <a16:creationId xmlns:a16="http://schemas.microsoft.com/office/drawing/2014/main" id="{387682AA-0694-B482-7E30-86A44D40B248}"/>
                </a:ext>
              </a:extLst>
            </p:cNvPr>
            <p:cNvCxnSpPr>
              <a:cxnSpLocks/>
            </p:cNvCxnSpPr>
            <p:nvPr/>
          </p:nvCxnSpPr>
          <p:spPr>
            <a:xfrm>
              <a:off x="8401244" y="1610767"/>
              <a:ext cx="0" cy="1197170"/>
            </a:xfrm>
            <a:prstGeom prst="straightConnector1">
              <a:avLst/>
            </a:prstGeom>
            <a:ln>
              <a:solidFill>
                <a:srgbClr val="FFFF00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직선 연결선 317">
              <a:extLst>
                <a:ext uri="{FF2B5EF4-FFF2-40B4-BE49-F238E27FC236}">
                  <a16:creationId xmlns:a16="http://schemas.microsoft.com/office/drawing/2014/main" id="{C86DDA75-8349-0D91-4BFD-48A4FD48C1A3}"/>
                </a:ext>
              </a:extLst>
            </p:cNvPr>
            <p:cNvCxnSpPr>
              <a:cxnSpLocks/>
            </p:cNvCxnSpPr>
            <p:nvPr/>
          </p:nvCxnSpPr>
          <p:spPr>
            <a:xfrm>
              <a:off x="7176758" y="3129314"/>
              <a:ext cx="0" cy="841830"/>
            </a:xfrm>
            <a:prstGeom prst="line">
              <a:avLst/>
            </a:prstGeom>
            <a:ln>
              <a:solidFill>
                <a:srgbClr val="FFFF00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직선 연결선 320">
              <a:extLst>
                <a:ext uri="{FF2B5EF4-FFF2-40B4-BE49-F238E27FC236}">
                  <a16:creationId xmlns:a16="http://schemas.microsoft.com/office/drawing/2014/main" id="{E0FEDDE0-C9D9-AC34-65BD-FA0A4B6B7E1D}"/>
                </a:ext>
              </a:extLst>
            </p:cNvPr>
            <p:cNvCxnSpPr>
              <a:cxnSpLocks/>
            </p:cNvCxnSpPr>
            <p:nvPr/>
          </p:nvCxnSpPr>
          <p:spPr>
            <a:xfrm>
              <a:off x="7789533" y="3129314"/>
              <a:ext cx="0" cy="841830"/>
            </a:xfrm>
            <a:prstGeom prst="line">
              <a:avLst/>
            </a:prstGeom>
            <a:ln>
              <a:solidFill>
                <a:srgbClr val="FFFF00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직선 연결선 321">
              <a:extLst>
                <a:ext uri="{FF2B5EF4-FFF2-40B4-BE49-F238E27FC236}">
                  <a16:creationId xmlns:a16="http://schemas.microsoft.com/office/drawing/2014/main" id="{6E161968-EB74-D491-3C96-6FB3FC22C99F}"/>
                </a:ext>
              </a:extLst>
            </p:cNvPr>
            <p:cNvCxnSpPr>
              <a:cxnSpLocks/>
            </p:cNvCxnSpPr>
            <p:nvPr/>
          </p:nvCxnSpPr>
          <p:spPr>
            <a:xfrm>
              <a:off x="8393072" y="3129314"/>
              <a:ext cx="0" cy="841830"/>
            </a:xfrm>
            <a:prstGeom prst="line">
              <a:avLst/>
            </a:prstGeom>
            <a:ln>
              <a:solidFill>
                <a:srgbClr val="FFFF00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4" name="TextBox 293">
              <a:extLst>
                <a:ext uri="{FF2B5EF4-FFF2-40B4-BE49-F238E27FC236}">
                  <a16:creationId xmlns:a16="http://schemas.microsoft.com/office/drawing/2014/main" id="{44757483-7576-EE50-6A4D-F9F3A9D2AF5A}"/>
                </a:ext>
              </a:extLst>
            </p:cNvPr>
            <p:cNvSpPr txBox="1"/>
            <p:nvPr/>
          </p:nvSpPr>
          <p:spPr>
            <a:xfrm>
              <a:off x="7102532" y="2907158"/>
              <a:ext cx="199569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>
                  <a:highlight>
                    <a:srgbClr val="FFFF00"/>
                  </a:highlight>
                </a:rPr>
                <a:t>LED[15] = 1 (‘</a:t>
              </a:r>
              <a:r>
                <a:rPr lang="ko-KR" altLang="en-US" sz="800">
                  <a:highlight>
                    <a:srgbClr val="FFFF00"/>
                  </a:highlight>
                </a:rPr>
                <a:t>오후</a:t>
              </a:r>
              <a:r>
                <a:rPr lang="en-US" altLang="ko-KR" sz="800">
                  <a:highlight>
                    <a:srgbClr val="FFFF00"/>
                  </a:highlight>
                </a:rPr>
                <a:t>’) </a:t>
              </a:r>
              <a:endParaRPr lang="ko-KR" altLang="en-US" sz="800">
                <a:highlight>
                  <a:srgbClr val="FFFF00"/>
                </a:highlight>
              </a:endParaRPr>
            </a:p>
          </p:txBody>
        </p:sp>
        <p:sp>
          <p:nvSpPr>
            <p:cNvPr id="324" name="TextBox 323">
              <a:extLst>
                <a:ext uri="{FF2B5EF4-FFF2-40B4-BE49-F238E27FC236}">
                  <a16:creationId xmlns:a16="http://schemas.microsoft.com/office/drawing/2014/main" id="{E9B19D8C-074D-780D-2677-11E98C246B0D}"/>
                </a:ext>
              </a:extLst>
            </p:cNvPr>
            <p:cNvSpPr txBox="1"/>
            <p:nvPr/>
          </p:nvSpPr>
          <p:spPr>
            <a:xfrm>
              <a:off x="8586612" y="2913870"/>
              <a:ext cx="199569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>
                  <a:highlight>
                    <a:srgbClr val="FFFF00"/>
                  </a:highlight>
                </a:rPr>
                <a:t>LED[15] = 0 (‘</a:t>
              </a:r>
              <a:r>
                <a:rPr lang="ko-KR" altLang="en-US" sz="800">
                  <a:highlight>
                    <a:srgbClr val="FFFF00"/>
                  </a:highlight>
                </a:rPr>
                <a:t>오전</a:t>
              </a:r>
              <a:r>
                <a:rPr lang="en-US" altLang="ko-KR" sz="800">
                  <a:highlight>
                    <a:srgbClr val="FFFF00"/>
                  </a:highlight>
                </a:rPr>
                <a:t>’) </a:t>
              </a:r>
              <a:endParaRPr lang="ko-KR" altLang="en-US" sz="800">
                <a:highlight>
                  <a:srgbClr val="FFFF00"/>
                </a:highlight>
              </a:endParaRPr>
            </a:p>
          </p:txBody>
        </p:sp>
        <p:sp>
          <p:nvSpPr>
            <p:cNvPr id="326" name="TextBox 325">
              <a:extLst>
                <a:ext uri="{FF2B5EF4-FFF2-40B4-BE49-F238E27FC236}">
                  <a16:creationId xmlns:a16="http://schemas.microsoft.com/office/drawing/2014/main" id="{799D2B46-A53F-A5FF-2742-35EAE0242C97}"/>
                </a:ext>
              </a:extLst>
            </p:cNvPr>
            <p:cNvSpPr txBox="1"/>
            <p:nvPr/>
          </p:nvSpPr>
          <p:spPr>
            <a:xfrm>
              <a:off x="7266838" y="3738832"/>
              <a:ext cx="45196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>
                  <a:highlight>
                    <a:srgbClr val="FFFF00"/>
                  </a:highlight>
                </a:rPr>
                <a:t>11.30 </a:t>
              </a:r>
              <a:endParaRPr lang="ko-KR" altLang="en-US" sz="800">
                <a:highlight>
                  <a:srgbClr val="FFFF00"/>
                </a:highlight>
              </a:endParaRPr>
            </a:p>
          </p:txBody>
        </p:sp>
        <p:sp>
          <p:nvSpPr>
            <p:cNvPr id="328" name="TextBox 327">
              <a:extLst>
                <a:ext uri="{FF2B5EF4-FFF2-40B4-BE49-F238E27FC236}">
                  <a16:creationId xmlns:a16="http://schemas.microsoft.com/office/drawing/2014/main" id="{60DCBA5A-961E-1301-49AF-1F50FE590A54}"/>
                </a:ext>
              </a:extLst>
            </p:cNvPr>
            <p:cNvSpPr txBox="1"/>
            <p:nvPr/>
          </p:nvSpPr>
          <p:spPr>
            <a:xfrm>
              <a:off x="7796556" y="3741521"/>
              <a:ext cx="63296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>
                  <a:highlight>
                    <a:srgbClr val="FFFF00"/>
                  </a:highlight>
                </a:rPr>
                <a:t>DOT </a:t>
              </a:r>
              <a:r>
                <a:rPr lang="ko-KR" altLang="en-US" sz="800">
                  <a:highlight>
                    <a:srgbClr val="FFFF00"/>
                  </a:highlight>
                </a:rPr>
                <a:t>점멸</a:t>
              </a:r>
              <a:r>
                <a:rPr lang="en-US" altLang="ko-KR" sz="800">
                  <a:highlight>
                    <a:srgbClr val="FFFF00"/>
                  </a:highlight>
                </a:rPr>
                <a:t> </a:t>
              </a:r>
              <a:endParaRPr lang="ko-KR" altLang="en-US" sz="800">
                <a:highlight>
                  <a:srgbClr val="FFFF00"/>
                </a:highlight>
              </a:endParaRPr>
            </a:p>
          </p:txBody>
        </p:sp>
        <p:cxnSp>
          <p:nvCxnSpPr>
            <p:cNvPr id="331" name="직선 연결선 330">
              <a:extLst>
                <a:ext uri="{FF2B5EF4-FFF2-40B4-BE49-F238E27FC236}">
                  <a16:creationId xmlns:a16="http://schemas.microsoft.com/office/drawing/2014/main" id="{3BD7D777-F7E0-0509-CC96-E6E2C1170582}"/>
                </a:ext>
              </a:extLst>
            </p:cNvPr>
            <p:cNvCxnSpPr>
              <a:cxnSpLocks/>
            </p:cNvCxnSpPr>
            <p:nvPr/>
          </p:nvCxnSpPr>
          <p:spPr>
            <a:xfrm>
              <a:off x="9004923" y="3129314"/>
              <a:ext cx="0" cy="841830"/>
            </a:xfrm>
            <a:prstGeom prst="line">
              <a:avLst/>
            </a:prstGeom>
            <a:ln>
              <a:solidFill>
                <a:srgbClr val="FFFF00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직선 연결선 331">
              <a:extLst>
                <a:ext uri="{FF2B5EF4-FFF2-40B4-BE49-F238E27FC236}">
                  <a16:creationId xmlns:a16="http://schemas.microsoft.com/office/drawing/2014/main" id="{12124869-4C4F-606B-813D-2FDB7CD5BCBA}"/>
                </a:ext>
              </a:extLst>
            </p:cNvPr>
            <p:cNvCxnSpPr>
              <a:cxnSpLocks/>
            </p:cNvCxnSpPr>
            <p:nvPr/>
          </p:nvCxnSpPr>
          <p:spPr>
            <a:xfrm>
              <a:off x="9614941" y="3129314"/>
              <a:ext cx="0" cy="841830"/>
            </a:xfrm>
            <a:prstGeom prst="line">
              <a:avLst/>
            </a:prstGeom>
            <a:ln>
              <a:solidFill>
                <a:srgbClr val="FFFF00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직선 연결선 333">
              <a:extLst>
                <a:ext uri="{FF2B5EF4-FFF2-40B4-BE49-F238E27FC236}">
                  <a16:creationId xmlns:a16="http://schemas.microsoft.com/office/drawing/2014/main" id="{7960876C-E1D0-0DCE-9739-19FAA244F4C8}"/>
                </a:ext>
              </a:extLst>
            </p:cNvPr>
            <p:cNvCxnSpPr>
              <a:cxnSpLocks/>
            </p:cNvCxnSpPr>
            <p:nvPr/>
          </p:nvCxnSpPr>
          <p:spPr>
            <a:xfrm>
              <a:off x="6499527" y="3066924"/>
              <a:ext cx="4643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직선 연결선 335">
              <a:extLst>
                <a:ext uri="{FF2B5EF4-FFF2-40B4-BE49-F238E27FC236}">
                  <a16:creationId xmlns:a16="http://schemas.microsoft.com/office/drawing/2014/main" id="{AF4FB175-43E4-A9DB-1E28-218D97735888}"/>
                </a:ext>
              </a:extLst>
            </p:cNvPr>
            <p:cNvCxnSpPr>
              <a:cxnSpLocks/>
            </p:cNvCxnSpPr>
            <p:nvPr/>
          </p:nvCxnSpPr>
          <p:spPr>
            <a:xfrm>
              <a:off x="10070998" y="3079709"/>
              <a:ext cx="4643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7" name="TextBox 336">
              <a:extLst>
                <a:ext uri="{FF2B5EF4-FFF2-40B4-BE49-F238E27FC236}">
                  <a16:creationId xmlns:a16="http://schemas.microsoft.com/office/drawing/2014/main" id="{B702B8C9-0BE5-77B7-BB93-0BD46C5EC473}"/>
                </a:ext>
              </a:extLst>
            </p:cNvPr>
            <p:cNvSpPr txBox="1"/>
            <p:nvPr/>
          </p:nvSpPr>
          <p:spPr>
            <a:xfrm>
              <a:off x="8474833" y="3739387"/>
              <a:ext cx="45196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>
                  <a:highlight>
                    <a:srgbClr val="FFFF00"/>
                  </a:highlight>
                </a:rPr>
                <a:t>12.30 </a:t>
              </a:r>
              <a:endParaRPr lang="ko-KR" altLang="en-US" sz="800">
                <a:highlight>
                  <a:srgbClr val="FFFF00"/>
                </a:highlight>
              </a:endParaRPr>
            </a:p>
          </p:txBody>
        </p:sp>
        <p:sp>
          <p:nvSpPr>
            <p:cNvPr id="338" name="TextBox 337">
              <a:extLst>
                <a:ext uri="{FF2B5EF4-FFF2-40B4-BE49-F238E27FC236}">
                  <a16:creationId xmlns:a16="http://schemas.microsoft.com/office/drawing/2014/main" id="{71619343-4C2C-E7BD-EC19-08DE324C8C23}"/>
                </a:ext>
              </a:extLst>
            </p:cNvPr>
            <p:cNvSpPr txBox="1"/>
            <p:nvPr/>
          </p:nvSpPr>
          <p:spPr>
            <a:xfrm>
              <a:off x="9004551" y="3742076"/>
              <a:ext cx="63296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>
                  <a:highlight>
                    <a:srgbClr val="FFFF00"/>
                  </a:highlight>
                </a:rPr>
                <a:t>DOT </a:t>
              </a:r>
              <a:r>
                <a:rPr lang="ko-KR" altLang="en-US" sz="800">
                  <a:highlight>
                    <a:srgbClr val="FFFF00"/>
                  </a:highlight>
                </a:rPr>
                <a:t>점멸</a:t>
              </a:r>
              <a:r>
                <a:rPr lang="en-US" altLang="ko-KR" sz="800">
                  <a:highlight>
                    <a:srgbClr val="FFFF00"/>
                  </a:highlight>
                </a:rPr>
                <a:t> </a:t>
              </a:r>
              <a:endParaRPr lang="ko-KR" altLang="en-US" sz="800">
                <a:highlight>
                  <a:srgbClr val="FFFF00"/>
                </a:highlight>
              </a:endParaRPr>
            </a:p>
          </p:txBody>
        </p:sp>
        <p:sp>
          <p:nvSpPr>
            <p:cNvPr id="339" name="타원 338">
              <a:extLst>
                <a:ext uri="{FF2B5EF4-FFF2-40B4-BE49-F238E27FC236}">
                  <a16:creationId xmlns:a16="http://schemas.microsoft.com/office/drawing/2014/main" id="{B9A29E2E-27DD-C7E5-BF2C-A8BF44337095}"/>
                </a:ext>
              </a:extLst>
            </p:cNvPr>
            <p:cNvSpPr/>
            <p:nvPr/>
          </p:nvSpPr>
          <p:spPr>
            <a:xfrm>
              <a:off x="8314504" y="1645274"/>
              <a:ext cx="207034" cy="189453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>
                  <a:solidFill>
                    <a:schemeClr val="tx1"/>
                  </a:solidFill>
                </a:rPr>
                <a:t>1</a:t>
              </a:r>
              <a:endParaRPr lang="ko-KR" altLang="en-US" sz="1400">
                <a:solidFill>
                  <a:schemeClr val="tx1"/>
                </a:solidFill>
              </a:endParaRPr>
            </a:p>
          </p:txBody>
        </p:sp>
      </p:grpSp>
      <p:sp>
        <p:nvSpPr>
          <p:cNvPr id="341" name="타원 340">
            <a:extLst>
              <a:ext uri="{FF2B5EF4-FFF2-40B4-BE49-F238E27FC236}">
                <a16:creationId xmlns:a16="http://schemas.microsoft.com/office/drawing/2014/main" id="{665EDEDA-B249-3A71-7C3D-C891263EEC6D}"/>
              </a:ext>
            </a:extLst>
          </p:cNvPr>
          <p:cNvSpPr/>
          <p:nvPr/>
        </p:nvSpPr>
        <p:spPr>
          <a:xfrm>
            <a:off x="3953825" y="4335636"/>
            <a:ext cx="207034" cy="189453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1</a:t>
            </a:r>
            <a:endParaRPr lang="ko-KR" altLang="en-US" sz="1400">
              <a:solidFill>
                <a:schemeClr val="tx1"/>
              </a:solidFill>
            </a:endParaRPr>
          </a:p>
        </p:txBody>
      </p:sp>
      <p:pic>
        <p:nvPicPr>
          <p:cNvPr id="344" name="그림 343">
            <a:extLst>
              <a:ext uri="{FF2B5EF4-FFF2-40B4-BE49-F238E27FC236}">
                <a16:creationId xmlns:a16="http://schemas.microsoft.com/office/drawing/2014/main" id="{6FE1C6CD-910B-1717-7BA4-F33DB91596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312" y="3851723"/>
            <a:ext cx="4481012" cy="2305828"/>
          </a:xfrm>
          <a:prstGeom prst="rect">
            <a:avLst/>
          </a:prstGeom>
        </p:spPr>
      </p:pic>
      <p:cxnSp>
        <p:nvCxnSpPr>
          <p:cNvPr id="345" name="직선 화살표 연결선 344">
            <a:extLst>
              <a:ext uri="{FF2B5EF4-FFF2-40B4-BE49-F238E27FC236}">
                <a16:creationId xmlns:a16="http://schemas.microsoft.com/office/drawing/2014/main" id="{F2A49EE7-C340-C362-FE97-9E09788A8633}"/>
              </a:ext>
            </a:extLst>
          </p:cNvPr>
          <p:cNvCxnSpPr>
            <a:cxnSpLocks/>
          </p:cNvCxnSpPr>
          <p:nvPr/>
        </p:nvCxnSpPr>
        <p:spPr>
          <a:xfrm>
            <a:off x="8090608" y="4097704"/>
            <a:ext cx="0" cy="1049390"/>
          </a:xfrm>
          <a:prstGeom prst="straightConnector1">
            <a:avLst/>
          </a:prstGeom>
          <a:ln>
            <a:solidFill>
              <a:srgbClr val="FFC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9" name="타원 348">
            <a:extLst>
              <a:ext uri="{FF2B5EF4-FFF2-40B4-BE49-F238E27FC236}">
                <a16:creationId xmlns:a16="http://schemas.microsoft.com/office/drawing/2014/main" id="{B441F52E-7D23-290C-541B-52BE9706EC5E}"/>
              </a:ext>
            </a:extLst>
          </p:cNvPr>
          <p:cNvSpPr/>
          <p:nvPr/>
        </p:nvSpPr>
        <p:spPr>
          <a:xfrm>
            <a:off x="5173205" y="4346347"/>
            <a:ext cx="207034" cy="189453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2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351" name="타원 350">
            <a:extLst>
              <a:ext uri="{FF2B5EF4-FFF2-40B4-BE49-F238E27FC236}">
                <a16:creationId xmlns:a16="http://schemas.microsoft.com/office/drawing/2014/main" id="{2E89A5CA-50B6-FC49-BA24-201DEFF50188}"/>
              </a:ext>
            </a:extLst>
          </p:cNvPr>
          <p:cNvSpPr/>
          <p:nvPr/>
        </p:nvSpPr>
        <p:spPr>
          <a:xfrm>
            <a:off x="7991114" y="3900806"/>
            <a:ext cx="207034" cy="189453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2</a:t>
            </a:r>
            <a:endParaRPr lang="ko-KR" altLang="en-US" sz="1400">
              <a:solidFill>
                <a:schemeClr val="tx1"/>
              </a:solidFill>
            </a:endParaRPr>
          </a:p>
        </p:txBody>
      </p:sp>
      <p:grpSp>
        <p:nvGrpSpPr>
          <p:cNvPr id="361" name="그룹 360">
            <a:extLst>
              <a:ext uri="{FF2B5EF4-FFF2-40B4-BE49-F238E27FC236}">
                <a16:creationId xmlns:a16="http://schemas.microsoft.com/office/drawing/2014/main" id="{03C0EACB-74FD-8775-953F-41D7EF0C05E5}"/>
              </a:ext>
            </a:extLst>
          </p:cNvPr>
          <p:cNvGrpSpPr/>
          <p:nvPr/>
        </p:nvGrpSpPr>
        <p:grpSpPr>
          <a:xfrm>
            <a:off x="6863333" y="5342626"/>
            <a:ext cx="2483339" cy="814925"/>
            <a:chOff x="6863333" y="5342626"/>
            <a:chExt cx="2483339" cy="642385"/>
          </a:xfrm>
        </p:grpSpPr>
        <p:cxnSp>
          <p:nvCxnSpPr>
            <p:cNvPr id="352" name="직선 연결선 351">
              <a:extLst>
                <a:ext uri="{FF2B5EF4-FFF2-40B4-BE49-F238E27FC236}">
                  <a16:creationId xmlns:a16="http://schemas.microsoft.com/office/drawing/2014/main" id="{73D57EAD-00CD-C570-57E0-A5611E982F4A}"/>
                </a:ext>
              </a:extLst>
            </p:cNvPr>
            <p:cNvCxnSpPr>
              <a:cxnSpLocks/>
            </p:cNvCxnSpPr>
            <p:nvPr/>
          </p:nvCxnSpPr>
          <p:spPr>
            <a:xfrm>
              <a:off x="6863333" y="5354128"/>
              <a:ext cx="0" cy="620902"/>
            </a:xfrm>
            <a:prstGeom prst="line">
              <a:avLst/>
            </a:prstGeom>
            <a:ln>
              <a:solidFill>
                <a:srgbClr val="FFC000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직선 연결선 352">
              <a:extLst>
                <a:ext uri="{FF2B5EF4-FFF2-40B4-BE49-F238E27FC236}">
                  <a16:creationId xmlns:a16="http://schemas.microsoft.com/office/drawing/2014/main" id="{3FBFF3D4-6A47-A618-C035-BFAC0AC7061F}"/>
                </a:ext>
              </a:extLst>
            </p:cNvPr>
            <p:cNvCxnSpPr>
              <a:cxnSpLocks/>
            </p:cNvCxnSpPr>
            <p:nvPr/>
          </p:nvCxnSpPr>
          <p:spPr>
            <a:xfrm>
              <a:off x="7484435" y="5354128"/>
              <a:ext cx="0" cy="620902"/>
            </a:xfrm>
            <a:prstGeom prst="line">
              <a:avLst/>
            </a:prstGeom>
            <a:ln>
              <a:solidFill>
                <a:srgbClr val="FFC000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직선 연결선 357">
              <a:extLst>
                <a:ext uri="{FF2B5EF4-FFF2-40B4-BE49-F238E27FC236}">
                  <a16:creationId xmlns:a16="http://schemas.microsoft.com/office/drawing/2014/main" id="{98F76216-1946-2707-BF4D-5139B1D88F14}"/>
                </a:ext>
              </a:extLst>
            </p:cNvPr>
            <p:cNvCxnSpPr>
              <a:cxnSpLocks/>
            </p:cNvCxnSpPr>
            <p:nvPr/>
          </p:nvCxnSpPr>
          <p:spPr>
            <a:xfrm>
              <a:off x="8101593" y="5354128"/>
              <a:ext cx="0" cy="620902"/>
            </a:xfrm>
            <a:prstGeom prst="line">
              <a:avLst/>
            </a:prstGeom>
            <a:ln>
              <a:solidFill>
                <a:srgbClr val="FFC000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직선 연결선 358">
              <a:extLst>
                <a:ext uri="{FF2B5EF4-FFF2-40B4-BE49-F238E27FC236}">
                  <a16:creationId xmlns:a16="http://schemas.microsoft.com/office/drawing/2014/main" id="{E0A18C6D-4109-6AFE-FA9B-4D436DA4AE38}"/>
                </a:ext>
              </a:extLst>
            </p:cNvPr>
            <p:cNvCxnSpPr>
              <a:cxnSpLocks/>
            </p:cNvCxnSpPr>
            <p:nvPr/>
          </p:nvCxnSpPr>
          <p:spPr>
            <a:xfrm>
              <a:off x="8722695" y="5364109"/>
              <a:ext cx="0" cy="620902"/>
            </a:xfrm>
            <a:prstGeom prst="line">
              <a:avLst/>
            </a:prstGeom>
            <a:ln>
              <a:solidFill>
                <a:srgbClr val="FFC000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직선 연결선 359">
              <a:extLst>
                <a:ext uri="{FF2B5EF4-FFF2-40B4-BE49-F238E27FC236}">
                  <a16:creationId xmlns:a16="http://schemas.microsoft.com/office/drawing/2014/main" id="{FEB03847-1DF6-17E6-9B93-B43FED370F7E}"/>
                </a:ext>
              </a:extLst>
            </p:cNvPr>
            <p:cNvCxnSpPr>
              <a:cxnSpLocks/>
            </p:cNvCxnSpPr>
            <p:nvPr/>
          </p:nvCxnSpPr>
          <p:spPr>
            <a:xfrm>
              <a:off x="9346672" y="5342626"/>
              <a:ext cx="0" cy="620902"/>
            </a:xfrm>
            <a:prstGeom prst="line">
              <a:avLst/>
            </a:prstGeom>
            <a:ln>
              <a:solidFill>
                <a:srgbClr val="FFC000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3" name="TextBox 362">
            <a:extLst>
              <a:ext uri="{FF2B5EF4-FFF2-40B4-BE49-F238E27FC236}">
                <a16:creationId xmlns:a16="http://schemas.microsoft.com/office/drawing/2014/main" id="{92ED826E-E693-0AC9-6CAF-6F1BD408DA0A}"/>
              </a:ext>
            </a:extLst>
          </p:cNvPr>
          <p:cNvSpPr txBox="1"/>
          <p:nvPr/>
        </p:nvSpPr>
        <p:spPr>
          <a:xfrm>
            <a:off x="6957194" y="5967069"/>
            <a:ext cx="4519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C000"/>
                </a:solidFill>
              </a:rPr>
              <a:t>12.30</a:t>
            </a:r>
            <a:r>
              <a:rPr lang="en-US" altLang="ko-KR" sz="800">
                <a:highlight>
                  <a:srgbClr val="00FFFF"/>
                </a:highlight>
              </a:rPr>
              <a:t> </a:t>
            </a:r>
            <a:endParaRPr lang="ko-KR" altLang="en-US" sz="800">
              <a:highlight>
                <a:srgbClr val="00FFFF"/>
              </a:highlight>
            </a:endParaRPr>
          </a:p>
        </p:txBody>
      </p:sp>
      <p:sp>
        <p:nvSpPr>
          <p:cNvPr id="365" name="TextBox 364">
            <a:extLst>
              <a:ext uri="{FF2B5EF4-FFF2-40B4-BE49-F238E27FC236}">
                <a16:creationId xmlns:a16="http://schemas.microsoft.com/office/drawing/2014/main" id="{05450BA1-E33D-E5E2-80A7-582C954ECD96}"/>
              </a:ext>
            </a:extLst>
          </p:cNvPr>
          <p:cNvSpPr txBox="1"/>
          <p:nvPr/>
        </p:nvSpPr>
        <p:spPr>
          <a:xfrm>
            <a:off x="7487100" y="5971508"/>
            <a:ext cx="63166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C000"/>
                </a:solidFill>
                <a:highlight>
                  <a:srgbClr val="000000"/>
                </a:highlight>
              </a:rPr>
              <a:t>DOT </a:t>
            </a:r>
            <a:r>
              <a:rPr lang="ko-KR" altLang="en-US" sz="800">
                <a:solidFill>
                  <a:srgbClr val="FFC000"/>
                </a:solidFill>
                <a:highlight>
                  <a:srgbClr val="000000"/>
                </a:highlight>
              </a:rPr>
              <a:t>점멸</a:t>
            </a:r>
            <a:r>
              <a:rPr lang="en-US" altLang="ko-KR" sz="800">
                <a:solidFill>
                  <a:srgbClr val="FFC000"/>
                </a:solidFill>
                <a:highlight>
                  <a:srgbClr val="000000"/>
                </a:highlight>
              </a:rPr>
              <a:t> </a:t>
            </a:r>
            <a:endParaRPr lang="ko-KR" altLang="en-US" sz="800">
              <a:solidFill>
                <a:srgbClr val="FFC000"/>
              </a:solidFill>
              <a:highlight>
                <a:srgbClr val="000000"/>
              </a:highlight>
            </a:endParaRPr>
          </a:p>
        </p:txBody>
      </p:sp>
      <p:sp>
        <p:nvSpPr>
          <p:cNvPr id="366" name="TextBox 365">
            <a:extLst>
              <a:ext uri="{FF2B5EF4-FFF2-40B4-BE49-F238E27FC236}">
                <a16:creationId xmlns:a16="http://schemas.microsoft.com/office/drawing/2014/main" id="{E5E7F339-567B-A5BD-7533-98569E301B5D}"/>
              </a:ext>
            </a:extLst>
          </p:cNvPr>
          <p:cNvSpPr txBox="1"/>
          <p:nvPr/>
        </p:nvSpPr>
        <p:spPr>
          <a:xfrm>
            <a:off x="8183342" y="5967069"/>
            <a:ext cx="4519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C000"/>
                </a:solidFill>
              </a:rPr>
              <a:t>11.30</a:t>
            </a:r>
            <a:r>
              <a:rPr lang="en-US" altLang="ko-KR" sz="800">
                <a:highlight>
                  <a:srgbClr val="00FFFF"/>
                </a:highlight>
              </a:rPr>
              <a:t> </a:t>
            </a:r>
            <a:endParaRPr lang="ko-KR" altLang="en-US" sz="800">
              <a:highlight>
                <a:srgbClr val="00FFFF"/>
              </a:highlight>
            </a:endParaRPr>
          </a:p>
        </p:txBody>
      </p:sp>
      <p:sp>
        <p:nvSpPr>
          <p:cNvPr id="367" name="TextBox 366">
            <a:extLst>
              <a:ext uri="{FF2B5EF4-FFF2-40B4-BE49-F238E27FC236}">
                <a16:creationId xmlns:a16="http://schemas.microsoft.com/office/drawing/2014/main" id="{DE60BFCC-EF17-F665-5158-22E3B8D0BA6E}"/>
              </a:ext>
            </a:extLst>
          </p:cNvPr>
          <p:cNvSpPr txBox="1"/>
          <p:nvPr/>
        </p:nvSpPr>
        <p:spPr>
          <a:xfrm>
            <a:off x="8716423" y="5971508"/>
            <a:ext cx="63166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C000"/>
                </a:solidFill>
                <a:highlight>
                  <a:srgbClr val="000000"/>
                </a:highlight>
              </a:rPr>
              <a:t>DOT </a:t>
            </a:r>
            <a:r>
              <a:rPr lang="ko-KR" altLang="en-US" sz="800">
                <a:solidFill>
                  <a:srgbClr val="FFC000"/>
                </a:solidFill>
                <a:highlight>
                  <a:srgbClr val="000000"/>
                </a:highlight>
              </a:rPr>
              <a:t>점멸</a:t>
            </a:r>
            <a:r>
              <a:rPr lang="en-US" altLang="ko-KR" sz="800">
                <a:solidFill>
                  <a:srgbClr val="FFC000"/>
                </a:solidFill>
                <a:highlight>
                  <a:srgbClr val="000000"/>
                </a:highlight>
              </a:rPr>
              <a:t> </a:t>
            </a:r>
            <a:endParaRPr lang="ko-KR" altLang="en-US" sz="800">
              <a:solidFill>
                <a:srgbClr val="FFC000"/>
              </a:solidFill>
              <a:highlight>
                <a:srgbClr val="000000"/>
              </a:highlight>
            </a:endParaRPr>
          </a:p>
        </p:txBody>
      </p:sp>
      <p:sp>
        <p:nvSpPr>
          <p:cNvPr id="369" name="TextBox 368">
            <a:extLst>
              <a:ext uri="{FF2B5EF4-FFF2-40B4-BE49-F238E27FC236}">
                <a16:creationId xmlns:a16="http://schemas.microsoft.com/office/drawing/2014/main" id="{B12967A3-DB1B-52A0-23B0-8AEE4CC71212}"/>
              </a:ext>
            </a:extLst>
          </p:cNvPr>
          <p:cNvSpPr txBox="1"/>
          <p:nvPr/>
        </p:nvSpPr>
        <p:spPr>
          <a:xfrm>
            <a:off x="8543034" y="1458465"/>
            <a:ext cx="451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highlight>
                  <a:srgbClr val="FFFF00"/>
                </a:highlight>
              </a:rPr>
              <a:t>UP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sp>
        <p:nvSpPr>
          <p:cNvPr id="371" name="TextBox 370">
            <a:extLst>
              <a:ext uri="{FF2B5EF4-FFF2-40B4-BE49-F238E27FC236}">
                <a16:creationId xmlns:a16="http://schemas.microsoft.com/office/drawing/2014/main" id="{B8901F0D-937F-ACDE-109B-685DA9F6B4D7}"/>
              </a:ext>
            </a:extLst>
          </p:cNvPr>
          <p:cNvSpPr txBox="1"/>
          <p:nvPr/>
        </p:nvSpPr>
        <p:spPr>
          <a:xfrm>
            <a:off x="8157526" y="3881947"/>
            <a:ext cx="7959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solidFill>
                  <a:srgbClr val="FFC000"/>
                </a:solidFill>
                <a:highlight>
                  <a:srgbClr val="000000"/>
                </a:highlight>
              </a:rPr>
              <a:t>DOWN </a:t>
            </a:r>
            <a:endParaRPr lang="ko-KR" altLang="en-US" sz="1000">
              <a:solidFill>
                <a:srgbClr val="FFC000"/>
              </a:solidFill>
              <a:highlight>
                <a:srgbClr val="000000"/>
              </a:highlight>
            </a:endParaRPr>
          </a:p>
        </p:txBody>
      </p:sp>
      <p:sp>
        <p:nvSpPr>
          <p:cNvPr id="375" name="TextBox 374">
            <a:extLst>
              <a:ext uri="{FF2B5EF4-FFF2-40B4-BE49-F238E27FC236}">
                <a16:creationId xmlns:a16="http://schemas.microsoft.com/office/drawing/2014/main" id="{9CDF58E8-3A73-7ED6-ECE9-9BA38B1ACE5C}"/>
              </a:ext>
            </a:extLst>
          </p:cNvPr>
          <p:cNvSpPr txBox="1"/>
          <p:nvPr/>
        </p:nvSpPr>
        <p:spPr>
          <a:xfrm>
            <a:off x="6446312" y="4960906"/>
            <a:ext cx="1995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C000"/>
                </a:solidFill>
                <a:highlight>
                  <a:srgbClr val="000000"/>
                </a:highlight>
              </a:rPr>
              <a:t>LED[15] = 1 (‘</a:t>
            </a:r>
            <a:r>
              <a:rPr lang="ko-KR" altLang="en-US" sz="800">
                <a:solidFill>
                  <a:srgbClr val="FFC000"/>
                </a:solidFill>
                <a:highlight>
                  <a:srgbClr val="000000"/>
                </a:highlight>
              </a:rPr>
              <a:t>오전</a:t>
            </a:r>
            <a:r>
              <a:rPr lang="en-US" altLang="ko-KR" sz="800">
                <a:solidFill>
                  <a:srgbClr val="FFC000"/>
                </a:solidFill>
                <a:highlight>
                  <a:srgbClr val="000000"/>
                </a:highlight>
              </a:rPr>
              <a:t>’) </a:t>
            </a:r>
            <a:endParaRPr lang="ko-KR" altLang="en-US" sz="800">
              <a:solidFill>
                <a:srgbClr val="FFC000"/>
              </a:solidFill>
              <a:highlight>
                <a:srgbClr val="000000"/>
              </a:highlight>
            </a:endParaRPr>
          </a:p>
        </p:txBody>
      </p:sp>
      <p:sp>
        <p:nvSpPr>
          <p:cNvPr id="377" name="TextBox 376">
            <a:extLst>
              <a:ext uri="{FF2B5EF4-FFF2-40B4-BE49-F238E27FC236}">
                <a16:creationId xmlns:a16="http://schemas.microsoft.com/office/drawing/2014/main" id="{6AAD89CA-038A-8D33-C1F1-A45BCB0846AC}"/>
              </a:ext>
            </a:extLst>
          </p:cNvPr>
          <p:cNvSpPr txBox="1"/>
          <p:nvPr/>
        </p:nvSpPr>
        <p:spPr>
          <a:xfrm>
            <a:off x="8348823" y="4963819"/>
            <a:ext cx="1995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C000"/>
                </a:solidFill>
                <a:highlight>
                  <a:srgbClr val="000000"/>
                </a:highlight>
              </a:rPr>
              <a:t>LED[15] = 1 (‘</a:t>
            </a:r>
            <a:r>
              <a:rPr lang="ko-KR" altLang="en-US" sz="800">
                <a:solidFill>
                  <a:srgbClr val="FFC000"/>
                </a:solidFill>
                <a:highlight>
                  <a:srgbClr val="000000"/>
                </a:highlight>
              </a:rPr>
              <a:t>오후</a:t>
            </a:r>
            <a:r>
              <a:rPr lang="en-US" altLang="ko-KR" sz="800">
                <a:solidFill>
                  <a:srgbClr val="FFC000"/>
                </a:solidFill>
                <a:highlight>
                  <a:srgbClr val="000000"/>
                </a:highlight>
              </a:rPr>
              <a:t>’) </a:t>
            </a:r>
            <a:endParaRPr lang="ko-KR" altLang="en-US" sz="800">
              <a:solidFill>
                <a:srgbClr val="FFC000"/>
              </a:solidFill>
              <a:highlight>
                <a:srgbClr val="000000"/>
              </a:highlight>
            </a:endParaRPr>
          </a:p>
        </p:txBody>
      </p:sp>
      <p:cxnSp>
        <p:nvCxnSpPr>
          <p:cNvPr id="386" name="직선 연결선 385">
            <a:extLst>
              <a:ext uri="{FF2B5EF4-FFF2-40B4-BE49-F238E27FC236}">
                <a16:creationId xmlns:a16="http://schemas.microsoft.com/office/drawing/2014/main" id="{2CB90B93-029D-FFE5-D6F0-823683BBD8DB}"/>
              </a:ext>
            </a:extLst>
          </p:cNvPr>
          <p:cNvCxnSpPr>
            <a:cxnSpLocks/>
          </p:cNvCxnSpPr>
          <p:nvPr/>
        </p:nvCxnSpPr>
        <p:spPr>
          <a:xfrm>
            <a:off x="10220322" y="5265734"/>
            <a:ext cx="6509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8" name="직선 연결선 387">
            <a:extLst>
              <a:ext uri="{FF2B5EF4-FFF2-40B4-BE49-F238E27FC236}">
                <a16:creationId xmlns:a16="http://schemas.microsoft.com/office/drawing/2014/main" id="{B7AE90A4-BB31-942F-EC14-957C99220114}"/>
              </a:ext>
            </a:extLst>
          </p:cNvPr>
          <p:cNvCxnSpPr>
            <a:cxnSpLocks/>
          </p:cNvCxnSpPr>
          <p:nvPr/>
        </p:nvCxnSpPr>
        <p:spPr>
          <a:xfrm>
            <a:off x="6570342" y="5261924"/>
            <a:ext cx="6509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0" name="TextBox 389">
            <a:extLst>
              <a:ext uri="{FF2B5EF4-FFF2-40B4-BE49-F238E27FC236}">
                <a16:creationId xmlns:a16="http://schemas.microsoft.com/office/drawing/2014/main" id="{EFCB11B8-47BC-C1A7-91E7-4EFDE99E8DFE}"/>
              </a:ext>
            </a:extLst>
          </p:cNvPr>
          <p:cNvSpPr txBox="1"/>
          <p:nvPr/>
        </p:nvSpPr>
        <p:spPr>
          <a:xfrm>
            <a:off x="2538391" y="2339681"/>
            <a:ext cx="27104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>
                <a:solidFill>
                  <a:schemeClr val="bg1"/>
                </a:solidFill>
              </a:rPr>
              <a:t>주입 시간</a:t>
            </a:r>
          </a:p>
        </p:txBody>
      </p:sp>
    </p:spTree>
    <p:extLst>
      <p:ext uri="{BB962C8B-B14F-4D97-AF65-F5344CB8AC3E}">
        <p14:creationId xmlns:p14="http://schemas.microsoft.com/office/powerpoint/2010/main" val="4087191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493EA360-08C6-5239-DCAC-806F15A8628C}"/>
              </a:ext>
            </a:extLst>
          </p:cNvPr>
          <p:cNvGrpSpPr/>
          <p:nvPr/>
        </p:nvGrpSpPr>
        <p:grpSpPr>
          <a:xfrm>
            <a:off x="2088505" y="1549400"/>
            <a:ext cx="7036446" cy="4488021"/>
            <a:chOff x="374004" y="768460"/>
            <a:chExt cx="8169921" cy="5992861"/>
          </a:xfrm>
        </p:grpSpPr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CF423366-2F5C-D5CE-0478-4A8CBB5DA9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4004" y="768460"/>
              <a:ext cx="8166405" cy="5970984"/>
            </a:xfrm>
            <a:prstGeom prst="rect">
              <a:avLst/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6F9CD08F-355B-B36B-C634-DE7B5A2F34F1}"/>
                </a:ext>
              </a:extLst>
            </p:cNvPr>
            <p:cNvSpPr/>
            <p:nvPr/>
          </p:nvSpPr>
          <p:spPr>
            <a:xfrm>
              <a:off x="2371977" y="819150"/>
              <a:ext cx="2043487" cy="5901244"/>
            </a:xfrm>
            <a:prstGeom prst="rect">
              <a:avLst/>
            </a:prstGeom>
            <a:solidFill>
              <a:schemeClr val="tx1">
                <a:alpha val="67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" name="직선 화살표 연결선 6">
              <a:extLst>
                <a:ext uri="{FF2B5EF4-FFF2-40B4-BE49-F238E27FC236}">
                  <a16:creationId xmlns:a16="http://schemas.microsoft.com/office/drawing/2014/main" id="{04A3A2A4-3A3F-181B-4385-48169DAA4A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15469" y="1600200"/>
              <a:ext cx="0" cy="22860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21B9314-1DC7-2119-883D-4A7DC8E50DA8}"/>
                </a:ext>
              </a:extLst>
            </p:cNvPr>
            <p:cNvSpPr txBox="1"/>
            <p:nvPr/>
          </p:nvSpPr>
          <p:spPr>
            <a:xfrm>
              <a:off x="2720634" y="1573054"/>
              <a:ext cx="28098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>
                  <a:highlight>
                    <a:srgbClr val="FFFF00"/>
                  </a:highlight>
                </a:rPr>
                <a:t>SW0 : 1 – Stopwatch</a:t>
              </a:r>
            </a:p>
            <a:p>
              <a:r>
                <a:rPr lang="en-US" altLang="ko-KR" sz="1000">
                  <a:highlight>
                    <a:srgbClr val="FFFF00"/>
                  </a:highlight>
                </a:rPr>
                <a:t>RUN </a:t>
              </a:r>
              <a:r>
                <a:rPr lang="ko-KR" altLang="en-US" sz="1000">
                  <a:highlight>
                    <a:srgbClr val="FFFF00"/>
                  </a:highlight>
                </a:rPr>
                <a:t>상태  </a:t>
              </a:r>
              <a:r>
                <a:rPr lang="en-US" altLang="ko-KR" sz="1000">
                  <a:highlight>
                    <a:srgbClr val="FFFF00"/>
                  </a:highlight>
                </a:rPr>
                <a:t>+ D Lap time</a:t>
              </a:r>
              <a:endParaRPr lang="ko-KR" altLang="en-US" sz="1000">
                <a:highlight>
                  <a:srgbClr val="FFFF00"/>
                </a:highlight>
              </a:endParaRPr>
            </a:p>
          </p:txBody>
        </p:sp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0EBEF1FD-307C-1285-88E9-1B97CEAC3EFB}"/>
                </a:ext>
              </a:extLst>
            </p:cNvPr>
            <p:cNvSpPr/>
            <p:nvPr/>
          </p:nvSpPr>
          <p:spPr>
            <a:xfrm>
              <a:off x="4415464" y="6515100"/>
              <a:ext cx="4128461" cy="246221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4CBCEA69-4F55-CBED-9181-9CC2BE4D8B24}"/>
                </a:ext>
              </a:extLst>
            </p:cNvPr>
            <p:cNvSpPr/>
            <p:nvPr/>
          </p:nvSpPr>
          <p:spPr>
            <a:xfrm>
              <a:off x="4552950" y="2705100"/>
              <a:ext cx="190500" cy="246221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569E0397-8036-3EC3-3D65-AB5A96AF80A8}"/>
                </a:ext>
              </a:extLst>
            </p:cNvPr>
            <p:cNvCxnSpPr>
              <a:cxnSpLocks/>
              <a:stCxn id="18" idx="4"/>
            </p:cNvCxnSpPr>
            <p:nvPr/>
          </p:nvCxnSpPr>
          <p:spPr>
            <a:xfrm flipH="1">
              <a:off x="4629150" y="2951321"/>
              <a:ext cx="19050" cy="185880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F383E1D-3FB9-F56B-4B61-C90BC9B9E30A}"/>
                </a:ext>
              </a:extLst>
            </p:cNvPr>
            <p:cNvSpPr txBox="1"/>
            <p:nvPr/>
          </p:nvSpPr>
          <p:spPr>
            <a:xfrm>
              <a:off x="2386723" y="6158808"/>
              <a:ext cx="4219575" cy="3199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>
                  <a:highlight>
                    <a:srgbClr val="FFFF00"/>
                  </a:highlight>
                </a:rPr>
                <a:t>back ground </a:t>
              </a:r>
              <a:r>
                <a:rPr lang="ko-KR" altLang="en-US" sz="1100">
                  <a:highlight>
                    <a:srgbClr val="FFFF00"/>
                  </a:highlight>
                </a:rPr>
                <a:t>에서 시간 </a:t>
              </a:r>
              <a:r>
                <a:rPr lang="en-US" altLang="ko-KR" sz="1100">
                  <a:highlight>
                    <a:srgbClr val="FFFF00"/>
                  </a:highlight>
                </a:rPr>
                <a:t>update</a:t>
              </a:r>
              <a:endParaRPr lang="ko-KR" altLang="en-US" sz="1100">
                <a:highlight>
                  <a:srgbClr val="FFFF00"/>
                </a:highlight>
              </a:endParaRP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89A826DA-5ADE-FB17-DD7A-5265338AF8D1}"/>
              </a:ext>
            </a:extLst>
          </p:cNvPr>
          <p:cNvSpPr txBox="1"/>
          <p:nvPr/>
        </p:nvSpPr>
        <p:spPr>
          <a:xfrm>
            <a:off x="366972" y="38933"/>
            <a:ext cx="939470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검증 시나리오 </a:t>
            </a:r>
            <a:r>
              <a:rPr lang="en-US" altLang="ko-KR"/>
              <a:t>1. </a:t>
            </a:r>
            <a:r>
              <a:rPr lang="ko-KR" altLang="en-US"/>
              <a:t>버튼 동작 확인</a:t>
            </a:r>
            <a:endParaRPr lang="en-US" altLang="ko-KR"/>
          </a:p>
          <a:p>
            <a:r>
              <a:rPr lang="en-US" altLang="ko-KR"/>
              <a:t>P7 – Stopwatch </a:t>
            </a:r>
            <a:r>
              <a:rPr lang="ko-KR" altLang="en-US"/>
              <a:t>기능</a:t>
            </a:r>
            <a:r>
              <a:rPr lang="en-US" altLang="ko-KR"/>
              <a:t>(SW 0 =1 ) </a:t>
            </a:r>
            <a:r>
              <a:rPr lang="ko-KR" altLang="en-US"/>
              <a:t>일 경우</a:t>
            </a:r>
            <a:r>
              <a:rPr lang="en-US" altLang="ko-KR"/>
              <a:t>, </a:t>
            </a:r>
            <a:r>
              <a:rPr lang="ko-KR" altLang="en-US"/>
              <a:t>버튼 입력이 들어왔을 경우</a:t>
            </a:r>
            <a:endParaRPr lang="en-US" altLang="ko-KR"/>
          </a:p>
          <a:p>
            <a:pPr marL="342900" indent="-342900">
              <a:buAutoNum type="arabicPeriod"/>
            </a:pPr>
            <a:r>
              <a:rPr lang="en-US" altLang="ko-KR"/>
              <a:t>SW2 =1(Curser Set </a:t>
            </a:r>
            <a:r>
              <a:rPr lang="ko-KR" altLang="en-US"/>
              <a:t>상태</a:t>
            </a:r>
            <a:r>
              <a:rPr lang="en-US" altLang="ko-KR"/>
              <a:t>)</a:t>
            </a:r>
            <a:r>
              <a:rPr lang="ko-KR" altLang="en-US"/>
              <a:t>이지만 </a:t>
            </a:r>
            <a:r>
              <a:rPr lang="en-US" altLang="ko-KR"/>
              <a:t>SW0</a:t>
            </a:r>
            <a:r>
              <a:rPr lang="ko-KR" altLang="en-US"/>
              <a:t> </a:t>
            </a:r>
            <a:r>
              <a:rPr lang="en-US" altLang="ko-KR"/>
              <a:t>=1 </a:t>
            </a:r>
            <a:r>
              <a:rPr lang="ko-KR" altLang="en-US"/>
              <a:t>로</a:t>
            </a:r>
            <a:r>
              <a:rPr lang="en-US" altLang="ko-KR"/>
              <a:t>, </a:t>
            </a:r>
            <a:r>
              <a:rPr lang="ko-KR" altLang="en-US"/>
              <a:t>시간 값이 바뀌지 않음</a:t>
            </a:r>
            <a:endParaRPr lang="en-US" altLang="ko-KR"/>
          </a:p>
          <a:p>
            <a:pPr marL="342900" indent="-342900">
              <a:buAutoNum type="arabicPeriod"/>
            </a:pPr>
            <a:r>
              <a:rPr lang="en-US" altLang="ko-KR"/>
              <a:t>Back ground</a:t>
            </a:r>
            <a:r>
              <a:rPr lang="ko-KR" altLang="en-US"/>
              <a:t>에서 시간 증가 확인</a:t>
            </a:r>
            <a:r>
              <a:rPr lang="en-US" altLang="ko-KR"/>
              <a:t>, </a:t>
            </a:r>
            <a:r>
              <a:rPr lang="ko-KR" altLang="en-US"/>
              <a:t>버튼 입력시 </a:t>
            </a:r>
            <a:r>
              <a:rPr lang="en-US" altLang="ko-KR"/>
              <a:t>Stopwatch state</a:t>
            </a:r>
            <a:r>
              <a:rPr lang="ko-KR" altLang="en-US"/>
              <a:t> 천이 없음 </a:t>
            </a:r>
            <a:endParaRPr lang="en-US" altLang="ko-KR"/>
          </a:p>
          <a:p>
            <a:r>
              <a:rPr lang="en-US" altLang="ko-KR"/>
              <a:t>      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14916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>
            <a:extLst>
              <a:ext uri="{FF2B5EF4-FFF2-40B4-BE49-F238E27FC236}">
                <a16:creationId xmlns:a16="http://schemas.microsoft.com/office/drawing/2014/main" id="{FA69B73E-EDCD-8B20-25FD-2CBD68E15C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827" y="448054"/>
            <a:ext cx="9176891" cy="2435344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27315791-047C-0755-C7B0-76910F3505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827" y="3091597"/>
            <a:ext cx="9176891" cy="2666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8219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1DA41-CC77-D1ED-A4CD-C9D847F1E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4" name="그룹 463">
            <a:extLst>
              <a:ext uri="{FF2B5EF4-FFF2-40B4-BE49-F238E27FC236}">
                <a16:creationId xmlns:a16="http://schemas.microsoft.com/office/drawing/2014/main" id="{5FBC5A28-71ED-A928-167F-3B2EB8AC14A0}"/>
              </a:ext>
            </a:extLst>
          </p:cNvPr>
          <p:cNvGrpSpPr/>
          <p:nvPr/>
        </p:nvGrpSpPr>
        <p:grpSpPr>
          <a:xfrm>
            <a:off x="618491" y="1100700"/>
            <a:ext cx="9176891" cy="1658841"/>
            <a:chOff x="414978" y="1262742"/>
            <a:chExt cx="9176891" cy="1658841"/>
          </a:xfrm>
        </p:grpSpPr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16529F44-861F-1ED2-843B-FF7E9AF73B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37789"/>
            <a:stretch>
              <a:fillRect/>
            </a:stretch>
          </p:blipFill>
          <p:spPr>
            <a:xfrm>
              <a:off x="414978" y="1262742"/>
              <a:ext cx="9176891" cy="1658841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1ECDF22-2041-3D87-4B8D-2675AB12030B}"/>
                </a:ext>
              </a:extLst>
            </p:cNvPr>
            <p:cNvSpPr/>
            <p:nvPr/>
          </p:nvSpPr>
          <p:spPr>
            <a:xfrm>
              <a:off x="2513337" y="1277499"/>
              <a:ext cx="1678381" cy="1589726"/>
            </a:xfrm>
            <a:prstGeom prst="rect">
              <a:avLst/>
            </a:prstGeom>
            <a:solidFill>
              <a:schemeClr val="tx1">
                <a:alpha val="67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D7E6E9D5-DB34-8278-A6D4-C1C8FDEE6648}"/>
                </a:ext>
              </a:extLst>
            </p:cNvPr>
            <p:cNvSpPr/>
            <p:nvPr/>
          </p:nvSpPr>
          <p:spPr>
            <a:xfrm>
              <a:off x="7645401" y="1472242"/>
              <a:ext cx="1946468" cy="1380227"/>
            </a:xfrm>
            <a:prstGeom prst="rect">
              <a:avLst/>
            </a:prstGeom>
            <a:solidFill>
              <a:schemeClr val="tx1">
                <a:alpha val="67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4F122723-92A2-02AC-0365-63FB4C0A24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35876" y="2549525"/>
              <a:ext cx="800099" cy="152131"/>
            </a:xfrm>
            <a:prstGeom prst="rect">
              <a:avLst/>
            </a:prstGeom>
          </p:spPr>
        </p:pic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06B558C2-20A1-BEE0-567D-9C8289D7AD07}"/>
                </a:ext>
              </a:extLst>
            </p:cNvPr>
            <p:cNvSpPr/>
            <p:nvPr/>
          </p:nvSpPr>
          <p:spPr>
            <a:xfrm>
              <a:off x="628651" y="1695449"/>
              <a:ext cx="719137" cy="20478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DEBD9632-7DB3-A485-2C04-C06AF0CE85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05501" y="1614485"/>
              <a:ext cx="0" cy="257173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2DDE2D91-F987-5048-B999-80B97F050A91}"/>
                </a:ext>
              </a:extLst>
            </p:cNvPr>
            <p:cNvSpPr/>
            <p:nvPr/>
          </p:nvSpPr>
          <p:spPr>
            <a:xfrm>
              <a:off x="5917025" y="2061416"/>
              <a:ext cx="203200" cy="40005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93" name="그룹 192">
              <a:extLst>
                <a:ext uri="{FF2B5EF4-FFF2-40B4-BE49-F238E27FC236}">
                  <a16:creationId xmlns:a16="http://schemas.microsoft.com/office/drawing/2014/main" id="{4D83902C-87FE-0DE1-33F4-E7047C79F9D8}"/>
                </a:ext>
              </a:extLst>
            </p:cNvPr>
            <p:cNvGrpSpPr/>
            <p:nvPr/>
          </p:nvGrpSpPr>
          <p:grpSpPr>
            <a:xfrm>
              <a:off x="2300004" y="1313794"/>
              <a:ext cx="1905684" cy="1207021"/>
              <a:chOff x="11589132" y="3712464"/>
              <a:chExt cx="2606040" cy="1653024"/>
            </a:xfrm>
          </p:grpSpPr>
          <p:sp>
            <p:nvSpPr>
              <p:cNvPr id="381" name="행0 라벨">
                <a:extLst>
                  <a:ext uri="{FF2B5EF4-FFF2-40B4-BE49-F238E27FC236}">
                    <a16:creationId xmlns:a16="http://schemas.microsoft.com/office/drawing/2014/main" id="{6D70F258-0CD9-E2E0-45C6-C38FE8187786}"/>
                  </a:ext>
                </a:extLst>
              </p:cNvPr>
              <p:cNvSpPr txBox="1"/>
              <p:nvPr/>
            </p:nvSpPr>
            <p:spPr>
              <a:xfrm>
                <a:off x="11589132" y="3712464"/>
                <a:ext cx="260604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ko-KR" altLang="en-US" sz="1400" b="1" dirty="0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</a:rPr>
                  <a:t>1/100 초 &lt; 50</a:t>
                </a:r>
                <a:r>
                  <a:rPr lang="ko-KR" altLang="en-US" sz="1200" b="1" dirty="0">
                    <a:solidFill>
                      <a:srgbClr val="6B7280"/>
                    </a:solidFill>
                    <a:latin typeface="Malgun Gothic"/>
                    <a:ea typeface="Malgun Gothic"/>
                    <a:cs typeface="Malgun Gothic"/>
                  </a:rPr>
                  <a:t>  blink_off 0</a:t>
                </a:r>
              </a:p>
            </p:txBody>
          </p:sp>
          <p:grpSp>
            <p:nvGrpSpPr>
              <p:cNvPr id="382" name="행0 FND">
                <a:extLst>
                  <a:ext uri="{FF2B5EF4-FFF2-40B4-BE49-F238E27FC236}">
                    <a16:creationId xmlns:a16="http://schemas.microsoft.com/office/drawing/2014/main" id="{D5FDBFDD-F71F-9B13-B4E8-145859B9CAC8}"/>
                  </a:ext>
                </a:extLst>
              </p:cNvPr>
              <p:cNvGrpSpPr/>
              <p:nvPr/>
            </p:nvGrpSpPr>
            <p:grpSpPr>
              <a:xfrm>
                <a:off x="11841480" y="4133088"/>
                <a:ext cx="2240280" cy="830064"/>
                <a:chOff x="11841480" y="4133088"/>
                <a:chExt cx="2240280" cy="830064"/>
              </a:xfrm>
            </p:grpSpPr>
            <p:sp>
              <p:nvSpPr>
                <p:cNvPr id="387" name="FND 바탕">
                  <a:extLst>
                    <a:ext uri="{FF2B5EF4-FFF2-40B4-BE49-F238E27FC236}">
                      <a16:creationId xmlns:a16="http://schemas.microsoft.com/office/drawing/2014/main" id="{F7F33654-1238-22C8-49D5-8198E9433C2F}"/>
                    </a:ext>
                  </a:extLst>
                </p:cNvPr>
                <p:cNvSpPr/>
                <p:nvPr/>
              </p:nvSpPr>
              <p:spPr>
                <a:xfrm>
                  <a:off x="11841480" y="4133088"/>
                  <a:ext cx="2240280" cy="830064"/>
                </a:xfrm>
                <a:prstGeom prst="roundRect">
                  <a:avLst>
                    <a:gd name="adj" fmla="val 6000"/>
                  </a:avLst>
                </a:prstGeom>
                <a:solidFill>
                  <a:srgbClr val="0B0B0B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88" name="seg">
                  <a:extLst>
                    <a:ext uri="{FF2B5EF4-FFF2-40B4-BE49-F238E27FC236}">
                      <a16:creationId xmlns:a16="http://schemas.microsoft.com/office/drawing/2014/main" id="{DBA66D5A-7040-DBC9-5826-25754E3B3AEB}"/>
                    </a:ext>
                  </a:extLst>
                </p:cNvPr>
                <p:cNvSpPr/>
                <p:nvPr/>
              </p:nvSpPr>
              <p:spPr>
                <a:xfrm>
                  <a:off x="12151192" y="4253581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89" name="seg">
                  <a:extLst>
                    <a:ext uri="{FF2B5EF4-FFF2-40B4-BE49-F238E27FC236}">
                      <a16:creationId xmlns:a16="http://schemas.microsoft.com/office/drawing/2014/main" id="{12B1998F-0ED3-61A0-0A77-0C7B5825541D}"/>
                    </a:ext>
                  </a:extLst>
                </p:cNvPr>
                <p:cNvSpPr/>
                <p:nvPr/>
              </p:nvSpPr>
              <p:spPr>
                <a:xfrm>
                  <a:off x="12151192" y="4519112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90" name="seg">
                  <a:extLst>
                    <a:ext uri="{FF2B5EF4-FFF2-40B4-BE49-F238E27FC236}">
                      <a16:creationId xmlns:a16="http://schemas.microsoft.com/office/drawing/2014/main" id="{15E218DA-6154-50E8-E0C9-A4F3BEC5030C}"/>
                    </a:ext>
                  </a:extLst>
                </p:cNvPr>
                <p:cNvSpPr/>
                <p:nvPr/>
              </p:nvSpPr>
              <p:spPr>
                <a:xfrm>
                  <a:off x="12151192" y="4784644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91" name="seg">
                  <a:extLst>
                    <a:ext uri="{FF2B5EF4-FFF2-40B4-BE49-F238E27FC236}">
                      <a16:creationId xmlns:a16="http://schemas.microsoft.com/office/drawing/2014/main" id="{A12D2932-2CF3-EB32-968C-1269A072F26D}"/>
                    </a:ext>
                  </a:extLst>
                </p:cNvPr>
                <p:cNvSpPr/>
                <p:nvPr/>
              </p:nvSpPr>
              <p:spPr>
                <a:xfrm>
                  <a:off x="12082466" y="4311596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92" name="seg">
                  <a:extLst>
                    <a:ext uri="{FF2B5EF4-FFF2-40B4-BE49-F238E27FC236}">
                      <a16:creationId xmlns:a16="http://schemas.microsoft.com/office/drawing/2014/main" id="{1A04EC43-A793-FFFA-84CD-CD96867F771B}"/>
                    </a:ext>
                  </a:extLst>
                </p:cNvPr>
                <p:cNvSpPr/>
                <p:nvPr/>
              </p:nvSpPr>
              <p:spPr>
                <a:xfrm>
                  <a:off x="12381468" y="4311596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93" name="seg">
                  <a:extLst>
                    <a:ext uri="{FF2B5EF4-FFF2-40B4-BE49-F238E27FC236}">
                      <a16:creationId xmlns:a16="http://schemas.microsoft.com/office/drawing/2014/main" id="{C45A65AB-0029-A178-D6C5-F7767882CAD3}"/>
                    </a:ext>
                  </a:extLst>
                </p:cNvPr>
                <p:cNvSpPr/>
                <p:nvPr/>
              </p:nvSpPr>
              <p:spPr>
                <a:xfrm>
                  <a:off x="12082466" y="4577128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94" name="seg">
                  <a:extLst>
                    <a:ext uri="{FF2B5EF4-FFF2-40B4-BE49-F238E27FC236}">
                      <a16:creationId xmlns:a16="http://schemas.microsoft.com/office/drawing/2014/main" id="{2DD05D42-E3EF-A501-6FB7-7737D3BB188B}"/>
                    </a:ext>
                  </a:extLst>
                </p:cNvPr>
                <p:cNvSpPr/>
                <p:nvPr/>
              </p:nvSpPr>
              <p:spPr>
                <a:xfrm>
                  <a:off x="12381468" y="4577128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95" name="seg">
                  <a:extLst>
                    <a:ext uri="{FF2B5EF4-FFF2-40B4-BE49-F238E27FC236}">
                      <a16:creationId xmlns:a16="http://schemas.microsoft.com/office/drawing/2014/main" id="{3146212C-DC36-9AC0-2549-A79EB1643628}"/>
                    </a:ext>
                  </a:extLst>
                </p:cNvPr>
                <p:cNvSpPr/>
                <p:nvPr/>
              </p:nvSpPr>
              <p:spPr>
                <a:xfrm>
                  <a:off x="12579612" y="4253581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96" name="seg">
                  <a:extLst>
                    <a:ext uri="{FF2B5EF4-FFF2-40B4-BE49-F238E27FC236}">
                      <a16:creationId xmlns:a16="http://schemas.microsoft.com/office/drawing/2014/main" id="{92A5220E-8054-60D0-E733-D790277D213F}"/>
                    </a:ext>
                  </a:extLst>
                </p:cNvPr>
                <p:cNvSpPr/>
                <p:nvPr/>
              </p:nvSpPr>
              <p:spPr>
                <a:xfrm>
                  <a:off x="12579612" y="4519112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97" name="seg">
                  <a:extLst>
                    <a:ext uri="{FF2B5EF4-FFF2-40B4-BE49-F238E27FC236}">
                      <a16:creationId xmlns:a16="http://schemas.microsoft.com/office/drawing/2014/main" id="{57CE18DC-BC5F-747F-1C5D-3402018598F6}"/>
                    </a:ext>
                  </a:extLst>
                </p:cNvPr>
                <p:cNvSpPr/>
                <p:nvPr/>
              </p:nvSpPr>
              <p:spPr>
                <a:xfrm>
                  <a:off x="12579612" y="4784644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98" name="seg">
                  <a:extLst>
                    <a:ext uri="{FF2B5EF4-FFF2-40B4-BE49-F238E27FC236}">
                      <a16:creationId xmlns:a16="http://schemas.microsoft.com/office/drawing/2014/main" id="{16D20560-4C83-EFED-EAC9-371EE92F4D4C}"/>
                    </a:ext>
                  </a:extLst>
                </p:cNvPr>
                <p:cNvSpPr/>
                <p:nvPr/>
              </p:nvSpPr>
              <p:spPr>
                <a:xfrm>
                  <a:off x="12510886" y="4311596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99" name="seg">
                  <a:extLst>
                    <a:ext uri="{FF2B5EF4-FFF2-40B4-BE49-F238E27FC236}">
                      <a16:creationId xmlns:a16="http://schemas.microsoft.com/office/drawing/2014/main" id="{176AE505-DD52-6EBD-2526-C9823B8681FE}"/>
                    </a:ext>
                  </a:extLst>
                </p:cNvPr>
                <p:cNvSpPr/>
                <p:nvPr/>
              </p:nvSpPr>
              <p:spPr>
                <a:xfrm>
                  <a:off x="12809888" y="4311596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00" name="seg">
                  <a:extLst>
                    <a:ext uri="{FF2B5EF4-FFF2-40B4-BE49-F238E27FC236}">
                      <a16:creationId xmlns:a16="http://schemas.microsoft.com/office/drawing/2014/main" id="{FBE27E58-1D88-C386-469B-53A2B116959D}"/>
                    </a:ext>
                  </a:extLst>
                </p:cNvPr>
                <p:cNvSpPr/>
                <p:nvPr/>
              </p:nvSpPr>
              <p:spPr>
                <a:xfrm>
                  <a:off x="12510886" y="4577128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01" name="seg">
                  <a:extLst>
                    <a:ext uri="{FF2B5EF4-FFF2-40B4-BE49-F238E27FC236}">
                      <a16:creationId xmlns:a16="http://schemas.microsoft.com/office/drawing/2014/main" id="{3D6F507E-9856-374A-9AE7-01FB33450916}"/>
                    </a:ext>
                  </a:extLst>
                </p:cNvPr>
                <p:cNvSpPr/>
                <p:nvPr/>
              </p:nvSpPr>
              <p:spPr>
                <a:xfrm>
                  <a:off x="12809888" y="4577128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02" name="seg">
                  <a:extLst>
                    <a:ext uri="{FF2B5EF4-FFF2-40B4-BE49-F238E27FC236}">
                      <a16:creationId xmlns:a16="http://schemas.microsoft.com/office/drawing/2014/main" id="{506087CE-5F71-4619-CBF3-5371AD17C829}"/>
                    </a:ext>
                  </a:extLst>
                </p:cNvPr>
                <p:cNvSpPr/>
                <p:nvPr/>
              </p:nvSpPr>
              <p:spPr>
                <a:xfrm>
                  <a:off x="13124063" y="4253581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03" name="seg">
                  <a:extLst>
                    <a:ext uri="{FF2B5EF4-FFF2-40B4-BE49-F238E27FC236}">
                      <a16:creationId xmlns:a16="http://schemas.microsoft.com/office/drawing/2014/main" id="{65EDE623-FC42-AB9D-1BF4-114B4E06EF3C}"/>
                    </a:ext>
                  </a:extLst>
                </p:cNvPr>
                <p:cNvSpPr/>
                <p:nvPr/>
              </p:nvSpPr>
              <p:spPr>
                <a:xfrm>
                  <a:off x="13124063" y="4519112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04" name="seg">
                  <a:extLst>
                    <a:ext uri="{FF2B5EF4-FFF2-40B4-BE49-F238E27FC236}">
                      <a16:creationId xmlns:a16="http://schemas.microsoft.com/office/drawing/2014/main" id="{87A02AE1-20B0-CA05-FE18-D0161C43146D}"/>
                    </a:ext>
                  </a:extLst>
                </p:cNvPr>
                <p:cNvSpPr/>
                <p:nvPr/>
              </p:nvSpPr>
              <p:spPr>
                <a:xfrm>
                  <a:off x="13124063" y="4784644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05" name="seg">
                  <a:extLst>
                    <a:ext uri="{FF2B5EF4-FFF2-40B4-BE49-F238E27FC236}">
                      <a16:creationId xmlns:a16="http://schemas.microsoft.com/office/drawing/2014/main" id="{B9F563DB-8A6C-50FC-3145-5C52FDBE2ADB}"/>
                    </a:ext>
                  </a:extLst>
                </p:cNvPr>
                <p:cNvSpPr/>
                <p:nvPr/>
              </p:nvSpPr>
              <p:spPr>
                <a:xfrm>
                  <a:off x="13055337" y="4311596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06" name="seg">
                  <a:extLst>
                    <a:ext uri="{FF2B5EF4-FFF2-40B4-BE49-F238E27FC236}">
                      <a16:creationId xmlns:a16="http://schemas.microsoft.com/office/drawing/2014/main" id="{36A5BE1B-72B0-3057-0D5E-51F74DB11B31}"/>
                    </a:ext>
                  </a:extLst>
                </p:cNvPr>
                <p:cNvSpPr/>
                <p:nvPr/>
              </p:nvSpPr>
              <p:spPr>
                <a:xfrm>
                  <a:off x="13354338" y="4311596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07" name="seg">
                  <a:extLst>
                    <a:ext uri="{FF2B5EF4-FFF2-40B4-BE49-F238E27FC236}">
                      <a16:creationId xmlns:a16="http://schemas.microsoft.com/office/drawing/2014/main" id="{51C14513-6EE4-BB02-AD5E-08BE6EC60E22}"/>
                    </a:ext>
                  </a:extLst>
                </p:cNvPr>
                <p:cNvSpPr/>
                <p:nvPr/>
              </p:nvSpPr>
              <p:spPr>
                <a:xfrm>
                  <a:off x="13055337" y="4577128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08" name="seg">
                  <a:extLst>
                    <a:ext uri="{FF2B5EF4-FFF2-40B4-BE49-F238E27FC236}">
                      <a16:creationId xmlns:a16="http://schemas.microsoft.com/office/drawing/2014/main" id="{0C0096C6-EEC7-4757-9558-28B03BD7D555}"/>
                    </a:ext>
                  </a:extLst>
                </p:cNvPr>
                <p:cNvSpPr/>
                <p:nvPr/>
              </p:nvSpPr>
              <p:spPr>
                <a:xfrm>
                  <a:off x="13354338" y="4577128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09" name="seg">
                  <a:extLst>
                    <a:ext uri="{FF2B5EF4-FFF2-40B4-BE49-F238E27FC236}">
                      <a16:creationId xmlns:a16="http://schemas.microsoft.com/office/drawing/2014/main" id="{07C2E0AB-26C3-2E7D-8535-329EA16054CD}"/>
                    </a:ext>
                  </a:extLst>
                </p:cNvPr>
                <p:cNvSpPr/>
                <p:nvPr/>
              </p:nvSpPr>
              <p:spPr>
                <a:xfrm>
                  <a:off x="13552483" y="4253581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10" name="seg">
                  <a:extLst>
                    <a:ext uri="{FF2B5EF4-FFF2-40B4-BE49-F238E27FC236}">
                      <a16:creationId xmlns:a16="http://schemas.microsoft.com/office/drawing/2014/main" id="{A160E3FD-7D3D-E546-B8FA-5DC2333A8762}"/>
                    </a:ext>
                  </a:extLst>
                </p:cNvPr>
                <p:cNvSpPr/>
                <p:nvPr/>
              </p:nvSpPr>
              <p:spPr>
                <a:xfrm>
                  <a:off x="13552483" y="4519112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11" name="seg">
                  <a:extLst>
                    <a:ext uri="{FF2B5EF4-FFF2-40B4-BE49-F238E27FC236}">
                      <a16:creationId xmlns:a16="http://schemas.microsoft.com/office/drawing/2014/main" id="{0E4758DD-5D2D-76A4-4F67-8A2E8C824402}"/>
                    </a:ext>
                  </a:extLst>
                </p:cNvPr>
                <p:cNvSpPr/>
                <p:nvPr/>
              </p:nvSpPr>
              <p:spPr>
                <a:xfrm>
                  <a:off x="13552483" y="4784644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12" name="seg">
                  <a:extLst>
                    <a:ext uri="{FF2B5EF4-FFF2-40B4-BE49-F238E27FC236}">
                      <a16:creationId xmlns:a16="http://schemas.microsoft.com/office/drawing/2014/main" id="{94A5CC4E-F5B4-83C6-4A66-F2F1790DA100}"/>
                    </a:ext>
                  </a:extLst>
                </p:cNvPr>
                <p:cNvSpPr/>
                <p:nvPr/>
              </p:nvSpPr>
              <p:spPr>
                <a:xfrm>
                  <a:off x="13483757" y="4311596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13" name="seg">
                  <a:extLst>
                    <a:ext uri="{FF2B5EF4-FFF2-40B4-BE49-F238E27FC236}">
                      <a16:creationId xmlns:a16="http://schemas.microsoft.com/office/drawing/2014/main" id="{67B8924A-E775-6FEE-E1B4-81467F44490D}"/>
                    </a:ext>
                  </a:extLst>
                </p:cNvPr>
                <p:cNvSpPr/>
                <p:nvPr/>
              </p:nvSpPr>
              <p:spPr>
                <a:xfrm>
                  <a:off x="13782758" y="4311596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14" name="seg">
                  <a:extLst>
                    <a:ext uri="{FF2B5EF4-FFF2-40B4-BE49-F238E27FC236}">
                      <a16:creationId xmlns:a16="http://schemas.microsoft.com/office/drawing/2014/main" id="{47819138-3A9D-AD4D-F46E-AAE8FE56D2EC}"/>
                    </a:ext>
                  </a:extLst>
                </p:cNvPr>
                <p:cNvSpPr/>
                <p:nvPr/>
              </p:nvSpPr>
              <p:spPr>
                <a:xfrm>
                  <a:off x="13483757" y="4577128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15" name="seg">
                  <a:extLst>
                    <a:ext uri="{FF2B5EF4-FFF2-40B4-BE49-F238E27FC236}">
                      <a16:creationId xmlns:a16="http://schemas.microsoft.com/office/drawing/2014/main" id="{9B5E92C2-8DC4-AA22-7C88-5929B6296E4B}"/>
                    </a:ext>
                  </a:extLst>
                </p:cNvPr>
                <p:cNvSpPr/>
                <p:nvPr/>
              </p:nvSpPr>
              <p:spPr>
                <a:xfrm>
                  <a:off x="13782758" y="4577128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16" name="dot">
                  <a:extLst>
                    <a:ext uri="{FF2B5EF4-FFF2-40B4-BE49-F238E27FC236}">
                      <a16:creationId xmlns:a16="http://schemas.microsoft.com/office/drawing/2014/main" id="{5DDC90AA-A406-08C1-F5A5-1989DFB243BE}"/>
                    </a:ext>
                  </a:extLst>
                </p:cNvPr>
                <p:cNvSpPr/>
                <p:nvPr/>
              </p:nvSpPr>
              <p:spPr>
                <a:xfrm>
                  <a:off x="12943769" y="4775718"/>
                  <a:ext cx="66941" cy="66941"/>
                </a:xfrm>
                <a:prstGeom prst="ellipse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17" name="커서 자리">
                  <a:extLst>
                    <a:ext uri="{FF2B5EF4-FFF2-40B4-BE49-F238E27FC236}">
                      <a16:creationId xmlns:a16="http://schemas.microsoft.com/office/drawing/2014/main" id="{7BF9A5EC-7F07-27AF-2C95-017B09608595}"/>
                    </a:ext>
                  </a:extLst>
                </p:cNvPr>
                <p:cNvSpPr/>
                <p:nvPr/>
              </p:nvSpPr>
              <p:spPr>
                <a:xfrm>
                  <a:off x="13430204" y="4186641"/>
                  <a:ext cx="464122" cy="722959"/>
                </a:xfrm>
                <a:prstGeom prst="roundRect">
                  <a:avLst>
                    <a:gd name="adj" fmla="val 8000"/>
                  </a:avLst>
                </a:prstGeom>
                <a:noFill/>
                <a:ln w="22225">
                  <a:solidFill>
                    <a:srgbClr val="FFC000"/>
                  </a:solidFill>
                  <a:prstDash val="dash"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</p:grpSp>
          <p:sp>
            <p:nvSpPr>
              <p:cNvPr id="383" name="행0 fnd_num">
                <a:extLst>
                  <a:ext uri="{FF2B5EF4-FFF2-40B4-BE49-F238E27FC236}">
                    <a16:creationId xmlns:a16="http://schemas.microsoft.com/office/drawing/2014/main" id="{D6C373AD-A1A7-4345-3F7E-B2356F8500F3}"/>
                  </a:ext>
                </a:extLst>
              </p:cNvPr>
              <p:cNvSpPr/>
              <p:nvPr/>
            </p:nvSpPr>
            <p:spPr>
              <a:xfrm>
                <a:off x="12068951" y="5036304"/>
                <a:ext cx="384048" cy="329184"/>
              </a:xfrm>
              <a:prstGeom prst="roundRect">
                <a:avLst>
                  <a:gd name="adj" fmla="val 18000"/>
                </a:avLst>
              </a:prstGeom>
              <a:solidFill>
                <a:srgbClr val="F3F4F6"/>
              </a:solidFill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ko-KR" altLang="en-US" sz="1400" b="1" dirty="0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</a:rPr>
                  <a:t>1</a:t>
                </a:r>
              </a:p>
            </p:txBody>
          </p:sp>
          <p:sp>
            <p:nvSpPr>
              <p:cNvPr id="384" name="행0 fnd_num">
                <a:extLst>
                  <a:ext uri="{FF2B5EF4-FFF2-40B4-BE49-F238E27FC236}">
                    <a16:creationId xmlns:a16="http://schemas.microsoft.com/office/drawing/2014/main" id="{3D630997-F1E2-B0C3-85A2-F5DAB21A3AEE}"/>
                  </a:ext>
                </a:extLst>
              </p:cNvPr>
              <p:cNvSpPr/>
              <p:nvPr/>
            </p:nvSpPr>
            <p:spPr>
              <a:xfrm>
                <a:off x="12497371" y="5036304"/>
                <a:ext cx="384048" cy="329184"/>
              </a:xfrm>
              <a:prstGeom prst="roundRect">
                <a:avLst>
                  <a:gd name="adj" fmla="val 18000"/>
                </a:avLst>
              </a:prstGeom>
              <a:solidFill>
                <a:srgbClr val="F3F4F6"/>
              </a:solidFill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ko-KR" altLang="en-US" sz="1400" b="1" dirty="0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</a:rPr>
                  <a:t>2</a:t>
                </a:r>
              </a:p>
            </p:txBody>
          </p:sp>
          <p:sp>
            <p:nvSpPr>
              <p:cNvPr id="385" name="행0 fnd_num">
                <a:extLst>
                  <a:ext uri="{FF2B5EF4-FFF2-40B4-BE49-F238E27FC236}">
                    <a16:creationId xmlns:a16="http://schemas.microsoft.com/office/drawing/2014/main" id="{19603779-1954-7DCE-A137-C8D6A2BDAEF1}"/>
                  </a:ext>
                </a:extLst>
              </p:cNvPr>
              <p:cNvSpPr/>
              <p:nvPr/>
            </p:nvSpPr>
            <p:spPr>
              <a:xfrm>
                <a:off x="13041821" y="5036304"/>
                <a:ext cx="384048" cy="329184"/>
              </a:xfrm>
              <a:prstGeom prst="roundRect">
                <a:avLst>
                  <a:gd name="adj" fmla="val 18000"/>
                </a:avLst>
              </a:prstGeom>
              <a:solidFill>
                <a:srgbClr val="F3F4F6"/>
              </a:solidFill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ko-KR" altLang="en-US" sz="1400" b="1" dirty="0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</a:rPr>
                  <a:t>3</a:t>
                </a:r>
              </a:p>
            </p:txBody>
          </p:sp>
          <p:sp>
            <p:nvSpPr>
              <p:cNvPr id="386" name="행0 fnd_num">
                <a:extLst>
                  <a:ext uri="{FF2B5EF4-FFF2-40B4-BE49-F238E27FC236}">
                    <a16:creationId xmlns:a16="http://schemas.microsoft.com/office/drawing/2014/main" id="{922075B0-457D-853B-F14E-A9417606095B}"/>
                  </a:ext>
                </a:extLst>
              </p:cNvPr>
              <p:cNvSpPr/>
              <p:nvPr/>
            </p:nvSpPr>
            <p:spPr>
              <a:xfrm>
                <a:off x="13470241" y="5036304"/>
                <a:ext cx="384048" cy="329184"/>
              </a:xfrm>
              <a:prstGeom prst="roundRect">
                <a:avLst>
                  <a:gd name="adj" fmla="val 18000"/>
                </a:avLst>
              </a:prstGeom>
              <a:solidFill>
                <a:srgbClr val="F3F4F6"/>
              </a:solidFill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ko-KR" altLang="en-US" sz="1400" b="1" dirty="0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</a:rPr>
                  <a:t>4</a:t>
                </a:r>
              </a:p>
            </p:txBody>
          </p:sp>
        </p:grpSp>
        <p:grpSp>
          <p:nvGrpSpPr>
            <p:cNvPr id="194" name="그룹 193">
              <a:extLst>
                <a:ext uri="{FF2B5EF4-FFF2-40B4-BE49-F238E27FC236}">
                  <a16:creationId xmlns:a16="http://schemas.microsoft.com/office/drawing/2014/main" id="{EA16F843-E004-6B63-4597-2DE9986C73EF}"/>
                </a:ext>
              </a:extLst>
            </p:cNvPr>
            <p:cNvGrpSpPr/>
            <p:nvPr/>
          </p:nvGrpSpPr>
          <p:grpSpPr>
            <a:xfrm>
              <a:off x="7616314" y="1302623"/>
              <a:ext cx="1905684" cy="1207021"/>
              <a:chOff x="14465592" y="3712464"/>
              <a:chExt cx="2606040" cy="1653024"/>
            </a:xfrm>
          </p:grpSpPr>
          <p:sp>
            <p:nvSpPr>
              <p:cNvPr id="344" name="행0 라벨">
                <a:extLst>
                  <a:ext uri="{FF2B5EF4-FFF2-40B4-BE49-F238E27FC236}">
                    <a16:creationId xmlns:a16="http://schemas.microsoft.com/office/drawing/2014/main" id="{B08EE2FF-509C-54F3-4E39-5B50B800F057}"/>
                  </a:ext>
                </a:extLst>
              </p:cNvPr>
              <p:cNvSpPr txBox="1"/>
              <p:nvPr/>
            </p:nvSpPr>
            <p:spPr>
              <a:xfrm>
                <a:off x="14465592" y="3712464"/>
                <a:ext cx="260604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ko-KR" altLang="en-US" sz="1400" b="1" dirty="0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</a:rPr>
                  <a:t>1/100 초 ≥ 50</a:t>
                </a:r>
                <a:r>
                  <a:rPr lang="ko-KR" altLang="en-US" sz="1200" b="1" dirty="0">
                    <a:solidFill>
                      <a:srgbClr val="6B7280"/>
                    </a:solidFill>
                    <a:latin typeface="Malgun Gothic"/>
                    <a:ea typeface="Malgun Gothic"/>
                    <a:cs typeface="Malgun Gothic"/>
                  </a:rPr>
                  <a:t>  blink_off 1</a:t>
                </a:r>
              </a:p>
            </p:txBody>
          </p:sp>
          <p:grpSp>
            <p:nvGrpSpPr>
              <p:cNvPr id="345" name="행0 FND">
                <a:extLst>
                  <a:ext uri="{FF2B5EF4-FFF2-40B4-BE49-F238E27FC236}">
                    <a16:creationId xmlns:a16="http://schemas.microsoft.com/office/drawing/2014/main" id="{548A2C78-7CB0-F98A-B217-510AA0E065CF}"/>
                  </a:ext>
                </a:extLst>
              </p:cNvPr>
              <p:cNvGrpSpPr/>
              <p:nvPr/>
            </p:nvGrpSpPr>
            <p:grpSpPr>
              <a:xfrm>
                <a:off x="14767560" y="4133088"/>
                <a:ext cx="2240280" cy="830064"/>
                <a:chOff x="14767560" y="4133088"/>
                <a:chExt cx="2240280" cy="830064"/>
              </a:xfrm>
            </p:grpSpPr>
            <p:sp>
              <p:nvSpPr>
                <p:cNvPr id="350" name="FND 바탕">
                  <a:extLst>
                    <a:ext uri="{FF2B5EF4-FFF2-40B4-BE49-F238E27FC236}">
                      <a16:creationId xmlns:a16="http://schemas.microsoft.com/office/drawing/2014/main" id="{88B594C1-5384-C0A9-375E-E8F55B1B166F}"/>
                    </a:ext>
                  </a:extLst>
                </p:cNvPr>
                <p:cNvSpPr/>
                <p:nvPr/>
              </p:nvSpPr>
              <p:spPr>
                <a:xfrm>
                  <a:off x="14767560" y="4133088"/>
                  <a:ext cx="2240280" cy="830064"/>
                </a:xfrm>
                <a:prstGeom prst="roundRect">
                  <a:avLst>
                    <a:gd name="adj" fmla="val 6000"/>
                  </a:avLst>
                </a:prstGeom>
                <a:solidFill>
                  <a:srgbClr val="0B0B0B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51" name="seg">
                  <a:extLst>
                    <a:ext uri="{FF2B5EF4-FFF2-40B4-BE49-F238E27FC236}">
                      <a16:creationId xmlns:a16="http://schemas.microsoft.com/office/drawing/2014/main" id="{2735F84A-7726-EC6F-FB63-BB0136D94AAB}"/>
                    </a:ext>
                  </a:extLst>
                </p:cNvPr>
                <p:cNvSpPr/>
                <p:nvPr/>
              </p:nvSpPr>
              <p:spPr>
                <a:xfrm>
                  <a:off x="15077272" y="4253581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52" name="seg">
                  <a:extLst>
                    <a:ext uri="{FF2B5EF4-FFF2-40B4-BE49-F238E27FC236}">
                      <a16:creationId xmlns:a16="http://schemas.microsoft.com/office/drawing/2014/main" id="{7FADAC5B-89F0-15E0-7AEC-99797E7A5EF0}"/>
                    </a:ext>
                  </a:extLst>
                </p:cNvPr>
                <p:cNvSpPr/>
                <p:nvPr/>
              </p:nvSpPr>
              <p:spPr>
                <a:xfrm>
                  <a:off x="15077272" y="4519112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53" name="seg">
                  <a:extLst>
                    <a:ext uri="{FF2B5EF4-FFF2-40B4-BE49-F238E27FC236}">
                      <a16:creationId xmlns:a16="http://schemas.microsoft.com/office/drawing/2014/main" id="{D6B41A5F-092F-E63D-E73C-0849B4250E49}"/>
                    </a:ext>
                  </a:extLst>
                </p:cNvPr>
                <p:cNvSpPr/>
                <p:nvPr/>
              </p:nvSpPr>
              <p:spPr>
                <a:xfrm>
                  <a:off x="15077272" y="4784644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54" name="seg">
                  <a:extLst>
                    <a:ext uri="{FF2B5EF4-FFF2-40B4-BE49-F238E27FC236}">
                      <a16:creationId xmlns:a16="http://schemas.microsoft.com/office/drawing/2014/main" id="{B9A5CB88-5052-7DAA-C909-F5F73BCEBB83}"/>
                    </a:ext>
                  </a:extLst>
                </p:cNvPr>
                <p:cNvSpPr/>
                <p:nvPr/>
              </p:nvSpPr>
              <p:spPr>
                <a:xfrm>
                  <a:off x="15008546" y="4311596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55" name="seg">
                  <a:extLst>
                    <a:ext uri="{FF2B5EF4-FFF2-40B4-BE49-F238E27FC236}">
                      <a16:creationId xmlns:a16="http://schemas.microsoft.com/office/drawing/2014/main" id="{21F7FF1D-163F-D078-3004-AF6496910995}"/>
                    </a:ext>
                  </a:extLst>
                </p:cNvPr>
                <p:cNvSpPr/>
                <p:nvPr/>
              </p:nvSpPr>
              <p:spPr>
                <a:xfrm>
                  <a:off x="15307548" y="4311596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56" name="seg">
                  <a:extLst>
                    <a:ext uri="{FF2B5EF4-FFF2-40B4-BE49-F238E27FC236}">
                      <a16:creationId xmlns:a16="http://schemas.microsoft.com/office/drawing/2014/main" id="{4C639B71-1173-1892-81C0-5CC10A08D7C1}"/>
                    </a:ext>
                  </a:extLst>
                </p:cNvPr>
                <p:cNvSpPr/>
                <p:nvPr/>
              </p:nvSpPr>
              <p:spPr>
                <a:xfrm>
                  <a:off x="15008546" y="4577128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57" name="seg">
                  <a:extLst>
                    <a:ext uri="{FF2B5EF4-FFF2-40B4-BE49-F238E27FC236}">
                      <a16:creationId xmlns:a16="http://schemas.microsoft.com/office/drawing/2014/main" id="{44C74320-460F-9C25-3DA7-94F834C3D1BF}"/>
                    </a:ext>
                  </a:extLst>
                </p:cNvPr>
                <p:cNvSpPr/>
                <p:nvPr/>
              </p:nvSpPr>
              <p:spPr>
                <a:xfrm>
                  <a:off x="15307548" y="4577128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58" name="seg">
                  <a:extLst>
                    <a:ext uri="{FF2B5EF4-FFF2-40B4-BE49-F238E27FC236}">
                      <a16:creationId xmlns:a16="http://schemas.microsoft.com/office/drawing/2014/main" id="{195628AA-6E49-CD5F-39C4-C0A2852E5685}"/>
                    </a:ext>
                  </a:extLst>
                </p:cNvPr>
                <p:cNvSpPr/>
                <p:nvPr/>
              </p:nvSpPr>
              <p:spPr>
                <a:xfrm>
                  <a:off x="15505692" y="4253581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59" name="seg">
                  <a:extLst>
                    <a:ext uri="{FF2B5EF4-FFF2-40B4-BE49-F238E27FC236}">
                      <a16:creationId xmlns:a16="http://schemas.microsoft.com/office/drawing/2014/main" id="{C3459FB4-C7EB-C1B0-40B9-78F8E738C413}"/>
                    </a:ext>
                  </a:extLst>
                </p:cNvPr>
                <p:cNvSpPr/>
                <p:nvPr/>
              </p:nvSpPr>
              <p:spPr>
                <a:xfrm>
                  <a:off x="15505692" y="4519112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60" name="seg">
                  <a:extLst>
                    <a:ext uri="{FF2B5EF4-FFF2-40B4-BE49-F238E27FC236}">
                      <a16:creationId xmlns:a16="http://schemas.microsoft.com/office/drawing/2014/main" id="{D0512975-F2B6-DEF7-4027-48F6E6F08E8E}"/>
                    </a:ext>
                  </a:extLst>
                </p:cNvPr>
                <p:cNvSpPr/>
                <p:nvPr/>
              </p:nvSpPr>
              <p:spPr>
                <a:xfrm>
                  <a:off x="15505692" y="4784644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61" name="seg">
                  <a:extLst>
                    <a:ext uri="{FF2B5EF4-FFF2-40B4-BE49-F238E27FC236}">
                      <a16:creationId xmlns:a16="http://schemas.microsoft.com/office/drawing/2014/main" id="{1ED218AF-224F-0DFC-379F-0780F7792DCA}"/>
                    </a:ext>
                  </a:extLst>
                </p:cNvPr>
                <p:cNvSpPr/>
                <p:nvPr/>
              </p:nvSpPr>
              <p:spPr>
                <a:xfrm>
                  <a:off x="15436966" y="4311596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62" name="seg">
                  <a:extLst>
                    <a:ext uri="{FF2B5EF4-FFF2-40B4-BE49-F238E27FC236}">
                      <a16:creationId xmlns:a16="http://schemas.microsoft.com/office/drawing/2014/main" id="{CB9F8D58-2B7D-6F32-141F-264DA88D5C65}"/>
                    </a:ext>
                  </a:extLst>
                </p:cNvPr>
                <p:cNvSpPr/>
                <p:nvPr/>
              </p:nvSpPr>
              <p:spPr>
                <a:xfrm>
                  <a:off x="15735968" y="4311596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63" name="seg">
                  <a:extLst>
                    <a:ext uri="{FF2B5EF4-FFF2-40B4-BE49-F238E27FC236}">
                      <a16:creationId xmlns:a16="http://schemas.microsoft.com/office/drawing/2014/main" id="{E7A04399-38F5-C462-0689-A3CCC8B596BB}"/>
                    </a:ext>
                  </a:extLst>
                </p:cNvPr>
                <p:cNvSpPr/>
                <p:nvPr/>
              </p:nvSpPr>
              <p:spPr>
                <a:xfrm>
                  <a:off x="15436966" y="4577128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64" name="seg">
                  <a:extLst>
                    <a:ext uri="{FF2B5EF4-FFF2-40B4-BE49-F238E27FC236}">
                      <a16:creationId xmlns:a16="http://schemas.microsoft.com/office/drawing/2014/main" id="{C63A73D6-D415-37CD-06A9-A33C8C35EABA}"/>
                    </a:ext>
                  </a:extLst>
                </p:cNvPr>
                <p:cNvSpPr/>
                <p:nvPr/>
              </p:nvSpPr>
              <p:spPr>
                <a:xfrm>
                  <a:off x="15735968" y="4577128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65" name="seg">
                  <a:extLst>
                    <a:ext uri="{FF2B5EF4-FFF2-40B4-BE49-F238E27FC236}">
                      <a16:creationId xmlns:a16="http://schemas.microsoft.com/office/drawing/2014/main" id="{564B832D-B8DE-C4F8-DE9D-4C9915F64581}"/>
                    </a:ext>
                  </a:extLst>
                </p:cNvPr>
                <p:cNvSpPr/>
                <p:nvPr/>
              </p:nvSpPr>
              <p:spPr>
                <a:xfrm>
                  <a:off x="16050143" y="4253581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66" name="seg">
                  <a:extLst>
                    <a:ext uri="{FF2B5EF4-FFF2-40B4-BE49-F238E27FC236}">
                      <a16:creationId xmlns:a16="http://schemas.microsoft.com/office/drawing/2014/main" id="{936F2B4E-ECDD-2FE3-AA37-C83CFEF6C0D3}"/>
                    </a:ext>
                  </a:extLst>
                </p:cNvPr>
                <p:cNvSpPr/>
                <p:nvPr/>
              </p:nvSpPr>
              <p:spPr>
                <a:xfrm>
                  <a:off x="16050143" y="4519112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67" name="seg">
                  <a:extLst>
                    <a:ext uri="{FF2B5EF4-FFF2-40B4-BE49-F238E27FC236}">
                      <a16:creationId xmlns:a16="http://schemas.microsoft.com/office/drawing/2014/main" id="{4DA9D3B3-EE3B-BC56-6F0A-40E77FD9184C}"/>
                    </a:ext>
                  </a:extLst>
                </p:cNvPr>
                <p:cNvSpPr/>
                <p:nvPr/>
              </p:nvSpPr>
              <p:spPr>
                <a:xfrm>
                  <a:off x="16050143" y="4784644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68" name="seg">
                  <a:extLst>
                    <a:ext uri="{FF2B5EF4-FFF2-40B4-BE49-F238E27FC236}">
                      <a16:creationId xmlns:a16="http://schemas.microsoft.com/office/drawing/2014/main" id="{96488036-BC8C-F708-016C-F4CB01DD81D4}"/>
                    </a:ext>
                  </a:extLst>
                </p:cNvPr>
                <p:cNvSpPr/>
                <p:nvPr/>
              </p:nvSpPr>
              <p:spPr>
                <a:xfrm>
                  <a:off x="15981417" y="4311596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69" name="seg">
                  <a:extLst>
                    <a:ext uri="{FF2B5EF4-FFF2-40B4-BE49-F238E27FC236}">
                      <a16:creationId xmlns:a16="http://schemas.microsoft.com/office/drawing/2014/main" id="{A0BECE58-8F8D-0B5A-5A40-0175E0F1B21C}"/>
                    </a:ext>
                  </a:extLst>
                </p:cNvPr>
                <p:cNvSpPr/>
                <p:nvPr/>
              </p:nvSpPr>
              <p:spPr>
                <a:xfrm>
                  <a:off x="16280418" y="4311596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70" name="seg">
                  <a:extLst>
                    <a:ext uri="{FF2B5EF4-FFF2-40B4-BE49-F238E27FC236}">
                      <a16:creationId xmlns:a16="http://schemas.microsoft.com/office/drawing/2014/main" id="{246EB118-FBB6-70E0-B28D-BDFFE12C73C6}"/>
                    </a:ext>
                  </a:extLst>
                </p:cNvPr>
                <p:cNvSpPr/>
                <p:nvPr/>
              </p:nvSpPr>
              <p:spPr>
                <a:xfrm>
                  <a:off x="15981417" y="4577128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71" name="seg">
                  <a:extLst>
                    <a:ext uri="{FF2B5EF4-FFF2-40B4-BE49-F238E27FC236}">
                      <a16:creationId xmlns:a16="http://schemas.microsoft.com/office/drawing/2014/main" id="{8270BE18-A722-325B-9502-C98615FEB068}"/>
                    </a:ext>
                  </a:extLst>
                </p:cNvPr>
                <p:cNvSpPr/>
                <p:nvPr/>
              </p:nvSpPr>
              <p:spPr>
                <a:xfrm>
                  <a:off x="16280418" y="4577128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72" name="seg">
                  <a:extLst>
                    <a:ext uri="{FF2B5EF4-FFF2-40B4-BE49-F238E27FC236}">
                      <a16:creationId xmlns:a16="http://schemas.microsoft.com/office/drawing/2014/main" id="{F6341515-093B-7C8A-24DD-9A29069D7E0B}"/>
                    </a:ext>
                  </a:extLst>
                </p:cNvPr>
                <p:cNvSpPr/>
                <p:nvPr/>
              </p:nvSpPr>
              <p:spPr>
                <a:xfrm>
                  <a:off x="16478563" y="4253581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73" name="seg">
                  <a:extLst>
                    <a:ext uri="{FF2B5EF4-FFF2-40B4-BE49-F238E27FC236}">
                      <a16:creationId xmlns:a16="http://schemas.microsoft.com/office/drawing/2014/main" id="{A796EF6A-407E-6A0C-055D-978B2788D39F}"/>
                    </a:ext>
                  </a:extLst>
                </p:cNvPr>
                <p:cNvSpPr/>
                <p:nvPr/>
              </p:nvSpPr>
              <p:spPr>
                <a:xfrm>
                  <a:off x="16478563" y="4519112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74" name="seg">
                  <a:extLst>
                    <a:ext uri="{FF2B5EF4-FFF2-40B4-BE49-F238E27FC236}">
                      <a16:creationId xmlns:a16="http://schemas.microsoft.com/office/drawing/2014/main" id="{6D902DE0-4958-B9BE-96E1-A57F22B7CD42}"/>
                    </a:ext>
                  </a:extLst>
                </p:cNvPr>
                <p:cNvSpPr/>
                <p:nvPr/>
              </p:nvSpPr>
              <p:spPr>
                <a:xfrm>
                  <a:off x="16478563" y="4784644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75" name="seg">
                  <a:extLst>
                    <a:ext uri="{FF2B5EF4-FFF2-40B4-BE49-F238E27FC236}">
                      <a16:creationId xmlns:a16="http://schemas.microsoft.com/office/drawing/2014/main" id="{9F7468D0-697B-850E-E746-3D010D0C32E1}"/>
                    </a:ext>
                  </a:extLst>
                </p:cNvPr>
                <p:cNvSpPr/>
                <p:nvPr/>
              </p:nvSpPr>
              <p:spPr>
                <a:xfrm>
                  <a:off x="16409837" y="4311596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76" name="seg">
                  <a:extLst>
                    <a:ext uri="{FF2B5EF4-FFF2-40B4-BE49-F238E27FC236}">
                      <a16:creationId xmlns:a16="http://schemas.microsoft.com/office/drawing/2014/main" id="{E198899C-23DA-D129-00D8-E251817BE10A}"/>
                    </a:ext>
                  </a:extLst>
                </p:cNvPr>
                <p:cNvSpPr/>
                <p:nvPr/>
              </p:nvSpPr>
              <p:spPr>
                <a:xfrm>
                  <a:off x="16708838" y="4311596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77" name="seg">
                  <a:extLst>
                    <a:ext uri="{FF2B5EF4-FFF2-40B4-BE49-F238E27FC236}">
                      <a16:creationId xmlns:a16="http://schemas.microsoft.com/office/drawing/2014/main" id="{0F716479-E035-5FE9-CC65-A1C8EEF1E9B1}"/>
                    </a:ext>
                  </a:extLst>
                </p:cNvPr>
                <p:cNvSpPr/>
                <p:nvPr/>
              </p:nvSpPr>
              <p:spPr>
                <a:xfrm>
                  <a:off x="16409837" y="4577128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78" name="seg">
                  <a:extLst>
                    <a:ext uri="{FF2B5EF4-FFF2-40B4-BE49-F238E27FC236}">
                      <a16:creationId xmlns:a16="http://schemas.microsoft.com/office/drawing/2014/main" id="{0553E4AF-4B82-BFB2-D2F9-A1FA75BB37B7}"/>
                    </a:ext>
                  </a:extLst>
                </p:cNvPr>
                <p:cNvSpPr/>
                <p:nvPr/>
              </p:nvSpPr>
              <p:spPr>
                <a:xfrm>
                  <a:off x="16708838" y="4577128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79" name="dot">
                  <a:extLst>
                    <a:ext uri="{FF2B5EF4-FFF2-40B4-BE49-F238E27FC236}">
                      <a16:creationId xmlns:a16="http://schemas.microsoft.com/office/drawing/2014/main" id="{5F90AE27-34E7-9F98-A0D5-0426E00D6E9D}"/>
                    </a:ext>
                  </a:extLst>
                </p:cNvPr>
                <p:cNvSpPr/>
                <p:nvPr/>
              </p:nvSpPr>
              <p:spPr>
                <a:xfrm>
                  <a:off x="15869849" y="4775718"/>
                  <a:ext cx="66941" cy="66941"/>
                </a:xfrm>
                <a:prstGeom prst="ellipse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80" name="커서 자리">
                  <a:extLst>
                    <a:ext uri="{FF2B5EF4-FFF2-40B4-BE49-F238E27FC236}">
                      <a16:creationId xmlns:a16="http://schemas.microsoft.com/office/drawing/2014/main" id="{0C4A12A3-D969-318C-9114-4EB2D51BC425}"/>
                    </a:ext>
                  </a:extLst>
                </p:cNvPr>
                <p:cNvSpPr/>
                <p:nvPr/>
              </p:nvSpPr>
              <p:spPr>
                <a:xfrm>
                  <a:off x="16356284" y="4186641"/>
                  <a:ext cx="464122" cy="722959"/>
                </a:xfrm>
                <a:prstGeom prst="roundRect">
                  <a:avLst>
                    <a:gd name="adj" fmla="val 8000"/>
                  </a:avLst>
                </a:prstGeom>
                <a:noFill/>
                <a:ln w="22225">
                  <a:solidFill>
                    <a:srgbClr val="FFC000"/>
                  </a:solidFill>
                  <a:prstDash val="dash"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</p:grpSp>
          <p:sp>
            <p:nvSpPr>
              <p:cNvPr id="346" name="행0 fnd_num">
                <a:extLst>
                  <a:ext uri="{FF2B5EF4-FFF2-40B4-BE49-F238E27FC236}">
                    <a16:creationId xmlns:a16="http://schemas.microsoft.com/office/drawing/2014/main" id="{EE5813E7-E421-5378-064F-94D86466B448}"/>
                  </a:ext>
                </a:extLst>
              </p:cNvPr>
              <p:cNvSpPr/>
              <p:nvPr/>
            </p:nvSpPr>
            <p:spPr>
              <a:xfrm>
                <a:off x="14995031" y="5036304"/>
                <a:ext cx="384048" cy="329184"/>
              </a:xfrm>
              <a:prstGeom prst="roundRect">
                <a:avLst>
                  <a:gd name="adj" fmla="val 18000"/>
                </a:avLst>
              </a:prstGeom>
              <a:solidFill>
                <a:srgbClr val="F3F4F6"/>
              </a:solidFill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ko-KR" altLang="en-US" sz="1400" b="1" dirty="0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</a:rPr>
                  <a:t>1</a:t>
                </a:r>
              </a:p>
            </p:txBody>
          </p:sp>
          <p:sp>
            <p:nvSpPr>
              <p:cNvPr id="347" name="행0 fnd_num">
                <a:extLst>
                  <a:ext uri="{FF2B5EF4-FFF2-40B4-BE49-F238E27FC236}">
                    <a16:creationId xmlns:a16="http://schemas.microsoft.com/office/drawing/2014/main" id="{C7C54EBB-8928-0F2E-26B5-C83C650C0ACA}"/>
                  </a:ext>
                </a:extLst>
              </p:cNvPr>
              <p:cNvSpPr/>
              <p:nvPr/>
            </p:nvSpPr>
            <p:spPr>
              <a:xfrm>
                <a:off x="15423451" y="5036304"/>
                <a:ext cx="384048" cy="329184"/>
              </a:xfrm>
              <a:prstGeom prst="roundRect">
                <a:avLst>
                  <a:gd name="adj" fmla="val 18000"/>
                </a:avLst>
              </a:prstGeom>
              <a:solidFill>
                <a:srgbClr val="F3F4F6"/>
              </a:solidFill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ko-KR" altLang="en-US" sz="1400" b="1" dirty="0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</a:rPr>
                  <a:t>2</a:t>
                </a:r>
              </a:p>
            </p:txBody>
          </p:sp>
          <p:sp>
            <p:nvSpPr>
              <p:cNvPr id="348" name="행0 fnd_num">
                <a:extLst>
                  <a:ext uri="{FF2B5EF4-FFF2-40B4-BE49-F238E27FC236}">
                    <a16:creationId xmlns:a16="http://schemas.microsoft.com/office/drawing/2014/main" id="{C2B36285-A4E2-1DA0-0DFD-F2803E6A4279}"/>
                  </a:ext>
                </a:extLst>
              </p:cNvPr>
              <p:cNvSpPr/>
              <p:nvPr/>
            </p:nvSpPr>
            <p:spPr>
              <a:xfrm>
                <a:off x="15967901" y="5036304"/>
                <a:ext cx="384048" cy="329184"/>
              </a:xfrm>
              <a:prstGeom prst="roundRect">
                <a:avLst>
                  <a:gd name="adj" fmla="val 18000"/>
                </a:avLst>
              </a:prstGeom>
              <a:solidFill>
                <a:srgbClr val="F3F4F6"/>
              </a:solidFill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ko-KR" altLang="en-US" sz="1400" b="1" dirty="0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</a:rPr>
                  <a:t>3</a:t>
                </a:r>
              </a:p>
            </p:txBody>
          </p:sp>
          <p:sp>
            <p:nvSpPr>
              <p:cNvPr id="349" name="행0 fnd_num">
                <a:extLst>
                  <a:ext uri="{FF2B5EF4-FFF2-40B4-BE49-F238E27FC236}">
                    <a16:creationId xmlns:a16="http://schemas.microsoft.com/office/drawing/2014/main" id="{60D1A7D8-2BE8-3FCC-BDB8-99BE06254D90}"/>
                  </a:ext>
                </a:extLst>
              </p:cNvPr>
              <p:cNvSpPr/>
              <p:nvPr/>
            </p:nvSpPr>
            <p:spPr>
              <a:xfrm>
                <a:off x="16396321" y="5036304"/>
                <a:ext cx="384048" cy="329184"/>
              </a:xfrm>
              <a:prstGeom prst="roundRect">
                <a:avLst>
                  <a:gd name="adj" fmla="val 18000"/>
                </a:avLst>
              </a:prstGeom>
              <a:solidFill>
                <a:srgbClr val="FFC000"/>
              </a:solidFill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ko-KR" altLang="en-US" sz="1400" b="1" dirty="0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</a:rPr>
                  <a:t>f</a:t>
                </a:r>
              </a:p>
            </p:txBody>
          </p:sp>
        </p:grpSp>
      </p:grpSp>
      <p:cxnSp>
        <p:nvCxnSpPr>
          <p:cNvPr id="195" name="행0 화살표">
            <a:extLst>
              <a:ext uri="{FF2B5EF4-FFF2-40B4-BE49-F238E27FC236}">
                <a16:creationId xmlns:a16="http://schemas.microsoft.com/office/drawing/2014/main" id="{F71CEF35-B682-0DFD-105A-8D887683B8EE}"/>
              </a:ext>
            </a:extLst>
          </p:cNvPr>
          <p:cNvCxnSpPr/>
          <p:nvPr/>
        </p:nvCxnSpPr>
        <p:spPr>
          <a:xfrm>
            <a:off x="6702173" y="-2725920"/>
            <a:ext cx="341017" cy="0"/>
          </a:xfrm>
          <a:prstGeom prst="line">
            <a:avLst/>
          </a:prstGeom>
          <a:ln w="28575">
            <a:solidFill>
              <a:srgbClr val="8C8C8C"/>
            </a:solidFill>
            <a:tailEnd type="triangle" w="med" len="med"/>
          </a:ln>
        </p:spPr>
      </p:cxnSp>
      <p:sp>
        <p:nvSpPr>
          <p:cNvPr id="213" name="행2 라벨">
            <a:extLst>
              <a:ext uri="{FF2B5EF4-FFF2-40B4-BE49-F238E27FC236}">
                <a16:creationId xmlns:a16="http://schemas.microsoft.com/office/drawing/2014/main" id="{06054709-2063-6E82-B057-C6FCD8E3428D}"/>
              </a:ext>
            </a:extLst>
          </p:cNvPr>
          <p:cNvSpPr txBox="1"/>
          <p:nvPr/>
        </p:nvSpPr>
        <p:spPr>
          <a:xfrm>
            <a:off x="6989697" y="-491766"/>
            <a:ext cx="1905684" cy="2670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1/100 초 ≥ 50</a:t>
            </a:r>
            <a:r>
              <a:rPr lang="ko-KR" altLang="en-US" sz="1200" b="1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  blink_off 1</a:t>
            </a:r>
          </a:p>
        </p:txBody>
      </p:sp>
      <p:grpSp>
        <p:nvGrpSpPr>
          <p:cNvPr id="214" name="행2 FND">
            <a:extLst>
              <a:ext uri="{FF2B5EF4-FFF2-40B4-BE49-F238E27FC236}">
                <a16:creationId xmlns:a16="http://schemas.microsoft.com/office/drawing/2014/main" id="{C478FD64-1430-D0C4-E52D-5CCF21ABDAE7}"/>
              </a:ext>
            </a:extLst>
          </p:cNvPr>
          <p:cNvGrpSpPr/>
          <p:nvPr/>
        </p:nvGrpSpPr>
        <p:grpSpPr>
          <a:xfrm>
            <a:off x="7123429" y="-184631"/>
            <a:ext cx="1638219" cy="606104"/>
            <a:chOff x="14767560" y="8028432"/>
            <a:chExt cx="2240280" cy="830064"/>
          </a:xfrm>
        </p:grpSpPr>
        <p:sp>
          <p:nvSpPr>
            <p:cNvPr id="220" name="FND 바탕">
              <a:extLst>
                <a:ext uri="{FF2B5EF4-FFF2-40B4-BE49-F238E27FC236}">
                  <a16:creationId xmlns:a16="http://schemas.microsoft.com/office/drawing/2014/main" id="{34277466-AD82-D51D-974F-64A09BF6AA5D}"/>
                </a:ext>
              </a:extLst>
            </p:cNvPr>
            <p:cNvSpPr/>
            <p:nvPr/>
          </p:nvSpPr>
          <p:spPr>
            <a:xfrm>
              <a:off x="14767560" y="8028432"/>
              <a:ext cx="2240280" cy="830064"/>
            </a:xfrm>
            <a:prstGeom prst="roundRect">
              <a:avLst>
                <a:gd name="adj" fmla="val 6000"/>
              </a:avLst>
            </a:prstGeom>
            <a:solidFill>
              <a:srgbClr val="0B0B0B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21" name="seg">
              <a:extLst>
                <a:ext uri="{FF2B5EF4-FFF2-40B4-BE49-F238E27FC236}">
                  <a16:creationId xmlns:a16="http://schemas.microsoft.com/office/drawing/2014/main" id="{434162CB-7EBC-54A9-4658-200D92901292}"/>
                </a:ext>
              </a:extLst>
            </p:cNvPr>
            <p:cNvSpPr/>
            <p:nvPr/>
          </p:nvSpPr>
          <p:spPr>
            <a:xfrm>
              <a:off x="15077272" y="8148925"/>
              <a:ext cx="219565" cy="5801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22" name="seg">
              <a:extLst>
                <a:ext uri="{FF2B5EF4-FFF2-40B4-BE49-F238E27FC236}">
                  <a16:creationId xmlns:a16="http://schemas.microsoft.com/office/drawing/2014/main" id="{9FADD439-F191-ED73-1195-8B72980C15F2}"/>
                </a:ext>
              </a:extLst>
            </p:cNvPr>
            <p:cNvSpPr/>
            <p:nvPr/>
          </p:nvSpPr>
          <p:spPr>
            <a:xfrm>
              <a:off x="15077272" y="8414456"/>
              <a:ext cx="219565" cy="5801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23" name="seg">
              <a:extLst>
                <a:ext uri="{FF2B5EF4-FFF2-40B4-BE49-F238E27FC236}">
                  <a16:creationId xmlns:a16="http://schemas.microsoft.com/office/drawing/2014/main" id="{3DEC92F5-4944-B9FE-A02F-B8D0F9DFB925}"/>
                </a:ext>
              </a:extLst>
            </p:cNvPr>
            <p:cNvSpPr/>
            <p:nvPr/>
          </p:nvSpPr>
          <p:spPr>
            <a:xfrm>
              <a:off x="15077272" y="8679988"/>
              <a:ext cx="219565" cy="5801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24" name="seg">
              <a:extLst>
                <a:ext uri="{FF2B5EF4-FFF2-40B4-BE49-F238E27FC236}">
                  <a16:creationId xmlns:a16="http://schemas.microsoft.com/office/drawing/2014/main" id="{F4E9E963-4173-61CE-317E-3D3DD5191AE7}"/>
                </a:ext>
              </a:extLst>
            </p:cNvPr>
            <p:cNvSpPr/>
            <p:nvPr/>
          </p:nvSpPr>
          <p:spPr>
            <a:xfrm>
              <a:off x="15008546" y="8206940"/>
              <a:ext cx="58015" cy="207516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25" name="seg">
              <a:extLst>
                <a:ext uri="{FF2B5EF4-FFF2-40B4-BE49-F238E27FC236}">
                  <a16:creationId xmlns:a16="http://schemas.microsoft.com/office/drawing/2014/main" id="{401B736A-98A3-A422-C47F-D1C2C8488916}"/>
                </a:ext>
              </a:extLst>
            </p:cNvPr>
            <p:cNvSpPr/>
            <p:nvPr/>
          </p:nvSpPr>
          <p:spPr>
            <a:xfrm>
              <a:off x="15307548" y="8206940"/>
              <a:ext cx="58015" cy="207516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26" name="seg">
              <a:extLst>
                <a:ext uri="{FF2B5EF4-FFF2-40B4-BE49-F238E27FC236}">
                  <a16:creationId xmlns:a16="http://schemas.microsoft.com/office/drawing/2014/main" id="{F854F098-97B8-B41C-1767-5FC9551735DF}"/>
                </a:ext>
              </a:extLst>
            </p:cNvPr>
            <p:cNvSpPr/>
            <p:nvPr/>
          </p:nvSpPr>
          <p:spPr>
            <a:xfrm>
              <a:off x="15008546" y="8472472"/>
              <a:ext cx="58015" cy="207516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27" name="seg">
              <a:extLst>
                <a:ext uri="{FF2B5EF4-FFF2-40B4-BE49-F238E27FC236}">
                  <a16:creationId xmlns:a16="http://schemas.microsoft.com/office/drawing/2014/main" id="{3559BD72-7FA7-EC2E-558C-04DAD166B7C1}"/>
                </a:ext>
              </a:extLst>
            </p:cNvPr>
            <p:cNvSpPr/>
            <p:nvPr/>
          </p:nvSpPr>
          <p:spPr>
            <a:xfrm>
              <a:off x="15307548" y="8472472"/>
              <a:ext cx="58015" cy="207516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28" name="seg">
              <a:extLst>
                <a:ext uri="{FF2B5EF4-FFF2-40B4-BE49-F238E27FC236}">
                  <a16:creationId xmlns:a16="http://schemas.microsoft.com/office/drawing/2014/main" id="{B44D720F-B2B5-50C8-DABA-282180D96654}"/>
                </a:ext>
              </a:extLst>
            </p:cNvPr>
            <p:cNvSpPr/>
            <p:nvPr/>
          </p:nvSpPr>
          <p:spPr>
            <a:xfrm>
              <a:off x="15505692" y="8148925"/>
              <a:ext cx="219565" cy="5801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29" name="seg">
              <a:extLst>
                <a:ext uri="{FF2B5EF4-FFF2-40B4-BE49-F238E27FC236}">
                  <a16:creationId xmlns:a16="http://schemas.microsoft.com/office/drawing/2014/main" id="{FB7844C1-B481-E4A9-CE7C-79281A39EA3F}"/>
                </a:ext>
              </a:extLst>
            </p:cNvPr>
            <p:cNvSpPr/>
            <p:nvPr/>
          </p:nvSpPr>
          <p:spPr>
            <a:xfrm>
              <a:off x="15505692" y="8414456"/>
              <a:ext cx="219565" cy="5801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30" name="seg">
              <a:extLst>
                <a:ext uri="{FF2B5EF4-FFF2-40B4-BE49-F238E27FC236}">
                  <a16:creationId xmlns:a16="http://schemas.microsoft.com/office/drawing/2014/main" id="{D7AC2CEB-97BB-20D2-0E15-8E854703CBE3}"/>
                </a:ext>
              </a:extLst>
            </p:cNvPr>
            <p:cNvSpPr/>
            <p:nvPr/>
          </p:nvSpPr>
          <p:spPr>
            <a:xfrm>
              <a:off x="15505692" y="8679988"/>
              <a:ext cx="219565" cy="5801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31" name="seg">
              <a:extLst>
                <a:ext uri="{FF2B5EF4-FFF2-40B4-BE49-F238E27FC236}">
                  <a16:creationId xmlns:a16="http://schemas.microsoft.com/office/drawing/2014/main" id="{698DD9D6-600E-5AF7-64F6-50187790BAF4}"/>
                </a:ext>
              </a:extLst>
            </p:cNvPr>
            <p:cNvSpPr/>
            <p:nvPr/>
          </p:nvSpPr>
          <p:spPr>
            <a:xfrm>
              <a:off x="15436966" y="8206940"/>
              <a:ext cx="58015" cy="207516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32" name="seg">
              <a:extLst>
                <a:ext uri="{FF2B5EF4-FFF2-40B4-BE49-F238E27FC236}">
                  <a16:creationId xmlns:a16="http://schemas.microsoft.com/office/drawing/2014/main" id="{AF683B7C-86A2-33E2-732D-A6C083566404}"/>
                </a:ext>
              </a:extLst>
            </p:cNvPr>
            <p:cNvSpPr/>
            <p:nvPr/>
          </p:nvSpPr>
          <p:spPr>
            <a:xfrm>
              <a:off x="15735968" y="8206940"/>
              <a:ext cx="58015" cy="207516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33" name="seg">
              <a:extLst>
                <a:ext uri="{FF2B5EF4-FFF2-40B4-BE49-F238E27FC236}">
                  <a16:creationId xmlns:a16="http://schemas.microsoft.com/office/drawing/2014/main" id="{D6A85013-E323-8FC4-17BC-D8030056E46A}"/>
                </a:ext>
              </a:extLst>
            </p:cNvPr>
            <p:cNvSpPr/>
            <p:nvPr/>
          </p:nvSpPr>
          <p:spPr>
            <a:xfrm>
              <a:off x="15436966" y="8472472"/>
              <a:ext cx="58015" cy="207516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34" name="seg">
              <a:extLst>
                <a:ext uri="{FF2B5EF4-FFF2-40B4-BE49-F238E27FC236}">
                  <a16:creationId xmlns:a16="http://schemas.microsoft.com/office/drawing/2014/main" id="{FD35748F-42E8-8B64-BC36-3E6C40B8E873}"/>
                </a:ext>
              </a:extLst>
            </p:cNvPr>
            <p:cNvSpPr/>
            <p:nvPr/>
          </p:nvSpPr>
          <p:spPr>
            <a:xfrm>
              <a:off x="15735968" y="8472472"/>
              <a:ext cx="58015" cy="207516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35" name="seg">
              <a:extLst>
                <a:ext uri="{FF2B5EF4-FFF2-40B4-BE49-F238E27FC236}">
                  <a16:creationId xmlns:a16="http://schemas.microsoft.com/office/drawing/2014/main" id="{9C28A006-675C-021E-1A08-355EB244812F}"/>
                </a:ext>
              </a:extLst>
            </p:cNvPr>
            <p:cNvSpPr/>
            <p:nvPr/>
          </p:nvSpPr>
          <p:spPr>
            <a:xfrm>
              <a:off x="16050143" y="8148925"/>
              <a:ext cx="219565" cy="5801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36" name="seg">
              <a:extLst>
                <a:ext uri="{FF2B5EF4-FFF2-40B4-BE49-F238E27FC236}">
                  <a16:creationId xmlns:a16="http://schemas.microsoft.com/office/drawing/2014/main" id="{50349BD2-23D8-E173-8FF4-7AF219223AC9}"/>
                </a:ext>
              </a:extLst>
            </p:cNvPr>
            <p:cNvSpPr/>
            <p:nvPr/>
          </p:nvSpPr>
          <p:spPr>
            <a:xfrm>
              <a:off x="16050143" y="8414456"/>
              <a:ext cx="219565" cy="5801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37" name="seg">
              <a:extLst>
                <a:ext uri="{FF2B5EF4-FFF2-40B4-BE49-F238E27FC236}">
                  <a16:creationId xmlns:a16="http://schemas.microsoft.com/office/drawing/2014/main" id="{54BBC86A-1FD3-856F-391C-BD77095DB4C9}"/>
                </a:ext>
              </a:extLst>
            </p:cNvPr>
            <p:cNvSpPr/>
            <p:nvPr/>
          </p:nvSpPr>
          <p:spPr>
            <a:xfrm>
              <a:off x="16050143" y="8679988"/>
              <a:ext cx="219565" cy="5801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38" name="seg">
              <a:extLst>
                <a:ext uri="{FF2B5EF4-FFF2-40B4-BE49-F238E27FC236}">
                  <a16:creationId xmlns:a16="http://schemas.microsoft.com/office/drawing/2014/main" id="{D00E6A2B-1159-F956-2A17-C35FA19EC935}"/>
                </a:ext>
              </a:extLst>
            </p:cNvPr>
            <p:cNvSpPr/>
            <p:nvPr/>
          </p:nvSpPr>
          <p:spPr>
            <a:xfrm>
              <a:off x="15981417" y="8206940"/>
              <a:ext cx="58015" cy="207516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39" name="seg">
              <a:extLst>
                <a:ext uri="{FF2B5EF4-FFF2-40B4-BE49-F238E27FC236}">
                  <a16:creationId xmlns:a16="http://schemas.microsoft.com/office/drawing/2014/main" id="{07A4C28A-5DB4-D352-195D-A635D0FE37E0}"/>
                </a:ext>
              </a:extLst>
            </p:cNvPr>
            <p:cNvSpPr/>
            <p:nvPr/>
          </p:nvSpPr>
          <p:spPr>
            <a:xfrm>
              <a:off x="16280418" y="8206940"/>
              <a:ext cx="58015" cy="207516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40" name="seg">
              <a:extLst>
                <a:ext uri="{FF2B5EF4-FFF2-40B4-BE49-F238E27FC236}">
                  <a16:creationId xmlns:a16="http://schemas.microsoft.com/office/drawing/2014/main" id="{515F7BE3-636D-A38E-EA42-5C30D1064E42}"/>
                </a:ext>
              </a:extLst>
            </p:cNvPr>
            <p:cNvSpPr/>
            <p:nvPr/>
          </p:nvSpPr>
          <p:spPr>
            <a:xfrm>
              <a:off x="15981417" y="8472472"/>
              <a:ext cx="58015" cy="207516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41" name="seg">
              <a:extLst>
                <a:ext uri="{FF2B5EF4-FFF2-40B4-BE49-F238E27FC236}">
                  <a16:creationId xmlns:a16="http://schemas.microsoft.com/office/drawing/2014/main" id="{9A1DC536-7DC9-F81D-6198-491C53957B2E}"/>
                </a:ext>
              </a:extLst>
            </p:cNvPr>
            <p:cNvSpPr/>
            <p:nvPr/>
          </p:nvSpPr>
          <p:spPr>
            <a:xfrm>
              <a:off x="16280418" y="8472472"/>
              <a:ext cx="58015" cy="207516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42" name="seg">
              <a:extLst>
                <a:ext uri="{FF2B5EF4-FFF2-40B4-BE49-F238E27FC236}">
                  <a16:creationId xmlns:a16="http://schemas.microsoft.com/office/drawing/2014/main" id="{F6922E9F-2FEA-8125-BA14-C28D53A5CE09}"/>
                </a:ext>
              </a:extLst>
            </p:cNvPr>
            <p:cNvSpPr/>
            <p:nvPr/>
          </p:nvSpPr>
          <p:spPr>
            <a:xfrm>
              <a:off x="16478563" y="8148925"/>
              <a:ext cx="219565" cy="5801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43" name="seg">
              <a:extLst>
                <a:ext uri="{FF2B5EF4-FFF2-40B4-BE49-F238E27FC236}">
                  <a16:creationId xmlns:a16="http://schemas.microsoft.com/office/drawing/2014/main" id="{BA209EF7-9316-C23C-2836-E498CCB589B8}"/>
                </a:ext>
              </a:extLst>
            </p:cNvPr>
            <p:cNvSpPr/>
            <p:nvPr/>
          </p:nvSpPr>
          <p:spPr>
            <a:xfrm>
              <a:off x="16478563" y="8414456"/>
              <a:ext cx="219565" cy="5801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44" name="seg">
              <a:extLst>
                <a:ext uri="{FF2B5EF4-FFF2-40B4-BE49-F238E27FC236}">
                  <a16:creationId xmlns:a16="http://schemas.microsoft.com/office/drawing/2014/main" id="{681B578A-5596-CC8E-62EC-C4D5CB7B3E34}"/>
                </a:ext>
              </a:extLst>
            </p:cNvPr>
            <p:cNvSpPr/>
            <p:nvPr/>
          </p:nvSpPr>
          <p:spPr>
            <a:xfrm>
              <a:off x="16478563" y="8679988"/>
              <a:ext cx="219565" cy="5801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45" name="seg">
              <a:extLst>
                <a:ext uri="{FF2B5EF4-FFF2-40B4-BE49-F238E27FC236}">
                  <a16:creationId xmlns:a16="http://schemas.microsoft.com/office/drawing/2014/main" id="{8F4BEA94-E16F-DF7D-4369-39A7F50B7A86}"/>
                </a:ext>
              </a:extLst>
            </p:cNvPr>
            <p:cNvSpPr/>
            <p:nvPr/>
          </p:nvSpPr>
          <p:spPr>
            <a:xfrm>
              <a:off x="16409837" y="8206940"/>
              <a:ext cx="58015" cy="207516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46" name="seg">
              <a:extLst>
                <a:ext uri="{FF2B5EF4-FFF2-40B4-BE49-F238E27FC236}">
                  <a16:creationId xmlns:a16="http://schemas.microsoft.com/office/drawing/2014/main" id="{73C8B08D-C6EA-D1F7-2325-16EBC57AEEE6}"/>
                </a:ext>
              </a:extLst>
            </p:cNvPr>
            <p:cNvSpPr/>
            <p:nvPr/>
          </p:nvSpPr>
          <p:spPr>
            <a:xfrm>
              <a:off x="16708838" y="8206940"/>
              <a:ext cx="58015" cy="207516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47" name="seg">
              <a:extLst>
                <a:ext uri="{FF2B5EF4-FFF2-40B4-BE49-F238E27FC236}">
                  <a16:creationId xmlns:a16="http://schemas.microsoft.com/office/drawing/2014/main" id="{B70981D9-EA3D-DD5D-D018-67644EABE348}"/>
                </a:ext>
              </a:extLst>
            </p:cNvPr>
            <p:cNvSpPr/>
            <p:nvPr/>
          </p:nvSpPr>
          <p:spPr>
            <a:xfrm>
              <a:off x="16409837" y="8472472"/>
              <a:ext cx="58015" cy="207516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48" name="seg">
              <a:extLst>
                <a:ext uri="{FF2B5EF4-FFF2-40B4-BE49-F238E27FC236}">
                  <a16:creationId xmlns:a16="http://schemas.microsoft.com/office/drawing/2014/main" id="{2D7B82FE-EFEC-78FB-68A7-CCD3F16B631C}"/>
                </a:ext>
              </a:extLst>
            </p:cNvPr>
            <p:cNvSpPr/>
            <p:nvPr/>
          </p:nvSpPr>
          <p:spPr>
            <a:xfrm>
              <a:off x="16708838" y="8472472"/>
              <a:ext cx="58015" cy="207516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49" name="dot">
              <a:extLst>
                <a:ext uri="{FF2B5EF4-FFF2-40B4-BE49-F238E27FC236}">
                  <a16:creationId xmlns:a16="http://schemas.microsoft.com/office/drawing/2014/main" id="{D342474B-24AA-6D7D-95D6-82DC71A8E3CF}"/>
                </a:ext>
              </a:extLst>
            </p:cNvPr>
            <p:cNvSpPr/>
            <p:nvPr/>
          </p:nvSpPr>
          <p:spPr>
            <a:xfrm>
              <a:off x="15869849" y="8671062"/>
              <a:ext cx="66941" cy="66941"/>
            </a:xfrm>
            <a:prstGeom prst="ellipse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50" name="커서 자리">
              <a:extLst>
                <a:ext uri="{FF2B5EF4-FFF2-40B4-BE49-F238E27FC236}">
                  <a16:creationId xmlns:a16="http://schemas.microsoft.com/office/drawing/2014/main" id="{0C42478E-4075-9421-8DCE-FB6228911ADF}"/>
                </a:ext>
              </a:extLst>
            </p:cNvPr>
            <p:cNvSpPr/>
            <p:nvPr/>
          </p:nvSpPr>
          <p:spPr>
            <a:xfrm>
              <a:off x="15383414" y="8081985"/>
              <a:ext cx="464122" cy="722959"/>
            </a:xfrm>
            <a:prstGeom prst="roundRect">
              <a:avLst>
                <a:gd name="adj" fmla="val 8000"/>
              </a:avLst>
            </a:prstGeom>
            <a:noFill/>
            <a:ln w="22225">
              <a:solidFill>
                <a:srgbClr val="FFC000"/>
              </a:solidFill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</p:grpSp>
      <p:sp>
        <p:nvSpPr>
          <p:cNvPr id="215" name="행2 fnd_num">
            <a:extLst>
              <a:ext uri="{FF2B5EF4-FFF2-40B4-BE49-F238E27FC236}">
                <a16:creationId xmlns:a16="http://schemas.microsoft.com/office/drawing/2014/main" id="{57D020A4-1B4E-78B3-C727-7A1B113EF56B}"/>
              </a:ext>
            </a:extLst>
          </p:cNvPr>
          <p:cNvSpPr/>
          <p:nvPr/>
        </p:nvSpPr>
        <p:spPr>
          <a:xfrm>
            <a:off x="7289769" y="474888"/>
            <a:ext cx="280838" cy="240367"/>
          </a:xfrm>
          <a:prstGeom prst="roundRect">
            <a:avLst>
              <a:gd name="adj" fmla="val 18000"/>
            </a:avLst>
          </a:prstGeom>
          <a:solidFill>
            <a:srgbClr val="F3F4F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16" name="행2 fnd_num">
            <a:extLst>
              <a:ext uri="{FF2B5EF4-FFF2-40B4-BE49-F238E27FC236}">
                <a16:creationId xmlns:a16="http://schemas.microsoft.com/office/drawing/2014/main" id="{0065DC9A-D153-A6E8-2B2B-61EC2EE7CEB5}"/>
              </a:ext>
            </a:extLst>
          </p:cNvPr>
          <p:cNvSpPr/>
          <p:nvPr/>
        </p:nvSpPr>
        <p:spPr>
          <a:xfrm>
            <a:off x="7603054" y="474888"/>
            <a:ext cx="280838" cy="240367"/>
          </a:xfrm>
          <a:prstGeom prst="roundRect">
            <a:avLst>
              <a:gd name="adj" fmla="val 18000"/>
            </a:avLst>
          </a:prstGeom>
          <a:solidFill>
            <a:srgbClr val="FFC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f</a:t>
            </a:r>
          </a:p>
        </p:txBody>
      </p:sp>
      <p:sp>
        <p:nvSpPr>
          <p:cNvPr id="217" name="행2 fnd_num">
            <a:extLst>
              <a:ext uri="{FF2B5EF4-FFF2-40B4-BE49-F238E27FC236}">
                <a16:creationId xmlns:a16="http://schemas.microsoft.com/office/drawing/2014/main" id="{8AB83C3C-F6B6-DFDF-3767-EDA44077A78A}"/>
              </a:ext>
            </a:extLst>
          </p:cNvPr>
          <p:cNvSpPr/>
          <p:nvPr/>
        </p:nvSpPr>
        <p:spPr>
          <a:xfrm>
            <a:off x="8001187" y="474888"/>
            <a:ext cx="280838" cy="240367"/>
          </a:xfrm>
          <a:prstGeom prst="roundRect">
            <a:avLst>
              <a:gd name="adj" fmla="val 18000"/>
            </a:avLst>
          </a:prstGeom>
          <a:solidFill>
            <a:srgbClr val="F3F4F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18" name="행2 fnd_num">
            <a:extLst>
              <a:ext uri="{FF2B5EF4-FFF2-40B4-BE49-F238E27FC236}">
                <a16:creationId xmlns:a16="http://schemas.microsoft.com/office/drawing/2014/main" id="{798232AA-7F0F-A89D-36DC-B4C06B5C992D}"/>
              </a:ext>
            </a:extLst>
          </p:cNvPr>
          <p:cNvSpPr/>
          <p:nvPr/>
        </p:nvSpPr>
        <p:spPr>
          <a:xfrm>
            <a:off x="8314472" y="474888"/>
            <a:ext cx="280838" cy="240367"/>
          </a:xfrm>
          <a:prstGeom prst="roundRect">
            <a:avLst>
              <a:gd name="adj" fmla="val 18000"/>
            </a:avLst>
          </a:prstGeom>
          <a:solidFill>
            <a:srgbClr val="F3F4F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cxnSp>
        <p:nvCxnSpPr>
          <p:cNvPr id="219" name="행2 화살표">
            <a:extLst>
              <a:ext uri="{FF2B5EF4-FFF2-40B4-BE49-F238E27FC236}">
                <a16:creationId xmlns:a16="http://schemas.microsoft.com/office/drawing/2014/main" id="{D9A601C6-4DD9-57B9-516A-776A2E8B9548}"/>
              </a:ext>
            </a:extLst>
          </p:cNvPr>
          <p:cNvCxnSpPr/>
          <p:nvPr/>
        </p:nvCxnSpPr>
        <p:spPr>
          <a:xfrm>
            <a:off x="6702173" y="118421"/>
            <a:ext cx="341017" cy="0"/>
          </a:xfrm>
          <a:prstGeom prst="line">
            <a:avLst/>
          </a:prstGeom>
          <a:ln w="28575">
            <a:solidFill>
              <a:srgbClr val="8C8C8C"/>
            </a:solidFill>
            <a:tailEnd type="triangle" w="med" len="med"/>
          </a:ln>
        </p:spPr>
      </p:cxnSp>
      <p:grpSp>
        <p:nvGrpSpPr>
          <p:cNvPr id="466" name="그룹 465">
            <a:extLst>
              <a:ext uri="{FF2B5EF4-FFF2-40B4-BE49-F238E27FC236}">
                <a16:creationId xmlns:a16="http://schemas.microsoft.com/office/drawing/2014/main" id="{11017F37-5946-102A-A3AF-194F02BB5D5E}"/>
              </a:ext>
            </a:extLst>
          </p:cNvPr>
          <p:cNvGrpSpPr/>
          <p:nvPr/>
        </p:nvGrpSpPr>
        <p:grpSpPr>
          <a:xfrm>
            <a:off x="1272228" y="3034790"/>
            <a:ext cx="9220434" cy="1536734"/>
            <a:chOff x="414978" y="3128572"/>
            <a:chExt cx="9220434" cy="1536734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066D6936-A3F4-3F7F-E902-2FAEE42D19F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40349"/>
            <a:stretch>
              <a:fillRect/>
            </a:stretch>
          </p:blipFill>
          <p:spPr>
            <a:xfrm>
              <a:off x="414978" y="3141306"/>
              <a:ext cx="9220434" cy="1524000"/>
            </a:xfrm>
            <a:prstGeom prst="rect">
              <a:avLst/>
            </a:prstGeom>
          </p:spPr>
        </p:pic>
        <p:cxnSp>
          <p:nvCxnSpPr>
            <p:cNvPr id="19" name="직선 화살표 연결선 18">
              <a:extLst>
                <a:ext uri="{FF2B5EF4-FFF2-40B4-BE49-F238E27FC236}">
                  <a16:creationId xmlns:a16="http://schemas.microsoft.com/office/drawing/2014/main" id="{E7AE33E0-2E61-4C77-5666-5AE56193D1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33947" y="3486417"/>
              <a:ext cx="0" cy="257173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36A328C9-FA44-A4AF-3A54-E6C7F9148E32}"/>
                </a:ext>
              </a:extLst>
            </p:cNvPr>
            <p:cNvSpPr/>
            <p:nvPr/>
          </p:nvSpPr>
          <p:spPr>
            <a:xfrm>
              <a:off x="628650" y="3549073"/>
              <a:ext cx="719137" cy="20478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699AEB0A-0054-32F0-AAF2-3EE32E455D36}"/>
                </a:ext>
              </a:extLst>
            </p:cNvPr>
            <p:cNvSpPr/>
            <p:nvPr/>
          </p:nvSpPr>
          <p:spPr>
            <a:xfrm>
              <a:off x="2361657" y="3128572"/>
              <a:ext cx="2354116" cy="1524000"/>
            </a:xfrm>
            <a:prstGeom prst="rect">
              <a:avLst/>
            </a:prstGeom>
            <a:solidFill>
              <a:schemeClr val="tx1">
                <a:alpha val="67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>
                  <a:solidFill>
                    <a:srgbClr val="6B7280"/>
                  </a:solidFill>
                  <a:latin typeface="Malgun Gothic"/>
                  <a:ea typeface="Malgun Gothic"/>
                  <a:cs typeface="Malgun Gothic"/>
                </a:rPr>
                <a:t>blink_off 0</a:t>
              </a:r>
              <a:endParaRPr lang="ko-KR" altLang="en-US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6895389F-3A27-B691-DD55-938D4C051900}"/>
                </a:ext>
              </a:extLst>
            </p:cNvPr>
            <p:cNvSpPr/>
            <p:nvPr/>
          </p:nvSpPr>
          <p:spPr>
            <a:xfrm>
              <a:off x="7952122" y="3141306"/>
              <a:ext cx="1683290" cy="1524000"/>
            </a:xfrm>
            <a:prstGeom prst="rect">
              <a:avLst/>
            </a:prstGeom>
            <a:solidFill>
              <a:schemeClr val="tx1">
                <a:alpha val="67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AD83777A-A1E9-E8B5-C84D-7A88185396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952122" y="4381201"/>
              <a:ext cx="800099" cy="152131"/>
            </a:xfrm>
            <a:prstGeom prst="rect">
              <a:avLst/>
            </a:prstGeom>
          </p:spPr>
        </p:pic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64424916-0895-241A-5947-D2344DE623E3}"/>
                </a:ext>
              </a:extLst>
            </p:cNvPr>
            <p:cNvSpPr/>
            <p:nvPr/>
          </p:nvSpPr>
          <p:spPr>
            <a:xfrm>
              <a:off x="6537992" y="3918546"/>
              <a:ext cx="203200" cy="40005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18" name="그룹 417">
              <a:extLst>
                <a:ext uri="{FF2B5EF4-FFF2-40B4-BE49-F238E27FC236}">
                  <a16:creationId xmlns:a16="http://schemas.microsoft.com/office/drawing/2014/main" id="{3AE67ED8-4678-6566-9C81-B95BB0C0E173}"/>
                </a:ext>
              </a:extLst>
            </p:cNvPr>
            <p:cNvGrpSpPr/>
            <p:nvPr/>
          </p:nvGrpSpPr>
          <p:grpSpPr>
            <a:xfrm>
              <a:off x="2520416" y="3480686"/>
              <a:ext cx="1638219" cy="899886"/>
              <a:chOff x="4983714" y="-1606801"/>
              <a:chExt cx="1638219" cy="899886"/>
            </a:xfrm>
          </p:grpSpPr>
          <p:grpSp>
            <p:nvGrpSpPr>
              <p:cNvPr id="196" name="행1 FND">
                <a:extLst>
                  <a:ext uri="{FF2B5EF4-FFF2-40B4-BE49-F238E27FC236}">
                    <a16:creationId xmlns:a16="http://schemas.microsoft.com/office/drawing/2014/main" id="{1CE69099-7304-92CA-67F7-3C1947F82107}"/>
                  </a:ext>
                </a:extLst>
              </p:cNvPr>
              <p:cNvGrpSpPr/>
              <p:nvPr/>
            </p:nvGrpSpPr>
            <p:grpSpPr>
              <a:xfrm>
                <a:off x="4983714" y="-1606801"/>
                <a:ext cx="1638219" cy="606104"/>
                <a:chOff x="11841480" y="6080760"/>
                <a:chExt cx="2240280" cy="830064"/>
              </a:xfrm>
            </p:grpSpPr>
            <p:sp>
              <p:nvSpPr>
                <p:cNvPr id="313" name="FND 바탕">
                  <a:extLst>
                    <a:ext uri="{FF2B5EF4-FFF2-40B4-BE49-F238E27FC236}">
                      <a16:creationId xmlns:a16="http://schemas.microsoft.com/office/drawing/2014/main" id="{758A87A1-23A3-516D-9228-A59490888325}"/>
                    </a:ext>
                  </a:extLst>
                </p:cNvPr>
                <p:cNvSpPr/>
                <p:nvPr/>
              </p:nvSpPr>
              <p:spPr>
                <a:xfrm>
                  <a:off x="11841480" y="6080760"/>
                  <a:ext cx="2240280" cy="830064"/>
                </a:xfrm>
                <a:prstGeom prst="roundRect">
                  <a:avLst>
                    <a:gd name="adj" fmla="val 6000"/>
                  </a:avLst>
                </a:prstGeom>
                <a:solidFill>
                  <a:srgbClr val="0B0B0B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14" name="seg">
                  <a:extLst>
                    <a:ext uri="{FF2B5EF4-FFF2-40B4-BE49-F238E27FC236}">
                      <a16:creationId xmlns:a16="http://schemas.microsoft.com/office/drawing/2014/main" id="{89DE365E-68D1-EF57-D514-66A65D06C1CF}"/>
                    </a:ext>
                  </a:extLst>
                </p:cNvPr>
                <p:cNvSpPr/>
                <p:nvPr/>
              </p:nvSpPr>
              <p:spPr>
                <a:xfrm>
                  <a:off x="12151192" y="6201253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15" name="seg">
                  <a:extLst>
                    <a:ext uri="{FF2B5EF4-FFF2-40B4-BE49-F238E27FC236}">
                      <a16:creationId xmlns:a16="http://schemas.microsoft.com/office/drawing/2014/main" id="{8BDC7AD4-030A-E839-871E-8F2532CB041A}"/>
                    </a:ext>
                  </a:extLst>
                </p:cNvPr>
                <p:cNvSpPr/>
                <p:nvPr/>
              </p:nvSpPr>
              <p:spPr>
                <a:xfrm>
                  <a:off x="12151192" y="6466784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16" name="seg">
                  <a:extLst>
                    <a:ext uri="{FF2B5EF4-FFF2-40B4-BE49-F238E27FC236}">
                      <a16:creationId xmlns:a16="http://schemas.microsoft.com/office/drawing/2014/main" id="{909CE571-BF41-8E53-D409-5132F9FFBCA9}"/>
                    </a:ext>
                  </a:extLst>
                </p:cNvPr>
                <p:cNvSpPr/>
                <p:nvPr/>
              </p:nvSpPr>
              <p:spPr>
                <a:xfrm>
                  <a:off x="12151192" y="6732316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17" name="seg">
                  <a:extLst>
                    <a:ext uri="{FF2B5EF4-FFF2-40B4-BE49-F238E27FC236}">
                      <a16:creationId xmlns:a16="http://schemas.microsoft.com/office/drawing/2014/main" id="{20689D96-F26C-F852-BFE3-BC23E38274CA}"/>
                    </a:ext>
                  </a:extLst>
                </p:cNvPr>
                <p:cNvSpPr/>
                <p:nvPr/>
              </p:nvSpPr>
              <p:spPr>
                <a:xfrm>
                  <a:off x="12082466" y="6259268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18" name="seg">
                  <a:extLst>
                    <a:ext uri="{FF2B5EF4-FFF2-40B4-BE49-F238E27FC236}">
                      <a16:creationId xmlns:a16="http://schemas.microsoft.com/office/drawing/2014/main" id="{21BC50CC-2F25-B4A4-AB7B-30E9960F8064}"/>
                    </a:ext>
                  </a:extLst>
                </p:cNvPr>
                <p:cNvSpPr/>
                <p:nvPr/>
              </p:nvSpPr>
              <p:spPr>
                <a:xfrm>
                  <a:off x="12381468" y="6259268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19" name="seg">
                  <a:extLst>
                    <a:ext uri="{FF2B5EF4-FFF2-40B4-BE49-F238E27FC236}">
                      <a16:creationId xmlns:a16="http://schemas.microsoft.com/office/drawing/2014/main" id="{236466BA-E310-4480-1EBC-47247D46CF27}"/>
                    </a:ext>
                  </a:extLst>
                </p:cNvPr>
                <p:cNvSpPr/>
                <p:nvPr/>
              </p:nvSpPr>
              <p:spPr>
                <a:xfrm>
                  <a:off x="12082466" y="6524800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20" name="seg">
                  <a:extLst>
                    <a:ext uri="{FF2B5EF4-FFF2-40B4-BE49-F238E27FC236}">
                      <a16:creationId xmlns:a16="http://schemas.microsoft.com/office/drawing/2014/main" id="{982769C1-C54A-34EA-EB74-49E9B805854C}"/>
                    </a:ext>
                  </a:extLst>
                </p:cNvPr>
                <p:cNvSpPr/>
                <p:nvPr/>
              </p:nvSpPr>
              <p:spPr>
                <a:xfrm>
                  <a:off x="12381468" y="6524800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21" name="seg">
                  <a:extLst>
                    <a:ext uri="{FF2B5EF4-FFF2-40B4-BE49-F238E27FC236}">
                      <a16:creationId xmlns:a16="http://schemas.microsoft.com/office/drawing/2014/main" id="{48F54633-B2F3-8B1C-20B7-F9EB4555AECF}"/>
                    </a:ext>
                  </a:extLst>
                </p:cNvPr>
                <p:cNvSpPr/>
                <p:nvPr/>
              </p:nvSpPr>
              <p:spPr>
                <a:xfrm>
                  <a:off x="12579612" y="6201253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22" name="seg">
                  <a:extLst>
                    <a:ext uri="{FF2B5EF4-FFF2-40B4-BE49-F238E27FC236}">
                      <a16:creationId xmlns:a16="http://schemas.microsoft.com/office/drawing/2014/main" id="{4AEB1398-F330-10D6-D7EF-2EE219F552ED}"/>
                    </a:ext>
                  </a:extLst>
                </p:cNvPr>
                <p:cNvSpPr/>
                <p:nvPr/>
              </p:nvSpPr>
              <p:spPr>
                <a:xfrm>
                  <a:off x="12579612" y="6466784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23" name="seg">
                  <a:extLst>
                    <a:ext uri="{FF2B5EF4-FFF2-40B4-BE49-F238E27FC236}">
                      <a16:creationId xmlns:a16="http://schemas.microsoft.com/office/drawing/2014/main" id="{FFCF8009-0904-BA4B-C0E5-2FAD88667CB6}"/>
                    </a:ext>
                  </a:extLst>
                </p:cNvPr>
                <p:cNvSpPr/>
                <p:nvPr/>
              </p:nvSpPr>
              <p:spPr>
                <a:xfrm>
                  <a:off x="12579612" y="6732316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24" name="seg">
                  <a:extLst>
                    <a:ext uri="{FF2B5EF4-FFF2-40B4-BE49-F238E27FC236}">
                      <a16:creationId xmlns:a16="http://schemas.microsoft.com/office/drawing/2014/main" id="{1905E342-CDB6-9332-DD12-AABDD4079143}"/>
                    </a:ext>
                  </a:extLst>
                </p:cNvPr>
                <p:cNvSpPr/>
                <p:nvPr/>
              </p:nvSpPr>
              <p:spPr>
                <a:xfrm>
                  <a:off x="12510886" y="6259268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25" name="seg">
                  <a:extLst>
                    <a:ext uri="{FF2B5EF4-FFF2-40B4-BE49-F238E27FC236}">
                      <a16:creationId xmlns:a16="http://schemas.microsoft.com/office/drawing/2014/main" id="{A1508CFD-7C45-C9CE-9A08-C8DEBC61B865}"/>
                    </a:ext>
                  </a:extLst>
                </p:cNvPr>
                <p:cNvSpPr/>
                <p:nvPr/>
              </p:nvSpPr>
              <p:spPr>
                <a:xfrm>
                  <a:off x="12809888" y="6259268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26" name="seg">
                  <a:extLst>
                    <a:ext uri="{FF2B5EF4-FFF2-40B4-BE49-F238E27FC236}">
                      <a16:creationId xmlns:a16="http://schemas.microsoft.com/office/drawing/2014/main" id="{871A250F-F6CC-24B6-F93A-6086D5AD3DDE}"/>
                    </a:ext>
                  </a:extLst>
                </p:cNvPr>
                <p:cNvSpPr/>
                <p:nvPr/>
              </p:nvSpPr>
              <p:spPr>
                <a:xfrm>
                  <a:off x="12510886" y="6524800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27" name="seg">
                  <a:extLst>
                    <a:ext uri="{FF2B5EF4-FFF2-40B4-BE49-F238E27FC236}">
                      <a16:creationId xmlns:a16="http://schemas.microsoft.com/office/drawing/2014/main" id="{EBD3BDE2-2059-2EDB-12A5-CFE8FA246228}"/>
                    </a:ext>
                  </a:extLst>
                </p:cNvPr>
                <p:cNvSpPr/>
                <p:nvPr/>
              </p:nvSpPr>
              <p:spPr>
                <a:xfrm>
                  <a:off x="12809888" y="6524800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28" name="seg">
                  <a:extLst>
                    <a:ext uri="{FF2B5EF4-FFF2-40B4-BE49-F238E27FC236}">
                      <a16:creationId xmlns:a16="http://schemas.microsoft.com/office/drawing/2014/main" id="{45536261-9D8F-7E4B-A533-1A617B5C63E9}"/>
                    </a:ext>
                  </a:extLst>
                </p:cNvPr>
                <p:cNvSpPr/>
                <p:nvPr/>
              </p:nvSpPr>
              <p:spPr>
                <a:xfrm>
                  <a:off x="13124063" y="6201253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29" name="seg">
                  <a:extLst>
                    <a:ext uri="{FF2B5EF4-FFF2-40B4-BE49-F238E27FC236}">
                      <a16:creationId xmlns:a16="http://schemas.microsoft.com/office/drawing/2014/main" id="{AB6E930C-56A8-EDEF-EC17-55E94F0D08F9}"/>
                    </a:ext>
                  </a:extLst>
                </p:cNvPr>
                <p:cNvSpPr/>
                <p:nvPr/>
              </p:nvSpPr>
              <p:spPr>
                <a:xfrm>
                  <a:off x="13124063" y="6466784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30" name="seg">
                  <a:extLst>
                    <a:ext uri="{FF2B5EF4-FFF2-40B4-BE49-F238E27FC236}">
                      <a16:creationId xmlns:a16="http://schemas.microsoft.com/office/drawing/2014/main" id="{E8DDC292-3524-E8F1-FD0B-2D3552CDA7AB}"/>
                    </a:ext>
                  </a:extLst>
                </p:cNvPr>
                <p:cNvSpPr/>
                <p:nvPr/>
              </p:nvSpPr>
              <p:spPr>
                <a:xfrm>
                  <a:off x="13124063" y="6732316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31" name="seg">
                  <a:extLst>
                    <a:ext uri="{FF2B5EF4-FFF2-40B4-BE49-F238E27FC236}">
                      <a16:creationId xmlns:a16="http://schemas.microsoft.com/office/drawing/2014/main" id="{25EB7375-835A-019D-7261-B44726086F40}"/>
                    </a:ext>
                  </a:extLst>
                </p:cNvPr>
                <p:cNvSpPr/>
                <p:nvPr/>
              </p:nvSpPr>
              <p:spPr>
                <a:xfrm>
                  <a:off x="13055337" y="6259268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32" name="seg">
                  <a:extLst>
                    <a:ext uri="{FF2B5EF4-FFF2-40B4-BE49-F238E27FC236}">
                      <a16:creationId xmlns:a16="http://schemas.microsoft.com/office/drawing/2014/main" id="{B074F1D5-3311-6BB4-5F61-BAC4391ECADD}"/>
                    </a:ext>
                  </a:extLst>
                </p:cNvPr>
                <p:cNvSpPr/>
                <p:nvPr/>
              </p:nvSpPr>
              <p:spPr>
                <a:xfrm>
                  <a:off x="13354338" y="6259268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33" name="seg">
                  <a:extLst>
                    <a:ext uri="{FF2B5EF4-FFF2-40B4-BE49-F238E27FC236}">
                      <a16:creationId xmlns:a16="http://schemas.microsoft.com/office/drawing/2014/main" id="{C0CB91C1-94D9-8334-F2FA-64479A5E9EFA}"/>
                    </a:ext>
                  </a:extLst>
                </p:cNvPr>
                <p:cNvSpPr/>
                <p:nvPr/>
              </p:nvSpPr>
              <p:spPr>
                <a:xfrm>
                  <a:off x="13055337" y="6524800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34" name="seg">
                  <a:extLst>
                    <a:ext uri="{FF2B5EF4-FFF2-40B4-BE49-F238E27FC236}">
                      <a16:creationId xmlns:a16="http://schemas.microsoft.com/office/drawing/2014/main" id="{38DC669B-0504-09F4-3CF2-4131A87DC178}"/>
                    </a:ext>
                  </a:extLst>
                </p:cNvPr>
                <p:cNvSpPr/>
                <p:nvPr/>
              </p:nvSpPr>
              <p:spPr>
                <a:xfrm>
                  <a:off x="13354338" y="6524800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35" name="seg">
                  <a:extLst>
                    <a:ext uri="{FF2B5EF4-FFF2-40B4-BE49-F238E27FC236}">
                      <a16:creationId xmlns:a16="http://schemas.microsoft.com/office/drawing/2014/main" id="{D8A27E6C-135F-EE4B-1714-5095A24572CA}"/>
                    </a:ext>
                  </a:extLst>
                </p:cNvPr>
                <p:cNvSpPr/>
                <p:nvPr/>
              </p:nvSpPr>
              <p:spPr>
                <a:xfrm>
                  <a:off x="13552483" y="6201253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36" name="seg">
                  <a:extLst>
                    <a:ext uri="{FF2B5EF4-FFF2-40B4-BE49-F238E27FC236}">
                      <a16:creationId xmlns:a16="http://schemas.microsoft.com/office/drawing/2014/main" id="{1BA52C07-7792-237F-F318-2A8678EECD5B}"/>
                    </a:ext>
                  </a:extLst>
                </p:cNvPr>
                <p:cNvSpPr/>
                <p:nvPr/>
              </p:nvSpPr>
              <p:spPr>
                <a:xfrm>
                  <a:off x="13552483" y="6466784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37" name="seg">
                  <a:extLst>
                    <a:ext uri="{FF2B5EF4-FFF2-40B4-BE49-F238E27FC236}">
                      <a16:creationId xmlns:a16="http://schemas.microsoft.com/office/drawing/2014/main" id="{EC47EA3C-9B6D-70CC-1CEA-BCE29FC857B3}"/>
                    </a:ext>
                  </a:extLst>
                </p:cNvPr>
                <p:cNvSpPr/>
                <p:nvPr/>
              </p:nvSpPr>
              <p:spPr>
                <a:xfrm>
                  <a:off x="13552483" y="6732316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38" name="seg">
                  <a:extLst>
                    <a:ext uri="{FF2B5EF4-FFF2-40B4-BE49-F238E27FC236}">
                      <a16:creationId xmlns:a16="http://schemas.microsoft.com/office/drawing/2014/main" id="{7ECE017B-15C6-B754-BAA0-FB1E8473B126}"/>
                    </a:ext>
                  </a:extLst>
                </p:cNvPr>
                <p:cNvSpPr/>
                <p:nvPr/>
              </p:nvSpPr>
              <p:spPr>
                <a:xfrm>
                  <a:off x="13483757" y="6259268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39" name="seg">
                  <a:extLst>
                    <a:ext uri="{FF2B5EF4-FFF2-40B4-BE49-F238E27FC236}">
                      <a16:creationId xmlns:a16="http://schemas.microsoft.com/office/drawing/2014/main" id="{F544EAE3-D767-78DF-AA0F-BF4BFD6F2E10}"/>
                    </a:ext>
                  </a:extLst>
                </p:cNvPr>
                <p:cNvSpPr/>
                <p:nvPr/>
              </p:nvSpPr>
              <p:spPr>
                <a:xfrm>
                  <a:off x="13782758" y="6259268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40" name="seg">
                  <a:extLst>
                    <a:ext uri="{FF2B5EF4-FFF2-40B4-BE49-F238E27FC236}">
                      <a16:creationId xmlns:a16="http://schemas.microsoft.com/office/drawing/2014/main" id="{35BD6731-E138-61CD-832B-5FE32109741A}"/>
                    </a:ext>
                  </a:extLst>
                </p:cNvPr>
                <p:cNvSpPr/>
                <p:nvPr/>
              </p:nvSpPr>
              <p:spPr>
                <a:xfrm>
                  <a:off x="13483757" y="6524800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41" name="seg">
                  <a:extLst>
                    <a:ext uri="{FF2B5EF4-FFF2-40B4-BE49-F238E27FC236}">
                      <a16:creationId xmlns:a16="http://schemas.microsoft.com/office/drawing/2014/main" id="{C8837201-27CB-216E-20D4-93F1DC7798B6}"/>
                    </a:ext>
                  </a:extLst>
                </p:cNvPr>
                <p:cNvSpPr/>
                <p:nvPr/>
              </p:nvSpPr>
              <p:spPr>
                <a:xfrm>
                  <a:off x="13782758" y="6524800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42" name="dot">
                  <a:extLst>
                    <a:ext uri="{FF2B5EF4-FFF2-40B4-BE49-F238E27FC236}">
                      <a16:creationId xmlns:a16="http://schemas.microsoft.com/office/drawing/2014/main" id="{E42B1346-9ADA-1932-A535-57ED45C24E0F}"/>
                    </a:ext>
                  </a:extLst>
                </p:cNvPr>
                <p:cNvSpPr/>
                <p:nvPr/>
              </p:nvSpPr>
              <p:spPr>
                <a:xfrm>
                  <a:off x="12943769" y="6723390"/>
                  <a:ext cx="66941" cy="66941"/>
                </a:xfrm>
                <a:prstGeom prst="ellipse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43" name="커서 자리">
                  <a:extLst>
                    <a:ext uri="{FF2B5EF4-FFF2-40B4-BE49-F238E27FC236}">
                      <a16:creationId xmlns:a16="http://schemas.microsoft.com/office/drawing/2014/main" id="{7144861E-FBBB-348D-3B8B-2F9A97141310}"/>
                    </a:ext>
                  </a:extLst>
                </p:cNvPr>
                <p:cNvSpPr/>
                <p:nvPr/>
              </p:nvSpPr>
              <p:spPr>
                <a:xfrm>
                  <a:off x="13001784" y="6134313"/>
                  <a:ext cx="464122" cy="722959"/>
                </a:xfrm>
                <a:prstGeom prst="roundRect">
                  <a:avLst>
                    <a:gd name="adj" fmla="val 8000"/>
                  </a:avLst>
                </a:prstGeom>
                <a:noFill/>
                <a:ln w="22225">
                  <a:solidFill>
                    <a:srgbClr val="FFC000"/>
                  </a:solidFill>
                  <a:prstDash val="dash"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</p:grpSp>
          <p:sp>
            <p:nvSpPr>
              <p:cNvPr id="197" name="행1 fnd_num">
                <a:extLst>
                  <a:ext uri="{FF2B5EF4-FFF2-40B4-BE49-F238E27FC236}">
                    <a16:creationId xmlns:a16="http://schemas.microsoft.com/office/drawing/2014/main" id="{E99E01C4-D87D-D562-506A-3F7600BDF606}"/>
                  </a:ext>
                </a:extLst>
              </p:cNvPr>
              <p:cNvSpPr/>
              <p:nvPr/>
            </p:nvSpPr>
            <p:spPr>
              <a:xfrm>
                <a:off x="5150054" y="-947282"/>
                <a:ext cx="280838" cy="240367"/>
              </a:xfrm>
              <a:prstGeom prst="roundRect">
                <a:avLst>
                  <a:gd name="adj" fmla="val 18000"/>
                </a:avLst>
              </a:prstGeom>
              <a:solidFill>
                <a:srgbClr val="F3F4F6"/>
              </a:solidFill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ko-KR" altLang="en-US" sz="1400" b="1" dirty="0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</a:rPr>
                  <a:t>1</a:t>
                </a:r>
              </a:p>
            </p:txBody>
          </p:sp>
          <p:sp>
            <p:nvSpPr>
              <p:cNvPr id="198" name="행1 fnd_num">
                <a:extLst>
                  <a:ext uri="{FF2B5EF4-FFF2-40B4-BE49-F238E27FC236}">
                    <a16:creationId xmlns:a16="http://schemas.microsoft.com/office/drawing/2014/main" id="{707A2EFE-FD2C-EEB8-71E5-C61CE41E1EFD}"/>
                  </a:ext>
                </a:extLst>
              </p:cNvPr>
              <p:cNvSpPr/>
              <p:nvPr/>
            </p:nvSpPr>
            <p:spPr>
              <a:xfrm>
                <a:off x="5463339" y="-947282"/>
                <a:ext cx="280838" cy="240367"/>
              </a:xfrm>
              <a:prstGeom prst="roundRect">
                <a:avLst>
                  <a:gd name="adj" fmla="val 18000"/>
                </a:avLst>
              </a:prstGeom>
              <a:solidFill>
                <a:srgbClr val="F3F4F6"/>
              </a:solidFill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ko-KR" altLang="en-US" sz="1400" b="1" dirty="0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</a:rPr>
                  <a:t>2</a:t>
                </a:r>
              </a:p>
            </p:txBody>
          </p:sp>
          <p:sp>
            <p:nvSpPr>
              <p:cNvPr id="199" name="행1 fnd_num">
                <a:extLst>
                  <a:ext uri="{FF2B5EF4-FFF2-40B4-BE49-F238E27FC236}">
                    <a16:creationId xmlns:a16="http://schemas.microsoft.com/office/drawing/2014/main" id="{8E85DADF-7252-2BD4-616B-D358EEDA0017}"/>
                  </a:ext>
                </a:extLst>
              </p:cNvPr>
              <p:cNvSpPr/>
              <p:nvPr/>
            </p:nvSpPr>
            <p:spPr>
              <a:xfrm>
                <a:off x="5861471" y="-947282"/>
                <a:ext cx="280838" cy="240367"/>
              </a:xfrm>
              <a:prstGeom prst="roundRect">
                <a:avLst>
                  <a:gd name="adj" fmla="val 18000"/>
                </a:avLst>
              </a:prstGeom>
              <a:solidFill>
                <a:srgbClr val="F3F4F6"/>
              </a:solidFill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ko-KR" altLang="en-US" sz="1400" b="1" dirty="0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</a:rPr>
                  <a:t>3</a:t>
                </a:r>
              </a:p>
            </p:txBody>
          </p:sp>
          <p:sp>
            <p:nvSpPr>
              <p:cNvPr id="200" name="행1 fnd_num">
                <a:extLst>
                  <a:ext uri="{FF2B5EF4-FFF2-40B4-BE49-F238E27FC236}">
                    <a16:creationId xmlns:a16="http://schemas.microsoft.com/office/drawing/2014/main" id="{B7339C0F-5CC5-7AA9-F34C-55F76A733466}"/>
                  </a:ext>
                </a:extLst>
              </p:cNvPr>
              <p:cNvSpPr/>
              <p:nvPr/>
            </p:nvSpPr>
            <p:spPr>
              <a:xfrm>
                <a:off x="6174756" y="-947282"/>
                <a:ext cx="280838" cy="240367"/>
              </a:xfrm>
              <a:prstGeom prst="roundRect">
                <a:avLst>
                  <a:gd name="adj" fmla="val 18000"/>
                </a:avLst>
              </a:prstGeom>
              <a:solidFill>
                <a:srgbClr val="F3F4F6"/>
              </a:solidFill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ko-KR" altLang="en-US" sz="1400" b="1" dirty="0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</a:rPr>
                  <a:t>4</a:t>
                </a:r>
              </a:p>
            </p:txBody>
          </p:sp>
        </p:grpSp>
        <p:grpSp>
          <p:nvGrpSpPr>
            <p:cNvPr id="419" name="그룹 418">
              <a:extLst>
                <a:ext uri="{FF2B5EF4-FFF2-40B4-BE49-F238E27FC236}">
                  <a16:creationId xmlns:a16="http://schemas.microsoft.com/office/drawing/2014/main" id="{9D5C2BA9-76D7-E1D9-093C-FE2871D5FFAA}"/>
                </a:ext>
              </a:extLst>
            </p:cNvPr>
            <p:cNvGrpSpPr/>
            <p:nvPr/>
          </p:nvGrpSpPr>
          <p:grpSpPr>
            <a:xfrm>
              <a:off x="7664648" y="3194135"/>
              <a:ext cx="1907142" cy="1148966"/>
              <a:chOff x="6854506" y="-1855881"/>
              <a:chExt cx="1907142" cy="1148966"/>
            </a:xfrm>
          </p:grpSpPr>
          <p:sp>
            <p:nvSpPr>
              <p:cNvPr id="201" name="행1 라벨">
                <a:extLst>
                  <a:ext uri="{FF2B5EF4-FFF2-40B4-BE49-F238E27FC236}">
                    <a16:creationId xmlns:a16="http://schemas.microsoft.com/office/drawing/2014/main" id="{9E8DC9D6-B316-DD68-8BC6-1F1A66E48F47}"/>
                  </a:ext>
                </a:extLst>
              </p:cNvPr>
              <p:cNvSpPr txBox="1"/>
              <p:nvPr/>
            </p:nvSpPr>
            <p:spPr>
              <a:xfrm>
                <a:off x="6854506" y="-1855881"/>
                <a:ext cx="1905684" cy="2670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ko-KR" altLang="en-US" sz="1200" b="1">
                    <a:solidFill>
                      <a:srgbClr val="6B7280"/>
                    </a:solidFill>
                    <a:latin typeface="Malgun Gothic"/>
                    <a:ea typeface="Malgun Gothic"/>
                    <a:cs typeface="Malgun Gothic"/>
                  </a:rPr>
                  <a:t>  </a:t>
                </a:r>
                <a:r>
                  <a:rPr lang="ko-KR" altLang="en-US" sz="1200" b="1" dirty="0">
                    <a:solidFill>
                      <a:srgbClr val="6B7280"/>
                    </a:solidFill>
                    <a:latin typeface="Malgun Gothic"/>
                    <a:ea typeface="Malgun Gothic"/>
                    <a:cs typeface="Malgun Gothic"/>
                  </a:rPr>
                  <a:t>blink_off 1</a:t>
                </a:r>
              </a:p>
            </p:txBody>
          </p:sp>
          <p:grpSp>
            <p:nvGrpSpPr>
              <p:cNvPr id="202" name="행1 FND">
                <a:extLst>
                  <a:ext uri="{FF2B5EF4-FFF2-40B4-BE49-F238E27FC236}">
                    <a16:creationId xmlns:a16="http://schemas.microsoft.com/office/drawing/2014/main" id="{7BC6DDCC-7500-58B6-4373-C4C278DD1D9D}"/>
                  </a:ext>
                </a:extLst>
              </p:cNvPr>
              <p:cNvGrpSpPr/>
              <p:nvPr/>
            </p:nvGrpSpPr>
            <p:grpSpPr>
              <a:xfrm>
                <a:off x="7123429" y="-1606801"/>
                <a:ext cx="1638219" cy="606104"/>
                <a:chOff x="14767560" y="6080760"/>
                <a:chExt cx="2240280" cy="830064"/>
              </a:xfrm>
            </p:grpSpPr>
            <p:sp>
              <p:nvSpPr>
                <p:cNvPr id="282" name="FND 바탕">
                  <a:extLst>
                    <a:ext uri="{FF2B5EF4-FFF2-40B4-BE49-F238E27FC236}">
                      <a16:creationId xmlns:a16="http://schemas.microsoft.com/office/drawing/2014/main" id="{FDC385A4-1CDD-2747-1F8B-14D0E7CB8D6D}"/>
                    </a:ext>
                  </a:extLst>
                </p:cNvPr>
                <p:cNvSpPr/>
                <p:nvPr/>
              </p:nvSpPr>
              <p:spPr>
                <a:xfrm>
                  <a:off x="14767560" y="6080760"/>
                  <a:ext cx="2240280" cy="830064"/>
                </a:xfrm>
                <a:prstGeom prst="roundRect">
                  <a:avLst>
                    <a:gd name="adj" fmla="val 6000"/>
                  </a:avLst>
                </a:prstGeom>
                <a:solidFill>
                  <a:srgbClr val="0B0B0B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283" name="seg">
                  <a:extLst>
                    <a:ext uri="{FF2B5EF4-FFF2-40B4-BE49-F238E27FC236}">
                      <a16:creationId xmlns:a16="http://schemas.microsoft.com/office/drawing/2014/main" id="{CDF56C21-9145-BBB4-CACE-46768DAE7E52}"/>
                    </a:ext>
                  </a:extLst>
                </p:cNvPr>
                <p:cNvSpPr/>
                <p:nvPr/>
              </p:nvSpPr>
              <p:spPr>
                <a:xfrm>
                  <a:off x="15077272" y="6201253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284" name="seg">
                  <a:extLst>
                    <a:ext uri="{FF2B5EF4-FFF2-40B4-BE49-F238E27FC236}">
                      <a16:creationId xmlns:a16="http://schemas.microsoft.com/office/drawing/2014/main" id="{69181957-E384-4C17-48CD-8E5CB82E4345}"/>
                    </a:ext>
                  </a:extLst>
                </p:cNvPr>
                <p:cNvSpPr/>
                <p:nvPr/>
              </p:nvSpPr>
              <p:spPr>
                <a:xfrm>
                  <a:off x="15077272" y="6466784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285" name="seg">
                  <a:extLst>
                    <a:ext uri="{FF2B5EF4-FFF2-40B4-BE49-F238E27FC236}">
                      <a16:creationId xmlns:a16="http://schemas.microsoft.com/office/drawing/2014/main" id="{C4F95E2D-EB4D-526F-2BC8-A1963B4D6864}"/>
                    </a:ext>
                  </a:extLst>
                </p:cNvPr>
                <p:cNvSpPr/>
                <p:nvPr/>
              </p:nvSpPr>
              <p:spPr>
                <a:xfrm>
                  <a:off x="15077272" y="6732316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286" name="seg">
                  <a:extLst>
                    <a:ext uri="{FF2B5EF4-FFF2-40B4-BE49-F238E27FC236}">
                      <a16:creationId xmlns:a16="http://schemas.microsoft.com/office/drawing/2014/main" id="{409E54F9-93F0-0545-639B-E116FA1B44D7}"/>
                    </a:ext>
                  </a:extLst>
                </p:cNvPr>
                <p:cNvSpPr/>
                <p:nvPr/>
              </p:nvSpPr>
              <p:spPr>
                <a:xfrm>
                  <a:off x="15008546" y="6259268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287" name="seg">
                  <a:extLst>
                    <a:ext uri="{FF2B5EF4-FFF2-40B4-BE49-F238E27FC236}">
                      <a16:creationId xmlns:a16="http://schemas.microsoft.com/office/drawing/2014/main" id="{BA84C36C-AACB-535A-2569-DA370EFAEA67}"/>
                    </a:ext>
                  </a:extLst>
                </p:cNvPr>
                <p:cNvSpPr/>
                <p:nvPr/>
              </p:nvSpPr>
              <p:spPr>
                <a:xfrm>
                  <a:off x="15307548" y="6259268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288" name="seg">
                  <a:extLst>
                    <a:ext uri="{FF2B5EF4-FFF2-40B4-BE49-F238E27FC236}">
                      <a16:creationId xmlns:a16="http://schemas.microsoft.com/office/drawing/2014/main" id="{CDCDEA4D-A5CB-EB48-4F4F-FCBEECFE951D}"/>
                    </a:ext>
                  </a:extLst>
                </p:cNvPr>
                <p:cNvSpPr/>
                <p:nvPr/>
              </p:nvSpPr>
              <p:spPr>
                <a:xfrm>
                  <a:off x="15008546" y="6524800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289" name="seg">
                  <a:extLst>
                    <a:ext uri="{FF2B5EF4-FFF2-40B4-BE49-F238E27FC236}">
                      <a16:creationId xmlns:a16="http://schemas.microsoft.com/office/drawing/2014/main" id="{FA3EAFDD-1DB5-7EFB-5B84-135B066B5097}"/>
                    </a:ext>
                  </a:extLst>
                </p:cNvPr>
                <p:cNvSpPr/>
                <p:nvPr/>
              </p:nvSpPr>
              <p:spPr>
                <a:xfrm>
                  <a:off x="15307548" y="6524800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290" name="seg">
                  <a:extLst>
                    <a:ext uri="{FF2B5EF4-FFF2-40B4-BE49-F238E27FC236}">
                      <a16:creationId xmlns:a16="http://schemas.microsoft.com/office/drawing/2014/main" id="{A7C82EC4-FAF8-A100-5ADC-F09903EE68F7}"/>
                    </a:ext>
                  </a:extLst>
                </p:cNvPr>
                <p:cNvSpPr/>
                <p:nvPr/>
              </p:nvSpPr>
              <p:spPr>
                <a:xfrm>
                  <a:off x="15505692" y="6201253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291" name="seg">
                  <a:extLst>
                    <a:ext uri="{FF2B5EF4-FFF2-40B4-BE49-F238E27FC236}">
                      <a16:creationId xmlns:a16="http://schemas.microsoft.com/office/drawing/2014/main" id="{068DED0C-1F09-9356-7E73-41B733D4D3D8}"/>
                    </a:ext>
                  </a:extLst>
                </p:cNvPr>
                <p:cNvSpPr/>
                <p:nvPr/>
              </p:nvSpPr>
              <p:spPr>
                <a:xfrm>
                  <a:off x="15505692" y="6466784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292" name="seg">
                  <a:extLst>
                    <a:ext uri="{FF2B5EF4-FFF2-40B4-BE49-F238E27FC236}">
                      <a16:creationId xmlns:a16="http://schemas.microsoft.com/office/drawing/2014/main" id="{212F2BB6-F472-1FD1-7E09-AB91DB6B2C24}"/>
                    </a:ext>
                  </a:extLst>
                </p:cNvPr>
                <p:cNvSpPr/>
                <p:nvPr/>
              </p:nvSpPr>
              <p:spPr>
                <a:xfrm>
                  <a:off x="15505692" y="6732316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293" name="seg">
                  <a:extLst>
                    <a:ext uri="{FF2B5EF4-FFF2-40B4-BE49-F238E27FC236}">
                      <a16:creationId xmlns:a16="http://schemas.microsoft.com/office/drawing/2014/main" id="{37895438-952E-14AD-E1CC-3B584EB7C6E7}"/>
                    </a:ext>
                  </a:extLst>
                </p:cNvPr>
                <p:cNvSpPr/>
                <p:nvPr/>
              </p:nvSpPr>
              <p:spPr>
                <a:xfrm>
                  <a:off x="15436966" y="6259268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294" name="seg">
                  <a:extLst>
                    <a:ext uri="{FF2B5EF4-FFF2-40B4-BE49-F238E27FC236}">
                      <a16:creationId xmlns:a16="http://schemas.microsoft.com/office/drawing/2014/main" id="{85501CF4-08E0-08DD-66A9-CA2E5AC598EE}"/>
                    </a:ext>
                  </a:extLst>
                </p:cNvPr>
                <p:cNvSpPr/>
                <p:nvPr/>
              </p:nvSpPr>
              <p:spPr>
                <a:xfrm>
                  <a:off x="15735968" y="6259268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295" name="seg">
                  <a:extLst>
                    <a:ext uri="{FF2B5EF4-FFF2-40B4-BE49-F238E27FC236}">
                      <a16:creationId xmlns:a16="http://schemas.microsoft.com/office/drawing/2014/main" id="{0BFAD251-59A9-B5D8-78DE-247964D7764F}"/>
                    </a:ext>
                  </a:extLst>
                </p:cNvPr>
                <p:cNvSpPr/>
                <p:nvPr/>
              </p:nvSpPr>
              <p:spPr>
                <a:xfrm>
                  <a:off x="15436966" y="6524800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296" name="seg">
                  <a:extLst>
                    <a:ext uri="{FF2B5EF4-FFF2-40B4-BE49-F238E27FC236}">
                      <a16:creationId xmlns:a16="http://schemas.microsoft.com/office/drawing/2014/main" id="{2E2DDA08-19AD-A554-6AB1-CEA3112A25F3}"/>
                    </a:ext>
                  </a:extLst>
                </p:cNvPr>
                <p:cNvSpPr/>
                <p:nvPr/>
              </p:nvSpPr>
              <p:spPr>
                <a:xfrm>
                  <a:off x="15735968" y="6524800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297" name="seg">
                  <a:extLst>
                    <a:ext uri="{FF2B5EF4-FFF2-40B4-BE49-F238E27FC236}">
                      <a16:creationId xmlns:a16="http://schemas.microsoft.com/office/drawing/2014/main" id="{450BBCD9-982B-39C2-2525-6936ED38CF6D}"/>
                    </a:ext>
                  </a:extLst>
                </p:cNvPr>
                <p:cNvSpPr/>
                <p:nvPr/>
              </p:nvSpPr>
              <p:spPr>
                <a:xfrm>
                  <a:off x="16050143" y="6201253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298" name="seg">
                  <a:extLst>
                    <a:ext uri="{FF2B5EF4-FFF2-40B4-BE49-F238E27FC236}">
                      <a16:creationId xmlns:a16="http://schemas.microsoft.com/office/drawing/2014/main" id="{5B031323-17E0-B665-C5B6-AB3CE4BDB529}"/>
                    </a:ext>
                  </a:extLst>
                </p:cNvPr>
                <p:cNvSpPr/>
                <p:nvPr/>
              </p:nvSpPr>
              <p:spPr>
                <a:xfrm>
                  <a:off x="16050143" y="6466784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299" name="seg">
                  <a:extLst>
                    <a:ext uri="{FF2B5EF4-FFF2-40B4-BE49-F238E27FC236}">
                      <a16:creationId xmlns:a16="http://schemas.microsoft.com/office/drawing/2014/main" id="{5A47C4F1-C2E8-2BFD-003A-814268FA8EEC}"/>
                    </a:ext>
                  </a:extLst>
                </p:cNvPr>
                <p:cNvSpPr/>
                <p:nvPr/>
              </p:nvSpPr>
              <p:spPr>
                <a:xfrm>
                  <a:off x="16050143" y="6732316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00" name="seg">
                  <a:extLst>
                    <a:ext uri="{FF2B5EF4-FFF2-40B4-BE49-F238E27FC236}">
                      <a16:creationId xmlns:a16="http://schemas.microsoft.com/office/drawing/2014/main" id="{7CF431A1-63D2-DE41-3973-A38972C9D94D}"/>
                    </a:ext>
                  </a:extLst>
                </p:cNvPr>
                <p:cNvSpPr/>
                <p:nvPr/>
              </p:nvSpPr>
              <p:spPr>
                <a:xfrm>
                  <a:off x="15981417" y="6259268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01" name="seg">
                  <a:extLst>
                    <a:ext uri="{FF2B5EF4-FFF2-40B4-BE49-F238E27FC236}">
                      <a16:creationId xmlns:a16="http://schemas.microsoft.com/office/drawing/2014/main" id="{6E28ED7E-336D-9191-88E3-20948635FC83}"/>
                    </a:ext>
                  </a:extLst>
                </p:cNvPr>
                <p:cNvSpPr/>
                <p:nvPr/>
              </p:nvSpPr>
              <p:spPr>
                <a:xfrm>
                  <a:off x="16280418" y="6259268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02" name="seg">
                  <a:extLst>
                    <a:ext uri="{FF2B5EF4-FFF2-40B4-BE49-F238E27FC236}">
                      <a16:creationId xmlns:a16="http://schemas.microsoft.com/office/drawing/2014/main" id="{B55B6071-2515-A019-FB92-0E59726B48F8}"/>
                    </a:ext>
                  </a:extLst>
                </p:cNvPr>
                <p:cNvSpPr/>
                <p:nvPr/>
              </p:nvSpPr>
              <p:spPr>
                <a:xfrm>
                  <a:off x="15981417" y="6524800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03" name="seg">
                  <a:extLst>
                    <a:ext uri="{FF2B5EF4-FFF2-40B4-BE49-F238E27FC236}">
                      <a16:creationId xmlns:a16="http://schemas.microsoft.com/office/drawing/2014/main" id="{1CD89132-6C8B-F061-454F-3E25B66EEF33}"/>
                    </a:ext>
                  </a:extLst>
                </p:cNvPr>
                <p:cNvSpPr/>
                <p:nvPr/>
              </p:nvSpPr>
              <p:spPr>
                <a:xfrm>
                  <a:off x="16280418" y="6524800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04" name="seg">
                  <a:extLst>
                    <a:ext uri="{FF2B5EF4-FFF2-40B4-BE49-F238E27FC236}">
                      <a16:creationId xmlns:a16="http://schemas.microsoft.com/office/drawing/2014/main" id="{67741332-46E9-1E41-973F-CC4397BD19CB}"/>
                    </a:ext>
                  </a:extLst>
                </p:cNvPr>
                <p:cNvSpPr/>
                <p:nvPr/>
              </p:nvSpPr>
              <p:spPr>
                <a:xfrm>
                  <a:off x="16478563" y="6201253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05" name="seg">
                  <a:extLst>
                    <a:ext uri="{FF2B5EF4-FFF2-40B4-BE49-F238E27FC236}">
                      <a16:creationId xmlns:a16="http://schemas.microsoft.com/office/drawing/2014/main" id="{036ADF85-F4B7-764A-D55E-F48539B9C3E7}"/>
                    </a:ext>
                  </a:extLst>
                </p:cNvPr>
                <p:cNvSpPr/>
                <p:nvPr/>
              </p:nvSpPr>
              <p:spPr>
                <a:xfrm>
                  <a:off x="16478563" y="6466784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06" name="seg">
                  <a:extLst>
                    <a:ext uri="{FF2B5EF4-FFF2-40B4-BE49-F238E27FC236}">
                      <a16:creationId xmlns:a16="http://schemas.microsoft.com/office/drawing/2014/main" id="{ED99803D-1DBD-3A5C-5CFB-DA19B8744FF6}"/>
                    </a:ext>
                  </a:extLst>
                </p:cNvPr>
                <p:cNvSpPr/>
                <p:nvPr/>
              </p:nvSpPr>
              <p:spPr>
                <a:xfrm>
                  <a:off x="16478563" y="6732316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07" name="seg">
                  <a:extLst>
                    <a:ext uri="{FF2B5EF4-FFF2-40B4-BE49-F238E27FC236}">
                      <a16:creationId xmlns:a16="http://schemas.microsoft.com/office/drawing/2014/main" id="{1ACEE1BC-B65A-CE0D-451E-2795E189DD92}"/>
                    </a:ext>
                  </a:extLst>
                </p:cNvPr>
                <p:cNvSpPr/>
                <p:nvPr/>
              </p:nvSpPr>
              <p:spPr>
                <a:xfrm>
                  <a:off x="16409837" y="6259268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08" name="seg">
                  <a:extLst>
                    <a:ext uri="{FF2B5EF4-FFF2-40B4-BE49-F238E27FC236}">
                      <a16:creationId xmlns:a16="http://schemas.microsoft.com/office/drawing/2014/main" id="{0BFBB68E-AEDD-5361-C604-5393CA39472A}"/>
                    </a:ext>
                  </a:extLst>
                </p:cNvPr>
                <p:cNvSpPr/>
                <p:nvPr/>
              </p:nvSpPr>
              <p:spPr>
                <a:xfrm>
                  <a:off x="16708838" y="6259268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09" name="seg">
                  <a:extLst>
                    <a:ext uri="{FF2B5EF4-FFF2-40B4-BE49-F238E27FC236}">
                      <a16:creationId xmlns:a16="http://schemas.microsoft.com/office/drawing/2014/main" id="{71ED4B49-C452-C0CE-50CE-67C90E175536}"/>
                    </a:ext>
                  </a:extLst>
                </p:cNvPr>
                <p:cNvSpPr/>
                <p:nvPr/>
              </p:nvSpPr>
              <p:spPr>
                <a:xfrm>
                  <a:off x="16409837" y="6524800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10" name="seg">
                  <a:extLst>
                    <a:ext uri="{FF2B5EF4-FFF2-40B4-BE49-F238E27FC236}">
                      <a16:creationId xmlns:a16="http://schemas.microsoft.com/office/drawing/2014/main" id="{7F1DC180-DC87-0582-00E1-D053A512FAC6}"/>
                    </a:ext>
                  </a:extLst>
                </p:cNvPr>
                <p:cNvSpPr/>
                <p:nvPr/>
              </p:nvSpPr>
              <p:spPr>
                <a:xfrm>
                  <a:off x="16708838" y="6524800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11" name="dot">
                  <a:extLst>
                    <a:ext uri="{FF2B5EF4-FFF2-40B4-BE49-F238E27FC236}">
                      <a16:creationId xmlns:a16="http://schemas.microsoft.com/office/drawing/2014/main" id="{13DB1EB6-02DB-0E7D-5A1B-C327135C4F14}"/>
                    </a:ext>
                  </a:extLst>
                </p:cNvPr>
                <p:cNvSpPr/>
                <p:nvPr/>
              </p:nvSpPr>
              <p:spPr>
                <a:xfrm>
                  <a:off x="15869849" y="6723390"/>
                  <a:ext cx="66941" cy="66941"/>
                </a:xfrm>
                <a:prstGeom prst="ellipse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12" name="커서 자리">
                  <a:extLst>
                    <a:ext uri="{FF2B5EF4-FFF2-40B4-BE49-F238E27FC236}">
                      <a16:creationId xmlns:a16="http://schemas.microsoft.com/office/drawing/2014/main" id="{2C69759E-D07C-0B57-4F41-DCE5E6BF3DE9}"/>
                    </a:ext>
                  </a:extLst>
                </p:cNvPr>
                <p:cNvSpPr/>
                <p:nvPr/>
              </p:nvSpPr>
              <p:spPr>
                <a:xfrm>
                  <a:off x="15927864" y="6134313"/>
                  <a:ext cx="464122" cy="722959"/>
                </a:xfrm>
                <a:prstGeom prst="roundRect">
                  <a:avLst>
                    <a:gd name="adj" fmla="val 8000"/>
                  </a:avLst>
                </a:prstGeom>
                <a:noFill/>
                <a:ln w="22225">
                  <a:solidFill>
                    <a:srgbClr val="FFC000"/>
                  </a:solidFill>
                  <a:prstDash val="dash"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</p:grpSp>
          <p:sp>
            <p:nvSpPr>
              <p:cNvPr id="203" name="행1 fnd_num">
                <a:extLst>
                  <a:ext uri="{FF2B5EF4-FFF2-40B4-BE49-F238E27FC236}">
                    <a16:creationId xmlns:a16="http://schemas.microsoft.com/office/drawing/2014/main" id="{68DE9B2E-EF1A-97AD-6D45-63A4E58C6EBB}"/>
                  </a:ext>
                </a:extLst>
              </p:cNvPr>
              <p:cNvSpPr/>
              <p:nvPr/>
            </p:nvSpPr>
            <p:spPr>
              <a:xfrm>
                <a:off x="7289769" y="-947282"/>
                <a:ext cx="280838" cy="240367"/>
              </a:xfrm>
              <a:prstGeom prst="roundRect">
                <a:avLst>
                  <a:gd name="adj" fmla="val 18000"/>
                </a:avLst>
              </a:prstGeom>
              <a:solidFill>
                <a:srgbClr val="F3F4F6"/>
              </a:solidFill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ko-KR" altLang="en-US" sz="1400" b="1" dirty="0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</a:rPr>
                  <a:t>1</a:t>
                </a:r>
              </a:p>
            </p:txBody>
          </p:sp>
          <p:sp>
            <p:nvSpPr>
              <p:cNvPr id="204" name="행1 fnd_num">
                <a:extLst>
                  <a:ext uri="{FF2B5EF4-FFF2-40B4-BE49-F238E27FC236}">
                    <a16:creationId xmlns:a16="http://schemas.microsoft.com/office/drawing/2014/main" id="{FDADA3A1-EA73-2282-B439-58B6F38E0B16}"/>
                  </a:ext>
                </a:extLst>
              </p:cNvPr>
              <p:cNvSpPr/>
              <p:nvPr/>
            </p:nvSpPr>
            <p:spPr>
              <a:xfrm>
                <a:off x="7603054" y="-947282"/>
                <a:ext cx="280838" cy="240367"/>
              </a:xfrm>
              <a:prstGeom prst="roundRect">
                <a:avLst>
                  <a:gd name="adj" fmla="val 18000"/>
                </a:avLst>
              </a:prstGeom>
              <a:solidFill>
                <a:srgbClr val="F3F4F6"/>
              </a:solidFill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ko-KR" altLang="en-US" sz="1400" b="1" dirty="0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</a:rPr>
                  <a:t>2</a:t>
                </a:r>
              </a:p>
            </p:txBody>
          </p:sp>
          <p:sp>
            <p:nvSpPr>
              <p:cNvPr id="205" name="행1 fnd_num">
                <a:extLst>
                  <a:ext uri="{FF2B5EF4-FFF2-40B4-BE49-F238E27FC236}">
                    <a16:creationId xmlns:a16="http://schemas.microsoft.com/office/drawing/2014/main" id="{0855C9BD-AFF2-AE34-05A0-0918D45F1167}"/>
                  </a:ext>
                </a:extLst>
              </p:cNvPr>
              <p:cNvSpPr/>
              <p:nvPr/>
            </p:nvSpPr>
            <p:spPr>
              <a:xfrm>
                <a:off x="8001187" y="-947282"/>
                <a:ext cx="280838" cy="240367"/>
              </a:xfrm>
              <a:prstGeom prst="roundRect">
                <a:avLst>
                  <a:gd name="adj" fmla="val 18000"/>
                </a:avLst>
              </a:prstGeom>
              <a:solidFill>
                <a:srgbClr val="FFC000"/>
              </a:solidFill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ko-KR" altLang="en-US" sz="1400" b="1" dirty="0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</a:rPr>
                  <a:t>f</a:t>
                </a:r>
              </a:p>
            </p:txBody>
          </p:sp>
          <p:sp>
            <p:nvSpPr>
              <p:cNvPr id="206" name="행1 fnd_num">
                <a:extLst>
                  <a:ext uri="{FF2B5EF4-FFF2-40B4-BE49-F238E27FC236}">
                    <a16:creationId xmlns:a16="http://schemas.microsoft.com/office/drawing/2014/main" id="{7DA5B59B-5D02-D50B-4FAF-98F92D559DFC}"/>
                  </a:ext>
                </a:extLst>
              </p:cNvPr>
              <p:cNvSpPr/>
              <p:nvPr/>
            </p:nvSpPr>
            <p:spPr>
              <a:xfrm>
                <a:off x="8314472" y="-947282"/>
                <a:ext cx="280838" cy="240367"/>
              </a:xfrm>
              <a:prstGeom prst="roundRect">
                <a:avLst>
                  <a:gd name="adj" fmla="val 18000"/>
                </a:avLst>
              </a:prstGeom>
              <a:solidFill>
                <a:srgbClr val="F3F4F6"/>
              </a:solidFill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ko-KR" altLang="en-US" sz="1400" b="1" dirty="0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</a:rPr>
                  <a:t>4</a:t>
                </a:r>
              </a:p>
            </p:txBody>
          </p:sp>
        </p:grpSp>
        <p:sp>
          <p:nvSpPr>
            <p:cNvPr id="421" name="행0 라벨">
              <a:extLst>
                <a:ext uri="{FF2B5EF4-FFF2-40B4-BE49-F238E27FC236}">
                  <a16:creationId xmlns:a16="http://schemas.microsoft.com/office/drawing/2014/main" id="{DCD29961-BE42-EBB1-FBF8-D939C20896FD}"/>
                </a:ext>
              </a:extLst>
            </p:cNvPr>
            <p:cNvSpPr txBox="1"/>
            <p:nvPr/>
          </p:nvSpPr>
          <p:spPr>
            <a:xfrm>
              <a:off x="2276316" y="3245698"/>
              <a:ext cx="1905684" cy="2670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1200" b="1">
                  <a:solidFill>
                    <a:srgbClr val="6B7280"/>
                  </a:solidFill>
                  <a:latin typeface="Malgun Gothic"/>
                  <a:ea typeface="Malgun Gothic"/>
                  <a:cs typeface="Malgun Gothic"/>
                </a:rPr>
                <a:t>  </a:t>
              </a:r>
              <a:r>
                <a:rPr lang="ko-KR" altLang="en-US" sz="1200" b="1" dirty="0">
                  <a:solidFill>
                    <a:srgbClr val="6B7280"/>
                  </a:solidFill>
                  <a:latin typeface="Malgun Gothic"/>
                  <a:ea typeface="Malgun Gothic"/>
                  <a:cs typeface="Malgun Gothic"/>
                </a:rPr>
                <a:t>blink_off 0</a:t>
              </a:r>
            </a:p>
          </p:txBody>
        </p:sp>
      </p:grpSp>
      <p:grpSp>
        <p:nvGrpSpPr>
          <p:cNvPr id="467" name="그룹 466">
            <a:extLst>
              <a:ext uri="{FF2B5EF4-FFF2-40B4-BE49-F238E27FC236}">
                <a16:creationId xmlns:a16="http://schemas.microsoft.com/office/drawing/2014/main" id="{7BB928A4-EB10-B072-F745-AD5C5053CD6A}"/>
              </a:ext>
            </a:extLst>
          </p:cNvPr>
          <p:cNvGrpSpPr/>
          <p:nvPr/>
        </p:nvGrpSpPr>
        <p:grpSpPr>
          <a:xfrm>
            <a:off x="414979" y="4885029"/>
            <a:ext cx="9220434" cy="1466008"/>
            <a:chOff x="414979" y="4885029"/>
            <a:chExt cx="9220434" cy="1466008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9832423D-57C6-5572-5DF3-0C96F847957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14979" y="4885029"/>
              <a:ext cx="9220434" cy="1466008"/>
            </a:xfrm>
            <a:prstGeom prst="rect">
              <a:avLst/>
            </a:prstGeom>
          </p:spPr>
        </p:pic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BDF7B544-278B-820B-BC9F-C634A80D7394}"/>
                </a:ext>
              </a:extLst>
            </p:cNvPr>
            <p:cNvSpPr/>
            <p:nvPr/>
          </p:nvSpPr>
          <p:spPr>
            <a:xfrm>
              <a:off x="2361657" y="4903343"/>
              <a:ext cx="2115093" cy="1447694"/>
            </a:xfrm>
            <a:prstGeom prst="rect">
              <a:avLst/>
            </a:prstGeom>
            <a:solidFill>
              <a:schemeClr val="tx1">
                <a:alpha val="67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BF371BC4-474E-FF07-FE32-2FC0DE4A0BD0}"/>
                </a:ext>
              </a:extLst>
            </p:cNvPr>
            <p:cNvSpPr/>
            <p:nvPr/>
          </p:nvSpPr>
          <p:spPr>
            <a:xfrm>
              <a:off x="7683419" y="4887836"/>
              <a:ext cx="1945643" cy="1447694"/>
            </a:xfrm>
            <a:prstGeom prst="rect">
              <a:avLst/>
            </a:prstGeom>
            <a:solidFill>
              <a:schemeClr val="tx1">
                <a:alpha val="67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C0B590BC-57F0-0F43-0712-580E635ECD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89768" y="6090918"/>
              <a:ext cx="800099" cy="152131"/>
            </a:xfrm>
            <a:prstGeom prst="rect">
              <a:avLst/>
            </a:prstGeom>
          </p:spPr>
        </p:pic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0BFB7216-AE94-5CDD-2C48-AB93B2F99BCD}"/>
                </a:ext>
              </a:extLst>
            </p:cNvPr>
            <p:cNvSpPr/>
            <p:nvPr/>
          </p:nvSpPr>
          <p:spPr>
            <a:xfrm>
              <a:off x="6476366" y="5661025"/>
              <a:ext cx="203200" cy="40005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9" name="직선 화살표 연결선 38">
              <a:extLst>
                <a:ext uri="{FF2B5EF4-FFF2-40B4-BE49-F238E27FC236}">
                  <a16:creationId xmlns:a16="http://schemas.microsoft.com/office/drawing/2014/main" id="{BA7D5309-4CD5-665D-6F7E-68679A1C01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81711" y="5238749"/>
              <a:ext cx="0" cy="257173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22" name="그룹 421">
              <a:extLst>
                <a:ext uri="{FF2B5EF4-FFF2-40B4-BE49-F238E27FC236}">
                  <a16:creationId xmlns:a16="http://schemas.microsoft.com/office/drawing/2014/main" id="{8666BE66-7705-7869-3224-81E764006713}"/>
                </a:ext>
              </a:extLst>
            </p:cNvPr>
            <p:cNvGrpSpPr/>
            <p:nvPr/>
          </p:nvGrpSpPr>
          <p:grpSpPr>
            <a:xfrm>
              <a:off x="2600093" y="5231492"/>
              <a:ext cx="1638219" cy="899886"/>
              <a:chOff x="4983714" y="-184631"/>
              <a:chExt cx="1638219" cy="899886"/>
            </a:xfrm>
          </p:grpSpPr>
          <p:grpSp>
            <p:nvGrpSpPr>
              <p:cNvPr id="208" name="행2 FND">
                <a:extLst>
                  <a:ext uri="{FF2B5EF4-FFF2-40B4-BE49-F238E27FC236}">
                    <a16:creationId xmlns:a16="http://schemas.microsoft.com/office/drawing/2014/main" id="{46575DCC-706A-F2B3-0F2F-56B3979AFE20}"/>
                  </a:ext>
                </a:extLst>
              </p:cNvPr>
              <p:cNvGrpSpPr/>
              <p:nvPr/>
            </p:nvGrpSpPr>
            <p:grpSpPr>
              <a:xfrm>
                <a:off x="4983714" y="-184631"/>
                <a:ext cx="1638219" cy="606104"/>
                <a:chOff x="11841480" y="8028432"/>
                <a:chExt cx="2240280" cy="830064"/>
              </a:xfrm>
            </p:grpSpPr>
            <p:sp>
              <p:nvSpPr>
                <p:cNvPr id="251" name="FND 바탕">
                  <a:extLst>
                    <a:ext uri="{FF2B5EF4-FFF2-40B4-BE49-F238E27FC236}">
                      <a16:creationId xmlns:a16="http://schemas.microsoft.com/office/drawing/2014/main" id="{B765C965-A1E1-B8A6-784F-982BC1356796}"/>
                    </a:ext>
                  </a:extLst>
                </p:cNvPr>
                <p:cNvSpPr/>
                <p:nvPr/>
              </p:nvSpPr>
              <p:spPr>
                <a:xfrm>
                  <a:off x="11841480" y="8028432"/>
                  <a:ext cx="2240280" cy="830064"/>
                </a:xfrm>
                <a:prstGeom prst="roundRect">
                  <a:avLst>
                    <a:gd name="adj" fmla="val 6000"/>
                  </a:avLst>
                </a:prstGeom>
                <a:solidFill>
                  <a:srgbClr val="0B0B0B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252" name="seg">
                  <a:extLst>
                    <a:ext uri="{FF2B5EF4-FFF2-40B4-BE49-F238E27FC236}">
                      <a16:creationId xmlns:a16="http://schemas.microsoft.com/office/drawing/2014/main" id="{13ECEDAD-40C6-0FFE-65E2-B9B9D235CDAB}"/>
                    </a:ext>
                  </a:extLst>
                </p:cNvPr>
                <p:cNvSpPr/>
                <p:nvPr/>
              </p:nvSpPr>
              <p:spPr>
                <a:xfrm>
                  <a:off x="12151192" y="8148925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253" name="seg">
                  <a:extLst>
                    <a:ext uri="{FF2B5EF4-FFF2-40B4-BE49-F238E27FC236}">
                      <a16:creationId xmlns:a16="http://schemas.microsoft.com/office/drawing/2014/main" id="{F13E24F9-445A-AD8F-3B91-96AE5CFB22BC}"/>
                    </a:ext>
                  </a:extLst>
                </p:cNvPr>
                <p:cNvSpPr/>
                <p:nvPr/>
              </p:nvSpPr>
              <p:spPr>
                <a:xfrm>
                  <a:off x="12151192" y="8414456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254" name="seg">
                  <a:extLst>
                    <a:ext uri="{FF2B5EF4-FFF2-40B4-BE49-F238E27FC236}">
                      <a16:creationId xmlns:a16="http://schemas.microsoft.com/office/drawing/2014/main" id="{7676E90C-6AD2-02D1-5711-A2B9F5401ED8}"/>
                    </a:ext>
                  </a:extLst>
                </p:cNvPr>
                <p:cNvSpPr/>
                <p:nvPr/>
              </p:nvSpPr>
              <p:spPr>
                <a:xfrm>
                  <a:off x="12151192" y="8679988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255" name="seg">
                  <a:extLst>
                    <a:ext uri="{FF2B5EF4-FFF2-40B4-BE49-F238E27FC236}">
                      <a16:creationId xmlns:a16="http://schemas.microsoft.com/office/drawing/2014/main" id="{FAAB4937-5E8C-D748-EFA1-A0CF367AB514}"/>
                    </a:ext>
                  </a:extLst>
                </p:cNvPr>
                <p:cNvSpPr/>
                <p:nvPr/>
              </p:nvSpPr>
              <p:spPr>
                <a:xfrm>
                  <a:off x="12082466" y="8206940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256" name="seg">
                  <a:extLst>
                    <a:ext uri="{FF2B5EF4-FFF2-40B4-BE49-F238E27FC236}">
                      <a16:creationId xmlns:a16="http://schemas.microsoft.com/office/drawing/2014/main" id="{F17220FC-EDCA-2B40-61C9-16DA998113C0}"/>
                    </a:ext>
                  </a:extLst>
                </p:cNvPr>
                <p:cNvSpPr/>
                <p:nvPr/>
              </p:nvSpPr>
              <p:spPr>
                <a:xfrm>
                  <a:off x="12381468" y="8206940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257" name="seg">
                  <a:extLst>
                    <a:ext uri="{FF2B5EF4-FFF2-40B4-BE49-F238E27FC236}">
                      <a16:creationId xmlns:a16="http://schemas.microsoft.com/office/drawing/2014/main" id="{FCB089B8-076C-CC10-317D-2CBD86670B8F}"/>
                    </a:ext>
                  </a:extLst>
                </p:cNvPr>
                <p:cNvSpPr/>
                <p:nvPr/>
              </p:nvSpPr>
              <p:spPr>
                <a:xfrm>
                  <a:off x="12082466" y="8472472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258" name="seg">
                  <a:extLst>
                    <a:ext uri="{FF2B5EF4-FFF2-40B4-BE49-F238E27FC236}">
                      <a16:creationId xmlns:a16="http://schemas.microsoft.com/office/drawing/2014/main" id="{ABAAA9E4-97C8-F9E6-9167-135A97E0525F}"/>
                    </a:ext>
                  </a:extLst>
                </p:cNvPr>
                <p:cNvSpPr/>
                <p:nvPr/>
              </p:nvSpPr>
              <p:spPr>
                <a:xfrm>
                  <a:off x="12381468" y="8472472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259" name="seg">
                  <a:extLst>
                    <a:ext uri="{FF2B5EF4-FFF2-40B4-BE49-F238E27FC236}">
                      <a16:creationId xmlns:a16="http://schemas.microsoft.com/office/drawing/2014/main" id="{B0C14491-9A2F-AA27-6595-8C5F43E9656F}"/>
                    </a:ext>
                  </a:extLst>
                </p:cNvPr>
                <p:cNvSpPr/>
                <p:nvPr/>
              </p:nvSpPr>
              <p:spPr>
                <a:xfrm>
                  <a:off x="12579612" y="8148925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260" name="seg">
                  <a:extLst>
                    <a:ext uri="{FF2B5EF4-FFF2-40B4-BE49-F238E27FC236}">
                      <a16:creationId xmlns:a16="http://schemas.microsoft.com/office/drawing/2014/main" id="{743A3322-0291-9163-30ED-F513480D0EC1}"/>
                    </a:ext>
                  </a:extLst>
                </p:cNvPr>
                <p:cNvSpPr/>
                <p:nvPr/>
              </p:nvSpPr>
              <p:spPr>
                <a:xfrm>
                  <a:off x="12579612" y="8414456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261" name="seg">
                  <a:extLst>
                    <a:ext uri="{FF2B5EF4-FFF2-40B4-BE49-F238E27FC236}">
                      <a16:creationId xmlns:a16="http://schemas.microsoft.com/office/drawing/2014/main" id="{F02BFBD5-BBB0-9D82-ED29-C89A028872AD}"/>
                    </a:ext>
                  </a:extLst>
                </p:cNvPr>
                <p:cNvSpPr/>
                <p:nvPr/>
              </p:nvSpPr>
              <p:spPr>
                <a:xfrm>
                  <a:off x="12579612" y="8679988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262" name="seg">
                  <a:extLst>
                    <a:ext uri="{FF2B5EF4-FFF2-40B4-BE49-F238E27FC236}">
                      <a16:creationId xmlns:a16="http://schemas.microsoft.com/office/drawing/2014/main" id="{71B52566-549E-6534-1858-F773A9188A86}"/>
                    </a:ext>
                  </a:extLst>
                </p:cNvPr>
                <p:cNvSpPr/>
                <p:nvPr/>
              </p:nvSpPr>
              <p:spPr>
                <a:xfrm>
                  <a:off x="12510886" y="8206940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263" name="seg">
                  <a:extLst>
                    <a:ext uri="{FF2B5EF4-FFF2-40B4-BE49-F238E27FC236}">
                      <a16:creationId xmlns:a16="http://schemas.microsoft.com/office/drawing/2014/main" id="{4FF26060-1C26-1CDE-4537-46110C70901E}"/>
                    </a:ext>
                  </a:extLst>
                </p:cNvPr>
                <p:cNvSpPr/>
                <p:nvPr/>
              </p:nvSpPr>
              <p:spPr>
                <a:xfrm>
                  <a:off x="12809888" y="8206940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264" name="seg">
                  <a:extLst>
                    <a:ext uri="{FF2B5EF4-FFF2-40B4-BE49-F238E27FC236}">
                      <a16:creationId xmlns:a16="http://schemas.microsoft.com/office/drawing/2014/main" id="{919FF5C1-9FD5-8170-89EB-1094D5C6B0D1}"/>
                    </a:ext>
                  </a:extLst>
                </p:cNvPr>
                <p:cNvSpPr/>
                <p:nvPr/>
              </p:nvSpPr>
              <p:spPr>
                <a:xfrm>
                  <a:off x="12510886" y="8472472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265" name="seg">
                  <a:extLst>
                    <a:ext uri="{FF2B5EF4-FFF2-40B4-BE49-F238E27FC236}">
                      <a16:creationId xmlns:a16="http://schemas.microsoft.com/office/drawing/2014/main" id="{05E36FEA-B9B6-3C0D-679F-4A7F5CDC23DC}"/>
                    </a:ext>
                  </a:extLst>
                </p:cNvPr>
                <p:cNvSpPr/>
                <p:nvPr/>
              </p:nvSpPr>
              <p:spPr>
                <a:xfrm>
                  <a:off x="12809888" y="8472472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266" name="seg">
                  <a:extLst>
                    <a:ext uri="{FF2B5EF4-FFF2-40B4-BE49-F238E27FC236}">
                      <a16:creationId xmlns:a16="http://schemas.microsoft.com/office/drawing/2014/main" id="{0D5814E2-AABF-20B9-3207-2CE44742E2C4}"/>
                    </a:ext>
                  </a:extLst>
                </p:cNvPr>
                <p:cNvSpPr/>
                <p:nvPr/>
              </p:nvSpPr>
              <p:spPr>
                <a:xfrm>
                  <a:off x="13124063" y="8148925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267" name="seg">
                  <a:extLst>
                    <a:ext uri="{FF2B5EF4-FFF2-40B4-BE49-F238E27FC236}">
                      <a16:creationId xmlns:a16="http://schemas.microsoft.com/office/drawing/2014/main" id="{B3A362B0-97EB-2395-9557-DE8822D94EE4}"/>
                    </a:ext>
                  </a:extLst>
                </p:cNvPr>
                <p:cNvSpPr/>
                <p:nvPr/>
              </p:nvSpPr>
              <p:spPr>
                <a:xfrm>
                  <a:off x="13124063" y="8414456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268" name="seg">
                  <a:extLst>
                    <a:ext uri="{FF2B5EF4-FFF2-40B4-BE49-F238E27FC236}">
                      <a16:creationId xmlns:a16="http://schemas.microsoft.com/office/drawing/2014/main" id="{DA429452-1EE7-5A77-AA9F-A08976E2FF39}"/>
                    </a:ext>
                  </a:extLst>
                </p:cNvPr>
                <p:cNvSpPr/>
                <p:nvPr/>
              </p:nvSpPr>
              <p:spPr>
                <a:xfrm>
                  <a:off x="13124063" y="8679988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269" name="seg">
                  <a:extLst>
                    <a:ext uri="{FF2B5EF4-FFF2-40B4-BE49-F238E27FC236}">
                      <a16:creationId xmlns:a16="http://schemas.microsoft.com/office/drawing/2014/main" id="{459F2B19-606D-A54C-CB0E-149012F7AB12}"/>
                    </a:ext>
                  </a:extLst>
                </p:cNvPr>
                <p:cNvSpPr/>
                <p:nvPr/>
              </p:nvSpPr>
              <p:spPr>
                <a:xfrm>
                  <a:off x="13055337" y="8206940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270" name="seg">
                  <a:extLst>
                    <a:ext uri="{FF2B5EF4-FFF2-40B4-BE49-F238E27FC236}">
                      <a16:creationId xmlns:a16="http://schemas.microsoft.com/office/drawing/2014/main" id="{F3D88A18-B2C2-3F38-6896-778F09E7B003}"/>
                    </a:ext>
                  </a:extLst>
                </p:cNvPr>
                <p:cNvSpPr/>
                <p:nvPr/>
              </p:nvSpPr>
              <p:spPr>
                <a:xfrm>
                  <a:off x="13354338" y="8206940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271" name="seg">
                  <a:extLst>
                    <a:ext uri="{FF2B5EF4-FFF2-40B4-BE49-F238E27FC236}">
                      <a16:creationId xmlns:a16="http://schemas.microsoft.com/office/drawing/2014/main" id="{414BA896-F4E4-ECF3-1D83-4D142F24D54F}"/>
                    </a:ext>
                  </a:extLst>
                </p:cNvPr>
                <p:cNvSpPr/>
                <p:nvPr/>
              </p:nvSpPr>
              <p:spPr>
                <a:xfrm>
                  <a:off x="13055337" y="8472472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272" name="seg">
                  <a:extLst>
                    <a:ext uri="{FF2B5EF4-FFF2-40B4-BE49-F238E27FC236}">
                      <a16:creationId xmlns:a16="http://schemas.microsoft.com/office/drawing/2014/main" id="{BA83091D-0D29-3BE4-D547-1655DCE0FB2F}"/>
                    </a:ext>
                  </a:extLst>
                </p:cNvPr>
                <p:cNvSpPr/>
                <p:nvPr/>
              </p:nvSpPr>
              <p:spPr>
                <a:xfrm>
                  <a:off x="13354338" y="8472472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273" name="seg">
                  <a:extLst>
                    <a:ext uri="{FF2B5EF4-FFF2-40B4-BE49-F238E27FC236}">
                      <a16:creationId xmlns:a16="http://schemas.microsoft.com/office/drawing/2014/main" id="{6D44D93B-1F56-7ECA-E28F-6F6B4806E067}"/>
                    </a:ext>
                  </a:extLst>
                </p:cNvPr>
                <p:cNvSpPr/>
                <p:nvPr/>
              </p:nvSpPr>
              <p:spPr>
                <a:xfrm>
                  <a:off x="13552483" y="8148925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274" name="seg">
                  <a:extLst>
                    <a:ext uri="{FF2B5EF4-FFF2-40B4-BE49-F238E27FC236}">
                      <a16:creationId xmlns:a16="http://schemas.microsoft.com/office/drawing/2014/main" id="{F4D5EC5F-F74A-C5D9-94B4-16190A3DB09E}"/>
                    </a:ext>
                  </a:extLst>
                </p:cNvPr>
                <p:cNvSpPr/>
                <p:nvPr/>
              </p:nvSpPr>
              <p:spPr>
                <a:xfrm>
                  <a:off x="13552483" y="8414456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275" name="seg">
                  <a:extLst>
                    <a:ext uri="{FF2B5EF4-FFF2-40B4-BE49-F238E27FC236}">
                      <a16:creationId xmlns:a16="http://schemas.microsoft.com/office/drawing/2014/main" id="{DB0C611F-6481-E8D4-3A7D-F1EEF01F4C05}"/>
                    </a:ext>
                  </a:extLst>
                </p:cNvPr>
                <p:cNvSpPr/>
                <p:nvPr/>
              </p:nvSpPr>
              <p:spPr>
                <a:xfrm>
                  <a:off x="13552483" y="8679988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276" name="seg">
                  <a:extLst>
                    <a:ext uri="{FF2B5EF4-FFF2-40B4-BE49-F238E27FC236}">
                      <a16:creationId xmlns:a16="http://schemas.microsoft.com/office/drawing/2014/main" id="{B1944EE0-6EDD-CD0C-9BB6-3C36C89F9F5A}"/>
                    </a:ext>
                  </a:extLst>
                </p:cNvPr>
                <p:cNvSpPr/>
                <p:nvPr/>
              </p:nvSpPr>
              <p:spPr>
                <a:xfrm>
                  <a:off x="13483757" y="8206940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277" name="seg">
                  <a:extLst>
                    <a:ext uri="{FF2B5EF4-FFF2-40B4-BE49-F238E27FC236}">
                      <a16:creationId xmlns:a16="http://schemas.microsoft.com/office/drawing/2014/main" id="{00320B22-36D9-A463-8DD5-FB03DCB06822}"/>
                    </a:ext>
                  </a:extLst>
                </p:cNvPr>
                <p:cNvSpPr/>
                <p:nvPr/>
              </p:nvSpPr>
              <p:spPr>
                <a:xfrm>
                  <a:off x="13782758" y="8206940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278" name="seg">
                  <a:extLst>
                    <a:ext uri="{FF2B5EF4-FFF2-40B4-BE49-F238E27FC236}">
                      <a16:creationId xmlns:a16="http://schemas.microsoft.com/office/drawing/2014/main" id="{E46B0CF7-EC1F-3809-8EDD-B598210FB0DA}"/>
                    </a:ext>
                  </a:extLst>
                </p:cNvPr>
                <p:cNvSpPr/>
                <p:nvPr/>
              </p:nvSpPr>
              <p:spPr>
                <a:xfrm>
                  <a:off x="13483757" y="8472472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279" name="seg">
                  <a:extLst>
                    <a:ext uri="{FF2B5EF4-FFF2-40B4-BE49-F238E27FC236}">
                      <a16:creationId xmlns:a16="http://schemas.microsoft.com/office/drawing/2014/main" id="{6253BE94-91F9-969A-3AC3-B0312B98B68A}"/>
                    </a:ext>
                  </a:extLst>
                </p:cNvPr>
                <p:cNvSpPr/>
                <p:nvPr/>
              </p:nvSpPr>
              <p:spPr>
                <a:xfrm>
                  <a:off x="13782758" y="8472472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280" name="dot">
                  <a:extLst>
                    <a:ext uri="{FF2B5EF4-FFF2-40B4-BE49-F238E27FC236}">
                      <a16:creationId xmlns:a16="http://schemas.microsoft.com/office/drawing/2014/main" id="{5D7ADBAB-095A-0A5D-6C49-54402875BB1C}"/>
                    </a:ext>
                  </a:extLst>
                </p:cNvPr>
                <p:cNvSpPr/>
                <p:nvPr/>
              </p:nvSpPr>
              <p:spPr>
                <a:xfrm>
                  <a:off x="12943769" y="8671062"/>
                  <a:ext cx="66941" cy="66941"/>
                </a:xfrm>
                <a:prstGeom prst="ellipse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281" name="커서 자리">
                  <a:extLst>
                    <a:ext uri="{FF2B5EF4-FFF2-40B4-BE49-F238E27FC236}">
                      <a16:creationId xmlns:a16="http://schemas.microsoft.com/office/drawing/2014/main" id="{DC5D287A-6E82-FBFB-AC21-7319533604E2}"/>
                    </a:ext>
                  </a:extLst>
                </p:cNvPr>
                <p:cNvSpPr/>
                <p:nvPr/>
              </p:nvSpPr>
              <p:spPr>
                <a:xfrm>
                  <a:off x="12457334" y="8081985"/>
                  <a:ext cx="464122" cy="722959"/>
                </a:xfrm>
                <a:prstGeom prst="roundRect">
                  <a:avLst>
                    <a:gd name="adj" fmla="val 8000"/>
                  </a:avLst>
                </a:prstGeom>
                <a:noFill/>
                <a:ln w="22225">
                  <a:solidFill>
                    <a:srgbClr val="FFC000"/>
                  </a:solidFill>
                  <a:prstDash val="dash"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</p:grpSp>
          <p:sp>
            <p:nvSpPr>
              <p:cNvPr id="209" name="행2 fnd_num">
                <a:extLst>
                  <a:ext uri="{FF2B5EF4-FFF2-40B4-BE49-F238E27FC236}">
                    <a16:creationId xmlns:a16="http://schemas.microsoft.com/office/drawing/2014/main" id="{9C491F75-3552-470A-1555-B3ED7F71462A}"/>
                  </a:ext>
                </a:extLst>
              </p:cNvPr>
              <p:cNvSpPr/>
              <p:nvPr/>
            </p:nvSpPr>
            <p:spPr>
              <a:xfrm>
                <a:off x="5150054" y="474888"/>
                <a:ext cx="280838" cy="240367"/>
              </a:xfrm>
              <a:prstGeom prst="roundRect">
                <a:avLst>
                  <a:gd name="adj" fmla="val 18000"/>
                </a:avLst>
              </a:prstGeom>
              <a:solidFill>
                <a:srgbClr val="F3F4F6"/>
              </a:solidFill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ko-KR" altLang="en-US" sz="1400" b="1" dirty="0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</a:rPr>
                  <a:t>1</a:t>
                </a:r>
              </a:p>
            </p:txBody>
          </p:sp>
          <p:sp>
            <p:nvSpPr>
              <p:cNvPr id="210" name="행2 fnd_num">
                <a:extLst>
                  <a:ext uri="{FF2B5EF4-FFF2-40B4-BE49-F238E27FC236}">
                    <a16:creationId xmlns:a16="http://schemas.microsoft.com/office/drawing/2014/main" id="{9AEDED32-E73F-5215-2957-342CB0C60DBA}"/>
                  </a:ext>
                </a:extLst>
              </p:cNvPr>
              <p:cNvSpPr/>
              <p:nvPr/>
            </p:nvSpPr>
            <p:spPr>
              <a:xfrm>
                <a:off x="5463339" y="474888"/>
                <a:ext cx="280838" cy="240367"/>
              </a:xfrm>
              <a:prstGeom prst="roundRect">
                <a:avLst>
                  <a:gd name="adj" fmla="val 18000"/>
                </a:avLst>
              </a:prstGeom>
              <a:solidFill>
                <a:srgbClr val="F3F4F6"/>
              </a:solidFill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ko-KR" altLang="en-US" sz="1400" b="1" dirty="0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</a:rPr>
                  <a:t>2</a:t>
                </a:r>
              </a:p>
            </p:txBody>
          </p:sp>
          <p:sp>
            <p:nvSpPr>
              <p:cNvPr id="211" name="행2 fnd_num">
                <a:extLst>
                  <a:ext uri="{FF2B5EF4-FFF2-40B4-BE49-F238E27FC236}">
                    <a16:creationId xmlns:a16="http://schemas.microsoft.com/office/drawing/2014/main" id="{AE86F44C-1C47-A9C6-5796-DACAE0F579A8}"/>
                  </a:ext>
                </a:extLst>
              </p:cNvPr>
              <p:cNvSpPr/>
              <p:nvPr/>
            </p:nvSpPr>
            <p:spPr>
              <a:xfrm>
                <a:off x="5861471" y="474888"/>
                <a:ext cx="280838" cy="240367"/>
              </a:xfrm>
              <a:prstGeom prst="roundRect">
                <a:avLst>
                  <a:gd name="adj" fmla="val 18000"/>
                </a:avLst>
              </a:prstGeom>
              <a:solidFill>
                <a:srgbClr val="F3F4F6"/>
              </a:solidFill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ko-KR" altLang="en-US" sz="1400" b="1" dirty="0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</a:rPr>
                  <a:t>3</a:t>
                </a:r>
              </a:p>
            </p:txBody>
          </p:sp>
          <p:sp>
            <p:nvSpPr>
              <p:cNvPr id="212" name="행2 fnd_num">
                <a:extLst>
                  <a:ext uri="{FF2B5EF4-FFF2-40B4-BE49-F238E27FC236}">
                    <a16:creationId xmlns:a16="http://schemas.microsoft.com/office/drawing/2014/main" id="{09FC98BF-5AC7-7B21-9452-FEB1E75A4686}"/>
                  </a:ext>
                </a:extLst>
              </p:cNvPr>
              <p:cNvSpPr/>
              <p:nvPr/>
            </p:nvSpPr>
            <p:spPr>
              <a:xfrm>
                <a:off x="6174756" y="474888"/>
                <a:ext cx="280838" cy="240367"/>
              </a:xfrm>
              <a:prstGeom prst="roundRect">
                <a:avLst>
                  <a:gd name="adj" fmla="val 18000"/>
                </a:avLst>
              </a:prstGeom>
              <a:solidFill>
                <a:srgbClr val="F3F4F6"/>
              </a:solidFill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ko-KR" altLang="en-US" sz="1400" b="1" dirty="0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</a:rPr>
                  <a:t>4</a:t>
                </a:r>
              </a:p>
            </p:txBody>
          </p:sp>
        </p:grpSp>
        <p:sp>
          <p:nvSpPr>
            <p:cNvPr id="424" name="행0 라벨">
              <a:extLst>
                <a:ext uri="{FF2B5EF4-FFF2-40B4-BE49-F238E27FC236}">
                  <a16:creationId xmlns:a16="http://schemas.microsoft.com/office/drawing/2014/main" id="{973D7E30-B268-0AAF-23EA-4D524DC6C034}"/>
                </a:ext>
              </a:extLst>
            </p:cNvPr>
            <p:cNvSpPr txBox="1"/>
            <p:nvPr/>
          </p:nvSpPr>
          <p:spPr>
            <a:xfrm>
              <a:off x="2360939" y="4982561"/>
              <a:ext cx="1905684" cy="2670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1200" b="1">
                  <a:solidFill>
                    <a:srgbClr val="6B7280"/>
                  </a:solidFill>
                  <a:latin typeface="Malgun Gothic"/>
                  <a:ea typeface="Malgun Gothic"/>
                  <a:cs typeface="Malgun Gothic"/>
                </a:rPr>
                <a:t>  </a:t>
              </a:r>
              <a:r>
                <a:rPr lang="ko-KR" altLang="en-US" sz="1200" b="1" dirty="0">
                  <a:solidFill>
                    <a:srgbClr val="6B7280"/>
                  </a:solidFill>
                  <a:latin typeface="Malgun Gothic"/>
                  <a:ea typeface="Malgun Gothic"/>
                  <a:cs typeface="Malgun Gothic"/>
                </a:rPr>
                <a:t>blink_off 0</a:t>
              </a:r>
            </a:p>
          </p:txBody>
        </p:sp>
        <p:grpSp>
          <p:nvGrpSpPr>
            <p:cNvPr id="463" name="그룹 462">
              <a:extLst>
                <a:ext uri="{FF2B5EF4-FFF2-40B4-BE49-F238E27FC236}">
                  <a16:creationId xmlns:a16="http://schemas.microsoft.com/office/drawing/2014/main" id="{EADABF35-FF26-45F3-3D8F-31A23849DC77}"/>
                </a:ext>
              </a:extLst>
            </p:cNvPr>
            <p:cNvGrpSpPr/>
            <p:nvPr/>
          </p:nvGrpSpPr>
          <p:grpSpPr>
            <a:xfrm>
              <a:off x="7463813" y="4922484"/>
              <a:ext cx="2098866" cy="1134451"/>
              <a:chOff x="7463813" y="4944255"/>
              <a:chExt cx="2098866" cy="1134451"/>
            </a:xfrm>
          </p:grpSpPr>
          <p:sp>
            <p:nvSpPr>
              <p:cNvPr id="425" name="행2 라벨">
                <a:extLst>
                  <a:ext uri="{FF2B5EF4-FFF2-40B4-BE49-F238E27FC236}">
                    <a16:creationId xmlns:a16="http://schemas.microsoft.com/office/drawing/2014/main" id="{4D38784B-8080-6138-4F1E-BF58D983F463}"/>
                  </a:ext>
                </a:extLst>
              </p:cNvPr>
              <p:cNvSpPr txBox="1"/>
              <p:nvPr/>
            </p:nvSpPr>
            <p:spPr>
              <a:xfrm>
                <a:off x="7656995" y="4944255"/>
                <a:ext cx="1905684" cy="2670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ko-KR" altLang="en-US" sz="1200" b="1">
                    <a:solidFill>
                      <a:srgbClr val="6B7280"/>
                    </a:solidFill>
                    <a:latin typeface="Malgun Gothic"/>
                    <a:ea typeface="Malgun Gothic"/>
                    <a:cs typeface="Malgun Gothic"/>
                  </a:rPr>
                  <a:t>blink</a:t>
                </a:r>
                <a:r>
                  <a:rPr lang="ko-KR" altLang="en-US" sz="1200" b="1" dirty="0">
                    <a:solidFill>
                      <a:srgbClr val="6B7280"/>
                    </a:solidFill>
                    <a:latin typeface="Malgun Gothic"/>
                    <a:ea typeface="Malgun Gothic"/>
                    <a:cs typeface="Malgun Gothic"/>
                  </a:rPr>
                  <a:t>_off 1</a:t>
                </a:r>
              </a:p>
            </p:txBody>
          </p:sp>
          <p:grpSp>
            <p:nvGrpSpPr>
              <p:cNvPr id="426" name="행2 FND">
                <a:extLst>
                  <a:ext uri="{FF2B5EF4-FFF2-40B4-BE49-F238E27FC236}">
                    <a16:creationId xmlns:a16="http://schemas.microsoft.com/office/drawing/2014/main" id="{8201085B-28AB-4C3A-C435-52075FA28A53}"/>
                  </a:ext>
                </a:extLst>
              </p:cNvPr>
              <p:cNvGrpSpPr/>
              <p:nvPr/>
            </p:nvGrpSpPr>
            <p:grpSpPr>
              <a:xfrm>
                <a:off x="7885069" y="5178820"/>
                <a:ext cx="1638219" cy="606104"/>
                <a:chOff x="14767560" y="8028432"/>
                <a:chExt cx="2240280" cy="830064"/>
              </a:xfrm>
            </p:grpSpPr>
            <p:sp>
              <p:nvSpPr>
                <p:cNvPr id="427" name="FND 바탕">
                  <a:extLst>
                    <a:ext uri="{FF2B5EF4-FFF2-40B4-BE49-F238E27FC236}">
                      <a16:creationId xmlns:a16="http://schemas.microsoft.com/office/drawing/2014/main" id="{FD3F0727-599C-6FAE-D86F-8746EEB3AC85}"/>
                    </a:ext>
                  </a:extLst>
                </p:cNvPr>
                <p:cNvSpPr/>
                <p:nvPr/>
              </p:nvSpPr>
              <p:spPr>
                <a:xfrm>
                  <a:off x="14767560" y="8028432"/>
                  <a:ext cx="2240280" cy="830064"/>
                </a:xfrm>
                <a:prstGeom prst="roundRect">
                  <a:avLst>
                    <a:gd name="adj" fmla="val 6000"/>
                  </a:avLst>
                </a:prstGeom>
                <a:solidFill>
                  <a:srgbClr val="0B0B0B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28" name="seg">
                  <a:extLst>
                    <a:ext uri="{FF2B5EF4-FFF2-40B4-BE49-F238E27FC236}">
                      <a16:creationId xmlns:a16="http://schemas.microsoft.com/office/drawing/2014/main" id="{E05EECB4-9630-FDB6-2CBC-E52F79BFF1BD}"/>
                    </a:ext>
                  </a:extLst>
                </p:cNvPr>
                <p:cNvSpPr/>
                <p:nvPr/>
              </p:nvSpPr>
              <p:spPr>
                <a:xfrm>
                  <a:off x="15077272" y="8148925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29" name="seg">
                  <a:extLst>
                    <a:ext uri="{FF2B5EF4-FFF2-40B4-BE49-F238E27FC236}">
                      <a16:creationId xmlns:a16="http://schemas.microsoft.com/office/drawing/2014/main" id="{AE70FD06-272F-DCCE-4C8E-4B157E1A6FD7}"/>
                    </a:ext>
                  </a:extLst>
                </p:cNvPr>
                <p:cNvSpPr/>
                <p:nvPr/>
              </p:nvSpPr>
              <p:spPr>
                <a:xfrm>
                  <a:off x="15077272" y="8414456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30" name="seg">
                  <a:extLst>
                    <a:ext uri="{FF2B5EF4-FFF2-40B4-BE49-F238E27FC236}">
                      <a16:creationId xmlns:a16="http://schemas.microsoft.com/office/drawing/2014/main" id="{4B60F256-8D25-E591-6054-F02CF2BF83DA}"/>
                    </a:ext>
                  </a:extLst>
                </p:cNvPr>
                <p:cNvSpPr/>
                <p:nvPr/>
              </p:nvSpPr>
              <p:spPr>
                <a:xfrm>
                  <a:off x="15077272" y="8679988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31" name="seg">
                  <a:extLst>
                    <a:ext uri="{FF2B5EF4-FFF2-40B4-BE49-F238E27FC236}">
                      <a16:creationId xmlns:a16="http://schemas.microsoft.com/office/drawing/2014/main" id="{7C1F4B49-7A60-D9B5-6319-A256B735A5EA}"/>
                    </a:ext>
                  </a:extLst>
                </p:cNvPr>
                <p:cNvSpPr/>
                <p:nvPr/>
              </p:nvSpPr>
              <p:spPr>
                <a:xfrm>
                  <a:off x="15008546" y="8206940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32" name="seg">
                  <a:extLst>
                    <a:ext uri="{FF2B5EF4-FFF2-40B4-BE49-F238E27FC236}">
                      <a16:creationId xmlns:a16="http://schemas.microsoft.com/office/drawing/2014/main" id="{9CCA2471-9842-62C3-9E24-ABF464B774CC}"/>
                    </a:ext>
                  </a:extLst>
                </p:cNvPr>
                <p:cNvSpPr/>
                <p:nvPr/>
              </p:nvSpPr>
              <p:spPr>
                <a:xfrm>
                  <a:off x="15307548" y="8206940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33" name="seg">
                  <a:extLst>
                    <a:ext uri="{FF2B5EF4-FFF2-40B4-BE49-F238E27FC236}">
                      <a16:creationId xmlns:a16="http://schemas.microsoft.com/office/drawing/2014/main" id="{E528E4B3-3B7F-B07E-27D3-F696BC5DE74F}"/>
                    </a:ext>
                  </a:extLst>
                </p:cNvPr>
                <p:cNvSpPr/>
                <p:nvPr/>
              </p:nvSpPr>
              <p:spPr>
                <a:xfrm>
                  <a:off x="15008546" y="8472472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34" name="seg">
                  <a:extLst>
                    <a:ext uri="{FF2B5EF4-FFF2-40B4-BE49-F238E27FC236}">
                      <a16:creationId xmlns:a16="http://schemas.microsoft.com/office/drawing/2014/main" id="{A5B9A6B8-2739-D019-A96F-9B7216B36CEE}"/>
                    </a:ext>
                  </a:extLst>
                </p:cNvPr>
                <p:cNvSpPr/>
                <p:nvPr/>
              </p:nvSpPr>
              <p:spPr>
                <a:xfrm>
                  <a:off x="15307548" y="8472472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35" name="seg">
                  <a:extLst>
                    <a:ext uri="{FF2B5EF4-FFF2-40B4-BE49-F238E27FC236}">
                      <a16:creationId xmlns:a16="http://schemas.microsoft.com/office/drawing/2014/main" id="{BF8D579C-2446-3D0A-0B14-23F0FEA6902A}"/>
                    </a:ext>
                  </a:extLst>
                </p:cNvPr>
                <p:cNvSpPr/>
                <p:nvPr/>
              </p:nvSpPr>
              <p:spPr>
                <a:xfrm>
                  <a:off x="15505692" y="8148925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36" name="seg">
                  <a:extLst>
                    <a:ext uri="{FF2B5EF4-FFF2-40B4-BE49-F238E27FC236}">
                      <a16:creationId xmlns:a16="http://schemas.microsoft.com/office/drawing/2014/main" id="{A925A5AF-1133-8CED-1878-5A729FE3F592}"/>
                    </a:ext>
                  </a:extLst>
                </p:cNvPr>
                <p:cNvSpPr/>
                <p:nvPr/>
              </p:nvSpPr>
              <p:spPr>
                <a:xfrm>
                  <a:off x="15505692" y="8414456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37" name="seg">
                  <a:extLst>
                    <a:ext uri="{FF2B5EF4-FFF2-40B4-BE49-F238E27FC236}">
                      <a16:creationId xmlns:a16="http://schemas.microsoft.com/office/drawing/2014/main" id="{AA43F8D1-FA1E-4216-E107-38AC005E8AE8}"/>
                    </a:ext>
                  </a:extLst>
                </p:cNvPr>
                <p:cNvSpPr/>
                <p:nvPr/>
              </p:nvSpPr>
              <p:spPr>
                <a:xfrm>
                  <a:off x="15505692" y="8679988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38" name="seg">
                  <a:extLst>
                    <a:ext uri="{FF2B5EF4-FFF2-40B4-BE49-F238E27FC236}">
                      <a16:creationId xmlns:a16="http://schemas.microsoft.com/office/drawing/2014/main" id="{D30577C7-BEC8-862D-41AE-119832635C0E}"/>
                    </a:ext>
                  </a:extLst>
                </p:cNvPr>
                <p:cNvSpPr/>
                <p:nvPr/>
              </p:nvSpPr>
              <p:spPr>
                <a:xfrm>
                  <a:off x="15436966" y="8206940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39" name="seg">
                  <a:extLst>
                    <a:ext uri="{FF2B5EF4-FFF2-40B4-BE49-F238E27FC236}">
                      <a16:creationId xmlns:a16="http://schemas.microsoft.com/office/drawing/2014/main" id="{B7DADEA5-0AD4-F5BD-91CF-AEA2B3B60E2B}"/>
                    </a:ext>
                  </a:extLst>
                </p:cNvPr>
                <p:cNvSpPr/>
                <p:nvPr/>
              </p:nvSpPr>
              <p:spPr>
                <a:xfrm>
                  <a:off x="15735968" y="8206940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40" name="seg">
                  <a:extLst>
                    <a:ext uri="{FF2B5EF4-FFF2-40B4-BE49-F238E27FC236}">
                      <a16:creationId xmlns:a16="http://schemas.microsoft.com/office/drawing/2014/main" id="{1AA3F626-70B7-0904-F8D3-B225240DC864}"/>
                    </a:ext>
                  </a:extLst>
                </p:cNvPr>
                <p:cNvSpPr/>
                <p:nvPr/>
              </p:nvSpPr>
              <p:spPr>
                <a:xfrm>
                  <a:off x="15436966" y="8472472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41" name="seg">
                  <a:extLst>
                    <a:ext uri="{FF2B5EF4-FFF2-40B4-BE49-F238E27FC236}">
                      <a16:creationId xmlns:a16="http://schemas.microsoft.com/office/drawing/2014/main" id="{AC4903F8-F0F9-5708-E7C4-673C66B37E45}"/>
                    </a:ext>
                  </a:extLst>
                </p:cNvPr>
                <p:cNvSpPr/>
                <p:nvPr/>
              </p:nvSpPr>
              <p:spPr>
                <a:xfrm>
                  <a:off x="15735968" y="8472472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42" name="seg">
                  <a:extLst>
                    <a:ext uri="{FF2B5EF4-FFF2-40B4-BE49-F238E27FC236}">
                      <a16:creationId xmlns:a16="http://schemas.microsoft.com/office/drawing/2014/main" id="{380CCC48-7637-FF2F-655A-293B4D5840B3}"/>
                    </a:ext>
                  </a:extLst>
                </p:cNvPr>
                <p:cNvSpPr/>
                <p:nvPr/>
              </p:nvSpPr>
              <p:spPr>
                <a:xfrm>
                  <a:off x="16050143" y="8148925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43" name="seg">
                  <a:extLst>
                    <a:ext uri="{FF2B5EF4-FFF2-40B4-BE49-F238E27FC236}">
                      <a16:creationId xmlns:a16="http://schemas.microsoft.com/office/drawing/2014/main" id="{C807972F-80E8-46D5-CEFA-EFD7C477B629}"/>
                    </a:ext>
                  </a:extLst>
                </p:cNvPr>
                <p:cNvSpPr/>
                <p:nvPr/>
              </p:nvSpPr>
              <p:spPr>
                <a:xfrm>
                  <a:off x="16050143" y="8414456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44" name="seg">
                  <a:extLst>
                    <a:ext uri="{FF2B5EF4-FFF2-40B4-BE49-F238E27FC236}">
                      <a16:creationId xmlns:a16="http://schemas.microsoft.com/office/drawing/2014/main" id="{2B92EB88-64EE-C589-99E7-B121136F7F79}"/>
                    </a:ext>
                  </a:extLst>
                </p:cNvPr>
                <p:cNvSpPr/>
                <p:nvPr/>
              </p:nvSpPr>
              <p:spPr>
                <a:xfrm>
                  <a:off x="16050143" y="8679988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45" name="seg">
                  <a:extLst>
                    <a:ext uri="{FF2B5EF4-FFF2-40B4-BE49-F238E27FC236}">
                      <a16:creationId xmlns:a16="http://schemas.microsoft.com/office/drawing/2014/main" id="{20C42681-4490-3944-052D-2455B4CB3869}"/>
                    </a:ext>
                  </a:extLst>
                </p:cNvPr>
                <p:cNvSpPr/>
                <p:nvPr/>
              </p:nvSpPr>
              <p:spPr>
                <a:xfrm>
                  <a:off x="15981417" y="8206940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46" name="seg">
                  <a:extLst>
                    <a:ext uri="{FF2B5EF4-FFF2-40B4-BE49-F238E27FC236}">
                      <a16:creationId xmlns:a16="http://schemas.microsoft.com/office/drawing/2014/main" id="{464CD35D-118E-FA4D-4751-A539E96CE13E}"/>
                    </a:ext>
                  </a:extLst>
                </p:cNvPr>
                <p:cNvSpPr/>
                <p:nvPr/>
              </p:nvSpPr>
              <p:spPr>
                <a:xfrm>
                  <a:off x="16280418" y="8206940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47" name="seg">
                  <a:extLst>
                    <a:ext uri="{FF2B5EF4-FFF2-40B4-BE49-F238E27FC236}">
                      <a16:creationId xmlns:a16="http://schemas.microsoft.com/office/drawing/2014/main" id="{9EEA7B88-720A-4FE6-D878-4AC3CFA7D43F}"/>
                    </a:ext>
                  </a:extLst>
                </p:cNvPr>
                <p:cNvSpPr/>
                <p:nvPr/>
              </p:nvSpPr>
              <p:spPr>
                <a:xfrm>
                  <a:off x="15981417" y="8472472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48" name="seg">
                  <a:extLst>
                    <a:ext uri="{FF2B5EF4-FFF2-40B4-BE49-F238E27FC236}">
                      <a16:creationId xmlns:a16="http://schemas.microsoft.com/office/drawing/2014/main" id="{563238C0-41BE-3148-DDB8-5A43F597E7B7}"/>
                    </a:ext>
                  </a:extLst>
                </p:cNvPr>
                <p:cNvSpPr/>
                <p:nvPr/>
              </p:nvSpPr>
              <p:spPr>
                <a:xfrm>
                  <a:off x="16280418" y="8472472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49" name="seg">
                  <a:extLst>
                    <a:ext uri="{FF2B5EF4-FFF2-40B4-BE49-F238E27FC236}">
                      <a16:creationId xmlns:a16="http://schemas.microsoft.com/office/drawing/2014/main" id="{F87CBBE7-AA58-3A60-6176-7AB593A32767}"/>
                    </a:ext>
                  </a:extLst>
                </p:cNvPr>
                <p:cNvSpPr/>
                <p:nvPr/>
              </p:nvSpPr>
              <p:spPr>
                <a:xfrm>
                  <a:off x="16478563" y="8148925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50" name="seg">
                  <a:extLst>
                    <a:ext uri="{FF2B5EF4-FFF2-40B4-BE49-F238E27FC236}">
                      <a16:creationId xmlns:a16="http://schemas.microsoft.com/office/drawing/2014/main" id="{8411AE48-5D29-4FF5-58CA-C866C8279F72}"/>
                    </a:ext>
                  </a:extLst>
                </p:cNvPr>
                <p:cNvSpPr/>
                <p:nvPr/>
              </p:nvSpPr>
              <p:spPr>
                <a:xfrm>
                  <a:off x="16478563" y="8414456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51" name="seg">
                  <a:extLst>
                    <a:ext uri="{FF2B5EF4-FFF2-40B4-BE49-F238E27FC236}">
                      <a16:creationId xmlns:a16="http://schemas.microsoft.com/office/drawing/2014/main" id="{DEED54FE-D8D4-2189-ECD5-D514A8E13531}"/>
                    </a:ext>
                  </a:extLst>
                </p:cNvPr>
                <p:cNvSpPr/>
                <p:nvPr/>
              </p:nvSpPr>
              <p:spPr>
                <a:xfrm>
                  <a:off x="16478563" y="8679988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52" name="seg">
                  <a:extLst>
                    <a:ext uri="{FF2B5EF4-FFF2-40B4-BE49-F238E27FC236}">
                      <a16:creationId xmlns:a16="http://schemas.microsoft.com/office/drawing/2014/main" id="{41A1A087-6CEE-5EA3-61E2-5BB3B76D274B}"/>
                    </a:ext>
                  </a:extLst>
                </p:cNvPr>
                <p:cNvSpPr/>
                <p:nvPr/>
              </p:nvSpPr>
              <p:spPr>
                <a:xfrm>
                  <a:off x="16409837" y="8206940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53" name="seg">
                  <a:extLst>
                    <a:ext uri="{FF2B5EF4-FFF2-40B4-BE49-F238E27FC236}">
                      <a16:creationId xmlns:a16="http://schemas.microsoft.com/office/drawing/2014/main" id="{7618BFE3-718F-F93E-BC32-BF672575AEBF}"/>
                    </a:ext>
                  </a:extLst>
                </p:cNvPr>
                <p:cNvSpPr/>
                <p:nvPr/>
              </p:nvSpPr>
              <p:spPr>
                <a:xfrm>
                  <a:off x="16708838" y="8206940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54" name="seg">
                  <a:extLst>
                    <a:ext uri="{FF2B5EF4-FFF2-40B4-BE49-F238E27FC236}">
                      <a16:creationId xmlns:a16="http://schemas.microsoft.com/office/drawing/2014/main" id="{A143923C-C6BC-E863-0E28-A6B2BE91AD04}"/>
                    </a:ext>
                  </a:extLst>
                </p:cNvPr>
                <p:cNvSpPr/>
                <p:nvPr/>
              </p:nvSpPr>
              <p:spPr>
                <a:xfrm>
                  <a:off x="16409837" y="8472472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55" name="seg">
                  <a:extLst>
                    <a:ext uri="{FF2B5EF4-FFF2-40B4-BE49-F238E27FC236}">
                      <a16:creationId xmlns:a16="http://schemas.microsoft.com/office/drawing/2014/main" id="{83D1CFB7-11C7-DF09-0BEB-805057FD3917}"/>
                    </a:ext>
                  </a:extLst>
                </p:cNvPr>
                <p:cNvSpPr/>
                <p:nvPr/>
              </p:nvSpPr>
              <p:spPr>
                <a:xfrm>
                  <a:off x="16708838" y="8472472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56" name="dot">
                  <a:extLst>
                    <a:ext uri="{FF2B5EF4-FFF2-40B4-BE49-F238E27FC236}">
                      <a16:creationId xmlns:a16="http://schemas.microsoft.com/office/drawing/2014/main" id="{FB0557DD-4E50-93A1-DEB6-00E5BC81549B}"/>
                    </a:ext>
                  </a:extLst>
                </p:cNvPr>
                <p:cNvSpPr/>
                <p:nvPr/>
              </p:nvSpPr>
              <p:spPr>
                <a:xfrm>
                  <a:off x="15869849" y="8671062"/>
                  <a:ext cx="66941" cy="66941"/>
                </a:xfrm>
                <a:prstGeom prst="ellipse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57" name="커서 자리">
                  <a:extLst>
                    <a:ext uri="{FF2B5EF4-FFF2-40B4-BE49-F238E27FC236}">
                      <a16:creationId xmlns:a16="http://schemas.microsoft.com/office/drawing/2014/main" id="{E251B753-1AEE-8AD5-C56C-78523B2A430F}"/>
                    </a:ext>
                  </a:extLst>
                </p:cNvPr>
                <p:cNvSpPr/>
                <p:nvPr/>
              </p:nvSpPr>
              <p:spPr>
                <a:xfrm>
                  <a:off x="15383414" y="8081985"/>
                  <a:ext cx="464122" cy="722959"/>
                </a:xfrm>
                <a:prstGeom prst="roundRect">
                  <a:avLst>
                    <a:gd name="adj" fmla="val 8000"/>
                  </a:avLst>
                </a:prstGeom>
                <a:noFill/>
                <a:ln w="22225">
                  <a:solidFill>
                    <a:srgbClr val="FFC000"/>
                  </a:solidFill>
                  <a:prstDash val="dash"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</p:grpSp>
          <p:sp>
            <p:nvSpPr>
              <p:cNvPr id="458" name="행2 fnd_num">
                <a:extLst>
                  <a:ext uri="{FF2B5EF4-FFF2-40B4-BE49-F238E27FC236}">
                    <a16:creationId xmlns:a16="http://schemas.microsoft.com/office/drawing/2014/main" id="{B3C61AB0-69BC-856D-B9F2-E5D2493A9FFF}"/>
                  </a:ext>
                </a:extLst>
              </p:cNvPr>
              <p:cNvSpPr/>
              <p:nvPr/>
            </p:nvSpPr>
            <p:spPr>
              <a:xfrm>
                <a:off x="8051409" y="5838339"/>
                <a:ext cx="280838" cy="240367"/>
              </a:xfrm>
              <a:prstGeom prst="roundRect">
                <a:avLst>
                  <a:gd name="adj" fmla="val 18000"/>
                </a:avLst>
              </a:prstGeom>
              <a:solidFill>
                <a:srgbClr val="F3F4F6"/>
              </a:solidFill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ko-KR" altLang="en-US" sz="1400" b="1" dirty="0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</a:rPr>
                  <a:t>1</a:t>
                </a:r>
              </a:p>
            </p:txBody>
          </p:sp>
          <p:sp>
            <p:nvSpPr>
              <p:cNvPr id="459" name="행2 fnd_num">
                <a:extLst>
                  <a:ext uri="{FF2B5EF4-FFF2-40B4-BE49-F238E27FC236}">
                    <a16:creationId xmlns:a16="http://schemas.microsoft.com/office/drawing/2014/main" id="{4CD4CBE5-C3CA-212B-1E52-3C0256C4463C}"/>
                  </a:ext>
                </a:extLst>
              </p:cNvPr>
              <p:cNvSpPr/>
              <p:nvPr/>
            </p:nvSpPr>
            <p:spPr>
              <a:xfrm>
                <a:off x="8364694" y="5838339"/>
                <a:ext cx="280838" cy="240367"/>
              </a:xfrm>
              <a:prstGeom prst="roundRect">
                <a:avLst>
                  <a:gd name="adj" fmla="val 18000"/>
                </a:avLst>
              </a:prstGeom>
              <a:solidFill>
                <a:srgbClr val="FFC000"/>
              </a:solidFill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ko-KR" altLang="en-US" sz="1400" b="1" dirty="0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</a:rPr>
                  <a:t>f</a:t>
                </a:r>
              </a:p>
            </p:txBody>
          </p:sp>
          <p:sp>
            <p:nvSpPr>
              <p:cNvPr id="460" name="행2 fnd_num">
                <a:extLst>
                  <a:ext uri="{FF2B5EF4-FFF2-40B4-BE49-F238E27FC236}">
                    <a16:creationId xmlns:a16="http://schemas.microsoft.com/office/drawing/2014/main" id="{B4700E70-FF76-B31B-93DB-1493D31AECE6}"/>
                  </a:ext>
                </a:extLst>
              </p:cNvPr>
              <p:cNvSpPr/>
              <p:nvPr/>
            </p:nvSpPr>
            <p:spPr>
              <a:xfrm>
                <a:off x="8762827" y="5838339"/>
                <a:ext cx="280838" cy="240367"/>
              </a:xfrm>
              <a:prstGeom prst="roundRect">
                <a:avLst>
                  <a:gd name="adj" fmla="val 18000"/>
                </a:avLst>
              </a:prstGeom>
              <a:solidFill>
                <a:srgbClr val="F3F4F6"/>
              </a:solidFill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ko-KR" altLang="en-US" sz="1400" b="1" dirty="0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</a:rPr>
                  <a:t>3</a:t>
                </a:r>
              </a:p>
            </p:txBody>
          </p:sp>
          <p:sp>
            <p:nvSpPr>
              <p:cNvPr id="461" name="행2 fnd_num">
                <a:extLst>
                  <a:ext uri="{FF2B5EF4-FFF2-40B4-BE49-F238E27FC236}">
                    <a16:creationId xmlns:a16="http://schemas.microsoft.com/office/drawing/2014/main" id="{40E3E8E6-47D8-20AC-CDD4-72478A77A27D}"/>
                  </a:ext>
                </a:extLst>
              </p:cNvPr>
              <p:cNvSpPr/>
              <p:nvPr/>
            </p:nvSpPr>
            <p:spPr>
              <a:xfrm>
                <a:off x="9076112" y="5838339"/>
                <a:ext cx="280838" cy="240367"/>
              </a:xfrm>
              <a:prstGeom prst="roundRect">
                <a:avLst>
                  <a:gd name="adj" fmla="val 18000"/>
                </a:avLst>
              </a:prstGeom>
              <a:solidFill>
                <a:srgbClr val="F3F4F6"/>
              </a:solidFill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ko-KR" altLang="en-US" sz="1400" b="1" dirty="0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</a:rPr>
                  <a:t>4</a:t>
                </a:r>
              </a:p>
            </p:txBody>
          </p:sp>
          <p:cxnSp>
            <p:nvCxnSpPr>
              <p:cNvPr id="462" name="행2 화살표">
                <a:extLst>
                  <a:ext uri="{FF2B5EF4-FFF2-40B4-BE49-F238E27FC236}">
                    <a16:creationId xmlns:a16="http://schemas.microsoft.com/office/drawing/2014/main" id="{EA2FA3C8-7104-1792-F986-12B824594547}"/>
                  </a:ext>
                </a:extLst>
              </p:cNvPr>
              <p:cNvCxnSpPr/>
              <p:nvPr/>
            </p:nvCxnSpPr>
            <p:spPr>
              <a:xfrm>
                <a:off x="7463813" y="5481872"/>
                <a:ext cx="341017" cy="0"/>
              </a:xfrm>
              <a:prstGeom prst="line">
                <a:avLst/>
              </a:prstGeom>
              <a:ln w="28575">
                <a:solidFill>
                  <a:srgbClr val="8C8C8C"/>
                </a:solidFill>
                <a:tailEnd type="triangle" w="med" len="med"/>
              </a:ln>
            </p:spPr>
          </p:cxnSp>
        </p:grpSp>
      </p:grpSp>
    </p:spTree>
    <p:extLst>
      <p:ext uri="{BB962C8B-B14F-4D97-AF65-F5344CB8AC3E}">
        <p14:creationId xmlns:p14="http://schemas.microsoft.com/office/powerpoint/2010/main" val="31690139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1679</TotalTime>
  <Words>899</Words>
  <Application>Microsoft Office PowerPoint</Application>
  <PresentationFormat>와이드스크린</PresentationFormat>
  <Paragraphs>197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Malgun Gothic</vt:lpstr>
      <vt:lpstr>Malgun Gothic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안성 정</dc:creator>
  <cp:lastModifiedBy>안성 정</cp:lastModifiedBy>
  <cp:revision>9</cp:revision>
  <dcterms:created xsi:type="dcterms:W3CDTF">2026-10-17T08:11:08Z</dcterms:created>
  <dcterms:modified xsi:type="dcterms:W3CDTF">2026-10-18T23:55:47Z</dcterms:modified>
</cp:coreProperties>
</file>