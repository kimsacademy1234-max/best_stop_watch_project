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Top 블록 다이어그램 — UART 명령에서 FND · LED · TX 까지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명령은 RX → 디코더 → 컨트롤러에서 갈라짐 · 모드 비트 / 버튼 / 전송 요청으로 각 모듈 · 화면 · TX 까지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범례"/>
          <p:cNvSpPr/>
          <p:nvPr/>
        </p:nvSpPr>
        <p:spPr>
          <a:xfrm>
            <a:off x="841248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라벨"/>
          <p:cNvSpPr txBox="1"/>
          <p:nvPr/>
        </p:nvSpPr>
        <p:spPr>
          <a:xfrm>
            <a:off x="1225296" y="8741664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</a:t>
            </a:r>
          </a:p>
        </p:txBody>
      </p:sp>
      <p:sp>
        <p:nvSpPr>
          <p:cNvPr id="163" name="범례"/>
          <p:cNvSpPr/>
          <p:nvPr/>
        </p:nvSpPr>
        <p:spPr>
          <a:xfrm>
            <a:off x="2084832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라벨"/>
          <p:cNvSpPr txBox="1"/>
          <p:nvPr/>
        </p:nvSpPr>
        <p:spPr>
          <a:xfrm>
            <a:off x="2468880" y="8741664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 거리</a:t>
            </a:r>
          </a:p>
        </p:txBody>
      </p:sp>
      <p:sp>
        <p:nvSpPr>
          <p:cNvPr id="165" name="범례"/>
          <p:cNvSpPr/>
          <p:nvPr/>
        </p:nvSpPr>
        <p:spPr>
          <a:xfrm>
            <a:off x="3803904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라벨"/>
          <p:cNvSpPr txBox="1"/>
          <p:nvPr/>
        </p:nvSpPr>
        <p:spPr>
          <a:xfrm>
            <a:off x="4187952" y="8741664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 온습도</a:t>
            </a:r>
          </a:p>
        </p:txBody>
      </p:sp>
      <p:sp>
        <p:nvSpPr>
          <p:cNvPr id="167" name="범례"/>
          <p:cNvSpPr/>
          <p:nvPr/>
        </p:nvSpPr>
        <p:spPr>
          <a:xfrm>
            <a:off x="5760720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라벨"/>
          <p:cNvSpPr txBox="1"/>
          <p:nvPr/>
        </p:nvSpPr>
        <p:spPr>
          <a:xfrm>
            <a:off x="6144768" y="8741664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</a:t>
            </a:r>
          </a:p>
        </p:txBody>
      </p:sp>
      <p:sp>
        <p:nvSpPr>
          <p:cNvPr id="169" name="범례"/>
          <p:cNvSpPr/>
          <p:nvPr/>
        </p:nvSpPr>
        <p:spPr>
          <a:xfrm>
            <a:off x="7123176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라벨"/>
          <p:cNvSpPr txBox="1"/>
          <p:nvPr/>
        </p:nvSpPr>
        <p:spPr>
          <a:xfrm>
            <a:off x="7507224" y="8741664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· LED</a:t>
            </a:r>
          </a:p>
        </p:txBody>
      </p:sp>
      <p:sp>
        <p:nvSpPr>
          <p:cNvPr id="171" name="범례 AND"/>
          <p:cNvSpPr/>
          <p:nvPr/>
        </p:nvSpPr>
        <p:spPr>
          <a:xfrm>
            <a:off x="9262872" y="8732520"/>
            <a:ext cx="365760" cy="347472"/>
          </a:xfrm>
          <a:prstGeom prst="flowChartDelay">
            <a:avLst/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9720072" y="8741664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· ≥1 = OR 게이트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2234672" y="8906256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라벨"/>
          <p:cNvSpPr txBox="1"/>
          <p:nvPr/>
        </p:nvSpPr>
        <p:spPr>
          <a:xfrm>
            <a:off x="12874752" y="8741664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클럭</a:t>
            </a:r>
          </a:p>
        </p:txBody>
      </p:sp>
      <p:sp>
        <p:nvSpPr>
          <p:cNvPr id="175" name="범례 태그"/>
          <p:cNvSpPr/>
          <p:nvPr/>
        </p:nvSpPr>
        <p:spPr>
          <a:xfrm>
            <a:off x="14292072" y="8759952"/>
            <a:ext cx="502920" cy="274320"/>
          </a:xfrm>
          <a:prstGeom prst="homePlate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라벨"/>
          <p:cNvSpPr txBox="1"/>
          <p:nvPr/>
        </p:nvSpPr>
        <p:spPr>
          <a:xfrm>
            <a:off x="14886432" y="8741664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태그 = 보드 핀 · 같은 이름의 신호</a:t>
            </a:r>
          </a:p>
        </p:txBody>
      </p:sp>
      <p:sp>
        <p:nvSpPr>
          <p:cNvPr id="177" name="라벨"/>
          <p:cNvSpPr txBox="1"/>
          <p:nvPr/>
        </p:nvSpPr>
        <p:spPr>
          <a:xfrm>
            <a:off x="841248" y="9189720"/>
            <a:ext cx="15544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명령 형식 : /&lt;명령&gt; &lt;옵션&gt;  ·  /mod  /btn  /get  /auto  /set  /off  →  다음 장부터 명령별 흐름 (켜진 경로만 색, 나머지 회색)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/mod 흐름 — 화면 · 버튼 대상 바꾸기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첫 /mod 부터 스위치 대신 UART 비트가 모드 결정 · [6:5] 로 버튼 대상과 FND · LED 화면이 같이 바뀜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라벨"/>
          <p:cNvSpPr txBox="1"/>
          <p:nvPr/>
        </p:nvSpPr>
        <p:spPr>
          <a:xfrm>
            <a:off x="411480" y="482803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/mod 후 무시</a:t>
            </a:r>
          </a:p>
        </p:txBody>
      </p:sp>
      <p:sp>
        <p:nvSpPr>
          <p:cNvPr id="162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3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4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5" name="단계 4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6" name="단계 5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7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8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9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rx → uart_rx → FIFO → 디코더 : "/mod " + 4 글자</a:t>
            </a:r>
          </a:p>
        </p:txBody>
      </p:sp>
      <p:sp>
        <p:nvSpPr>
          <p:cNvPr id="170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1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w_hm · s_ms · t_hm · dist · temp → 7 비트</a:t>
            </a:r>
          </a:p>
        </p:txBody>
      </p:sp>
      <p:sp>
        <p:nvSpPr>
          <p:cNvPr id="172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3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uart_mode = 1 (리셋 전까지) → MUX 가 UART 값 사용</a:t>
            </a:r>
          </a:p>
        </p:txBody>
      </p:sp>
      <p:sp>
        <p:nvSpPr>
          <p:cNvPr id="174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5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디코드 [6:5] → mode_wts · dist · dht 버튼 대상</a:t>
            </a:r>
          </a:p>
        </p:txBody>
      </p:sp>
      <p:sp>
        <p:nvSpPr>
          <p:cNvPr id="176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7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ctrl_bit[4:0] → WTS 스위치 기능 (bit3 12/24 는 유지)</a:t>
            </a:r>
          </a:p>
        </p:txBody>
      </p:sp>
      <p:sp>
        <p:nvSpPr>
          <p:cNvPr id="178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9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disp_sel → FND MUX · LED 가 그 화면 값 선택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① WTS 화면 — /btn R · L · U · D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 버튼은 물리 버튼과 OR → mode_wts AND 만 통과 · 같은 clk 에 겹치면 물리 버튼 먼저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" + 1 글자 (R · L · U · D)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mode_wts = 1 → WTS 만 통과 (거리 · 온습도 차단)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wts_top : 스톱워치 R 시작 · 시계 커서 · 타이머 +1분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0 번 (WTS) → FND 표시 · 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② 거리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dist 상태에서 R · U 만 SR04 로 · trig 펄스 → echo 폭 측정 → 0.1 cm 표시 · 막대 LED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359359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3840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mode_dist = 1 → SR04 만 통과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sr04_top : R 1 회 측정 · U 자동 측정 (60 ms) 켜기/끄기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1 번 → "352.7" / Err1~3 · LED 거리 막대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③ 온습도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temp 상태에서 R · U 만 DHT11 로 · 단선 dht11_io 로 40 비트 수신 → 습도.온도 표시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5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473659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4983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mode_dht = 1 → DHT11 만 통과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dht11_top : R 1 회 측정 · U 자동 측정 (2 s) 켜기/끄기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2 번 → "55.24" / ---- / Err · LED 상태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/get 흐름 — 지금 화면 값 1 회 전송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컨트롤러가 현재 모드로 send_sel 을 정하고 send_go 1 펄스 · sender 가 그 순간 값을 ASCII 한 줄로 TX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10698480" y="77724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2938760" y="64008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"/get " + Enter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/mod 모드 → send_sel (온습도 4 · 거리 3 · …)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: *_time · distance · hum·temp 중 선택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send_go 1 펄스 → sender 가 그 순간 값 캡처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sender_char_mux : "14:05:09.12" · "045cm" · "55%24C"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· /auto 중엔 /get 무시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/auto 흐름 — 1 초마다 자동 전송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컨트롤러가 AUTO 상태로 1 Hz tick 을 켬 · 매 tick 마다 정해진 (all 이면 0→4 순환) 데이터를 한 줄씩 TX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9646920" y="7607808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0698480" y="77724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"/auto " + 3 글자 (_sw _tm _wh dis tem all off)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AUTO 상태 · sender_tick 켜기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 Hz 마다 send_sel · all = 0→1→2→3→4 순환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→ sender (busy 면 저장 후 바로 이어서)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한 줄씩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/auto off → 멈춤 · FND 화면은 그대로 (/mod 와 별개)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/set · /off 흐름 — 시계 시간 설정 · 12 / 24 시간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은 모드 비트 bit2 (set_sw2) · bit3 (hour24_sw3) 만 바꿈 · 값 변경은 /btn 으로 · /mod 받은 뒤에만 동작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"/set w_hm" · "/set 24h⏎" · "/off w_h"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w_hm → bit2 = 1 (w_hm 화면일 때만) · /off → 0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24h · 12h → bit3 · /mod 를 바꿔도 유지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 → wts_top 시계 설정 모드 · 12/24 변환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/btn L · R 커서 · U · D ± (버튼 흐름은 /btn ① 과 같음)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: 커서 자리 0.5 s 점멸 · LD15 오후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오류 흐름 — 형식이 틀리면 ERROR 응답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디코더가 틀린 글자에서 바로 버리고 o_error · 컨트롤러는 ERROR 를 get / auto 보다 먼저 보냄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모르는 명령 · 공백 없음 · 빈 옵션 → 버림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o_error 1 clk → 컨트롤러 err_pend 저장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ERROR &gt; get / auto · sender busy 면 대기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send_sel = 7 → sender 가 "ERROR" 글자 생성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: "ERROR" CR LF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· 버튼 · 화면 그대로 · 다음 "/" 부터 다시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