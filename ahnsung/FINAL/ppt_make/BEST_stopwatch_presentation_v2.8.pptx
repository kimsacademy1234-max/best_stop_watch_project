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1" r:id="rId6"/>
    <p:sldId id="314" r:id="rId7"/>
    <p:sldId id="315" r:id="rId8"/>
    <p:sldId id="316" r:id="rId9"/>
    <p:sldId id="262" r:id="rId10"/>
    <p:sldId id="303" r:id="rId11"/>
    <p:sldId id="263" r:id="rId12"/>
    <p:sldId id="279" r:id="rId13"/>
    <p:sldId id="305" r:id="rId14"/>
    <p:sldId id="306" r:id="rId15"/>
    <p:sldId id="266" r:id="rId16"/>
    <p:sldId id="307" r:id="rId17"/>
    <p:sldId id="308" r:id="rId18"/>
    <p:sldId id="309" r:id="rId19"/>
    <p:sldId id="310" r:id="rId20"/>
    <p:sldId id="311" r:id="rId21"/>
    <p:sldId id="312" r:id="rId22"/>
    <p:sldId id="304" r:id="rId23"/>
    <p:sldId id="313" r:id="rId24"/>
    <p:sldId id="302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301" r:id="rId33"/>
    <p:sldId id="276" r:id="rId34"/>
    <p:sldId id="300" r:id="rId35"/>
    <p:sldId id="278" r:id="rId36"/>
    <p:sldId id="280" r:id="rId37"/>
    <p:sldId id="286" r:id="rId38"/>
    <p:sldId id="288" r:id="rId39"/>
    <p:sldId id="289" r:id="rId40"/>
    <p:sldId id="290" r:id="rId41"/>
    <p:sldId id="291" r:id="rId42"/>
    <p:sldId id="292" r:id="rId43"/>
    <p:sldId id="293" r:id="rId44"/>
    <p:sldId id="298" r:id="rId45"/>
    <p:sldId id="299" r:id="rId46"/>
    <p:sldId id="294" r:id="rId47"/>
    <p:sldId id="295" r:id="rId48"/>
    <p:sldId id="296" r:id="rId49"/>
    <p:sldId id="297" r:id="rId50"/>
    <p:sldId id="277" r:id="rId51"/>
    <p:sldId id="281" r:id="rId52"/>
    <p:sldId id="282" r:id="rId53"/>
    <p:sldId id="283" r:id="rId54"/>
    <p:sldId id="284" r:id="rId55"/>
    <p:sldId id="285" r:id="rId5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9985" autoAdjust="0"/>
  </p:normalViewPr>
  <p:slideViewPr>
    <p:cSldViewPr>
      <p:cViewPr>
        <p:scale>
          <a:sx n="51" d="100"/>
          <a:sy n="51" d="100"/>
        </p:scale>
        <p:origin x="678" y="-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48BE3-5186-4E09-A6C0-A5DA018F18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49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48BE3-5186-4E09-A6C0-A5DA018F18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42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12:59 인가 — 분 1 자리(커서 0)]</a:t>
            </a:r>
          </a:p>
          <a:p>
            <a:r>
              <a:rPr lang="ko-KR" altLang="en-US" dirty="0"/>
              <a:t>1. 59 는 분의 최댓값 : U 한 번에 '상한 넘김' 을 만든다. 60 이 아니라 00 이 되는지(그 자리만 순환) 확인.</a:t>
            </a:r>
          </a:p>
          <a:p>
            <a:r>
              <a:rPr lang="ko-KR" altLang="en-US" dirty="0"/>
              <a:t>2. 동시에 시 올림이 없는지 확인 : 평소 시계는 59 → 00 에서 시가 +1 되지만, 설정 U 는 올림을 내면 안 된다. 시가 12 → 13 이 되면 바로 보인다.</a:t>
            </a:r>
          </a:p>
          <a:p>
            <a:r>
              <a:rPr lang="ko-KR" altLang="en-US" dirty="0"/>
              <a:t>3. 이어서 D : 00 − 1 → 59 (하한 넘김) · 시 12 → 11 로 내려가지 않는지 확인. 마지막 D (59 → 58) 는 경계가 아닌 평범한 −1 이 정상인지 대조용.</a:t>
            </a:r>
          </a:p>
          <a:p>
            <a:r>
              <a:rPr lang="ko-KR" altLang="en-US" dirty="0"/>
              <a:t>4. 시 12 는 리셋 초깃값(12:00)이라 분만 주입하면 됨. 결국 U 1 번 + D 2 번으로 상한 · 하한 · 일반 3 경우를 한 번에 확인.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12:55 인가 — 분 10 자리(커서 1, ±10)]</a:t>
            </a:r>
          </a:p>
          <a:p>
            <a:r>
              <a:rPr lang="ko-KR" altLang="en-US" dirty="0"/>
              <a:t>1. 분의 10 자리 최댓값은 5 (50 ~ 59). 55 + 10 = 65 → 60 을 넘으므로 05 가 되어야 함 (RTL : 60 이상이면 −60).</a:t>
            </a:r>
          </a:p>
          <a:p>
            <a:r>
              <a:rPr lang="ko-KR" altLang="en-US" dirty="0"/>
              <a:t>2. 1 자리를 0 이 아니라 5 로 둔 이유 : 50 으로 하면 U 결과가 00 이라 '60 으로 순환' 인지 '0 으로 초기화' 인지 구분이 안 됨. 5 를 두면 05 로 1 자리가 보존되는지 보임.</a:t>
            </a:r>
          </a:p>
          <a:p>
            <a:r>
              <a:rPr lang="ko-KR" altLang="en-US" dirty="0"/>
              <a:t>3. D : 05 − 10 → 55 (하한 넘김, 1 자리 5 보존). 마지막 D (55 → 45) 는 평범한 −10 대조용.</a:t>
            </a:r>
          </a:p>
          <a:p>
            <a:r>
              <a:rPr lang="ko-KR" altLang="en-US" dirty="0"/>
              <a:t>4. 시 12 가 그대로인지도 함께 확인 (올림 · 내림 없음).</a:t>
            </a:r>
          </a:p>
          <a:p>
            <a:r>
              <a:rPr lang="ko-KR" altLang="en-US" dirty="0"/>
              <a:t>※ 원래 슬라이드의 'Up(12:55) → Down(12:05)' 는 순서가 바뀐 표기. 파형대로 Up(12:05) → Down(12:55) → Down(12:45) 가 맞음.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23:30 인가 — 시 자리(커서 2)]</a:t>
            </a:r>
          </a:p>
          <a:p>
            <a:r>
              <a:rPr lang="ko-KR" altLang="en-US" dirty="0"/>
              <a:t>1. 시계 내부 시는 24 시간(0 ~ 23) 으로 셈. 23 은 시의 최댓값 → U 로 23 → 0 (상한 넘김), D 로 0 → 23 (하한 넘김) 을 확인.</a:t>
            </a:r>
          </a:p>
          <a:p>
            <a:r>
              <a:rPr lang="ko-KR" altLang="en-US" dirty="0"/>
              <a:t>2. SW3 = 0 (12 시간 표시) 에서 가장 까다로운 변환이 같은 지점 : 23 시 = 오후 11 시 (LED15 = 1), 0 시 = 오전 12 시 (표시 12, LED15 = 0). 0 → 12 예외 처리와 오전/오후 전환을 버튼 한 번으로 확인.</a:t>
            </a:r>
          </a:p>
          <a:p>
            <a:r>
              <a:rPr lang="ko-KR" altLang="en-US" dirty="0"/>
              <a:t>3. 분 30 : 0 이 아닌 눈에 띄는 값을 둬서 시를 바꿀 때 분이 따라 바뀌지 않는지 확인.</a:t>
            </a:r>
          </a:p>
          <a:p>
            <a:r>
              <a:rPr lang="ko-KR" altLang="en-US" dirty="0"/>
              <a:t>※ 정오 경계 (11 시 ↔ 12 시, 오전 → 오후) 는 이 시나리오에 없음. 질문이 나오면 hour_12_24 의 12 시 처리 (1 ~ 12 는 그대로, o_wt_pm = hour ≥ 12) 로 설명.</a:t>
            </a:r>
          </a:p>
          <a:p>
            <a:r>
              <a:rPr lang="ko-KR" altLang="en-US" dirty="0"/>
              <a:t>※ 원래 아래쪽 파형의 'LED[15] = 1 (오전)' 은 0 의 오기 → 0 으로 정정함.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40초] 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1분] 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 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10초] 첫 번째는 LAP 설정 검증입니다. 측정 중 D 버튼을 누르고, 당시 값이 저장되는지와 이후 표시값이 유지되는지를 확인했습니다. 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 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30초] 두 번째는 별도 구간에서 확인한 LAP 해제 검증입니다. 시나리오는 저장값 11을 표시하는 상태에서 D 버튼을 다시 누르는 것입니다. 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 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타이머 파트 정보윤입니다. 타이머 FSM 을 ASM 차트로 그렸습니다. 상태는 SET, RUN, ALARM 세 개입니다. SET 에서 L 을 누르면 남은 시간이 0 이 아닐 때만 RUN 으로 가고, U, R, D 를 누르면 그 클럭에 add 를 내서 10초, 1분, 10분을 더합니다. RUN 에서는 run 이 1 이고, L 을 누르면 clear 를 내고 SET 으로, 0 이 되면 ALARM 으로 갑니다. ALARM 에서는 alarm 이 1 이고, 아무 버튼이나 누르면 SET 으로 돌아갑니다.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구조입니다. 컨트롤 유닛은 다음 상태 회로, 상태 레지스터, 출력 회로로 나뉘고, 현재 상태 c_state 를 되돌려 다음 상태를 정합니다. 컨트롤 유닛이 run, clear, add, amount 를 데이터패스로 보내고, 데이터패스는 남은 시간이 0 이면 zero 를 돌려줍니다. 10 ms tick 은 타이머 전용 생성기가 RUN 순간부터 셉니다. 남은 시간은 화면 MUX 를 거쳐 FND 로, 알람은 LED 16개로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시뮬레이션입니다. 위는 U 를 여섯 번 눌러 50초에 10초를 더한 장면으로, 60초가 아니라 1분 0초가 됩니다. 아래는 59분 50초에서 U 를 누른 장면으로, 60분이 아니라 59분 59초에서 멈춥니다. 화면이 분.초 네 자리라 상한을 두었습니다.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10초를 넣고 시작하면 1초마다 줄어서 0 이 되는 순간 ALARM 이 됩니다. 시작부터 알람까지 10초 20나노초입니다. 그런데 이 값이 처음에는 9.998초였습니다. 이것이 첫 번째 트러블슈팅입니다.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트러블슈팅입니다. 처음에는 자원을 아끼려고 1/100초 tick 하나를 시계, 스톱워치, 타이머가 같이 썼습니다. 그랬더니 10초 타이머가 9.998초에 울렸습니다. 공유 tick 은 리셋부터 계속 돌고 있어서, 시작 시각을 3 ms 씩 바꿔 보니 첫 감소가 8, 5, 2 ms 뒤에 왔습니다. 시계는 시작이 없어 상관없지만, 스톱워치와 타이머는 누른 순간이 0 이어야 합니다.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해결은 네 가지 구조를 같은 조건으로 합성하고 같은 TB 로 비교해서 골랐습니다. 1번 수업 방식은 정확하지만 자원이 가장 많고, 2번 기존 팀 판은 자원이 적지만 최대 10 ms 일찍 바뀝니다. 그래서 4번을 골랐습니다. 100 Hz tick 은 누른 순간부터 세야 해서 기능마다 따로 두고, 4 kHz 는 시작 시점과 상관없어서 하나를 같이 씁니다. 대가는 2번보다 FF 42개이고, 1번보다는 LUT 31개, FF 64개가 적습니다.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적용 결과입니다. 9.998초에 울리던 10초 타이머가 10초 20나노초에 울립니다. 20나노초는 0 을 보고 ALARM 으로 가는 두 클럭이라 매번 같습니다. 그런데 이 두 클럭 동안 tick 카운터가 더 세서, 알람 뒤에 다시 시작하면 첫 감소가 20나노초 빨랐습니다. 그래서 알람 때도 tick 카운터를 0 으로 지우게 고쳤습니다. 스톱워치를 tick 과 같은 클럭에 멈추면 1/100초를 잃던 것도 찾아 고쳤고, 둘 다 고치기 전 FAIL, 고친 뒤 PASS 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트러블슈팅은 디바운서입니다. 수업처럼 1 MHz 로 샘플했더니 버튼을 한 번 눌렀는데 두 번 인식되는 일이 생겼습니다. 버튼 접점은 누르는 순간 잠깐 튀는데, 1 MHz 로 8번 샘플하면 8 µs 만 1 이어도 눌림으로 인정해서 튈 때마다 펄스가 나옵니다. 그래서 샘플을 4 kHz 로 낮춰 2 ms 동안 계속 눌려야 인정하게 했고, 같은 4 kHz 로 FND 도 스캔해서 분주기 하나로 두 가지를 해결했습니다. 같은 튀는 입력 20번에 펄스가 158개에서 20개가 됐고, 대가는 반응이 2 ms 늦는 것뿐입니다.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결론입니다. 목표로 잡은 기능을 모두 구현했고, 기능마다 Top 테스트벤치로 자동 판정해서 모두 통과했으며 보드에서도 확인했습니다. 자원은 LUT 384개, 플립플롭 228개로 칩의 2% 미만이고, 100 MHz 에서 타이밍 여유가 3.44 나노초입니다. 고찰입니다. 첫째, 4 kHz 를 클럭처럼 써서 경고 35개가 남았고, enable 방식이면 0 개가 되는 것을 확인해 다음 프로젝트에 적용하겠습니다. 둘째, 디바운서는 누른 채 잠깐 끊기면 두 번 인식될 수 있어서, 뗄 때도 확인하는 방법을 검토하겠습니다. 셋째, 하루짜리 경계는 초기값으로 확인해서 실제 24시간 흐름은 보드로만 볼 수 있습니다. 이상입니다. 감사합니다.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보드에서 같은 장면을 확인한 것입니다. 시연을 위해 리셋값만 00:00:55 로 바꾼 빌드입니다. 시작하면 59.99 다음에 분이 1 올라가고, 랩을 누르면 화면만 멈췄다가 다시 누르면 그동안 센 값으로 뜁니다. 동작 중 L 은 무시되고, 정지한 뒤에 L 로 지웁니다. 다운 모드에서는 0 에서 23:59:59.99 로, 업 모드에서는 다시 자정을 넘어 00:00 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시계 보드 동작입니다. 리셋하면 시연용 23시 59분 50초에서 시작해 10초 뒤 자정을 넘습니다. 12시간 표시로 바꾸면 자정이 12로 보입니다. 설정 모드에 들어가면 커서 자리가 깜빡이고, 분을 내려도 시는 그대로이며, 커서를 시로 옮겨 00시에서 23시로 내릴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타이머 보드 동작입니다. 타이머 스위치가 가장 우선이고, 0 에서는 L 을 눌러도 시작하지 않습니다. 10초를 여섯 번 더하면 1분이 되고, R 로 1분씩, D 로 10분씩 더하며 59분 59초에서 멈춥니다. 시작한 뒤 L 을 누르면 취소되고, 다시 시작해서 다른 화면으로 바꿔도 계속 줄어들다가 0 이 되면 스톱워치 화면에서도 LED 16개가 깜빡입니다. 타이머 화면에서 버튼을 누르면 알람만 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질문이 나오면 쓰는 부록입니다. 테스트벤치 열세 개의 검사 수와 결과입니다.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질문이 나오면 쓰는 부록입니다. 같은 클럭에 버튼 펄스가 두 개 이상 오면 세 기능 모두 그 클럭의 버튼을 무시합니다. 처음에는 기능마다 우선순위로 하나만 반영해서 기능마다 결과가 달랐는데, 컨트롤 유닛 앞 게이팅에서 한 번에 막도록 바꿨습니다. 디바운서가 4 kHz 로 샘플하기 때문에 두 버튼이 250 마이크로초 안에 같이 안정될 때만 같은 클럭이 되고, 보통은 몇 ms 차이가 나서 연달아 두 번 누른 것으로 처리됩니다.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대비 부록입니다. 합성·구현 전략 세 가지를 같은 조건으로 비교해 보니 Area 는 LUT 를 13.5% 줄이는 대신 타이밍 여유가 0.84 나노초 줄었고, Performance 는 변화가 없었고, Power 는 추정값으로 0.002 와트 차이였습니다. 자원·타이밍·전력 모두 제약이 없어서 기본값을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gif"/><Relationship Id="rId4" Type="http://schemas.openxmlformats.org/officeDocument/2006/relationships/image" Target="../media/image38.gif"/><Relationship Id="rId5" Type="http://schemas.openxmlformats.org/officeDocument/2006/relationships/image" Target="../media/image39.gif"/><Relationship Id="rId6" Type="http://schemas.openxmlformats.org/officeDocument/2006/relationships/image" Target="../media/image40.gif"/><Relationship Id="rId7" Type="http://schemas.openxmlformats.org/officeDocument/2006/relationships/image" Target="../media/image41.gif"/><Relationship Id="rId8" Type="http://schemas.openxmlformats.org/officeDocument/2006/relationships/image" Target="../media/image42.gi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gif"/><Relationship Id="rId4" Type="http://schemas.openxmlformats.org/officeDocument/2006/relationships/image" Target="../media/image44.gif"/><Relationship Id="rId5" Type="http://schemas.openxmlformats.org/officeDocument/2006/relationships/image" Target="../media/image45.gif"/><Relationship Id="rId6" Type="http://schemas.openxmlformats.org/officeDocument/2006/relationships/image" Target="../media/image46.gif"/><Relationship Id="rId7" Type="http://schemas.openxmlformats.org/officeDocument/2006/relationships/image" Target="../media/image47.gi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gif"/><Relationship Id="rId4" Type="http://schemas.openxmlformats.org/officeDocument/2006/relationships/image" Target="../media/image49.gif"/><Relationship Id="rId5" Type="http://schemas.openxmlformats.org/officeDocument/2006/relationships/image" Target="../media/image50.gif"/><Relationship Id="rId6" Type="http://schemas.openxmlformats.org/officeDocument/2006/relationships/image" Target="../media/image51.gif"/><Relationship Id="rId7" Type="http://schemas.openxmlformats.org/officeDocument/2006/relationships/image" Target="../media/image52.gif"/><Relationship Id="rId8" Type="http://schemas.openxmlformats.org/officeDocument/2006/relationships/image" Target="../media/image53.gif"/><Relationship Id="rId9" Type="http://schemas.openxmlformats.org/officeDocument/2006/relationships/image" Target="../media/image54.gif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2331720"/>
            <a:ext cx="9601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STOPWATCH ·</a:t>
            </a:r>
            <a:endParaRPr lang="ko-KR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WATCH · TIMER</a:t>
            </a:r>
            <a:endParaRPr lang="ko-KR" sz="6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48006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1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Basys-3 FPGA 3-in-1 디지털 시계 — 설계 · 시뮬레이션 검증</a:t>
            </a:r>
            <a:endParaRPr lang="ko-KR" sz="2100" dirty="0"/>
          </a:p>
        </p:txBody>
      </p:sp>
      <p:sp>
        <p:nvSpPr>
          <p:cNvPr id="5" name="chip"/>
          <p:cNvSpPr/>
          <p:nvPr/>
        </p:nvSpPr>
        <p:spPr>
          <a:xfrm>
            <a:off x="86868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6" name="chip"/>
          <p:cNvSpPr/>
          <p:nvPr/>
        </p:nvSpPr>
        <p:spPr>
          <a:xfrm>
            <a:off x="274320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300" dirty="0"/>
          </a:p>
        </p:txBody>
      </p:sp>
      <p:sp>
        <p:nvSpPr>
          <p:cNvPr id="7" name="chip"/>
          <p:cNvSpPr/>
          <p:nvPr/>
        </p:nvSpPr>
        <p:spPr>
          <a:xfrm>
            <a:off x="461772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8" name="text"/>
          <p:cNvSpPr txBox="1"/>
          <p:nvPr/>
        </p:nvSpPr>
        <p:spPr>
          <a:xfrm>
            <a:off x="868680" y="8275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2026. 10. 18</a:t>
            </a:r>
            <a:endParaRPr lang="ko-KR" sz="1500" dirty="0"/>
          </a:p>
        </p:txBody>
      </p:sp>
      <p:sp>
        <p:nvSpPr>
          <p:cNvPr id="9" name="text"/>
          <p:cNvSpPr txBox="1"/>
          <p:nvPr/>
        </p:nvSpPr>
        <p:spPr>
          <a:xfrm>
            <a:off x="868680" y="8641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팀원   정안성 · 정보윤 · 이종혁</a:t>
            </a:r>
            <a:endParaRPr lang="ko-KR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0789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Contents</a:t>
            </a:r>
            <a:endParaRPr lang="ko-KR" sz="47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21488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Basys-3 FPGA 위에 세 가지 시간 기능을 하나의 Top 으로 통합,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테스트벤치로 버튼 → FND 전체 경로를 검증</a:t>
            </a:r>
            <a:endParaRPr lang="ko-KR" sz="1400" dirty="0"/>
          </a:p>
        </p:txBody>
      </p:sp>
      <p:sp>
        <p:nvSpPr>
          <p:cNvPr id="5" name="text"/>
          <p:cNvSpPr txBox="1"/>
          <p:nvPr/>
        </p:nvSpPr>
        <p:spPr>
          <a:xfrm>
            <a:off x="7863840" y="12344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01</a:t>
            </a:r>
            <a:endParaRPr lang="ko-KR" sz="3200" dirty="0"/>
          </a:p>
        </p:txBody>
      </p:sp>
      <p:sp>
        <p:nvSpPr>
          <p:cNvPr id="6" name="text"/>
          <p:cNvSpPr txBox="1"/>
          <p:nvPr/>
        </p:nvSpPr>
        <p:spPr>
          <a:xfrm>
            <a:off x="9144000" y="12527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2200" dirty="0"/>
          </a:p>
        </p:txBody>
      </p:sp>
      <p:sp>
        <p:nvSpPr>
          <p:cNvPr id="7" name="text"/>
          <p:cNvSpPr txBox="1"/>
          <p:nvPr/>
        </p:nvSpPr>
        <p:spPr>
          <a:xfrm>
            <a:off x="914400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팀 구성 · 기능별 목표 · 핵심 결과</a:t>
            </a:r>
            <a:endParaRPr lang="ko-KR" sz="1300" dirty="0"/>
          </a:p>
        </p:txBody>
      </p:sp>
      <p:cxnSp>
        <p:nvCxnSpPr>
          <p:cNvPr id="8" name="line"/>
          <p:cNvCxnSpPr/>
          <p:nvPr/>
        </p:nvCxnSpPr>
        <p:spPr>
          <a:xfrm>
            <a:off x="7863840" y="219456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9" name="text"/>
          <p:cNvSpPr txBox="1"/>
          <p:nvPr/>
        </p:nvSpPr>
        <p:spPr>
          <a:xfrm>
            <a:off x="7863840" y="2551176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02</a:t>
            </a:r>
            <a:endParaRPr lang="ko-KR" sz="3200" dirty="0"/>
          </a:p>
        </p:txBody>
      </p:sp>
      <p:sp>
        <p:nvSpPr>
          <p:cNvPr id="10" name="text"/>
          <p:cNvSpPr txBox="1"/>
          <p:nvPr/>
        </p:nvSpPr>
        <p:spPr>
          <a:xfrm>
            <a:off x="9144000" y="25694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시스템 구조</a:t>
            </a:r>
            <a:endParaRPr lang="ko-KR" sz="2200" dirty="0"/>
          </a:p>
        </p:txBody>
      </p:sp>
      <p:sp>
        <p:nvSpPr>
          <p:cNvPr id="11" name="text"/>
          <p:cNvSpPr txBox="1"/>
          <p:nvPr/>
        </p:nvSpPr>
        <p:spPr>
          <a:xfrm>
            <a:off x="9144000" y="300837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블록 다이어그램 · 신호 흐름</a:t>
            </a:r>
            <a:endParaRPr lang="ko-KR" sz="1300" dirty="0"/>
          </a:p>
        </p:txBody>
      </p:sp>
      <p:cxnSp>
        <p:nvCxnSpPr>
          <p:cNvPr id="12" name="line"/>
          <p:cNvCxnSpPr/>
          <p:nvPr/>
        </p:nvCxnSpPr>
        <p:spPr>
          <a:xfrm>
            <a:off x="7863840" y="3511296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3" name="text"/>
          <p:cNvSpPr txBox="1"/>
          <p:nvPr/>
        </p:nvSpPr>
        <p:spPr>
          <a:xfrm>
            <a:off x="7863840" y="3867912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3200" dirty="0"/>
          </a:p>
        </p:txBody>
      </p:sp>
      <p:sp>
        <p:nvSpPr>
          <p:cNvPr id="14" name="text"/>
          <p:cNvSpPr txBox="1"/>
          <p:nvPr/>
        </p:nvSpPr>
        <p:spPr>
          <a:xfrm>
            <a:off x="9144000" y="3886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기능별 설명 · 시뮬레이션 검증</a:t>
            </a:r>
            <a:endParaRPr lang="ko-KR" sz="2200" dirty="0"/>
          </a:p>
        </p:txBody>
      </p:sp>
      <p:sp>
        <p:nvSpPr>
          <p:cNvPr id="15" name="text"/>
          <p:cNvSpPr txBox="1"/>
          <p:nvPr/>
        </p:nvSpPr>
        <p:spPr>
          <a:xfrm>
            <a:off x="9144000" y="432511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기능마다 기능 설명 → 시뮬레이션 : 03-1 시계 · 03-2 스톱워치 · 03-3 타이머</a:t>
            </a:r>
            <a:endParaRPr lang="ko-KR" sz="1300" dirty="0"/>
          </a:p>
        </p:txBody>
      </p:sp>
      <p:cxnSp>
        <p:nvCxnSpPr>
          <p:cNvPr id="16" name="line"/>
          <p:cNvCxnSpPr/>
          <p:nvPr/>
        </p:nvCxnSpPr>
        <p:spPr>
          <a:xfrm>
            <a:off x="7863840" y="4828032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7" name="text"/>
          <p:cNvSpPr txBox="1"/>
          <p:nvPr/>
        </p:nvSpPr>
        <p:spPr>
          <a:xfrm>
            <a:off x="7863840" y="518464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3200" dirty="0"/>
          </a:p>
        </p:txBody>
      </p:sp>
      <p:sp>
        <p:nvSpPr>
          <p:cNvPr id="18" name="text"/>
          <p:cNvSpPr txBox="1"/>
          <p:nvPr/>
        </p:nvSpPr>
        <p:spPr>
          <a:xfrm>
            <a:off x="9144000" y="52029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</a:t>
            </a:r>
            <a:endParaRPr lang="ko-KR" sz="2200" dirty="0"/>
          </a:p>
        </p:txBody>
      </p:sp>
      <p:sp>
        <p:nvSpPr>
          <p:cNvPr id="19" name="text"/>
          <p:cNvSpPr txBox="1"/>
          <p:nvPr/>
        </p:nvSpPr>
        <p:spPr>
          <a:xfrm>
            <a:off x="9144000" y="564184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 → 원인 → 해결 → 적용 결과</a:t>
            </a:r>
            <a:endParaRPr lang="ko-KR" sz="1300" dirty="0"/>
          </a:p>
        </p:txBody>
      </p:sp>
      <p:cxnSp>
        <p:nvCxnSpPr>
          <p:cNvPr id="20" name="line"/>
          <p:cNvCxnSpPr/>
          <p:nvPr/>
        </p:nvCxnSpPr>
        <p:spPr>
          <a:xfrm>
            <a:off x="7863840" y="6144768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1" name="text"/>
          <p:cNvSpPr txBox="1"/>
          <p:nvPr/>
        </p:nvSpPr>
        <p:spPr>
          <a:xfrm>
            <a:off x="7863840" y="6501384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3200" dirty="0"/>
          </a:p>
        </p:txBody>
      </p:sp>
      <p:sp>
        <p:nvSpPr>
          <p:cNvPr id="22" name="text"/>
          <p:cNvSpPr txBox="1"/>
          <p:nvPr/>
        </p:nvSpPr>
        <p:spPr>
          <a:xfrm>
            <a:off x="9144000" y="6519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결론 · 고찰</a:t>
            </a:r>
            <a:endParaRPr lang="ko-KR" sz="2200" dirty="0"/>
          </a:p>
        </p:txBody>
      </p:sp>
      <p:sp>
        <p:nvSpPr>
          <p:cNvPr id="23" name="text"/>
          <p:cNvSpPr txBox="1"/>
          <p:nvPr/>
        </p:nvSpPr>
        <p:spPr>
          <a:xfrm>
            <a:off x="9144000" y="695858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목표 달성 수치 · 남은 과제</a:t>
            </a:r>
            <a:endParaRPr lang="ko-KR" sz="1300" dirty="0"/>
          </a:p>
        </p:txBody>
      </p:sp>
      <p:cxnSp>
        <p:nvCxnSpPr>
          <p:cNvPr id="24" name="line"/>
          <p:cNvCxnSpPr/>
          <p:nvPr/>
        </p:nvCxnSpPr>
        <p:spPr>
          <a:xfrm>
            <a:off x="7863840" y="7461504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5" name="text"/>
          <p:cNvSpPr txBox="1"/>
          <p:nvPr/>
        </p:nvSpPr>
        <p:spPr>
          <a:xfrm>
            <a:off x="7863840" y="78181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06</a:t>
            </a:r>
            <a:endParaRPr lang="ko-KR" sz="3200" dirty="0"/>
          </a:p>
        </p:txBody>
      </p:sp>
      <p:sp>
        <p:nvSpPr>
          <p:cNvPr id="26" name="text"/>
          <p:cNvSpPr txBox="1"/>
          <p:nvPr/>
        </p:nvSpPr>
        <p:spPr>
          <a:xfrm>
            <a:off x="9144000" y="78364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시연 영상</a:t>
            </a:r>
            <a:endParaRPr lang="ko-KR" sz="2200" dirty="0"/>
          </a:p>
        </p:txBody>
      </p:sp>
      <p:sp>
        <p:nvSpPr>
          <p:cNvPr id="27" name="text"/>
          <p:cNvSpPr txBox="1"/>
          <p:nvPr/>
        </p:nvSpPr>
        <p:spPr>
          <a:xfrm>
            <a:off x="9144000" y="8275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보드 동작</a:t>
            </a:r>
            <a:endParaRPr lang="ko-KR" sz="1300" dirty="0"/>
          </a:p>
        </p:txBody>
      </p:sp>
      <p:cxnSp>
        <p:nvCxnSpPr>
          <p:cNvPr id="28" name="line"/>
          <p:cNvCxnSpPr/>
          <p:nvPr/>
        </p:nvCxnSpPr>
        <p:spPr>
          <a:xfrm>
            <a:off x="7863840" y="877824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33" name="shape"/>
          <p:cNvSpPr/>
          <p:nvPr/>
        </p:nvSpPr>
        <p:spPr>
          <a:xfrm>
            <a:off x="868680" y="7068312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1234440" y="6949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1234440" y="734263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 · 정지 · 초기화 · 업/다운 + LAP</a:t>
            </a:r>
            <a:endParaRPr lang="ko-KR" sz="1300" dirty="0"/>
          </a:p>
        </p:txBody>
      </p:sp>
      <p:sp>
        <p:nvSpPr>
          <p:cNvPr id="36" name="shape"/>
          <p:cNvSpPr/>
          <p:nvPr/>
        </p:nvSpPr>
        <p:spPr>
          <a:xfrm>
            <a:off x="868680" y="6108192"/>
            <a:ext cx="201168" cy="201168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"/>
          <p:cNvSpPr txBox="1"/>
          <p:nvPr/>
        </p:nvSpPr>
        <p:spPr>
          <a:xfrm>
            <a:off x="1234440" y="5989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1234440" y="63825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12:00 시작 · SW2 자리 단위 설정 · 12/24 h</a:t>
            </a:r>
            <a:endParaRPr lang="ko-KR" sz="1300" dirty="0"/>
          </a:p>
        </p:txBody>
      </p:sp>
      <p:sp>
        <p:nvSpPr>
          <p:cNvPr id="39" name="shape"/>
          <p:cNvSpPr/>
          <p:nvPr/>
        </p:nvSpPr>
        <p:spPr>
          <a:xfrm>
            <a:off x="868680" y="8028432"/>
            <a:ext cx="201168" cy="201168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/>
          <p:cNvSpPr txBox="1"/>
          <p:nvPr/>
        </p:nvSpPr>
        <p:spPr>
          <a:xfrm>
            <a:off x="1234440" y="7909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1234440" y="830275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+10 초 · +1 분 · +10 분 · 0 도달 알람</a:t>
            </a:r>
            <a:endParaRPr lang="ko-KR" sz="1300" dirty="0"/>
          </a:p>
        </p:txBody>
      </p:sp>
      <p:sp>
        <p:nvSpPr>
          <p:cNvPr id="4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팀 구성 · 역할 분담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Top TB / 타이머 · 시계 · 자원 최적화 / 스톱워치 · LAP — 기능 단위로 나눠 설계 · 검증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"/>
          <p:cNvSpPr/>
          <p:nvPr/>
        </p:nvSpPr>
        <p:spPr>
          <a:xfrm>
            <a:off x="2834640" y="2743200"/>
            <a:ext cx="1371600" cy="1371600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10" name="text"/>
          <p:cNvSpPr txBox="1"/>
          <p:nvPr/>
        </p:nvSpPr>
        <p:spPr>
          <a:xfrm>
            <a:off x="84124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정안성</a:t>
            </a:r>
            <a:endParaRPr lang="ko-KR" sz="26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· Top 검증</a:t>
            </a:r>
            <a:endParaRPr lang="ko-KR" sz="1500" dirty="0"/>
          </a:p>
        </p:txBody>
      </p:sp>
      <p:cxnSp>
        <p:nvCxnSpPr>
          <p:cNvPr id="12" name="line"/>
          <p:cNvCxnSpPr/>
          <p:nvPr/>
        </p:nvCxnSpPr>
        <p:spPr>
          <a:xfrm>
            <a:off x="138988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13" name="badge"/>
          <p:cNvSpPr/>
          <p:nvPr/>
        </p:nvSpPr>
        <p:spPr>
          <a:xfrm>
            <a:off x="1426464" y="5760720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89280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컨트롤러 설정 자리 점멸 기능 추가</a:t>
            </a:r>
            <a:endParaRPr lang="ko-KR" sz="1500" dirty="0"/>
          </a:p>
        </p:txBody>
      </p:sp>
      <p:sp>
        <p:nvSpPr>
          <p:cNvPr id="15" name="badge"/>
          <p:cNvSpPr/>
          <p:nvPr/>
        </p:nvSpPr>
        <p:spPr>
          <a:xfrm>
            <a:off x="1426464" y="6419088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89280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모듈 전체 TB 시나리오 구성</a:t>
            </a:r>
            <a:endParaRPr lang="ko-KR" sz="1500" dirty="0"/>
          </a:p>
        </p:txBody>
      </p:sp>
      <p:sp>
        <p:nvSpPr>
          <p:cNvPr id="17" name="badge"/>
          <p:cNvSpPr/>
          <p:nvPr/>
        </p:nvSpPr>
        <p:spPr>
          <a:xfrm>
            <a:off x="1426464" y="7077456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18" name="text"/>
          <p:cNvSpPr txBox="1"/>
          <p:nvPr/>
        </p:nvSpPr>
        <p:spPr>
          <a:xfrm>
            <a:off x="189280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/>
              <a:t>시연 시나리오 구성 </a:t>
            </a:r>
            <a:endParaRPr lang="ko-KR" sz="1500" dirty="0"/>
          </a:p>
        </p:txBody>
      </p:sp>
      <p:sp>
        <p:nvSpPr>
          <p:cNvPr id="19" name="chip"/>
          <p:cNvSpPr/>
          <p:nvPr/>
        </p:nvSpPr>
        <p:spPr>
          <a:xfrm>
            <a:off x="1389888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</a:t>
            </a:r>
            <a:endParaRPr lang="ko-KR" sz="1100" dirty="0"/>
          </a:p>
        </p:txBody>
      </p:sp>
      <p:sp>
        <p:nvSpPr>
          <p:cNvPr id="20" name="chip"/>
          <p:cNvSpPr/>
          <p:nvPr/>
        </p:nvSpPr>
        <p:spPr>
          <a:xfrm>
            <a:off x="2130552" y="8549640"/>
            <a:ext cx="98755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TOP TB</a:t>
            </a:r>
            <a:endParaRPr lang="ko-KR" sz="1100" dirty="0"/>
          </a:p>
        </p:txBody>
      </p:sp>
      <p:sp>
        <p:nvSpPr>
          <p:cNvPr id="21" name="shape"/>
          <p:cNvSpPr/>
          <p:nvPr/>
        </p:nvSpPr>
        <p:spPr>
          <a:xfrm>
            <a:off x="646480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"/>
          <p:cNvSpPr/>
          <p:nvPr/>
        </p:nvSpPr>
        <p:spPr>
          <a:xfrm>
            <a:off x="8458200" y="2743200"/>
            <a:ext cx="1371600" cy="1371600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23" name="text"/>
          <p:cNvSpPr txBox="1"/>
          <p:nvPr/>
        </p:nvSpPr>
        <p:spPr>
          <a:xfrm>
            <a:off x="646480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정보윤</a:t>
            </a:r>
            <a:endParaRPr lang="ko-KR" sz="2600" dirty="0"/>
          </a:p>
        </p:txBody>
      </p:sp>
      <p:sp>
        <p:nvSpPr>
          <p:cNvPr id="24" name="text"/>
          <p:cNvSpPr txBox="1"/>
          <p:nvPr/>
        </p:nvSpPr>
        <p:spPr>
          <a:xfrm>
            <a:off x="646480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· Watch 설계</a:t>
            </a:r>
            <a:endParaRPr lang="ko-KR" sz="1500" dirty="0"/>
          </a:p>
        </p:txBody>
      </p:sp>
      <p:cxnSp>
        <p:nvCxnSpPr>
          <p:cNvPr id="25" name="line"/>
          <p:cNvCxnSpPr/>
          <p:nvPr/>
        </p:nvCxnSpPr>
        <p:spPr>
          <a:xfrm>
            <a:off x="701344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26" name="badge"/>
          <p:cNvSpPr/>
          <p:nvPr/>
        </p:nvSpPr>
        <p:spPr>
          <a:xfrm>
            <a:off x="7050024" y="5760720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27" name="text"/>
          <p:cNvSpPr txBox="1"/>
          <p:nvPr/>
        </p:nvSpPr>
        <p:spPr>
          <a:xfrm>
            <a:off x="751636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 · Watch 모듈 설계</a:t>
            </a:r>
            <a:endParaRPr lang="ko-KR" sz="1500" dirty="0"/>
          </a:p>
        </p:txBody>
      </p:sp>
      <p:sp>
        <p:nvSpPr>
          <p:cNvPr id="28" name="badge"/>
          <p:cNvSpPr/>
          <p:nvPr/>
        </p:nvSpPr>
        <p:spPr>
          <a:xfrm>
            <a:off x="7050024" y="641908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29" name="text"/>
          <p:cNvSpPr txBox="1"/>
          <p:nvPr/>
        </p:nvSpPr>
        <p:spPr>
          <a:xfrm>
            <a:off x="751636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최적화 — tick 구조 4 종 비교 (LUT · FF)</a:t>
            </a:r>
            <a:endParaRPr lang="ko-KR" sz="1500" dirty="0"/>
          </a:p>
        </p:txBody>
      </p:sp>
      <p:sp>
        <p:nvSpPr>
          <p:cNvPr id="30" name="badge"/>
          <p:cNvSpPr/>
          <p:nvPr/>
        </p:nvSpPr>
        <p:spPr>
          <a:xfrm>
            <a:off x="7050024" y="7077456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31" name="text"/>
          <p:cNvSpPr txBox="1"/>
          <p:nvPr/>
        </p:nvSpPr>
        <p:spPr>
          <a:xfrm>
            <a:off x="751636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 검증 · 트러블 슈팅 1</a:t>
            </a:r>
            <a:endParaRPr lang="ko-KR" sz="1500" dirty="0"/>
          </a:p>
        </p:txBody>
      </p:sp>
      <p:sp>
        <p:nvSpPr>
          <p:cNvPr id="32" name="chip"/>
          <p:cNvSpPr/>
          <p:nvPr/>
        </p:nvSpPr>
        <p:spPr>
          <a:xfrm>
            <a:off x="7013448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100" dirty="0"/>
          </a:p>
        </p:txBody>
      </p:sp>
      <p:sp>
        <p:nvSpPr>
          <p:cNvPr id="33" name="chip"/>
          <p:cNvSpPr/>
          <p:nvPr/>
        </p:nvSpPr>
        <p:spPr>
          <a:xfrm>
            <a:off x="7991856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100" dirty="0"/>
          </a:p>
        </p:txBody>
      </p:sp>
      <p:sp>
        <p:nvSpPr>
          <p:cNvPr id="34" name="chip"/>
          <p:cNvSpPr/>
          <p:nvPr/>
        </p:nvSpPr>
        <p:spPr>
          <a:xfrm>
            <a:off x="8970264" y="8549640"/>
            <a:ext cx="7680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자원</a:t>
            </a:r>
            <a:endParaRPr lang="ko-KR" sz="1100" dirty="0"/>
          </a:p>
        </p:txBody>
      </p:sp>
      <p:sp>
        <p:nvSpPr>
          <p:cNvPr id="35" name="shape"/>
          <p:cNvSpPr/>
          <p:nvPr/>
        </p:nvSpPr>
        <p:spPr>
          <a:xfrm>
            <a:off x="1208836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14081760" y="2743200"/>
            <a:ext cx="1371600" cy="1371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이</a:t>
            </a:r>
            <a:endParaRPr lang="ko-KR" sz="3400" dirty="0"/>
          </a:p>
        </p:txBody>
      </p:sp>
      <p:sp>
        <p:nvSpPr>
          <p:cNvPr id="37" name="text"/>
          <p:cNvSpPr txBox="1"/>
          <p:nvPr/>
        </p:nvSpPr>
        <p:spPr>
          <a:xfrm>
            <a:off x="1208836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</a:t>
            </a:r>
            <a:endParaRPr lang="ko-KR" sz="2600" dirty="0"/>
          </a:p>
        </p:txBody>
      </p:sp>
      <p:sp>
        <p:nvSpPr>
          <p:cNvPr id="38" name="text"/>
          <p:cNvSpPr txBox="1"/>
          <p:nvPr/>
        </p:nvSpPr>
        <p:spPr>
          <a:xfrm>
            <a:off x="1208836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· LAP</a:t>
            </a:r>
            <a:endParaRPr lang="ko-KR" sz="1500" dirty="0"/>
          </a:p>
        </p:txBody>
      </p:sp>
      <p:cxnSp>
        <p:nvCxnSpPr>
          <p:cNvPr id="39" name="line"/>
          <p:cNvCxnSpPr/>
          <p:nvPr/>
        </p:nvCxnSpPr>
        <p:spPr>
          <a:xfrm>
            <a:off x="1263700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badge"/>
          <p:cNvSpPr/>
          <p:nvPr/>
        </p:nvSpPr>
        <p:spPr>
          <a:xfrm>
            <a:off x="12673584" y="5760720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41" name="text"/>
          <p:cNvSpPr txBox="1"/>
          <p:nvPr/>
        </p:nvSpPr>
        <p:spPr>
          <a:xfrm>
            <a:off x="1313992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 기능 동작 확인 (R · L · U)</a:t>
            </a:r>
            <a:endParaRPr lang="ko-KR" sz="1500" dirty="0"/>
          </a:p>
        </p:txBody>
      </p:sp>
      <p:sp>
        <p:nvSpPr>
          <p:cNvPr id="42" name="badge"/>
          <p:cNvSpPr/>
          <p:nvPr/>
        </p:nvSpPr>
        <p:spPr>
          <a:xfrm>
            <a:off x="12673584" y="64190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43" name="text"/>
          <p:cNvSpPr txBox="1"/>
          <p:nvPr/>
        </p:nvSpPr>
        <p:spPr>
          <a:xfrm>
            <a:off x="1313992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버튼 LAP time 추가</a:t>
            </a:r>
            <a:endParaRPr lang="ko-KR" sz="1500" dirty="0"/>
          </a:p>
        </p:txBody>
      </p:sp>
      <p:sp>
        <p:nvSpPr>
          <p:cNvPr id="44" name="badge"/>
          <p:cNvSpPr/>
          <p:nvPr/>
        </p:nvSpPr>
        <p:spPr>
          <a:xfrm>
            <a:off x="12673584" y="707745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45" name="text"/>
          <p:cNvSpPr txBox="1"/>
          <p:nvPr/>
        </p:nvSpPr>
        <p:spPr>
          <a:xfrm>
            <a:off x="1313992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저장 · 해제 파형 검증</a:t>
            </a:r>
            <a:endParaRPr lang="ko-KR" sz="1500" dirty="0"/>
          </a:p>
        </p:txBody>
      </p:sp>
      <p:sp>
        <p:nvSpPr>
          <p:cNvPr id="46" name="chip"/>
          <p:cNvSpPr/>
          <p:nvPr/>
        </p:nvSpPr>
        <p:spPr>
          <a:xfrm>
            <a:off x="12637008" y="8549640"/>
            <a:ext cx="134416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100" dirty="0"/>
          </a:p>
        </p:txBody>
      </p:sp>
      <p:sp>
        <p:nvSpPr>
          <p:cNvPr id="47" name="chip"/>
          <p:cNvSpPr/>
          <p:nvPr/>
        </p:nvSpPr>
        <p:spPr>
          <a:xfrm>
            <a:off x="14090904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LAP</a:t>
            </a:r>
            <a:endParaRPr lang="ko-KR" sz="110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기능별 목표 · 핵심 결과</a:t>
            </a:r>
            <a:endParaRPr lang="ko-KR" sz="32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6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구현 — Top TB 검사 447 개 PASS · 보드 동작 확인</a:t>
            </a:r>
            <a:endParaRPr lang="ko-KR" sz="2000" dirty="0"/>
          </a:p>
        </p:txBody>
      </p:sp>
      <p:sp>
        <p:nvSpPr>
          <p:cNvPr id="8" name="shape"/>
          <p:cNvSpPr/>
          <p:nvPr/>
        </p:nvSpPr>
        <p:spPr>
          <a:xfrm>
            <a:off x="84124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chip"/>
          <p:cNvSpPr/>
          <p:nvPr/>
        </p:nvSpPr>
        <p:spPr>
          <a:xfrm>
            <a:off x="116128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16128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설정 — 커서 + 자리 단위 올림</a:t>
            </a:r>
            <a:endParaRPr lang="ko-KR" sz="2000" dirty="0"/>
          </a:p>
        </p:txBody>
      </p:sp>
      <p:sp>
        <p:nvSpPr>
          <p:cNvPr id="11" name="text"/>
          <p:cNvSpPr txBox="1"/>
          <p:nvPr/>
        </p:nvSpPr>
        <p:spPr>
          <a:xfrm>
            <a:off x="116128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2" name="text"/>
          <p:cNvSpPr txBox="1"/>
          <p:nvPr/>
        </p:nvSpPr>
        <p:spPr>
          <a:xfrm>
            <a:off x="143560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설정 모드, L · R 로 커서 이동</a:t>
            </a:r>
            <a:endParaRPr lang="ko-KR" sz="1600" dirty="0"/>
          </a:p>
        </p:txBody>
      </p:sp>
      <p:sp>
        <p:nvSpPr>
          <p:cNvPr id="13" name="text"/>
          <p:cNvSpPr txBox="1"/>
          <p:nvPr/>
        </p:nvSpPr>
        <p:spPr>
          <a:xfrm>
            <a:off x="116128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4" name="text"/>
          <p:cNvSpPr txBox="1"/>
          <p:nvPr/>
        </p:nvSpPr>
        <p:spPr>
          <a:xfrm>
            <a:off x="143560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· D 로 그 자리만 ± (분 십의 자리 ± 10 분)</a:t>
            </a:r>
            <a:endParaRPr lang="ko-KR" sz="1600" dirty="0"/>
          </a:p>
        </p:txBody>
      </p:sp>
      <p:sp>
        <p:nvSpPr>
          <p:cNvPr id="15" name="text"/>
          <p:cNvSpPr txBox="1"/>
          <p:nvPr/>
        </p:nvSpPr>
        <p:spPr>
          <a:xfrm>
            <a:off x="116128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6" name="text"/>
          <p:cNvSpPr txBox="1"/>
          <p:nvPr/>
        </p:nvSpPr>
        <p:spPr>
          <a:xfrm>
            <a:off x="143560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중인 자리 점멸로 커서 위치 표시</a:t>
            </a:r>
            <a:endParaRPr lang="ko-KR" sz="1600" dirty="0"/>
          </a:p>
        </p:txBody>
      </p:sp>
      <p:sp>
        <p:nvSpPr>
          <p:cNvPr id="17" name="shape"/>
          <p:cNvSpPr/>
          <p:nvPr/>
        </p:nvSpPr>
        <p:spPr>
          <a:xfrm>
            <a:off x="646480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" name="chip"/>
          <p:cNvSpPr/>
          <p:nvPr/>
        </p:nvSpPr>
        <p:spPr>
          <a:xfrm>
            <a:off x="6784848" y="260604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400" dirty="0"/>
          </a:p>
        </p:txBody>
      </p:sp>
      <p:sp>
        <p:nvSpPr>
          <p:cNvPr id="19" name="text"/>
          <p:cNvSpPr txBox="1"/>
          <p:nvPr/>
        </p:nvSpPr>
        <p:spPr>
          <a:xfrm>
            <a:off x="678484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기존 스톱워치 + D 버튼 LAP time</a:t>
            </a:r>
            <a:endParaRPr lang="ko-KR" sz="2000" dirty="0"/>
          </a:p>
        </p:txBody>
      </p:sp>
      <p:sp>
        <p:nvSpPr>
          <p:cNvPr id="20" name="text"/>
          <p:cNvSpPr txBox="1"/>
          <p:nvPr/>
        </p:nvSpPr>
        <p:spPr>
          <a:xfrm>
            <a:off x="678484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1" name="text"/>
          <p:cNvSpPr txBox="1"/>
          <p:nvPr/>
        </p:nvSpPr>
        <p:spPr>
          <a:xfrm>
            <a:off x="705916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 · 정지 · 초기화 · 업 / 다운 (R · L · U)</a:t>
            </a:r>
            <a:endParaRPr lang="ko-KR" sz="1600" dirty="0"/>
          </a:p>
        </p:txBody>
      </p:sp>
      <p:sp>
        <p:nvSpPr>
          <p:cNvPr id="22" name="text"/>
          <p:cNvSpPr txBox="1"/>
          <p:nvPr/>
        </p:nvSpPr>
        <p:spPr>
          <a:xfrm>
            <a:off x="678484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3" name="text"/>
          <p:cNvSpPr txBox="1"/>
          <p:nvPr/>
        </p:nvSpPr>
        <p:spPr>
          <a:xfrm>
            <a:off x="705916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: 현재 시간 저장 · 표시 고정, 다시 D 로 복귀</a:t>
            </a:r>
            <a:endParaRPr lang="ko-KR" sz="1600" dirty="0"/>
          </a:p>
        </p:txBody>
      </p:sp>
      <p:sp>
        <p:nvSpPr>
          <p:cNvPr id="24" name="text"/>
          <p:cNvSpPr txBox="1"/>
          <p:nvPr/>
        </p:nvSpPr>
        <p:spPr>
          <a:xfrm>
            <a:off x="678484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5" name="text"/>
          <p:cNvSpPr txBox="1"/>
          <p:nvPr/>
        </p:nvSpPr>
        <p:spPr>
          <a:xfrm>
            <a:off x="705916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중에도 내부 측정은 계속</a:t>
            </a:r>
            <a:endParaRPr lang="ko-KR" sz="1600" dirty="0"/>
          </a:p>
        </p:txBody>
      </p:sp>
      <p:sp>
        <p:nvSpPr>
          <p:cNvPr id="26" name="shape"/>
          <p:cNvSpPr/>
          <p:nvPr/>
        </p:nvSpPr>
        <p:spPr>
          <a:xfrm>
            <a:off x="1208836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chip"/>
          <p:cNvSpPr/>
          <p:nvPr/>
        </p:nvSpPr>
        <p:spPr>
          <a:xfrm>
            <a:off x="1240840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400" dirty="0"/>
          </a:p>
        </p:txBody>
      </p:sp>
      <p:sp>
        <p:nvSpPr>
          <p:cNvPr id="28" name="text"/>
          <p:cNvSpPr txBox="1"/>
          <p:nvPr/>
        </p:nvSpPr>
        <p:spPr>
          <a:xfrm>
            <a:off x="1240840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기능 — 빠른 알람 타이머</a:t>
            </a:r>
            <a:endParaRPr lang="ko-KR" sz="2000" dirty="0"/>
          </a:p>
        </p:txBody>
      </p:sp>
      <p:sp>
        <p:nvSpPr>
          <p:cNvPr id="29" name="text"/>
          <p:cNvSpPr txBox="1"/>
          <p:nvPr/>
        </p:nvSpPr>
        <p:spPr>
          <a:xfrm>
            <a:off x="1240840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0" name="text"/>
          <p:cNvSpPr txBox="1"/>
          <p:nvPr/>
        </p:nvSpPr>
        <p:spPr>
          <a:xfrm>
            <a:off x="1268272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+ 10 초 · R + 1 분 · D + 10 분, 상한 59 : 59</a:t>
            </a:r>
            <a:endParaRPr lang="ko-KR" sz="1600" dirty="0"/>
          </a:p>
        </p:txBody>
      </p:sp>
      <p:sp>
        <p:nvSpPr>
          <p:cNvPr id="31" name="text"/>
          <p:cNvSpPr txBox="1"/>
          <p:nvPr/>
        </p:nvSpPr>
        <p:spPr>
          <a:xfrm>
            <a:off x="1240840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2" name="text"/>
          <p:cNvSpPr txBox="1"/>
          <p:nvPr/>
        </p:nvSpPr>
        <p:spPr>
          <a:xfrm>
            <a:off x="1268272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 / 진행 중 취소</a:t>
            </a:r>
            <a:endParaRPr lang="ko-KR" sz="1600" dirty="0"/>
          </a:p>
        </p:txBody>
      </p:sp>
      <p:sp>
        <p:nvSpPr>
          <p:cNvPr id="33" name="text"/>
          <p:cNvSpPr txBox="1"/>
          <p:nvPr/>
        </p:nvSpPr>
        <p:spPr>
          <a:xfrm>
            <a:off x="1240840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4" name="text"/>
          <p:cNvSpPr txBox="1"/>
          <p:nvPr/>
        </p:nvSpPr>
        <p:spPr>
          <a:xfrm>
            <a:off x="1268272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 → LED 16 개 0.5 s 점멸 알람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84124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C00000"/>
                </a:solidFill>
                <a:latin typeface="Malgun Gothic Semilight"/>
                <a:ea typeface="Malgun Gothic Semilight"/>
                <a:cs typeface="Malgun Gothic Semilight"/>
              </a:rPr>
              <a:t>447 / 447</a:t>
            </a:r>
            <a:endParaRPr lang="ko-KR" sz="4800" dirty="0"/>
          </a:p>
        </p:txBody>
      </p:sp>
      <p:cxnSp>
        <p:nvCxnSpPr>
          <p:cNvPr id="36" name="line"/>
          <p:cNvCxnSpPr/>
          <p:nvPr/>
        </p:nvCxnSpPr>
        <p:spPr>
          <a:xfrm>
            <a:off x="84124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37" name="text"/>
          <p:cNvSpPr txBox="1"/>
          <p:nvPr/>
        </p:nvSpPr>
        <p:spPr>
          <a:xfrm>
            <a:off x="84124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Top TB 13 개 · 검사 PASS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504748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1.8 %</a:t>
            </a:r>
            <a:endParaRPr lang="ko-KR" sz="4800" dirty="0"/>
          </a:p>
        </p:txBody>
      </p:sp>
      <p:cxnSp>
        <p:nvCxnSpPr>
          <p:cNvPr id="39" name="line"/>
          <p:cNvCxnSpPr/>
          <p:nvPr/>
        </p:nvCxnSpPr>
        <p:spPr>
          <a:xfrm>
            <a:off x="504748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text"/>
          <p:cNvSpPr txBox="1"/>
          <p:nvPr/>
        </p:nvSpPr>
        <p:spPr>
          <a:xfrm>
            <a:off x="504748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LUT 384 · FF 228 (0.5 %)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925372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+3.440 ns</a:t>
            </a:r>
            <a:endParaRPr lang="ko-KR" sz="4800" dirty="0"/>
          </a:p>
        </p:txBody>
      </p:sp>
      <p:cxnSp>
        <p:nvCxnSpPr>
          <p:cNvPr id="42" name="line"/>
          <p:cNvCxnSpPr/>
          <p:nvPr/>
        </p:nvCxnSpPr>
        <p:spPr>
          <a:xfrm>
            <a:off x="925372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3" name="text"/>
          <p:cNvSpPr txBox="1"/>
          <p:nvPr/>
        </p:nvSpPr>
        <p:spPr>
          <a:xfrm>
            <a:off x="925372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WNS @ 100 MHz · 래치 0</a:t>
            </a:r>
            <a:endParaRPr lang="ko-KR" sz="1600" dirty="0"/>
          </a:p>
        </p:txBody>
      </p:sp>
      <p:sp>
        <p:nvSpPr>
          <p:cNvPr id="44" name="text"/>
          <p:cNvSpPr txBox="1"/>
          <p:nvPr/>
        </p:nvSpPr>
        <p:spPr>
          <a:xfrm>
            <a:off x="1345996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10 s + 20 ns</a:t>
            </a:r>
            <a:endParaRPr lang="ko-KR" sz="4800" dirty="0"/>
          </a:p>
        </p:txBody>
      </p:sp>
      <p:cxnSp>
        <p:nvCxnSpPr>
          <p:cNvPr id="45" name="line"/>
          <p:cNvCxnSpPr/>
          <p:nvPr/>
        </p:nvCxnSpPr>
        <p:spPr>
          <a:xfrm>
            <a:off x="1345996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6" name="text"/>
          <p:cNvSpPr txBox="1"/>
          <p:nvPr/>
        </p:nvSpPr>
        <p:spPr>
          <a:xfrm>
            <a:off x="1345996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초 타이머 실측 (2 클럭 고정 지연)</a:t>
            </a:r>
            <a:endParaRPr lang="ko-KR" sz="1600" dirty="0"/>
          </a:p>
        </p:txBody>
      </p:sp>
      <p:sp>
        <p:nvSpPr>
          <p:cNvPr id="47" name="text"/>
          <p:cNvSpPr txBox="1"/>
          <p:nvPr/>
        </p:nvSpPr>
        <p:spPr>
          <a:xfrm>
            <a:off x="841248" y="877824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수치 출처 — Vivado 2022.2 구현 결과 (xc7a35t) · xsim Top TB [SUMMARY] 자동 판정 (부록 A)</a:t>
            </a:r>
            <a:endParaRPr lang="ko-KR" sz="115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버튼에서 FND · LED 까지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모드 선택 AND 게이트로 한 기능에만 · 기능마다 컨트롤 유닛 → tick → 데이터패스 · 화면 MUX 로 FND 공유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1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2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3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4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5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6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7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58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0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2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3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4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5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6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7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8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9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0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1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2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3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4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5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6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7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78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9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0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2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3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4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7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8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9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1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2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3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7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198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199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0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1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2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3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04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5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6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7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8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9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10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1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2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3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4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5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16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7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18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19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0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1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2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24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5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26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27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8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29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0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1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2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3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4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36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37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38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1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cxnSp>
        <p:nvCxnSpPr>
          <p:cNvPr id="242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3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4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5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6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9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0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2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3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56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cxnSp>
        <p:nvCxnSpPr>
          <p:cNvPr id="257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8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59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0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1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4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5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66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67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68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69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1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2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73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4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5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76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77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78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79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0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1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2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3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4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5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6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87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88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89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0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1" name="라벨"/>
          <p:cNvSpPr txBox="1"/>
          <p:nvPr/>
        </p:nvSpPr>
        <p:spPr>
          <a:xfrm>
            <a:off x="12252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</a:t>
            </a:r>
          </a:p>
        </p:txBody>
      </p:sp>
      <p:sp>
        <p:nvSpPr>
          <p:cNvPr id="292" name="범례"/>
          <p:cNvSpPr/>
          <p:nvPr/>
        </p:nvSpPr>
        <p:spPr>
          <a:xfrm>
            <a:off x="24414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3" name="라벨"/>
          <p:cNvSpPr txBox="1"/>
          <p:nvPr/>
        </p:nvSpPr>
        <p:spPr>
          <a:xfrm>
            <a:off x="28254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294" name="범례"/>
          <p:cNvSpPr/>
          <p:nvPr/>
        </p:nvSpPr>
        <p:spPr>
          <a:xfrm>
            <a:off x="40416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5" name="라벨"/>
          <p:cNvSpPr txBox="1"/>
          <p:nvPr/>
        </p:nvSpPr>
        <p:spPr>
          <a:xfrm>
            <a:off x="44256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</a:t>
            </a:r>
          </a:p>
        </p:txBody>
      </p:sp>
      <p:sp>
        <p:nvSpPr>
          <p:cNvPr id="296" name="범례 AND"/>
          <p:cNvSpPr/>
          <p:nvPr/>
        </p:nvSpPr>
        <p:spPr>
          <a:xfrm>
            <a:off x="5733288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297" name="라벨"/>
          <p:cNvSpPr txBox="1"/>
          <p:nvPr/>
        </p:nvSpPr>
        <p:spPr>
          <a:xfrm>
            <a:off x="6190488" y="8741664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게이트 · ○ = 반전 입력</a:t>
            </a:r>
          </a:p>
        </p:txBody>
      </p:sp>
      <p:cxnSp>
        <p:nvCxnSpPr>
          <p:cNvPr id="298" name="화살표"/>
          <p:cNvCxnSpPr/>
          <p:nvPr/>
        </p:nvCxnSpPr>
        <p:spPr>
          <a:xfrm>
            <a:off x="9665208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299" name="라벨"/>
          <p:cNvSpPr txBox="1"/>
          <p:nvPr/>
        </p:nvSpPr>
        <p:spPr>
          <a:xfrm>
            <a:off x="10305288" y="874166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300" name="범례 태그"/>
          <p:cNvSpPr/>
          <p:nvPr/>
        </p:nvSpPr>
        <p:spPr>
          <a:xfrm>
            <a:off x="12042648" y="8759952"/>
            <a:ext cx="502920" cy="274320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301" name="라벨"/>
          <p:cNvSpPr txBox="1"/>
          <p:nvPr/>
        </p:nvSpPr>
        <p:spPr>
          <a:xfrm>
            <a:off x="12637008" y="874166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흐름 — SW4 = 0 · SW0 = 0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시계 쪽 AND 만 통과 · 시각은 100 Hz tick 으로 항상 흐르고 설정 중엔 커서 자리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8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9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0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2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3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LD0 시계 · LD15 오후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 → 커서 자리 0.5 s 점멸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604418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33649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252374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3456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0 → sel_wt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시계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SW2 설정 · L/R 커서 · U/D ±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데이터패스 : 100 Hz 로 항상 흐름 · 커서 자리 ±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12/24 변환 (SW3) → 화면 MUX 가 시계 값 선택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설정 자리 점멸 · LD0 · LD15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흐름 — SW4 = 0 · SW0 = 1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스톱워치 쪽 AND 만 통과 · 전용 tick 은 RUN 동안만 세고 D 버튼은 LAP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LD1 스톱워치 · LD7 LAP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SW1 : 초.1/100 ↔ 시.분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5129784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45537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54681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46451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55595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→ sel_sw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스톱워치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R 시작/정지 · L 초기화 · U 방향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: RUN 동안만 셈 · D 버튼 = LAP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스톱워치 값 선택 (SW1 화면 전환)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LD1 · LD7 LAP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흐름 — SW4 = 1 (최우선)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SW0 와 상관없이 타이머 · 0 도달 → zero → ALARM, LED 16 개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2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3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5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6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7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8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9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20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LD5 · LD6 RUN · 알람 16 개 점멸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분.초 화면 고정</a:t>
            </a:r>
          </a:p>
        </p:txBody>
      </p:sp>
      <p:sp>
        <p:nvSpPr>
          <p:cNvPr id="296" name="단계 1"/>
          <p:cNvSpPr/>
          <p:nvPr/>
        </p:nvSpPr>
        <p:spPr>
          <a:xfrm>
            <a:off x="2066544" y="699516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65653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74797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661111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75712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→ sel_tm = 1 (SW0 무시 · 최우선)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타이머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U +10 s · R +1 min · D +10 min · L 시작/취소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다운카운트 → 0 도달 zero → ALARM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타이머 값 선택 (분.초 고정)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LD5 · LD6 RUN · 알람 때 LED 16 개 점멸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4671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기능별 설명 및</a:t>
            </a:r>
            <a:endParaRPr lang="en-US" altLang="ko-KR" sz="4700">
              <a:solidFill>
                <a:srgbClr val="595959"/>
              </a:solidFill>
              <a:latin typeface="Malgun Gothic Semilight"/>
              <a:ea typeface="Malgun Gothic Semilight"/>
              <a:cs typeface="Malgun Gothic Semiligh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시뮬레이션 </a:t>
            </a: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검증</a:t>
            </a:r>
            <a:endParaRPr lang="ko-KR" sz="4700" dirty="0"/>
          </a:p>
        </p:txBody>
      </p:sp>
      <p:sp>
        <p:nvSpPr>
          <p:cNvPr id="5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</a:t>
            </a:r>
            <a:endParaRPr lang="ko-KR" sz="2000" dirty="0"/>
          </a:p>
        </p:txBody>
      </p:sp>
      <p:sp>
        <p:nvSpPr>
          <p:cNvPr id="7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5 개 (작성 중) · SW2 설정 · 커서 · 자리 단위 증감</a:t>
            </a:r>
            <a:endParaRPr lang="ko-KR" sz="1400" dirty="0"/>
          </a:p>
        </p:txBody>
      </p:sp>
      <p:sp>
        <p:nvSpPr>
          <p:cNvPr id="8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5 개 · R · L · U 기본 동작 + D 버튼 LAP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49377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51023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55961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 · FSM · 구조) → 시뮬레이션 · 더하기 · 59:59 상한 · 카운트다운 · 알람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공통 검증 방법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Top 모듈을 넣은 TB · 100 MHz 그대로 (주파수 축소 없음)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시나리오 표 (입력 → 확인 신호 → 예상 결과) → 파형 · 콘솔 판정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lang="ko-K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43FD-6834-9244-E715-86D7D276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88CE8437-E2E2-C336-43D0-A61E80D74FD1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8B35998-8C26-EE87-A92A-42B7637C98C5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D3D2A4-219C-A1FC-9D96-4BCA435D003A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03-1  시계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316874-A27B-67C3-E969-A5B0C5B7B9EE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조작법 — 버튼 · 스위치별 동작</a:t>
            </a:r>
            <a:endParaRPr lang="ko-KR" sz="3000" dirty="0"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B958CB-2F8B-7C2A-943F-A0887B8018E4}"/>
              </a:ext>
            </a:extLst>
          </p:cNvPr>
          <p:cNvGrpSpPr/>
          <p:nvPr/>
        </p:nvGrpSpPr>
        <p:grpSpPr>
          <a:xfrm>
            <a:off x="612648" y="1863852"/>
            <a:ext cx="5358384" cy="3749040"/>
            <a:chOff x="6464808" y="2286000"/>
            <a:chExt cx="5358384" cy="3749040"/>
          </a:xfrm>
        </p:grpSpPr>
        <p:sp>
          <p:nvSpPr>
            <p:cNvPr id="81" name="chip">
              <a:extLst>
                <a:ext uri="{FF2B5EF4-FFF2-40B4-BE49-F238E27FC236}">
                  <a16:creationId xmlns:a16="http://schemas.microsoft.com/office/drawing/2014/main" id="{4CC7E108-BC39-7EA1-2362-45B907F11640}"/>
                </a:ext>
              </a:extLst>
            </p:cNvPr>
            <p:cNvSpPr/>
            <p:nvPr/>
          </p:nvSpPr>
          <p:spPr>
            <a:xfrm>
              <a:off x="6464808" y="2286000"/>
              <a:ext cx="978408" cy="402336"/>
            </a:xfrm>
            <a:prstGeom prst="roundRect">
              <a:avLst>
                <a:gd name="adj" fmla="val 50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WATCH</a:t>
              </a:r>
              <a:endParaRPr lang="ko-KR" sz="1300" dirty="0"/>
            </a:p>
          </p:txBody>
        </p:sp>
        <p:sp>
          <p:nvSpPr>
            <p:cNvPr id="82" name="text">
              <a:extLst>
                <a:ext uri="{FF2B5EF4-FFF2-40B4-BE49-F238E27FC236}">
                  <a16:creationId xmlns:a16="http://schemas.microsoft.com/office/drawing/2014/main" id="{E90FE025-70AB-4EF7-A60C-D151F53BB334}"/>
                </a:ext>
              </a:extLst>
            </p:cNvPr>
            <p:cNvSpPr txBox="1"/>
            <p:nvPr/>
          </p:nvSpPr>
          <p:spPr>
            <a:xfrm>
              <a:off x="7562088" y="2286000"/>
              <a:ext cx="41148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50" b="1" dirty="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</a:rPr>
                <a:t>SW4 = 0 · SW0 = 0  →  LD0</a:t>
              </a:r>
              <a:endParaRPr lang="ko-KR" sz="1350" dirty="0"/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5DE16776-2A86-1E3E-C59B-9DC72E9C8AC5}"/>
                </a:ext>
              </a:extLst>
            </p:cNvPr>
            <p:cNvSpPr/>
            <p:nvPr/>
          </p:nvSpPr>
          <p:spPr>
            <a:xfrm>
              <a:off x="6464808" y="2834640"/>
              <a:ext cx="5358384" cy="3200400"/>
            </a:xfrm>
            <a:prstGeom prst="roundRect">
              <a:avLst>
                <a:gd name="adj" fmla="val 4000"/>
              </a:avLst>
            </a:prstGeom>
            <a:solidFill>
              <a:srgbClr val="2A2F35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1CEAC2A5-97BA-2084-9E7F-A6ADE7191A2F}"/>
                </a:ext>
              </a:extLst>
            </p:cNvPr>
            <p:cNvSpPr txBox="1"/>
            <p:nvPr/>
          </p:nvSpPr>
          <p:spPr>
            <a:xfrm>
              <a:off x="10222992" y="2944368"/>
              <a:ext cx="1417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1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BASYS 3</a:t>
              </a:r>
              <a:endParaRPr lang="ko-KR" sz="1100" dirty="0"/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EE933B7B-D021-D15F-23EF-49593C01C9A0}"/>
                </a:ext>
              </a:extLst>
            </p:cNvPr>
            <p:cNvSpPr/>
            <p:nvPr/>
          </p:nvSpPr>
          <p:spPr>
            <a:xfrm>
              <a:off x="6739128" y="3218688"/>
              <a:ext cx="2788920" cy="1097280"/>
            </a:xfrm>
            <a:prstGeom prst="rect">
              <a:avLst/>
            </a:prstGeom>
            <a:solidFill>
              <a:srgbClr val="0E0F1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4400" dirty="0">
                  <a:solidFill>
                    <a:srgbClr val="FF4136"/>
                  </a:solidFill>
                  <a:latin typeface="Consolas"/>
                  <a:ea typeface="Consolas"/>
                  <a:cs typeface="Consolas"/>
                </a:rPr>
                <a:t>12.00</a:t>
              </a:r>
              <a:endParaRPr lang="ko-KR" sz="4400" dirty="0"/>
            </a:p>
          </p:txBody>
        </p:sp>
        <p:sp>
          <p:nvSpPr>
            <p:cNvPr id="86" name="text">
              <a:extLst>
                <a:ext uri="{FF2B5EF4-FFF2-40B4-BE49-F238E27FC236}">
                  <a16:creationId xmlns:a16="http://schemas.microsoft.com/office/drawing/2014/main" id="{164E8F64-F8BD-DA0E-A091-981221CF272C}"/>
                </a:ext>
              </a:extLst>
            </p:cNvPr>
            <p:cNvSpPr txBox="1"/>
            <p:nvPr/>
          </p:nvSpPr>
          <p:spPr>
            <a:xfrm>
              <a:off x="6739128" y="4343400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50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SW1 = 1 → 시 . 분 (설정 자리 점멸)</a:t>
              </a:r>
              <a:endParaRPr lang="ko-KR" sz="1050" dirty="0"/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9847B0CE-45FD-5A75-D48C-1E36821562DE}"/>
                </a:ext>
              </a:extLst>
            </p:cNvPr>
            <p:cNvSpPr/>
            <p:nvPr/>
          </p:nvSpPr>
          <p:spPr>
            <a:xfrm>
              <a:off x="10433304" y="31455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U</a:t>
              </a:r>
              <a:endParaRPr lang="ko-KR" sz="1200" dirty="0"/>
            </a:p>
          </p:txBody>
        </p:sp>
        <p:sp>
          <p:nvSpPr>
            <p:cNvPr id="88" name="badge">
              <a:extLst>
                <a:ext uri="{FF2B5EF4-FFF2-40B4-BE49-F238E27FC236}">
                  <a16:creationId xmlns:a16="http://schemas.microsoft.com/office/drawing/2014/main" id="{AC4DC95A-3A3A-985E-B744-C0456385C3F2}"/>
                </a:ext>
              </a:extLst>
            </p:cNvPr>
            <p:cNvSpPr/>
            <p:nvPr/>
          </p:nvSpPr>
          <p:spPr>
            <a:xfrm>
              <a:off x="10748772" y="29946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③</a:t>
              </a:r>
              <a:endParaRPr lang="ko-KR" sz="1000" dirty="0"/>
            </a:p>
          </p:txBody>
        </p:sp>
        <p:sp>
          <p:nvSpPr>
            <p:cNvPr id="89" name="shape">
              <a:extLst>
                <a:ext uri="{FF2B5EF4-FFF2-40B4-BE49-F238E27FC236}">
                  <a16:creationId xmlns:a16="http://schemas.microsoft.com/office/drawing/2014/main" id="{101519D9-6FA4-39BC-8339-F3DA84A1F87C}"/>
                </a:ext>
              </a:extLst>
            </p:cNvPr>
            <p:cNvSpPr/>
            <p:nvPr/>
          </p:nvSpPr>
          <p:spPr>
            <a:xfrm>
              <a:off x="99761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L</a:t>
              </a:r>
              <a:endParaRPr lang="ko-KR" sz="1200" dirty="0"/>
            </a:p>
          </p:txBody>
        </p:sp>
        <p:sp>
          <p:nvSpPr>
            <p:cNvPr id="90" name="badge">
              <a:extLst>
                <a:ext uri="{FF2B5EF4-FFF2-40B4-BE49-F238E27FC236}">
                  <a16:creationId xmlns:a16="http://schemas.microsoft.com/office/drawing/2014/main" id="{93E57C07-87E4-5ED3-5050-FB4DAE07AA09}"/>
                </a:ext>
              </a:extLst>
            </p:cNvPr>
            <p:cNvSpPr/>
            <p:nvPr/>
          </p:nvSpPr>
          <p:spPr>
            <a:xfrm>
              <a:off x="102915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①</a:t>
              </a:r>
              <a:endParaRPr lang="ko-KR" sz="1000" dirty="0"/>
            </a:p>
          </p:txBody>
        </p:sp>
        <p:sp>
          <p:nvSpPr>
            <p:cNvPr id="91" name="shape">
              <a:extLst>
                <a:ext uri="{FF2B5EF4-FFF2-40B4-BE49-F238E27FC236}">
                  <a16:creationId xmlns:a16="http://schemas.microsoft.com/office/drawing/2014/main" id="{23B795C5-11AF-0D63-7246-32FE5A5749B3}"/>
                </a:ext>
              </a:extLst>
            </p:cNvPr>
            <p:cNvSpPr/>
            <p:nvPr/>
          </p:nvSpPr>
          <p:spPr>
            <a:xfrm>
              <a:off x="104333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AEB4BA"/>
                  </a:solidFill>
                  <a:latin typeface="Malgun Gothic"/>
                  <a:ea typeface="Malgun Gothic"/>
                  <a:cs typeface="Malgun Gothic"/>
                </a:rPr>
                <a:t>C</a:t>
              </a:r>
              <a:endParaRPr lang="ko-KR" sz="1200" dirty="0"/>
            </a:p>
          </p:txBody>
        </p:sp>
        <p:sp>
          <p:nvSpPr>
            <p:cNvPr id="92" name="shape">
              <a:extLst>
                <a:ext uri="{FF2B5EF4-FFF2-40B4-BE49-F238E27FC236}">
                  <a16:creationId xmlns:a16="http://schemas.microsoft.com/office/drawing/2014/main" id="{1314DD5F-FC57-2E88-8817-ECE8CDF5BF9F}"/>
                </a:ext>
              </a:extLst>
            </p:cNvPr>
            <p:cNvSpPr/>
            <p:nvPr/>
          </p:nvSpPr>
          <p:spPr>
            <a:xfrm>
              <a:off x="108905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R</a:t>
              </a:r>
              <a:endParaRPr lang="ko-KR" sz="1200" dirty="0"/>
            </a:p>
          </p:txBody>
        </p:sp>
        <p:sp>
          <p:nvSpPr>
            <p:cNvPr id="93" name="badge">
              <a:extLst>
                <a:ext uri="{FF2B5EF4-FFF2-40B4-BE49-F238E27FC236}">
                  <a16:creationId xmlns:a16="http://schemas.microsoft.com/office/drawing/2014/main" id="{91BE6D0F-E867-3B28-25A9-873FD63F1FD2}"/>
                </a:ext>
              </a:extLst>
            </p:cNvPr>
            <p:cNvSpPr/>
            <p:nvPr/>
          </p:nvSpPr>
          <p:spPr>
            <a:xfrm>
              <a:off x="112059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②</a:t>
              </a:r>
              <a:endParaRPr lang="ko-KR" sz="1000" dirty="0"/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EE021DB9-4180-F3AC-C9C4-A7C42A56895D}"/>
                </a:ext>
              </a:extLst>
            </p:cNvPr>
            <p:cNvSpPr/>
            <p:nvPr/>
          </p:nvSpPr>
          <p:spPr>
            <a:xfrm>
              <a:off x="10433304" y="40599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D</a:t>
              </a:r>
              <a:endParaRPr lang="ko-KR" sz="1200" dirty="0"/>
            </a:p>
          </p:txBody>
        </p:sp>
        <p:sp>
          <p:nvSpPr>
            <p:cNvPr id="95" name="badge">
              <a:extLst>
                <a:ext uri="{FF2B5EF4-FFF2-40B4-BE49-F238E27FC236}">
                  <a16:creationId xmlns:a16="http://schemas.microsoft.com/office/drawing/2014/main" id="{2E08208A-8022-4CA1-31F9-75B5F73CF107}"/>
                </a:ext>
              </a:extLst>
            </p:cNvPr>
            <p:cNvSpPr/>
            <p:nvPr/>
          </p:nvSpPr>
          <p:spPr>
            <a:xfrm>
              <a:off x="10748772" y="39090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④</a:t>
              </a:r>
              <a:endParaRPr lang="ko-KR" sz="1000" dirty="0"/>
            </a:p>
          </p:txBody>
        </p:sp>
        <p:sp>
          <p:nvSpPr>
            <p:cNvPr id="96" name="shape">
              <a:extLst>
                <a:ext uri="{FF2B5EF4-FFF2-40B4-BE49-F238E27FC236}">
                  <a16:creationId xmlns:a16="http://schemas.microsoft.com/office/drawing/2014/main" id="{C7D26B46-F90C-DBC3-0B03-826DE7CD4460}"/>
                </a:ext>
              </a:extLst>
            </p:cNvPr>
            <p:cNvSpPr/>
            <p:nvPr/>
          </p:nvSpPr>
          <p:spPr>
            <a:xfrm>
              <a:off x="6739128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shape">
              <a:extLst>
                <a:ext uri="{FF2B5EF4-FFF2-40B4-BE49-F238E27FC236}">
                  <a16:creationId xmlns:a16="http://schemas.microsoft.com/office/drawing/2014/main" id="{4401E9DA-D6F0-22C8-0512-8A534071F4B6}"/>
                </a:ext>
              </a:extLst>
            </p:cNvPr>
            <p:cNvSpPr/>
            <p:nvPr/>
          </p:nvSpPr>
          <p:spPr>
            <a:xfrm>
              <a:off x="673912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shape">
              <a:extLst>
                <a:ext uri="{FF2B5EF4-FFF2-40B4-BE49-F238E27FC236}">
                  <a16:creationId xmlns:a16="http://schemas.microsoft.com/office/drawing/2014/main" id="{525AD12A-3744-F143-204E-7B769F3B0D3F}"/>
                </a:ext>
              </a:extLst>
            </p:cNvPr>
            <p:cNvSpPr/>
            <p:nvPr/>
          </p:nvSpPr>
          <p:spPr>
            <a:xfrm>
              <a:off x="676656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shape">
              <a:extLst>
                <a:ext uri="{FF2B5EF4-FFF2-40B4-BE49-F238E27FC236}">
                  <a16:creationId xmlns:a16="http://schemas.microsoft.com/office/drawing/2014/main" id="{5B791F69-C829-65FA-4C8E-D1CD04706B32}"/>
                </a:ext>
              </a:extLst>
            </p:cNvPr>
            <p:cNvSpPr/>
            <p:nvPr/>
          </p:nvSpPr>
          <p:spPr>
            <a:xfrm>
              <a:off x="7044538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shape">
              <a:extLst>
                <a:ext uri="{FF2B5EF4-FFF2-40B4-BE49-F238E27FC236}">
                  <a16:creationId xmlns:a16="http://schemas.microsoft.com/office/drawing/2014/main" id="{8BA10EDC-8869-49BC-F0D0-A7E3E53D418D}"/>
                </a:ext>
              </a:extLst>
            </p:cNvPr>
            <p:cNvSpPr/>
            <p:nvPr/>
          </p:nvSpPr>
          <p:spPr>
            <a:xfrm>
              <a:off x="704453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shape">
              <a:extLst>
                <a:ext uri="{FF2B5EF4-FFF2-40B4-BE49-F238E27FC236}">
                  <a16:creationId xmlns:a16="http://schemas.microsoft.com/office/drawing/2014/main" id="{117DA317-5671-0200-7B72-7B09A0064959}"/>
                </a:ext>
              </a:extLst>
            </p:cNvPr>
            <p:cNvSpPr/>
            <p:nvPr/>
          </p:nvSpPr>
          <p:spPr>
            <a:xfrm>
              <a:off x="707197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shape">
              <a:extLst>
                <a:ext uri="{FF2B5EF4-FFF2-40B4-BE49-F238E27FC236}">
                  <a16:creationId xmlns:a16="http://schemas.microsoft.com/office/drawing/2014/main" id="{04895B99-455E-B7A1-081D-3C02E0A25859}"/>
                </a:ext>
              </a:extLst>
            </p:cNvPr>
            <p:cNvSpPr/>
            <p:nvPr/>
          </p:nvSpPr>
          <p:spPr>
            <a:xfrm>
              <a:off x="734994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shape">
              <a:extLst>
                <a:ext uri="{FF2B5EF4-FFF2-40B4-BE49-F238E27FC236}">
                  <a16:creationId xmlns:a16="http://schemas.microsoft.com/office/drawing/2014/main" id="{C72E776D-A641-5394-3755-0E8890EE79FE}"/>
                </a:ext>
              </a:extLst>
            </p:cNvPr>
            <p:cNvSpPr/>
            <p:nvPr/>
          </p:nvSpPr>
          <p:spPr>
            <a:xfrm>
              <a:off x="734994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shape">
              <a:extLst>
                <a:ext uri="{FF2B5EF4-FFF2-40B4-BE49-F238E27FC236}">
                  <a16:creationId xmlns:a16="http://schemas.microsoft.com/office/drawing/2014/main" id="{798B4524-651D-729C-C3A1-0C9BE747DD99}"/>
                </a:ext>
              </a:extLst>
            </p:cNvPr>
            <p:cNvSpPr/>
            <p:nvPr/>
          </p:nvSpPr>
          <p:spPr>
            <a:xfrm>
              <a:off x="737737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shape">
              <a:extLst>
                <a:ext uri="{FF2B5EF4-FFF2-40B4-BE49-F238E27FC236}">
                  <a16:creationId xmlns:a16="http://schemas.microsoft.com/office/drawing/2014/main" id="{B691D410-2390-4294-82B6-F69C480BD003}"/>
                </a:ext>
              </a:extLst>
            </p:cNvPr>
            <p:cNvSpPr/>
            <p:nvPr/>
          </p:nvSpPr>
          <p:spPr>
            <a:xfrm>
              <a:off x="765535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shape">
              <a:extLst>
                <a:ext uri="{FF2B5EF4-FFF2-40B4-BE49-F238E27FC236}">
                  <a16:creationId xmlns:a16="http://schemas.microsoft.com/office/drawing/2014/main" id="{F1045776-B8EC-C704-6525-739D17C8A7A6}"/>
                </a:ext>
              </a:extLst>
            </p:cNvPr>
            <p:cNvSpPr/>
            <p:nvPr/>
          </p:nvSpPr>
          <p:spPr>
            <a:xfrm>
              <a:off x="765535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shape">
              <a:extLst>
                <a:ext uri="{FF2B5EF4-FFF2-40B4-BE49-F238E27FC236}">
                  <a16:creationId xmlns:a16="http://schemas.microsoft.com/office/drawing/2014/main" id="{8A280229-B35E-1266-B3AF-E62B53E984B7}"/>
                </a:ext>
              </a:extLst>
            </p:cNvPr>
            <p:cNvSpPr/>
            <p:nvPr/>
          </p:nvSpPr>
          <p:spPr>
            <a:xfrm>
              <a:off x="768278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shape">
              <a:extLst>
                <a:ext uri="{FF2B5EF4-FFF2-40B4-BE49-F238E27FC236}">
                  <a16:creationId xmlns:a16="http://schemas.microsoft.com/office/drawing/2014/main" id="{3FA2B8F4-FFE5-F9F2-2F11-ADA33247F424}"/>
                </a:ext>
              </a:extLst>
            </p:cNvPr>
            <p:cNvSpPr/>
            <p:nvPr/>
          </p:nvSpPr>
          <p:spPr>
            <a:xfrm>
              <a:off x="796076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shape">
              <a:extLst>
                <a:ext uri="{FF2B5EF4-FFF2-40B4-BE49-F238E27FC236}">
                  <a16:creationId xmlns:a16="http://schemas.microsoft.com/office/drawing/2014/main" id="{F096B953-FACB-CF94-25DA-266A884D1BAE}"/>
                </a:ext>
              </a:extLst>
            </p:cNvPr>
            <p:cNvSpPr/>
            <p:nvPr/>
          </p:nvSpPr>
          <p:spPr>
            <a:xfrm>
              <a:off x="796076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shape">
              <a:extLst>
                <a:ext uri="{FF2B5EF4-FFF2-40B4-BE49-F238E27FC236}">
                  <a16:creationId xmlns:a16="http://schemas.microsoft.com/office/drawing/2014/main" id="{DD51008F-7162-A209-2EB0-327D182D63A9}"/>
                </a:ext>
              </a:extLst>
            </p:cNvPr>
            <p:cNvSpPr/>
            <p:nvPr/>
          </p:nvSpPr>
          <p:spPr>
            <a:xfrm>
              <a:off x="798819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shape">
              <a:extLst>
                <a:ext uri="{FF2B5EF4-FFF2-40B4-BE49-F238E27FC236}">
                  <a16:creationId xmlns:a16="http://schemas.microsoft.com/office/drawing/2014/main" id="{80A1FCE8-0C9C-5C8C-325C-A361F099E634}"/>
                </a:ext>
              </a:extLst>
            </p:cNvPr>
            <p:cNvSpPr/>
            <p:nvPr/>
          </p:nvSpPr>
          <p:spPr>
            <a:xfrm>
              <a:off x="826617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272460A9-0ABE-9A19-38F6-0992D5617E49}"/>
                </a:ext>
              </a:extLst>
            </p:cNvPr>
            <p:cNvSpPr/>
            <p:nvPr/>
          </p:nvSpPr>
          <p:spPr>
            <a:xfrm>
              <a:off x="826617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shape">
              <a:extLst>
                <a:ext uri="{FF2B5EF4-FFF2-40B4-BE49-F238E27FC236}">
                  <a16:creationId xmlns:a16="http://schemas.microsoft.com/office/drawing/2014/main" id="{08605D95-C7F4-E23A-FD07-92EBDAD38738}"/>
                </a:ext>
              </a:extLst>
            </p:cNvPr>
            <p:cNvSpPr/>
            <p:nvPr/>
          </p:nvSpPr>
          <p:spPr>
            <a:xfrm>
              <a:off x="829360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shape">
              <a:extLst>
                <a:ext uri="{FF2B5EF4-FFF2-40B4-BE49-F238E27FC236}">
                  <a16:creationId xmlns:a16="http://schemas.microsoft.com/office/drawing/2014/main" id="{6E603440-58A6-BAC0-F6BE-6085F59ABB1F}"/>
                </a:ext>
              </a:extLst>
            </p:cNvPr>
            <p:cNvSpPr/>
            <p:nvPr/>
          </p:nvSpPr>
          <p:spPr>
            <a:xfrm>
              <a:off x="857158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5" name="shape">
              <a:extLst>
                <a:ext uri="{FF2B5EF4-FFF2-40B4-BE49-F238E27FC236}">
                  <a16:creationId xmlns:a16="http://schemas.microsoft.com/office/drawing/2014/main" id="{1DABCCF5-A030-AEE6-FC95-B3ED876D65BE}"/>
                </a:ext>
              </a:extLst>
            </p:cNvPr>
            <p:cNvSpPr/>
            <p:nvPr/>
          </p:nvSpPr>
          <p:spPr>
            <a:xfrm>
              <a:off x="857158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shape">
              <a:extLst>
                <a:ext uri="{FF2B5EF4-FFF2-40B4-BE49-F238E27FC236}">
                  <a16:creationId xmlns:a16="http://schemas.microsoft.com/office/drawing/2014/main" id="{3971E8AA-B87D-47D7-B8A8-B1ECFDD8AF72}"/>
                </a:ext>
              </a:extLst>
            </p:cNvPr>
            <p:cNvSpPr/>
            <p:nvPr/>
          </p:nvSpPr>
          <p:spPr>
            <a:xfrm>
              <a:off x="859901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shape">
              <a:extLst>
                <a:ext uri="{FF2B5EF4-FFF2-40B4-BE49-F238E27FC236}">
                  <a16:creationId xmlns:a16="http://schemas.microsoft.com/office/drawing/2014/main" id="{A4EB5910-C2A9-7F34-FD8B-CC319672D119}"/>
                </a:ext>
              </a:extLst>
            </p:cNvPr>
            <p:cNvSpPr/>
            <p:nvPr/>
          </p:nvSpPr>
          <p:spPr>
            <a:xfrm>
              <a:off x="887699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8" name="shape">
              <a:extLst>
                <a:ext uri="{FF2B5EF4-FFF2-40B4-BE49-F238E27FC236}">
                  <a16:creationId xmlns:a16="http://schemas.microsoft.com/office/drawing/2014/main" id="{7BF1AF8D-6D48-FEC5-FFD8-5F13A0A6FD04}"/>
                </a:ext>
              </a:extLst>
            </p:cNvPr>
            <p:cNvSpPr/>
            <p:nvPr/>
          </p:nvSpPr>
          <p:spPr>
            <a:xfrm>
              <a:off x="887699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shape">
              <a:extLst>
                <a:ext uri="{FF2B5EF4-FFF2-40B4-BE49-F238E27FC236}">
                  <a16:creationId xmlns:a16="http://schemas.microsoft.com/office/drawing/2014/main" id="{41E8C493-89A7-7C35-2966-F894B230A994}"/>
                </a:ext>
              </a:extLst>
            </p:cNvPr>
            <p:cNvSpPr/>
            <p:nvPr/>
          </p:nvSpPr>
          <p:spPr>
            <a:xfrm>
              <a:off x="890442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4EC59EC6-296A-AE36-72D0-45B23CB0FB30}"/>
                </a:ext>
              </a:extLst>
            </p:cNvPr>
            <p:cNvSpPr/>
            <p:nvPr/>
          </p:nvSpPr>
          <p:spPr>
            <a:xfrm>
              <a:off x="918240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68746A94-4B81-4F3A-0A75-C770C1F1440F}"/>
                </a:ext>
              </a:extLst>
            </p:cNvPr>
            <p:cNvSpPr/>
            <p:nvPr/>
          </p:nvSpPr>
          <p:spPr>
            <a:xfrm>
              <a:off x="918240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shape">
              <a:extLst>
                <a:ext uri="{FF2B5EF4-FFF2-40B4-BE49-F238E27FC236}">
                  <a16:creationId xmlns:a16="http://schemas.microsoft.com/office/drawing/2014/main" id="{07C56EFB-15E3-F343-68D1-0169A45E1191}"/>
                </a:ext>
              </a:extLst>
            </p:cNvPr>
            <p:cNvSpPr/>
            <p:nvPr/>
          </p:nvSpPr>
          <p:spPr>
            <a:xfrm>
              <a:off x="920983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shape">
              <a:extLst>
                <a:ext uri="{FF2B5EF4-FFF2-40B4-BE49-F238E27FC236}">
                  <a16:creationId xmlns:a16="http://schemas.microsoft.com/office/drawing/2014/main" id="{A331BBE5-8137-2E4E-3F4B-FBD7036FA7BC}"/>
                </a:ext>
              </a:extLst>
            </p:cNvPr>
            <p:cNvSpPr/>
            <p:nvPr/>
          </p:nvSpPr>
          <p:spPr>
            <a:xfrm>
              <a:off x="948781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E627C1FB-B121-3141-6972-4DEE7FC99EF4}"/>
                </a:ext>
              </a:extLst>
            </p:cNvPr>
            <p:cNvSpPr/>
            <p:nvPr/>
          </p:nvSpPr>
          <p:spPr>
            <a:xfrm>
              <a:off x="948781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shape">
              <a:extLst>
                <a:ext uri="{FF2B5EF4-FFF2-40B4-BE49-F238E27FC236}">
                  <a16:creationId xmlns:a16="http://schemas.microsoft.com/office/drawing/2014/main" id="{B7E8D02B-E587-1F20-4D16-F3887F44B261}"/>
                </a:ext>
              </a:extLst>
            </p:cNvPr>
            <p:cNvSpPr/>
            <p:nvPr/>
          </p:nvSpPr>
          <p:spPr>
            <a:xfrm>
              <a:off x="951524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shape">
              <a:extLst>
                <a:ext uri="{FF2B5EF4-FFF2-40B4-BE49-F238E27FC236}">
                  <a16:creationId xmlns:a16="http://schemas.microsoft.com/office/drawing/2014/main" id="{07D66498-D7CD-35AB-9E0A-7BC79CE175C4}"/>
                </a:ext>
              </a:extLst>
            </p:cNvPr>
            <p:cNvSpPr/>
            <p:nvPr/>
          </p:nvSpPr>
          <p:spPr>
            <a:xfrm>
              <a:off x="979322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shape">
              <a:extLst>
                <a:ext uri="{FF2B5EF4-FFF2-40B4-BE49-F238E27FC236}">
                  <a16:creationId xmlns:a16="http://schemas.microsoft.com/office/drawing/2014/main" id="{DC65DF39-70B3-08C4-EE22-09C5B0BAA719}"/>
                </a:ext>
              </a:extLst>
            </p:cNvPr>
            <p:cNvSpPr/>
            <p:nvPr/>
          </p:nvSpPr>
          <p:spPr>
            <a:xfrm>
              <a:off x="979322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shape">
              <a:extLst>
                <a:ext uri="{FF2B5EF4-FFF2-40B4-BE49-F238E27FC236}">
                  <a16:creationId xmlns:a16="http://schemas.microsoft.com/office/drawing/2014/main" id="{3FD9D35A-D3A1-4305-7F1E-089E5FF85D30}"/>
                </a:ext>
              </a:extLst>
            </p:cNvPr>
            <p:cNvSpPr/>
            <p:nvPr/>
          </p:nvSpPr>
          <p:spPr>
            <a:xfrm>
              <a:off x="982065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shape">
              <a:extLst>
                <a:ext uri="{FF2B5EF4-FFF2-40B4-BE49-F238E27FC236}">
                  <a16:creationId xmlns:a16="http://schemas.microsoft.com/office/drawing/2014/main" id="{D4E18896-02C1-BB1A-EACC-819D81BCACEC}"/>
                </a:ext>
              </a:extLst>
            </p:cNvPr>
            <p:cNvSpPr/>
            <p:nvPr/>
          </p:nvSpPr>
          <p:spPr>
            <a:xfrm>
              <a:off x="1009863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shape">
              <a:extLst>
                <a:ext uri="{FF2B5EF4-FFF2-40B4-BE49-F238E27FC236}">
                  <a16:creationId xmlns:a16="http://schemas.microsoft.com/office/drawing/2014/main" id="{A58B8981-EE06-FDC4-ED10-CE35A9E42CCF}"/>
                </a:ext>
              </a:extLst>
            </p:cNvPr>
            <p:cNvSpPr/>
            <p:nvPr/>
          </p:nvSpPr>
          <p:spPr>
            <a:xfrm>
              <a:off x="1009863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1" name="shape">
              <a:extLst>
                <a:ext uri="{FF2B5EF4-FFF2-40B4-BE49-F238E27FC236}">
                  <a16:creationId xmlns:a16="http://schemas.microsoft.com/office/drawing/2014/main" id="{B60FA4FC-6544-1836-2994-2C8C05616E2F}"/>
                </a:ext>
              </a:extLst>
            </p:cNvPr>
            <p:cNvSpPr/>
            <p:nvPr/>
          </p:nvSpPr>
          <p:spPr>
            <a:xfrm>
              <a:off x="10126066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text">
              <a:extLst>
                <a:ext uri="{FF2B5EF4-FFF2-40B4-BE49-F238E27FC236}">
                  <a16:creationId xmlns:a16="http://schemas.microsoft.com/office/drawing/2014/main" id="{035AD9B1-9F0B-61EF-F8F3-30A8F9B04AF8}"/>
                </a:ext>
              </a:extLst>
            </p:cNvPr>
            <p:cNvSpPr txBox="1"/>
            <p:nvPr/>
          </p:nvSpPr>
          <p:spPr>
            <a:xfrm>
              <a:off x="9961474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SW4</a:t>
              </a:r>
              <a:endParaRPr lang="ko-KR" sz="800" dirty="0"/>
            </a:p>
          </p:txBody>
        </p:sp>
        <p:sp>
          <p:nvSpPr>
            <p:cNvPr id="133" name="text">
              <a:extLst>
                <a:ext uri="{FF2B5EF4-FFF2-40B4-BE49-F238E27FC236}">
                  <a16:creationId xmlns:a16="http://schemas.microsoft.com/office/drawing/2014/main" id="{86AD59CF-9524-881C-86F7-5E85658A6FF7}"/>
                </a:ext>
              </a:extLst>
            </p:cNvPr>
            <p:cNvSpPr txBox="1"/>
            <p:nvPr/>
          </p:nvSpPr>
          <p:spPr>
            <a:xfrm>
              <a:off x="9961474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134" name="shape">
              <a:extLst>
                <a:ext uri="{FF2B5EF4-FFF2-40B4-BE49-F238E27FC236}">
                  <a16:creationId xmlns:a16="http://schemas.microsoft.com/office/drawing/2014/main" id="{EE1395A5-F79D-3FF6-32E4-43954EA18120}"/>
                </a:ext>
              </a:extLst>
            </p:cNvPr>
            <p:cNvSpPr/>
            <p:nvPr/>
          </p:nvSpPr>
          <p:spPr>
            <a:xfrm>
              <a:off x="10404043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5" name="shape">
              <a:extLst>
                <a:ext uri="{FF2B5EF4-FFF2-40B4-BE49-F238E27FC236}">
                  <a16:creationId xmlns:a16="http://schemas.microsoft.com/office/drawing/2014/main" id="{64FE9D03-844D-1F90-A08E-07C37C9CDC96}"/>
                </a:ext>
              </a:extLst>
            </p:cNvPr>
            <p:cNvSpPr/>
            <p:nvPr/>
          </p:nvSpPr>
          <p:spPr>
            <a:xfrm>
              <a:off x="1040404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shape">
              <a:extLst>
                <a:ext uri="{FF2B5EF4-FFF2-40B4-BE49-F238E27FC236}">
                  <a16:creationId xmlns:a16="http://schemas.microsoft.com/office/drawing/2014/main" id="{29D36F45-8BE4-EA46-C43D-5F572882DA82}"/>
                </a:ext>
              </a:extLst>
            </p:cNvPr>
            <p:cNvSpPr/>
            <p:nvPr/>
          </p:nvSpPr>
          <p:spPr>
            <a:xfrm>
              <a:off x="10431475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7" name="text">
              <a:extLst>
                <a:ext uri="{FF2B5EF4-FFF2-40B4-BE49-F238E27FC236}">
                  <a16:creationId xmlns:a16="http://schemas.microsoft.com/office/drawing/2014/main" id="{16E2CE4F-CE72-F5DC-F1D7-8A478001E7E9}"/>
                </a:ext>
              </a:extLst>
            </p:cNvPr>
            <p:cNvSpPr txBox="1"/>
            <p:nvPr/>
          </p:nvSpPr>
          <p:spPr>
            <a:xfrm>
              <a:off x="1026688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SW3</a:t>
              </a:r>
              <a:endParaRPr lang="ko-KR" sz="800" dirty="0"/>
            </a:p>
          </p:txBody>
        </p:sp>
        <p:sp>
          <p:nvSpPr>
            <p:cNvPr id="138" name="text">
              <a:extLst>
                <a:ext uri="{FF2B5EF4-FFF2-40B4-BE49-F238E27FC236}">
                  <a16:creationId xmlns:a16="http://schemas.microsoft.com/office/drawing/2014/main" id="{FB0DC3EC-9F24-3B86-EA8F-5AD129AB1C7E}"/>
                </a:ext>
              </a:extLst>
            </p:cNvPr>
            <p:cNvSpPr txBox="1"/>
            <p:nvPr/>
          </p:nvSpPr>
          <p:spPr>
            <a:xfrm>
              <a:off x="1026688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0/1</a:t>
              </a:r>
              <a:endParaRPr lang="ko-KR" sz="800" dirty="0"/>
            </a:p>
          </p:txBody>
        </p:sp>
        <p:sp>
          <p:nvSpPr>
            <p:cNvPr id="139" name="shape">
              <a:extLst>
                <a:ext uri="{FF2B5EF4-FFF2-40B4-BE49-F238E27FC236}">
                  <a16:creationId xmlns:a16="http://schemas.microsoft.com/office/drawing/2014/main" id="{BFBE41A9-AB05-BD87-BB8A-E45FC7EC7CCB}"/>
                </a:ext>
              </a:extLst>
            </p:cNvPr>
            <p:cNvSpPr/>
            <p:nvPr/>
          </p:nvSpPr>
          <p:spPr>
            <a:xfrm>
              <a:off x="10709453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0" name="text">
              <a:extLst>
                <a:ext uri="{FF2B5EF4-FFF2-40B4-BE49-F238E27FC236}">
                  <a16:creationId xmlns:a16="http://schemas.microsoft.com/office/drawing/2014/main" id="{3C60CDFE-4373-0ACF-1573-BC5B4FBC563C}"/>
                </a:ext>
              </a:extLst>
            </p:cNvPr>
            <p:cNvSpPr txBox="1"/>
            <p:nvPr/>
          </p:nvSpPr>
          <p:spPr>
            <a:xfrm>
              <a:off x="10572293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  <a:endParaRPr lang="ko-KR" sz="800" dirty="0"/>
            </a:p>
          </p:txBody>
        </p:sp>
        <p:sp>
          <p:nvSpPr>
            <p:cNvPr id="141" name="shape">
              <a:extLst>
                <a:ext uri="{FF2B5EF4-FFF2-40B4-BE49-F238E27FC236}">
                  <a16:creationId xmlns:a16="http://schemas.microsoft.com/office/drawing/2014/main" id="{9F702894-70D0-2CFD-F5E9-C96206BA343F}"/>
                </a:ext>
              </a:extLst>
            </p:cNvPr>
            <p:cNvSpPr/>
            <p:nvPr/>
          </p:nvSpPr>
          <p:spPr>
            <a:xfrm>
              <a:off x="1070945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2" name="shape">
              <a:extLst>
                <a:ext uri="{FF2B5EF4-FFF2-40B4-BE49-F238E27FC236}">
                  <a16:creationId xmlns:a16="http://schemas.microsoft.com/office/drawing/2014/main" id="{FE6DD8B5-7A20-62B1-B2C6-C866D708947F}"/>
                </a:ext>
              </a:extLst>
            </p:cNvPr>
            <p:cNvSpPr/>
            <p:nvPr/>
          </p:nvSpPr>
          <p:spPr>
            <a:xfrm>
              <a:off x="10736885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text">
              <a:extLst>
                <a:ext uri="{FF2B5EF4-FFF2-40B4-BE49-F238E27FC236}">
                  <a16:creationId xmlns:a16="http://schemas.microsoft.com/office/drawing/2014/main" id="{E7390F8C-4B94-2CC8-3328-38D00F882F37}"/>
                </a:ext>
              </a:extLst>
            </p:cNvPr>
            <p:cNvSpPr txBox="1"/>
            <p:nvPr/>
          </p:nvSpPr>
          <p:spPr>
            <a:xfrm>
              <a:off x="1057229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SW2</a:t>
              </a:r>
              <a:endParaRPr lang="ko-KR" sz="800" dirty="0"/>
            </a:p>
          </p:txBody>
        </p:sp>
        <p:sp>
          <p:nvSpPr>
            <p:cNvPr id="144" name="text">
              <a:extLst>
                <a:ext uri="{FF2B5EF4-FFF2-40B4-BE49-F238E27FC236}">
                  <a16:creationId xmlns:a16="http://schemas.microsoft.com/office/drawing/2014/main" id="{28CE1046-3DCB-C608-2CD2-4807AD39040C}"/>
                </a:ext>
              </a:extLst>
            </p:cNvPr>
            <p:cNvSpPr txBox="1"/>
            <p:nvPr/>
          </p:nvSpPr>
          <p:spPr>
            <a:xfrm>
              <a:off x="1057229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45" name="shape">
              <a:extLst>
                <a:ext uri="{FF2B5EF4-FFF2-40B4-BE49-F238E27FC236}">
                  <a16:creationId xmlns:a16="http://schemas.microsoft.com/office/drawing/2014/main" id="{CBA4EA95-D49D-AA2E-DC81-3959ADE8026A}"/>
                </a:ext>
              </a:extLst>
            </p:cNvPr>
            <p:cNvSpPr/>
            <p:nvPr/>
          </p:nvSpPr>
          <p:spPr>
            <a:xfrm>
              <a:off x="11014862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shape">
              <a:extLst>
                <a:ext uri="{FF2B5EF4-FFF2-40B4-BE49-F238E27FC236}">
                  <a16:creationId xmlns:a16="http://schemas.microsoft.com/office/drawing/2014/main" id="{549EA53F-8B29-A0A3-C55C-F88A55BA7992}"/>
                </a:ext>
              </a:extLst>
            </p:cNvPr>
            <p:cNvSpPr/>
            <p:nvPr/>
          </p:nvSpPr>
          <p:spPr>
            <a:xfrm>
              <a:off x="1101486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shape">
              <a:extLst>
                <a:ext uri="{FF2B5EF4-FFF2-40B4-BE49-F238E27FC236}">
                  <a16:creationId xmlns:a16="http://schemas.microsoft.com/office/drawing/2014/main" id="{11080E8E-FBD8-706E-1488-849E4E8322DE}"/>
                </a:ext>
              </a:extLst>
            </p:cNvPr>
            <p:cNvSpPr/>
            <p:nvPr/>
          </p:nvSpPr>
          <p:spPr>
            <a:xfrm>
              <a:off x="11042294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text">
              <a:extLst>
                <a:ext uri="{FF2B5EF4-FFF2-40B4-BE49-F238E27FC236}">
                  <a16:creationId xmlns:a16="http://schemas.microsoft.com/office/drawing/2014/main" id="{3CE77B44-E90B-412B-9455-8B06609E5C01}"/>
                </a:ext>
              </a:extLst>
            </p:cNvPr>
            <p:cNvSpPr txBox="1"/>
            <p:nvPr/>
          </p:nvSpPr>
          <p:spPr>
            <a:xfrm>
              <a:off x="1087770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sz="800" dirty="0"/>
            </a:p>
          </p:txBody>
        </p:sp>
        <p:sp>
          <p:nvSpPr>
            <p:cNvPr id="149" name="text">
              <a:extLst>
                <a:ext uri="{FF2B5EF4-FFF2-40B4-BE49-F238E27FC236}">
                  <a16:creationId xmlns:a16="http://schemas.microsoft.com/office/drawing/2014/main" id="{021DF86D-54F8-ADC4-E8A4-BD9520C6DDD9}"/>
                </a:ext>
              </a:extLst>
            </p:cNvPr>
            <p:cNvSpPr txBox="1"/>
            <p:nvPr/>
          </p:nvSpPr>
          <p:spPr>
            <a:xfrm>
              <a:off x="1087770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50" name="shape">
              <a:extLst>
                <a:ext uri="{FF2B5EF4-FFF2-40B4-BE49-F238E27FC236}">
                  <a16:creationId xmlns:a16="http://schemas.microsoft.com/office/drawing/2014/main" id="{FEE64D51-5C2A-BFFE-6C7A-1D1954111031}"/>
                </a:ext>
              </a:extLst>
            </p:cNvPr>
            <p:cNvSpPr/>
            <p:nvPr/>
          </p:nvSpPr>
          <p:spPr>
            <a:xfrm>
              <a:off x="11320272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1" name="text">
              <a:extLst>
                <a:ext uri="{FF2B5EF4-FFF2-40B4-BE49-F238E27FC236}">
                  <a16:creationId xmlns:a16="http://schemas.microsoft.com/office/drawing/2014/main" id="{0B801D57-94D7-B70E-7FBB-AD1B84A2A1F4}"/>
                </a:ext>
              </a:extLst>
            </p:cNvPr>
            <p:cNvSpPr txBox="1"/>
            <p:nvPr/>
          </p:nvSpPr>
          <p:spPr>
            <a:xfrm>
              <a:off x="11183112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  <a:endParaRPr lang="ko-KR" sz="800" dirty="0"/>
            </a:p>
          </p:txBody>
        </p:sp>
        <p:sp>
          <p:nvSpPr>
            <p:cNvPr id="152" name="shape">
              <a:extLst>
                <a:ext uri="{FF2B5EF4-FFF2-40B4-BE49-F238E27FC236}">
                  <a16:creationId xmlns:a16="http://schemas.microsoft.com/office/drawing/2014/main" id="{A24B1570-7571-0393-A37B-5A7E651D0384}"/>
                </a:ext>
              </a:extLst>
            </p:cNvPr>
            <p:cNvSpPr/>
            <p:nvPr/>
          </p:nvSpPr>
          <p:spPr>
            <a:xfrm>
              <a:off x="1132027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3" name="shape">
              <a:extLst>
                <a:ext uri="{FF2B5EF4-FFF2-40B4-BE49-F238E27FC236}">
                  <a16:creationId xmlns:a16="http://schemas.microsoft.com/office/drawing/2014/main" id="{16E9150C-99DF-CA1F-7779-200CE725E2FB}"/>
                </a:ext>
              </a:extLst>
            </p:cNvPr>
            <p:cNvSpPr/>
            <p:nvPr/>
          </p:nvSpPr>
          <p:spPr>
            <a:xfrm>
              <a:off x="11347704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4" name="text">
              <a:extLst>
                <a:ext uri="{FF2B5EF4-FFF2-40B4-BE49-F238E27FC236}">
                  <a16:creationId xmlns:a16="http://schemas.microsoft.com/office/drawing/2014/main" id="{9C6F40B5-D5FF-DBBB-8E63-BE6584478DAB}"/>
                </a:ext>
              </a:extLst>
            </p:cNvPr>
            <p:cNvSpPr txBox="1"/>
            <p:nvPr/>
          </p:nvSpPr>
          <p:spPr>
            <a:xfrm>
              <a:off x="1118311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SW0</a:t>
              </a:r>
              <a:endParaRPr lang="ko-KR" sz="800" dirty="0"/>
            </a:p>
          </p:txBody>
        </p:sp>
        <p:sp>
          <p:nvSpPr>
            <p:cNvPr id="155" name="text">
              <a:extLst>
                <a:ext uri="{FF2B5EF4-FFF2-40B4-BE49-F238E27FC236}">
                  <a16:creationId xmlns:a16="http://schemas.microsoft.com/office/drawing/2014/main" id="{915BCA6E-F2F0-0709-0285-B8D5EBA911BF}"/>
                </a:ext>
              </a:extLst>
            </p:cNvPr>
            <p:cNvSpPr txBox="1"/>
            <p:nvPr/>
          </p:nvSpPr>
          <p:spPr>
            <a:xfrm>
              <a:off x="1118311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458" name="text">
              <a:extLst>
                <a:ext uri="{FF2B5EF4-FFF2-40B4-BE49-F238E27FC236}">
                  <a16:creationId xmlns:a16="http://schemas.microsoft.com/office/drawing/2014/main" id="{8636B864-11DB-CBF9-E000-DF38B0F16A3F}"/>
                </a:ext>
              </a:extLst>
            </p:cNvPr>
            <p:cNvSpPr txBox="1"/>
            <p:nvPr/>
          </p:nvSpPr>
          <p:spPr>
            <a:xfrm>
              <a:off x="6617208" y="461772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</a:t>
              </a:r>
              <a:r>
                <a:rPr lang="en-US" altLang="ko-KR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15</a:t>
              </a:r>
              <a:endParaRPr lang="ko-KR" sz="800" dirty="0"/>
            </a:p>
          </p:txBody>
        </p:sp>
      </p:grpSp>
      <p:graphicFrame>
        <p:nvGraphicFramePr>
          <p:cNvPr id="156" name="table">
            <a:extLst>
              <a:ext uri="{FF2B5EF4-FFF2-40B4-BE49-F238E27FC236}">
                <a16:creationId xmlns:a16="http://schemas.microsoft.com/office/drawing/2014/main" id="{2A2F3FB6-519D-8946-FB83-A49E23F95BF9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설정 모드 (분 1 의 자리부터) · 0 : 끝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 / 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자리 이동  시 ↔ 분10 ↔ 분1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+ 1  (분10 자리 : + 10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− 1  (분10 자리 : − 10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: 12 시간 (오후 LD15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</a:t>
                      </a:r>
                      <a:r>
                        <a:rPr lang="en-US" altLang="ko-KR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  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24 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시.분 화면 — 설정 자리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6F8EBD0C-777C-1B13-8128-83E815AA7FB8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100" dirty="0"/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B1A299D1-52C6-0405-D847-BA773E2F72BE}"/>
              </a:ext>
            </a:extLst>
          </p:cNvPr>
          <p:cNvGrpSpPr/>
          <p:nvPr/>
        </p:nvGrpSpPr>
        <p:grpSpPr>
          <a:xfrm>
            <a:off x="1029126" y="2924391"/>
            <a:ext cx="2293092" cy="847829"/>
            <a:chOff x="8233715" y="4736955"/>
            <a:chExt cx="2860497" cy="994910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37A34CBF-A011-9879-003C-B703116D729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5C42F2E3-DF70-369E-C6B4-B71A160D727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F9C28FB2-55EA-B90A-23FC-2D9965BFBDB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3" name="그룹 272">
                  <a:extLst>
                    <a:ext uri="{FF2B5EF4-FFF2-40B4-BE49-F238E27FC236}">
                      <a16:creationId xmlns:a16="http://schemas.microsoft.com/office/drawing/2014/main" id="{E0C77C78-8672-86A0-D757-8DE1FC3E78B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5" name="그룹 274">
                    <a:extLst>
                      <a:ext uri="{FF2B5EF4-FFF2-40B4-BE49-F238E27FC236}">
                        <a16:creationId xmlns:a16="http://schemas.microsoft.com/office/drawing/2014/main" id="{3026A6C1-98C7-F76C-F5C2-7A8945474A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9FD030C5-1174-DFFE-13D5-D694706FFE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6E338A07-0597-E1ED-E590-54BB0B12B2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CCA1B4FD-C022-C136-C437-C3CACBFFB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53F4B391-46D0-B318-09A3-D64143C36A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62BE1DC9-7574-35E2-3F27-CB3134A2AC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7" name="직사각형 276">
                      <a:extLst>
                        <a:ext uri="{FF2B5EF4-FFF2-40B4-BE49-F238E27FC236}">
                          <a16:creationId xmlns:a16="http://schemas.microsoft.com/office/drawing/2014/main" id="{6282C7DD-AB7E-8675-85AC-E75F6ABF48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97A795EB-EC42-1A09-C435-696D5C93D54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110F1DE1-BA55-09CC-9CD0-C5AB0219C7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78D9DD71-D609-91C1-AE06-A2E2F75EAFC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74" name="직사각형 273">
                  <a:extLst>
                    <a:ext uri="{FF2B5EF4-FFF2-40B4-BE49-F238E27FC236}">
                      <a16:creationId xmlns:a16="http://schemas.microsoft.com/office/drawing/2014/main" id="{A596D5FD-067B-285F-8F82-51019AB532E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BD28DC23-0AED-9CB3-2FED-92311466652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61" name="그룹 260">
                  <a:extLst>
                    <a:ext uri="{FF2B5EF4-FFF2-40B4-BE49-F238E27FC236}">
                      <a16:creationId xmlns:a16="http://schemas.microsoft.com/office/drawing/2014/main" id="{D324405C-0B12-4230-376B-EFEA3E4FBA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63" name="그룹 262">
                    <a:extLst>
                      <a:ext uri="{FF2B5EF4-FFF2-40B4-BE49-F238E27FC236}">
                        <a16:creationId xmlns:a16="http://schemas.microsoft.com/office/drawing/2014/main" id="{1795E2A5-B03D-B51F-744C-E1268471613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9" name="직사각형 268">
                      <a:extLst>
                        <a:ext uri="{FF2B5EF4-FFF2-40B4-BE49-F238E27FC236}">
                          <a16:creationId xmlns:a16="http://schemas.microsoft.com/office/drawing/2014/main" id="{E0825D57-2EFC-9DF3-CDDD-85D13D037F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0" name="직사각형 269">
                      <a:extLst>
                        <a:ext uri="{FF2B5EF4-FFF2-40B4-BE49-F238E27FC236}">
                          <a16:creationId xmlns:a16="http://schemas.microsoft.com/office/drawing/2014/main" id="{2E0B3930-1404-60A3-B433-686061FBF2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1" name="직사각형 270">
                      <a:extLst>
                        <a:ext uri="{FF2B5EF4-FFF2-40B4-BE49-F238E27FC236}">
                          <a16:creationId xmlns:a16="http://schemas.microsoft.com/office/drawing/2014/main" id="{D0B37790-275B-826C-E12E-D22A3F6ED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2" name="직사각형 271">
                      <a:extLst>
                        <a:ext uri="{FF2B5EF4-FFF2-40B4-BE49-F238E27FC236}">
                          <a16:creationId xmlns:a16="http://schemas.microsoft.com/office/drawing/2014/main" id="{4162A110-3966-0F86-0B3B-8F489F2853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64" name="그룹 263">
                    <a:extLst>
                      <a:ext uri="{FF2B5EF4-FFF2-40B4-BE49-F238E27FC236}">
                        <a16:creationId xmlns:a16="http://schemas.microsoft.com/office/drawing/2014/main" id="{DCD09D4F-9521-39B3-CBE9-29B6E2E9C8C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5" name="직사각형 264">
                      <a:extLst>
                        <a:ext uri="{FF2B5EF4-FFF2-40B4-BE49-F238E27FC236}">
                          <a16:creationId xmlns:a16="http://schemas.microsoft.com/office/drawing/2014/main" id="{69189D7E-0CD6-D5D7-B569-3BBFEB9D4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6" name="직사각형 265">
                      <a:extLst>
                        <a:ext uri="{FF2B5EF4-FFF2-40B4-BE49-F238E27FC236}">
                          <a16:creationId xmlns:a16="http://schemas.microsoft.com/office/drawing/2014/main" id="{393F5105-A433-BE34-2A07-92F9B28FF9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7" name="직사각형 266">
                      <a:extLst>
                        <a:ext uri="{FF2B5EF4-FFF2-40B4-BE49-F238E27FC236}">
                          <a16:creationId xmlns:a16="http://schemas.microsoft.com/office/drawing/2014/main" id="{709D735A-5FE1-8158-F1B5-600CF5481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8" name="직사각형 267">
                      <a:extLst>
                        <a:ext uri="{FF2B5EF4-FFF2-40B4-BE49-F238E27FC236}">
                          <a16:creationId xmlns:a16="http://schemas.microsoft.com/office/drawing/2014/main" id="{E065A271-0C1D-8002-3B5F-57666EA402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62" name="직사각형 261">
                  <a:extLst>
                    <a:ext uri="{FF2B5EF4-FFF2-40B4-BE49-F238E27FC236}">
                      <a16:creationId xmlns:a16="http://schemas.microsoft.com/office/drawing/2014/main" id="{BB5D6F0C-3018-C3A3-E377-B9F41E62220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8795D81B-F5AD-2C09-6A13-82850A39161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3C77DD64-809B-E4D0-30FF-B0C4DA473CA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F121F55C-A46A-322C-E5C0-8D5B2D31AB0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5EE0247C-805C-7E08-6CE6-8E9F7105C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473A986F-8291-3F16-A6FE-7D3B4290EF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0EFB1E37-F39F-6272-D4DC-685A4C1B5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21B84B69-8966-728D-4385-1A36F66A08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E1E2530D-EE97-8056-9FC1-63FE15962DD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FBD3CA0E-92E6-61F9-68C2-367A69236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5EC4A04F-FAEB-A062-E3F8-C519F46896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1FF4730-EEB3-3617-4B5C-03072B08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E8F0FF36-F81F-2D53-243F-8EDE894440A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7B72F7BE-FFE1-0939-4B17-8A2F8EE495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6" name="그룹 235">
                <a:extLst>
                  <a:ext uri="{FF2B5EF4-FFF2-40B4-BE49-F238E27FC236}">
                    <a16:creationId xmlns:a16="http://schemas.microsoft.com/office/drawing/2014/main" id="{34BA22DF-83B3-DDF1-E968-3510B0A140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F001DBBE-0967-2583-50B3-E9FE1BBFBB9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1AE82209-CD3C-B083-9E0D-4583425412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935F3FCA-FD11-1543-AE6D-89A0BD95D7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5C4C6D20-FD5B-C487-D447-D60C1860AC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BD8C513C-1087-812C-E1F2-ACCCE34E04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D46F0EC7-7DC9-27A9-F7E3-73FBA8EE1B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00B6747-C5B0-BC9C-6969-BE39BF72DD2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845D4507-24B8-9304-417C-304543B6B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481EE372-C0F3-EAC9-E2BE-BEA0CAC1D7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7F69495E-AADF-C949-2A0F-68F064C00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4E0E1555-036F-3811-316F-1E502AB357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FBED6E0B-74EA-F8A1-0A15-945AD9F4B64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6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SW1 = 1  →  시 . 분 (HH.MM)</a:t>
            </a:r>
          </a:p>
        </p:txBody>
      </p:sp>
      <p:sp>
        <p:nvSpPr>
          <p:cNvPr id="562" name="범례 점멸"/>
          <p:cNvSpPr/>
          <p:nvPr/>
        </p:nvSpPr>
        <p:spPr>
          <a:xfrm>
            <a:off x="11475720" y="1901952"/>
            <a:ext cx="310896" cy="329184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22225">
            <a:solidFill>
              <a:srgbClr val="FFC000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563" name="범례 점멸 글"/>
          <p:cNvSpPr txBox="1"/>
          <p:nvPr/>
        </p:nvSpPr>
        <p:spPr>
          <a:xfrm>
            <a:off x="11887200" y="1865376"/>
            <a:ext cx="52120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= 설정 중인 자리 (0.5 s 점멸)</a:t>
            </a:r>
          </a:p>
        </p:txBody>
      </p:sp>
      <p:grpSp>
        <p:nvGrpSpPr>
          <p:cNvPr id="585" name="FND 12:00"/>
          <p:cNvGrpSpPr/>
          <p:nvPr/>
        </p:nvGrpSpPr>
        <p:grpSpPr>
          <a:xfrm>
            <a:off x="7040880" y="2468880"/>
            <a:ext cx="2295144" cy="850392"/>
            <a:chOff x="7040880" y="2468880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70408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75940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75940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1"/>
            <p:cNvSpPr/>
            <p:nvPr/>
          </p:nvSpPr>
          <p:spPr>
            <a:xfrm>
              <a:off x="77970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1"/>
            <p:cNvSpPr/>
            <p:nvPr/>
          </p:nvSpPr>
          <p:spPr>
            <a:xfrm>
              <a:off x="80330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1"/>
            <p:cNvSpPr/>
            <p:nvPr/>
          </p:nvSpPr>
          <p:spPr>
            <a:xfrm>
              <a:off x="77970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1"/>
            <p:cNvSpPr/>
            <p:nvPr/>
          </p:nvSpPr>
          <p:spPr>
            <a:xfrm>
              <a:off x="77266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77970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2"/>
            <p:cNvSpPr/>
            <p:nvPr/>
          </p:nvSpPr>
          <p:spPr>
            <a:xfrm>
              <a:off x="83548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85907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85907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2"/>
            <p:cNvSpPr/>
            <p:nvPr/>
          </p:nvSpPr>
          <p:spPr>
            <a:xfrm>
              <a:off x="83548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2"/>
            <p:cNvSpPr/>
            <p:nvPr/>
          </p:nvSpPr>
          <p:spPr>
            <a:xfrm>
              <a:off x="82844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2"/>
            <p:cNvSpPr/>
            <p:nvPr/>
          </p:nvSpPr>
          <p:spPr>
            <a:xfrm>
              <a:off x="82844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87937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90297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90297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seg 3"/>
            <p:cNvSpPr/>
            <p:nvPr/>
          </p:nvSpPr>
          <p:spPr>
            <a:xfrm>
              <a:off x="87937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2" name="seg 3"/>
            <p:cNvSpPr/>
            <p:nvPr/>
          </p:nvSpPr>
          <p:spPr>
            <a:xfrm>
              <a:off x="87233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3" name="seg 3"/>
            <p:cNvSpPr/>
            <p:nvPr/>
          </p:nvSpPr>
          <p:spPr>
            <a:xfrm>
              <a:off x="87233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dot"/>
            <p:cNvSpPr/>
            <p:nvPr/>
          </p:nvSpPr>
          <p:spPr>
            <a:xfrm>
              <a:off x="81701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589" name="SW2 = 1"/>
          <p:cNvGrpSpPr/>
          <p:nvPr/>
        </p:nvGrpSpPr>
        <p:grpSpPr>
          <a:xfrm>
            <a:off x="10040112" y="2743200"/>
            <a:ext cx="182880" cy="384048"/>
            <a:chOff x="10040112" y="2743200"/>
            <a:chExt cx="182880" cy="384048"/>
          </a:xfrm>
        </p:grpSpPr>
        <p:sp>
          <p:nvSpPr>
            <p:cNvPr id="587" name="sw body"/>
            <p:cNvSpPr/>
            <p:nvPr/>
          </p:nvSpPr>
          <p:spPr>
            <a:xfrm>
              <a:off x="100401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w knob"/>
            <p:cNvSpPr/>
            <p:nvPr/>
          </p:nvSpPr>
          <p:spPr>
            <a:xfrm>
              <a:off x="10067544" y="277063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90" name="라벨"/>
          <p:cNvSpPr txBox="1"/>
          <p:nvPr/>
        </p:nvSpPr>
        <p:spPr>
          <a:xfrm>
            <a:off x="93543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시작 · 분1 점멸</a:t>
            </a:r>
          </a:p>
        </p:txBody>
      </p:sp>
      <p:grpSp>
        <p:nvGrpSpPr>
          <p:cNvPr id="613" name="FND 12:00 분1"/>
          <p:cNvGrpSpPr/>
          <p:nvPr/>
        </p:nvGrpSpPr>
        <p:grpSpPr>
          <a:xfrm>
            <a:off x="10927080" y="2468880"/>
            <a:ext cx="2295144" cy="850392"/>
            <a:chOff x="10927080" y="2468880"/>
            <a:chExt cx="2295144" cy="850392"/>
          </a:xfrm>
        </p:grpSpPr>
        <p:sp>
          <p:nvSpPr>
            <p:cNvPr id="591" name="FND bg"/>
            <p:cNvSpPr/>
            <p:nvPr/>
          </p:nvSpPr>
          <p:spPr>
            <a:xfrm>
              <a:off x="109270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0"/>
            <p:cNvSpPr/>
            <p:nvPr/>
          </p:nvSpPr>
          <p:spPr>
            <a:xfrm>
              <a:off x="114802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0"/>
            <p:cNvSpPr/>
            <p:nvPr/>
          </p:nvSpPr>
          <p:spPr>
            <a:xfrm>
              <a:off x="114802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1"/>
            <p:cNvSpPr/>
            <p:nvPr/>
          </p:nvSpPr>
          <p:spPr>
            <a:xfrm>
              <a:off x="116832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1"/>
            <p:cNvSpPr/>
            <p:nvPr/>
          </p:nvSpPr>
          <p:spPr>
            <a:xfrm>
              <a:off x="119192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1"/>
            <p:cNvSpPr/>
            <p:nvPr/>
          </p:nvSpPr>
          <p:spPr>
            <a:xfrm>
              <a:off x="116832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1"/>
            <p:cNvSpPr/>
            <p:nvPr/>
          </p:nvSpPr>
          <p:spPr>
            <a:xfrm>
              <a:off x="116128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1"/>
            <p:cNvSpPr/>
            <p:nvPr/>
          </p:nvSpPr>
          <p:spPr>
            <a:xfrm>
              <a:off x="116832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2"/>
            <p:cNvSpPr/>
            <p:nvPr/>
          </p:nvSpPr>
          <p:spPr>
            <a:xfrm>
              <a:off x="122410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seg 2"/>
            <p:cNvSpPr/>
            <p:nvPr/>
          </p:nvSpPr>
          <p:spPr>
            <a:xfrm>
              <a:off x="124769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1" name="seg 2"/>
            <p:cNvSpPr/>
            <p:nvPr/>
          </p:nvSpPr>
          <p:spPr>
            <a:xfrm>
              <a:off x="124769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2" name="seg 2"/>
            <p:cNvSpPr/>
            <p:nvPr/>
          </p:nvSpPr>
          <p:spPr>
            <a:xfrm>
              <a:off x="122410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3" name="seg 2"/>
            <p:cNvSpPr/>
            <p:nvPr/>
          </p:nvSpPr>
          <p:spPr>
            <a:xfrm>
              <a:off x="121706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4" name="seg 2"/>
            <p:cNvSpPr/>
            <p:nvPr/>
          </p:nvSpPr>
          <p:spPr>
            <a:xfrm>
              <a:off x="121706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5" name="seg 3"/>
            <p:cNvSpPr/>
            <p:nvPr/>
          </p:nvSpPr>
          <p:spPr>
            <a:xfrm>
              <a:off x="126799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3"/>
            <p:cNvSpPr/>
            <p:nvPr/>
          </p:nvSpPr>
          <p:spPr>
            <a:xfrm>
              <a:off x="129159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3"/>
            <p:cNvSpPr/>
            <p:nvPr/>
          </p:nvSpPr>
          <p:spPr>
            <a:xfrm>
              <a:off x="129159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3"/>
            <p:cNvSpPr/>
            <p:nvPr/>
          </p:nvSpPr>
          <p:spPr>
            <a:xfrm>
              <a:off x="126799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3"/>
            <p:cNvSpPr/>
            <p:nvPr/>
          </p:nvSpPr>
          <p:spPr>
            <a:xfrm>
              <a:off x="126095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3"/>
            <p:cNvSpPr/>
            <p:nvPr/>
          </p:nvSpPr>
          <p:spPr>
            <a:xfrm>
              <a:off x="126095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dot"/>
            <p:cNvSpPr/>
            <p:nvPr/>
          </p:nvSpPr>
          <p:spPr>
            <a:xfrm>
              <a:off x="120563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점멸 자리"/>
            <p:cNvSpPr/>
            <p:nvPr/>
          </p:nvSpPr>
          <p:spPr>
            <a:xfrm>
              <a:off x="12554712" y="25237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17" name="SW2 = 0"/>
          <p:cNvGrpSpPr/>
          <p:nvPr/>
        </p:nvGrpSpPr>
        <p:grpSpPr>
          <a:xfrm>
            <a:off x="13926312" y="2743200"/>
            <a:ext cx="182880" cy="384048"/>
            <a:chOff x="13926312" y="2743200"/>
            <a:chExt cx="182880" cy="384048"/>
          </a:xfrm>
        </p:grpSpPr>
        <p:sp>
          <p:nvSpPr>
            <p:cNvPr id="615" name="sw body"/>
            <p:cNvSpPr/>
            <p:nvPr/>
          </p:nvSpPr>
          <p:spPr>
            <a:xfrm>
              <a:off x="139263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w knob"/>
            <p:cNvSpPr/>
            <p:nvPr/>
          </p:nvSpPr>
          <p:spPr>
            <a:xfrm>
              <a:off x="13953744" y="29535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18" name="라벨"/>
          <p:cNvSpPr txBox="1"/>
          <p:nvPr/>
        </p:nvSpPr>
        <p:spPr>
          <a:xfrm>
            <a:off x="132405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끝</a:t>
            </a:r>
          </a:p>
        </p:txBody>
      </p:sp>
      <p:grpSp>
        <p:nvGrpSpPr>
          <p:cNvPr id="640" name="FND 12:00"/>
          <p:cNvGrpSpPr/>
          <p:nvPr/>
        </p:nvGrpSpPr>
        <p:grpSpPr>
          <a:xfrm>
            <a:off x="14813280" y="2468880"/>
            <a:ext cx="2295144" cy="850392"/>
            <a:chOff x="14813280" y="2468880"/>
            <a:chExt cx="2295144" cy="850392"/>
          </a:xfrm>
        </p:grpSpPr>
        <p:sp>
          <p:nvSpPr>
            <p:cNvPr id="619" name="FND bg"/>
            <p:cNvSpPr/>
            <p:nvPr/>
          </p:nvSpPr>
          <p:spPr>
            <a:xfrm>
              <a:off x="148132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0" name="seg 0"/>
            <p:cNvSpPr/>
            <p:nvPr/>
          </p:nvSpPr>
          <p:spPr>
            <a:xfrm>
              <a:off x="153664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1" name="seg 0"/>
            <p:cNvSpPr/>
            <p:nvPr/>
          </p:nvSpPr>
          <p:spPr>
            <a:xfrm>
              <a:off x="153664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2" name="seg 1"/>
            <p:cNvSpPr/>
            <p:nvPr/>
          </p:nvSpPr>
          <p:spPr>
            <a:xfrm>
              <a:off x="155694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3" name="seg 1"/>
            <p:cNvSpPr/>
            <p:nvPr/>
          </p:nvSpPr>
          <p:spPr>
            <a:xfrm>
              <a:off x="158054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1"/>
            <p:cNvSpPr/>
            <p:nvPr/>
          </p:nvSpPr>
          <p:spPr>
            <a:xfrm>
              <a:off x="155694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1"/>
            <p:cNvSpPr/>
            <p:nvPr/>
          </p:nvSpPr>
          <p:spPr>
            <a:xfrm>
              <a:off x="154990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1"/>
            <p:cNvSpPr/>
            <p:nvPr/>
          </p:nvSpPr>
          <p:spPr>
            <a:xfrm>
              <a:off x="155694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2"/>
            <p:cNvSpPr/>
            <p:nvPr/>
          </p:nvSpPr>
          <p:spPr>
            <a:xfrm>
              <a:off x="161272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2"/>
            <p:cNvSpPr/>
            <p:nvPr/>
          </p:nvSpPr>
          <p:spPr>
            <a:xfrm>
              <a:off x="163631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2"/>
            <p:cNvSpPr/>
            <p:nvPr/>
          </p:nvSpPr>
          <p:spPr>
            <a:xfrm>
              <a:off x="163631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2"/>
            <p:cNvSpPr/>
            <p:nvPr/>
          </p:nvSpPr>
          <p:spPr>
            <a:xfrm>
              <a:off x="161272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2"/>
            <p:cNvSpPr/>
            <p:nvPr/>
          </p:nvSpPr>
          <p:spPr>
            <a:xfrm>
              <a:off x="160568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2"/>
            <p:cNvSpPr/>
            <p:nvPr/>
          </p:nvSpPr>
          <p:spPr>
            <a:xfrm>
              <a:off x="160568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3"/>
            <p:cNvSpPr/>
            <p:nvPr/>
          </p:nvSpPr>
          <p:spPr>
            <a:xfrm>
              <a:off x="165661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3"/>
            <p:cNvSpPr/>
            <p:nvPr/>
          </p:nvSpPr>
          <p:spPr>
            <a:xfrm>
              <a:off x="168021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3"/>
            <p:cNvSpPr/>
            <p:nvPr/>
          </p:nvSpPr>
          <p:spPr>
            <a:xfrm>
              <a:off x="168021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3"/>
            <p:cNvSpPr/>
            <p:nvPr/>
          </p:nvSpPr>
          <p:spPr>
            <a:xfrm>
              <a:off x="165661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3"/>
            <p:cNvSpPr/>
            <p:nvPr/>
          </p:nvSpPr>
          <p:spPr>
            <a:xfrm>
              <a:off x="164957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3"/>
            <p:cNvSpPr/>
            <p:nvPr/>
          </p:nvSpPr>
          <p:spPr>
            <a:xfrm>
              <a:off x="164957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dot"/>
            <p:cNvSpPr/>
            <p:nvPr/>
          </p:nvSpPr>
          <p:spPr>
            <a:xfrm>
              <a:off x="159425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63" name="FND 분1"/>
          <p:cNvGrpSpPr/>
          <p:nvPr/>
        </p:nvGrpSpPr>
        <p:grpSpPr>
          <a:xfrm>
            <a:off x="7040880" y="3840480"/>
            <a:ext cx="2295144" cy="850392"/>
            <a:chOff x="7040880" y="3840480"/>
            <a:chExt cx="2295144" cy="850392"/>
          </a:xfrm>
        </p:grpSpPr>
        <p:sp>
          <p:nvSpPr>
            <p:cNvPr id="641" name="FND bg"/>
            <p:cNvSpPr/>
            <p:nvPr/>
          </p:nvSpPr>
          <p:spPr>
            <a:xfrm>
              <a:off x="70408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0"/>
            <p:cNvSpPr/>
            <p:nvPr/>
          </p:nvSpPr>
          <p:spPr>
            <a:xfrm>
              <a:off x="75940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0"/>
            <p:cNvSpPr/>
            <p:nvPr/>
          </p:nvSpPr>
          <p:spPr>
            <a:xfrm>
              <a:off x="75940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1"/>
            <p:cNvSpPr/>
            <p:nvPr/>
          </p:nvSpPr>
          <p:spPr>
            <a:xfrm>
              <a:off x="77970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1"/>
            <p:cNvSpPr/>
            <p:nvPr/>
          </p:nvSpPr>
          <p:spPr>
            <a:xfrm>
              <a:off x="80330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seg 1"/>
            <p:cNvSpPr/>
            <p:nvPr/>
          </p:nvSpPr>
          <p:spPr>
            <a:xfrm>
              <a:off x="77970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7" name="seg 1"/>
            <p:cNvSpPr/>
            <p:nvPr/>
          </p:nvSpPr>
          <p:spPr>
            <a:xfrm>
              <a:off x="77266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8" name="seg 1"/>
            <p:cNvSpPr/>
            <p:nvPr/>
          </p:nvSpPr>
          <p:spPr>
            <a:xfrm>
              <a:off x="77970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2"/>
            <p:cNvSpPr/>
            <p:nvPr/>
          </p:nvSpPr>
          <p:spPr>
            <a:xfrm>
              <a:off x="83548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2"/>
            <p:cNvSpPr/>
            <p:nvPr/>
          </p:nvSpPr>
          <p:spPr>
            <a:xfrm>
              <a:off x="85907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2"/>
            <p:cNvSpPr/>
            <p:nvPr/>
          </p:nvSpPr>
          <p:spPr>
            <a:xfrm>
              <a:off x="85907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2"/>
            <p:cNvSpPr/>
            <p:nvPr/>
          </p:nvSpPr>
          <p:spPr>
            <a:xfrm>
              <a:off x="83548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2"/>
            <p:cNvSpPr/>
            <p:nvPr/>
          </p:nvSpPr>
          <p:spPr>
            <a:xfrm>
              <a:off x="82844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2"/>
            <p:cNvSpPr/>
            <p:nvPr/>
          </p:nvSpPr>
          <p:spPr>
            <a:xfrm>
              <a:off x="82844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3"/>
            <p:cNvSpPr/>
            <p:nvPr/>
          </p:nvSpPr>
          <p:spPr>
            <a:xfrm>
              <a:off x="87937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3"/>
            <p:cNvSpPr/>
            <p:nvPr/>
          </p:nvSpPr>
          <p:spPr>
            <a:xfrm>
              <a:off x="90297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3"/>
            <p:cNvSpPr/>
            <p:nvPr/>
          </p:nvSpPr>
          <p:spPr>
            <a:xfrm>
              <a:off x="90297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3"/>
            <p:cNvSpPr/>
            <p:nvPr/>
          </p:nvSpPr>
          <p:spPr>
            <a:xfrm>
              <a:off x="87937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3"/>
            <p:cNvSpPr/>
            <p:nvPr/>
          </p:nvSpPr>
          <p:spPr>
            <a:xfrm>
              <a:off x="87233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3"/>
            <p:cNvSpPr/>
            <p:nvPr/>
          </p:nvSpPr>
          <p:spPr>
            <a:xfrm>
              <a:off x="87233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dot"/>
            <p:cNvSpPr/>
            <p:nvPr/>
          </p:nvSpPr>
          <p:spPr>
            <a:xfrm>
              <a:off x="81701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점멸 자리"/>
            <p:cNvSpPr/>
            <p:nvPr/>
          </p:nvSpPr>
          <p:spPr>
            <a:xfrm>
              <a:off x="8668512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65" name="버튼 L"/>
          <p:cNvSpPr/>
          <p:nvPr/>
        </p:nvSpPr>
        <p:spPr>
          <a:xfrm>
            <a:off x="99395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66" name="라벨"/>
          <p:cNvSpPr txBox="1"/>
          <p:nvPr/>
        </p:nvSpPr>
        <p:spPr>
          <a:xfrm>
            <a:off x="93543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분10</a:t>
            </a:r>
          </a:p>
        </p:txBody>
      </p:sp>
      <p:grpSp>
        <p:nvGrpSpPr>
          <p:cNvPr id="689" name="FND 분10"/>
          <p:cNvGrpSpPr/>
          <p:nvPr/>
        </p:nvGrpSpPr>
        <p:grpSpPr>
          <a:xfrm>
            <a:off x="10927080" y="3840480"/>
            <a:ext cx="2295144" cy="850392"/>
            <a:chOff x="10927080" y="3840480"/>
            <a:chExt cx="2295144" cy="850392"/>
          </a:xfrm>
        </p:grpSpPr>
        <p:sp>
          <p:nvSpPr>
            <p:cNvPr id="667" name="FND bg"/>
            <p:cNvSpPr/>
            <p:nvPr/>
          </p:nvSpPr>
          <p:spPr>
            <a:xfrm>
              <a:off x="109270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0"/>
            <p:cNvSpPr/>
            <p:nvPr/>
          </p:nvSpPr>
          <p:spPr>
            <a:xfrm>
              <a:off x="114802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seg 0"/>
            <p:cNvSpPr/>
            <p:nvPr/>
          </p:nvSpPr>
          <p:spPr>
            <a:xfrm>
              <a:off x="114802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0" name="seg 1"/>
            <p:cNvSpPr/>
            <p:nvPr/>
          </p:nvSpPr>
          <p:spPr>
            <a:xfrm>
              <a:off x="116832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1" name="seg 1"/>
            <p:cNvSpPr/>
            <p:nvPr/>
          </p:nvSpPr>
          <p:spPr>
            <a:xfrm>
              <a:off x="119192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2" name="seg 1"/>
            <p:cNvSpPr/>
            <p:nvPr/>
          </p:nvSpPr>
          <p:spPr>
            <a:xfrm>
              <a:off x="116832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3" name="seg 1"/>
            <p:cNvSpPr/>
            <p:nvPr/>
          </p:nvSpPr>
          <p:spPr>
            <a:xfrm>
              <a:off x="116128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4" name="seg 1"/>
            <p:cNvSpPr/>
            <p:nvPr/>
          </p:nvSpPr>
          <p:spPr>
            <a:xfrm>
              <a:off x="116832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5" name="seg 2"/>
            <p:cNvSpPr/>
            <p:nvPr/>
          </p:nvSpPr>
          <p:spPr>
            <a:xfrm>
              <a:off x="122410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2"/>
            <p:cNvSpPr/>
            <p:nvPr/>
          </p:nvSpPr>
          <p:spPr>
            <a:xfrm>
              <a:off x="124769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2"/>
            <p:cNvSpPr/>
            <p:nvPr/>
          </p:nvSpPr>
          <p:spPr>
            <a:xfrm>
              <a:off x="124769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2"/>
            <p:cNvSpPr/>
            <p:nvPr/>
          </p:nvSpPr>
          <p:spPr>
            <a:xfrm>
              <a:off x="122410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2"/>
            <p:cNvSpPr/>
            <p:nvPr/>
          </p:nvSpPr>
          <p:spPr>
            <a:xfrm>
              <a:off x="121706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2"/>
            <p:cNvSpPr/>
            <p:nvPr/>
          </p:nvSpPr>
          <p:spPr>
            <a:xfrm>
              <a:off x="121706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3"/>
            <p:cNvSpPr/>
            <p:nvPr/>
          </p:nvSpPr>
          <p:spPr>
            <a:xfrm>
              <a:off x="126799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3"/>
            <p:cNvSpPr/>
            <p:nvPr/>
          </p:nvSpPr>
          <p:spPr>
            <a:xfrm>
              <a:off x="129159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3"/>
            <p:cNvSpPr/>
            <p:nvPr/>
          </p:nvSpPr>
          <p:spPr>
            <a:xfrm>
              <a:off x="129159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3"/>
            <p:cNvSpPr/>
            <p:nvPr/>
          </p:nvSpPr>
          <p:spPr>
            <a:xfrm>
              <a:off x="126799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3"/>
            <p:cNvSpPr/>
            <p:nvPr/>
          </p:nvSpPr>
          <p:spPr>
            <a:xfrm>
              <a:off x="126095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3"/>
            <p:cNvSpPr/>
            <p:nvPr/>
          </p:nvSpPr>
          <p:spPr>
            <a:xfrm>
              <a:off x="126095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dot"/>
            <p:cNvSpPr/>
            <p:nvPr/>
          </p:nvSpPr>
          <p:spPr>
            <a:xfrm>
              <a:off x="120563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점멸 자리"/>
            <p:cNvSpPr/>
            <p:nvPr/>
          </p:nvSpPr>
          <p:spPr>
            <a:xfrm>
              <a:off x="12115800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91" name="버튼 L"/>
          <p:cNvSpPr/>
          <p:nvPr/>
        </p:nvSpPr>
        <p:spPr>
          <a:xfrm>
            <a:off x="138257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92" name="라벨"/>
          <p:cNvSpPr txBox="1"/>
          <p:nvPr/>
        </p:nvSpPr>
        <p:spPr>
          <a:xfrm>
            <a:off x="132405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분10 → 시</a:t>
            </a:r>
          </a:p>
        </p:txBody>
      </p:sp>
      <p:grpSp>
        <p:nvGrpSpPr>
          <p:cNvPr id="715" name="FND 시"/>
          <p:cNvGrpSpPr/>
          <p:nvPr/>
        </p:nvGrpSpPr>
        <p:grpSpPr>
          <a:xfrm>
            <a:off x="14813280" y="3840480"/>
            <a:ext cx="2295144" cy="850392"/>
            <a:chOff x="14813280" y="3840480"/>
            <a:chExt cx="2295144" cy="850392"/>
          </a:xfrm>
        </p:grpSpPr>
        <p:sp>
          <p:nvSpPr>
            <p:cNvPr id="693" name="FND bg"/>
            <p:cNvSpPr/>
            <p:nvPr/>
          </p:nvSpPr>
          <p:spPr>
            <a:xfrm>
              <a:off x="148132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0"/>
            <p:cNvSpPr/>
            <p:nvPr/>
          </p:nvSpPr>
          <p:spPr>
            <a:xfrm>
              <a:off x="153664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0"/>
            <p:cNvSpPr/>
            <p:nvPr/>
          </p:nvSpPr>
          <p:spPr>
            <a:xfrm>
              <a:off x="153664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1"/>
            <p:cNvSpPr/>
            <p:nvPr/>
          </p:nvSpPr>
          <p:spPr>
            <a:xfrm>
              <a:off x="155694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1"/>
            <p:cNvSpPr/>
            <p:nvPr/>
          </p:nvSpPr>
          <p:spPr>
            <a:xfrm>
              <a:off x="158054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1"/>
            <p:cNvSpPr/>
            <p:nvPr/>
          </p:nvSpPr>
          <p:spPr>
            <a:xfrm>
              <a:off x="155694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seg 1"/>
            <p:cNvSpPr/>
            <p:nvPr/>
          </p:nvSpPr>
          <p:spPr>
            <a:xfrm>
              <a:off x="154990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0" name="seg 1"/>
            <p:cNvSpPr/>
            <p:nvPr/>
          </p:nvSpPr>
          <p:spPr>
            <a:xfrm>
              <a:off x="155694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1" name="seg 2"/>
            <p:cNvSpPr/>
            <p:nvPr/>
          </p:nvSpPr>
          <p:spPr>
            <a:xfrm>
              <a:off x="161272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2" name="seg 2"/>
            <p:cNvSpPr/>
            <p:nvPr/>
          </p:nvSpPr>
          <p:spPr>
            <a:xfrm>
              <a:off x="163631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3" name="seg 2"/>
            <p:cNvSpPr/>
            <p:nvPr/>
          </p:nvSpPr>
          <p:spPr>
            <a:xfrm>
              <a:off x="163631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4" name="seg 2"/>
            <p:cNvSpPr/>
            <p:nvPr/>
          </p:nvSpPr>
          <p:spPr>
            <a:xfrm>
              <a:off x="161272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2"/>
            <p:cNvSpPr/>
            <p:nvPr/>
          </p:nvSpPr>
          <p:spPr>
            <a:xfrm>
              <a:off x="160568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2"/>
            <p:cNvSpPr/>
            <p:nvPr/>
          </p:nvSpPr>
          <p:spPr>
            <a:xfrm>
              <a:off x="160568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3"/>
            <p:cNvSpPr/>
            <p:nvPr/>
          </p:nvSpPr>
          <p:spPr>
            <a:xfrm>
              <a:off x="165661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3"/>
            <p:cNvSpPr/>
            <p:nvPr/>
          </p:nvSpPr>
          <p:spPr>
            <a:xfrm>
              <a:off x="168021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3"/>
            <p:cNvSpPr/>
            <p:nvPr/>
          </p:nvSpPr>
          <p:spPr>
            <a:xfrm>
              <a:off x="168021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3"/>
            <p:cNvSpPr/>
            <p:nvPr/>
          </p:nvSpPr>
          <p:spPr>
            <a:xfrm>
              <a:off x="165661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3"/>
            <p:cNvSpPr/>
            <p:nvPr/>
          </p:nvSpPr>
          <p:spPr>
            <a:xfrm>
              <a:off x="164957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3"/>
            <p:cNvSpPr/>
            <p:nvPr/>
          </p:nvSpPr>
          <p:spPr>
            <a:xfrm>
              <a:off x="164957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dot"/>
            <p:cNvSpPr/>
            <p:nvPr/>
          </p:nvSpPr>
          <p:spPr>
            <a:xfrm>
              <a:off x="159425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점멸 자리"/>
            <p:cNvSpPr/>
            <p:nvPr/>
          </p:nvSpPr>
          <p:spPr>
            <a:xfrm>
              <a:off x="15444216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738" name="FND 분1"/>
          <p:cNvGrpSpPr/>
          <p:nvPr/>
        </p:nvGrpSpPr>
        <p:grpSpPr>
          <a:xfrm>
            <a:off x="7040880" y="5212080"/>
            <a:ext cx="2295144" cy="850392"/>
            <a:chOff x="7040880" y="5212080"/>
            <a:chExt cx="2295144" cy="850392"/>
          </a:xfrm>
        </p:grpSpPr>
        <p:sp>
          <p:nvSpPr>
            <p:cNvPr id="716" name="FND bg"/>
            <p:cNvSpPr/>
            <p:nvPr/>
          </p:nvSpPr>
          <p:spPr>
            <a:xfrm>
              <a:off x="70408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0"/>
            <p:cNvSpPr/>
            <p:nvPr/>
          </p:nvSpPr>
          <p:spPr>
            <a:xfrm>
              <a:off x="75940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0"/>
            <p:cNvSpPr/>
            <p:nvPr/>
          </p:nvSpPr>
          <p:spPr>
            <a:xfrm>
              <a:off x="75940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1"/>
            <p:cNvSpPr/>
            <p:nvPr/>
          </p:nvSpPr>
          <p:spPr>
            <a:xfrm>
              <a:off x="77970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1"/>
            <p:cNvSpPr/>
            <p:nvPr/>
          </p:nvSpPr>
          <p:spPr>
            <a:xfrm>
              <a:off x="80330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1"/>
            <p:cNvSpPr/>
            <p:nvPr/>
          </p:nvSpPr>
          <p:spPr>
            <a:xfrm>
              <a:off x="77970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1"/>
            <p:cNvSpPr/>
            <p:nvPr/>
          </p:nvSpPr>
          <p:spPr>
            <a:xfrm>
              <a:off x="77266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1"/>
            <p:cNvSpPr/>
            <p:nvPr/>
          </p:nvSpPr>
          <p:spPr>
            <a:xfrm>
              <a:off x="77970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2"/>
            <p:cNvSpPr/>
            <p:nvPr/>
          </p:nvSpPr>
          <p:spPr>
            <a:xfrm>
              <a:off x="83548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2"/>
            <p:cNvSpPr/>
            <p:nvPr/>
          </p:nvSpPr>
          <p:spPr>
            <a:xfrm>
              <a:off x="85907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2"/>
            <p:cNvSpPr/>
            <p:nvPr/>
          </p:nvSpPr>
          <p:spPr>
            <a:xfrm>
              <a:off x="85907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2"/>
            <p:cNvSpPr/>
            <p:nvPr/>
          </p:nvSpPr>
          <p:spPr>
            <a:xfrm>
              <a:off x="83548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2"/>
            <p:cNvSpPr/>
            <p:nvPr/>
          </p:nvSpPr>
          <p:spPr>
            <a:xfrm>
              <a:off x="82844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seg 2"/>
            <p:cNvSpPr/>
            <p:nvPr/>
          </p:nvSpPr>
          <p:spPr>
            <a:xfrm>
              <a:off x="82844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0" name="seg 3"/>
            <p:cNvSpPr/>
            <p:nvPr/>
          </p:nvSpPr>
          <p:spPr>
            <a:xfrm>
              <a:off x="87937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1" name="seg 3"/>
            <p:cNvSpPr/>
            <p:nvPr/>
          </p:nvSpPr>
          <p:spPr>
            <a:xfrm>
              <a:off x="90297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2" name="seg 3"/>
            <p:cNvSpPr/>
            <p:nvPr/>
          </p:nvSpPr>
          <p:spPr>
            <a:xfrm>
              <a:off x="90297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seg 3"/>
            <p:cNvSpPr/>
            <p:nvPr/>
          </p:nvSpPr>
          <p:spPr>
            <a:xfrm>
              <a:off x="87937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seg 3"/>
            <p:cNvSpPr/>
            <p:nvPr/>
          </p:nvSpPr>
          <p:spPr>
            <a:xfrm>
              <a:off x="87233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seg 3"/>
            <p:cNvSpPr/>
            <p:nvPr/>
          </p:nvSpPr>
          <p:spPr>
            <a:xfrm>
              <a:off x="87233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dot"/>
            <p:cNvSpPr/>
            <p:nvPr/>
          </p:nvSpPr>
          <p:spPr>
            <a:xfrm>
              <a:off x="81701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점멸 자리"/>
            <p:cNvSpPr/>
            <p:nvPr/>
          </p:nvSpPr>
          <p:spPr>
            <a:xfrm>
              <a:off x="8668512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40" name="버튼 R"/>
          <p:cNvSpPr/>
          <p:nvPr/>
        </p:nvSpPr>
        <p:spPr>
          <a:xfrm>
            <a:off x="99395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41" name="라벨"/>
          <p:cNvSpPr txBox="1"/>
          <p:nvPr/>
        </p:nvSpPr>
        <p:spPr>
          <a:xfrm>
            <a:off x="93543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 (순환)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시</a:t>
            </a:r>
          </a:p>
        </p:txBody>
      </p:sp>
      <p:grpSp>
        <p:nvGrpSpPr>
          <p:cNvPr id="764" name="FND 시"/>
          <p:cNvGrpSpPr/>
          <p:nvPr/>
        </p:nvGrpSpPr>
        <p:grpSpPr>
          <a:xfrm>
            <a:off x="10927080" y="5212080"/>
            <a:ext cx="2295144" cy="850392"/>
            <a:chOff x="10927080" y="5212080"/>
            <a:chExt cx="2295144" cy="850392"/>
          </a:xfrm>
        </p:grpSpPr>
        <p:sp>
          <p:nvSpPr>
            <p:cNvPr id="742" name="FND bg"/>
            <p:cNvSpPr/>
            <p:nvPr/>
          </p:nvSpPr>
          <p:spPr>
            <a:xfrm>
              <a:off x="109270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seg 0"/>
            <p:cNvSpPr/>
            <p:nvPr/>
          </p:nvSpPr>
          <p:spPr>
            <a:xfrm>
              <a:off x="114802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seg 0"/>
            <p:cNvSpPr/>
            <p:nvPr/>
          </p:nvSpPr>
          <p:spPr>
            <a:xfrm>
              <a:off x="114802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seg 1"/>
            <p:cNvSpPr/>
            <p:nvPr/>
          </p:nvSpPr>
          <p:spPr>
            <a:xfrm>
              <a:off x="116832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seg 1"/>
            <p:cNvSpPr/>
            <p:nvPr/>
          </p:nvSpPr>
          <p:spPr>
            <a:xfrm>
              <a:off x="119192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seg 1"/>
            <p:cNvSpPr/>
            <p:nvPr/>
          </p:nvSpPr>
          <p:spPr>
            <a:xfrm>
              <a:off x="116832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seg 1"/>
            <p:cNvSpPr/>
            <p:nvPr/>
          </p:nvSpPr>
          <p:spPr>
            <a:xfrm>
              <a:off x="116128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9" name="seg 1"/>
            <p:cNvSpPr/>
            <p:nvPr/>
          </p:nvSpPr>
          <p:spPr>
            <a:xfrm>
              <a:off x="116832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0" name="seg 2"/>
            <p:cNvSpPr/>
            <p:nvPr/>
          </p:nvSpPr>
          <p:spPr>
            <a:xfrm>
              <a:off x="122410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seg 2"/>
            <p:cNvSpPr/>
            <p:nvPr/>
          </p:nvSpPr>
          <p:spPr>
            <a:xfrm>
              <a:off x="124769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seg 2"/>
            <p:cNvSpPr/>
            <p:nvPr/>
          </p:nvSpPr>
          <p:spPr>
            <a:xfrm>
              <a:off x="124769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seg 2"/>
            <p:cNvSpPr/>
            <p:nvPr/>
          </p:nvSpPr>
          <p:spPr>
            <a:xfrm>
              <a:off x="122410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seg 2"/>
            <p:cNvSpPr/>
            <p:nvPr/>
          </p:nvSpPr>
          <p:spPr>
            <a:xfrm>
              <a:off x="121706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seg 2"/>
            <p:cNvSpPr/>
            <p:nvPr/>
          </p:nvSpPr>
          <p:spPr>
            <a:xfrm>
              <a:off x="121706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seg 3"/>
            <p:cNvSpPr/>
            <p:nvPr/>
          </p:nvSpPr>
          <p:spPr>
            <a:xfrm>
              <a:off x="126799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seg 3"/>
            <p:cNvSpPr/>
            <p:nvPr/>
          </p:nvSpPr>
          <p:spPr>
            <a:xfrm>
              <a:off x="129159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seg 3"/>
            <p:cNvSpPr/>
            <p:nvPr/>
          </p:nvSpPr>
          <p:spPr>
            <a:xfrm>
              <a:off x="129159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seg 3"/>
            <p:cNvSpPr/>
            <p:nvPr/>
          </p:nvSpPr>
          <p:spPr>
            <a:xfrm>
              <a:off x="126799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seg 3"/>
            <p:cNvSpPr/>
            <p:nvPr/>
          </p:nvSpPr>
          <p:spPr>
            <a:xfrm>
              <a:off x="126095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seg 3"/>
            <p:cNvSpPr/>
            <p:nvPr/>
          </p:nvSpPr>
          <p:spPr>
            <a:xfrm>
              <a:off x="126095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dot"/>
            <p:cNvSpPr/>
            <p:nvPr/>
          </p:nvSpPr>
          <p:spPr>
            <a:xfrm>
              <a:off x="120563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점멸 자리"/>
            <p:cNvSpPr/>
            <p:nvPr/>
          </p:nvSpPr>
          <p:spPr>
            <a:xfrm>
              <a:off x="11558016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66" name="버튼 R"/>
          <p:cNvSpPr/>
          <p:nvPr/>
        </p:nvSpPr>
        <p:spPr>
          <a:xfrm>
            <a:off x="138257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67" name="라벨"/>
          <p:cNvSpPr txBox="1"/>
          <p:nvPr/>
        </p:nvSpPr>
        <p:spPr>
          <a:xfrm>
            <a:off x="132405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→ 분10</a:t>
            </a:r>
          </a:p>
        </p:txBody>
      </p:sp>
      <p:grpSp>
        <p:nvGrpSpPr>
          <p:cNvPr id="790" name="FND 분10"/>
          <p:cNvGrpSpPr/>
          <p:nvPr/>
        </p:nvGrpSpPr>
        <p:grpSpPr>
          <a:xfrm>
            <a:off x="14813280" y="5212080"/>
            <a:ext cx="2295144" cy="850392"/>
            <a:chOff x="14813280" y="5212080"/>
            <a:chExt cx="2295144" cy="850392"/>
          </a:xfrm>
        </p:grpSpPr>
        <p:sp>
          <p:nvSpPr>
            <p:cNvPr id="768" name="FND bg"/>
            <p:cNvSpPr/>
            <p:nvPr/>
          </p:nvSpPr>
          <p:spPr>
            <a:xfrm>
              <a:off x="148132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seg 0"/>
            <p:cNvSpPr/>
            <p:nvPr/>
          </p:nvSpPr>
          <p:spPr>
            <a:xfrm>
              <a:off x="153664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seg 0"/>
            <p:cNvSpPr/>
            <p:nvPr/>
          </p:nvSpPr>
          <p:spPr>
            <a:xfrm>
              <a:off x="153664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seg 1"/>
            <p:cNvSpPr/>
            <p:nvPr/>
          </p:nvSpPr>
          <p:spPr>
            <a:xfrm>
              <a:off x="155694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seg 1"/>
            <p:cNvSpPr/>
            <p:nvPr/>
          </p:nvSpPr>
          <p:spPr>
            <a:xfrm>
              <a:off x="158054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seg 1"/>
            <p:cNvSpPr/>
            <p:nvPr/>
          </p:nvSpPr>
          <p:spPr>
            <a:xfrm>
              <a:off x="155694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seg 1"/>
            <p:cNvSpPr/>
            <p:nvPr/>
          </p:nvSpPr>
          <p:spPr>
            <a:xfrm>
              <a:off x="154990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seg 1"/>
            <p:cNvSpPr/>
            <p:nvPr/>
          </p:nvSpPr>
          <p:spPr>
            <a:xfrm>
              <a:off x="155694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seg 2"/>
            <p:cNvSpPr/>
            <p:nvPr/>
          </p:nvSpPr>
          <p:spPr>
            <a:xfrm>
              <a:off x="161272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seg 2"/>
            <p:cNvSpPr/>
            <p:nvPr/>
          </p:nvSpPr>
          <p:spPr>
            <a:xfrm>
              <a:off x="163631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seg 2"/>
            <p:cNvSpPr/>
            <p:nvPr/>
          </p:nvSpPr>
          <p:spPr>
            <a:xfrm>
              <a:off x="163631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seg 2"/>
            <p:cNvSpPr/>
            <p:nvPr/>
          </p:nvSpPr>
          <p:spPr>
            <a:xfrm>
              <a:off x="161272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seg 2"/>
            <p:cNvSpPr/>
            <p:nvPr/>
          </p:nvSpPr>
          <p:spPr>
            <a:xfrm>
              <a:off x="160568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seg 2"/>
            <p:cNvSpPr/>
            <p:nvPr/>
          </p:nvSpPr>
          <p:spPr>
            <a:xfrm>
              <a:off x="160568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seg 3"/>
            <p:cNvSpPr/>
            <p:nvPr/>
          </p:nvSpPr>
          <p:spPr>
            <a:xfrm>
              <a:off x="165661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seg 3"/>
            <p:cNvSpPr/>
            <p:nvPr/>
          </p:nvSpPr>
          <p:spPr>
            <a:xfrm>
              <a:off x="168021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seg 3"/>
            <p:cNvSpPr/>
            <p:nvPr/>
          </p:nvSpPr>
          <p:spPr>
            <a:xfrm>
              <a:off x="168021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5" name="seg 3"/>
            <p:cNvSpPr/>
            <p:nvPr/>
          </p:nvSpPr>
          <p:spPr>
            <a:xfrm>
              <a:off x="165661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6" name="seg 3"/>
            <p:cNvSpPr/>
            <p:nvPr/>
          </p:nvSpPr>
          <p:spPr>
            <a:xfrm>
              <a:off x="164957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3"/>
            <p:cNvSpPr/>
            <p:nvPr/>
          </p:nvSpPr>
          <p:spPr>
            <a:xfrm>
              <a:off x="164957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dot"/>
            <p:cNvSpPr/>
            <p:nvPr/>
          </p:nvSpPr>
          <p:spPr>
            <a:xfrm>
              <a:off x="159425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점멸 자리"/>
            <p:cNvSpPr/>
            <p:nvPr/>
          </p:nvSpPr>
          <p:spPr>
            <a:xfrm>
              <a:off x="16002000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12" name="FND 12:50"/>
          <p:cNvGrpSpPr/>
          <p:nvPr/>
        </p:nvGrpSpPr>
        <p:grpSpPr>
          <a:xfrm>
            <a:off x="7040880" y="6583680"/>
            <a:ext cx="2295144" cy="850392"/>
            <a:chOff x="7040880" y="6583680"/>
            <a:chExt cx="2295144" cy="850392"/>
          </a:xfrm>
        </p:grpSpPr>
        <p:sp>
          <p:nvSpPr>
            <p:cNvPr id="791" name="FND bg"/>
            <p:cNvSpPr/>
            <p:nvPr/>
          </p:nvSpPr>
          <p:spPr>
            <a:xfrm>
              <a:off x="70408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5940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0"/>
            <p:cNvSpPr/>
            <p:nvPr/>
          </p:nvSpPr>
          <p:spPr>
            <a:xfrm>
              <a:off x="75940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77970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970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2844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3548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5907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3548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3"/>
            <p:cNvSpPr/>
            <p:nvPr/>
          </p:nvSpPr>
          <p:spPr>
            <a:xfrm>
              <a:off x="87937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90297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87937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seg 3"/>
            <p:cNvSpPr/>
            <p:nvPr/>
          </p:nvSpPr>
          <p:spPr>
            <a:xfrm>
              <a:off x="87233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9" name="seg 3"/>
            <p:cNvSpPr/>
            <p:nvPr/>
          </p:nvSpPr>
          <p:spPr>
            <a:xfrm>
              <a:off x="87233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0" name="dot"/>
            <p:cNvSpPr/>
            <p:nvPr/>
          </p:nvSpPr>
          <p:spPr>
            <a:xfrm>
              <a:off x="81701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1" name="점멸 자리"/>
            <p:cNvSpPr/>
            <p:nvPr/>
          </p:nvSpPr>
          <p:spPr>
            <a:xfrm>
              <a:off x="82296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4" name="버튼 U"/>
          <p:cNvSpPr/>
          <p:nvPr/>
        </p:nvSpPr>
        <p:spPr>
          <a:xfrm>
            <a:off x="99395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15" name="라벨"/>
          <p:cNvSpPr txBox="1"/>
          <p:nvPr/>
        </p:nvSpPr>
        <p:spPr>
          <a:xfrm>
            <a:off x="93543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올림 없음</a:t>
            </a:r>
          </a:p>
        </p:txBody>
      </p:sp>
      <p:grpSp>
        <p:nvGrpSpPr>
          <p:cNvPr id="838" name="FND 12:00"/>
          <p:cNvGrpSpPr/>
          <p:nvPr/>
        </p:nvGrpSpPr>
        <p:grpSpPr>
          <a:xfrm>
            <a:off x="10927080" y="6583680"/>
            <a:ext cx="2295144" cy="850392"/>
            <a:chOff x="10927080" y="6583680"/>
            <a:chExt cx="2295144" cy="850392"/>
          </a:xfrm>
        </p:grpSpPr>
        <p:sp>
          <p:nvSpPr>
            <p:cNvPr id="816" name="FND bg"/>
            <p:cNvSpPr/>
            <p:nvPr/>
          </p:nvSpPr>
          <p:spPr>
            <a:xfrm>
              <a:off x="109270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4802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1"/>
            <p:cNvSpPr/>
            <p:nvPr/>
          </p:nvSpPr>
          <p:spPr>
            <a:xfrm>
              <a:off x="116832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1"/>
            <p:cNvSpPr/>
            <p:nvPr/>
          </p:nvSpPr>
          <p:spPr>
            <a:xfrm>
              <a:off x="119192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6128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6832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2"/>
            <p:cNvSpPr/>
            <p:nvPr/>
          </p:nvSpPr>
          <p:spPr>
            <a:xfrm>
              <a:off x="122410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2"/>
            <p:cNvSpPr/>
            <p:nvPr/>
          </p:nvSpPr>
          <p:spPr>
            <a:xfrm>
              <a:off x="12476988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2"/>
            <p:cNvSpPr/>
            <p:nvPr/>
          </p:nvSpPr>
          <p:spPr>
            <a:xfrm>
              <a:off x="124769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170664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1706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3"/>
            <p:cNvSpPr/>
            <p:nvPr/>
          </p:nvSpPr>
          <p:spPr>
            <a:xfrm>
              <a:off x="126799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3"/>
            <p:cNvSpPr/>
            <p:nvPr/>
          </p:nvSpPr>
          <p:spPr>
            <a:xfrm>
              <a:off x="129159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3"/>
            <p:cNvSpPr/>
            <p:nvPr/>
          </p:nvSpPr>
          <p:spPr>
            <a:xfrm>
              <a:off x="129159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6095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6095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dot"/>
            <p:cNvSpPr/>
            <p:nvPr/>
          </p:nvSpPr>
          <p:spPr>
            <a:xfrm>
              <a:off x="120563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점멸 자리"/>
            <p:cNvSpPr/>
            <p:nvPr/>
          </p:nvSpPr>
          <p:spPr>
            <a:xfrm>
              <a:off x="121158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0" name="버튼 D"/>
          <p:cNvSpPr/>
          <p:nvPr/>
        </p:nvSpPr>
        <p:spPr>
          <a:xfrm>
            <a:off x="138257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841" name="라벨"/>
          <p:cNvSpPr txBox="1"/>
          <p:nvPr/>
        </p:nvSpPr>
        <p:spPr>
          <a:xfrm>
            <a:off x="132405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−10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내림 없음</a:t>
            </a:r>
          </a:p>
        </p:txBody>
      </p:sp>
      <p:grpSp>
        <p:nvGrpSpPr>
          <p:cNvPr id="863" name="FND 12:50"/>
          <p:cNvGrpSpPr/>
          <p:nvPr/>
        </p:nvGrpSpPr>
        <p:grpSpPr>
          <a:xfrm>
            <a:off x="14813280" y="6583680"/>
            <a:ext cx="2295144" cy="850392"/>
            <a:chOff x="14813280" y="658368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148132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153664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153664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1"/>
            <p:cNvSpPr/>
            <p:nvPr/>
          </p:nvSpPr>
          <p:spPr>
            <a:xfrm>
              <a:off x="155694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1"/>
            <p:cNvSpPr/>
            <p:nvPr/>
          </p:nvSpPr>
          <p:spPr>
            <a:xfrm>
              <a:off x="158054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1"/>
            <p:cNvSpPr/>
            <p:nvPr/>
          </p:nvSpPr>
          <p:spPr>
            <a:xfrm>
              <a:off x="155694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1"/>
            <p:cNvSpPr/>
            <p:nvPr/>
          </p:nvSpPr>
          <p:spPr>
            <a:xfrm>
              <a:off x="154990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155694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2"/>
            <p:cNvSpPr/>
            <p:nvPr/>
          </p:nvSpPr>
          <p:spPr>
            <a:xfrm>
              <a:off x="161272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2"/>
            <p:cNvSpPr/>
            <p:nvPr/>
          </p:nvSpPr>
          <p:spPr>
            <a:xfrm>
              <a:off x="160568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2"/>
            <p:cNvSpPr/>
            <p:nvPr/>
          </p:nvSpPr>
          <p:spPr>
            <a:xfrm>
              <a:off x="161272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2"/>
            <p:cNvSpPr/>
            <p:nvPr/>
          </p:nvSpPr>
          <p:spPr>
            <a:xfrm>
              <a:off x="163631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2"/>
            <p:cNvSpPr/>
            <p:nvPr/>
          </p:nvSpPr>
          <p:spPr>
            <a:xfrm>
              <a:off x="161272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3"/>
            <p:cNvSpPr/>
            <p:nvPr/>
          </p:nvSpPr>
          <p:spPr>
            <a:xfrm>
              <a:off x="165661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3"/>
            <p:cNvSpPr/>
            <p:nvPr/>
          </p:nvSpPr>
          <p:spPr>
            <a:xfrm>
              <a:off x="168021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3"/>
            <p:cNvSpPr/>
            <p:nvPr/>
          </p:nvSpPr>
          <p:spPr>
            <a:xfrm>
              <a:off x="168021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3"/>
            <p:cNvSpPr/>
            <p:nvPr/>
          </p:nvSpPr>
          <p:spPr>
            <a:xfrm>
              <a:off x="165661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3"/>
            <p:cNvSpPr/>
            <p:nvPr/>
          </p:nvSpPr>
          <p:spPr>
            <a:xfrm>
              <a:off x="164957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3"/>
            <p:cNvSpPr/>
            <p:nvPr/>
          </p:nvSpPr>
          <p:spPr>
            <a:xfrm>
              <a:off x="164957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dot"/>
            <p:cNvSpPr/>
            <p:nvPr/>
          </p:nvSpPr>
          <p:spPr>
            <a:xfrm>
              <a:off x="159425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점멸 자리"/>
            <p:cNvSpPr/>
            <p:nvPr/>
          </p:nvSpPr>
          <p:spPr>
            <a:xfrm>
              <a:off x="160020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86" name="FND 12:00 시"/>
          <p:cNvGrpSpPr/>
          <p:nvPr/>
        </p:nvGrpSpPr>
        <p:grpSpPr>
          <a:xfrm>
            <a:off x="7040880" y="7955280"/>
            <a:ext cx="2295144" cy="850392"/>
            <a:chOff x="7040880" y="7955280"/>
            <a:chExt cx="2295144" cy="850392"/>
          </a:xfrm>
        </p:grpSpPr>
        <p:sp>
          <p:nvSpPr>
            <p:cNvPr id="864" name="FND bg"/>
            <p:cNvSpPr/>
            <p:nvPr/>
          </p:nvSpPr>
          <p:spPr>
            <a:xfrm>
              <a:off x="70408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0"/>
            <p:cNvSpPr/>
            <p:nvPr/>
          </p:nvSpPr>
          <p:spPr>
            <a:xfrm>
              <a:off x="75940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0"/>
            <p:cNvSpPr/>
            <p:nvPr/>
          </p:nvSpPr>
          <p:spPr>
            <a:xfrm>
              <a:off x="75940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seg 1"/>
            <p:cNvSpPr/>
            <p:nvPr/>
          </p:nvSpPr>
          <p:spPr>
            <a:xfrm>
              <a:off x="77970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8" name="seg 1"/>
            <p:cNvSpPr/>
            <p:nvPr/>
          </p:nvSpPr>
          <p:spPr>
            <a:xfrm>
              <a:off x="80330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9" name="seg 1"/>
            <p:cNvSpPr/>
            <p:nvPr/>
          </p:nvSpPr>
          <p:spPr>
            <a:xfrm>
              <a:off x="77970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0" name="seg 1"/>
            <p:cNvSpPr/>
            <p:nvPr/>
          </p:nvSpPr>
          <p:spPr>
            <a:xfrm>
              <a:off x="772668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1" name="seg 1"/>
            <p:cNvSpPr/>
            <p:nvPr/>
          </p:nvSpPr>
          <p:spPr>
            <a:xfrm>
              <a:off x="77970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2" name="seg 2"/>
            <p:cNvSpPr/>
            <p:nvPr/>
          </p:nvSpPr>
          <p:spPr>
            <a:xfrm>
              <a:off x="83548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3" name="seg 2"/>
            <p:cNvSpPr/>
            <p:nvPr/>
          </p:nvSpPr>
          <p:spPr>
            <a:xfrm>
              <a:off x="85907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2"/>
            <p:cNvSpPr/>
            <p:nvPr/>
          </p:nvSpPr>
          <p:spPr>
            <a:xfrm>
              <a:off x="85907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2"/>
            <p:cNvSpPr/>
            <p:nvPr/>
          </p:nvSpPr>
          <p:spPr>
            <a:xfrm>
              <a:off x="83548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2"/>
            <p:cNvSpPr/>
            <p:nvPr/>
          </p:nvSpPr>
          <p:spPr>
            <a:xfrm>
              <a:off x="82844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2"/>
            <p:cNvSpPr/>
            <p:nvPr/>
          </p:nvSpPr>
          <p:spPr>
            <a:xfrm>
              <a:off x="82844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3"/>
            <p:cNvSpPr/>
            <p:nvPr/>
          </p:nvSpPr>
          <p:spPr>
            <a:xfrm>
              <a:off x="87937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3"/>
            <p:cNvSpPr/>
            <p:nvPr/>
          </p:nvSpPr>
          <p:spPr>
            <a:xfrm>
              <a:off x="90297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3"/>
            <p:cNvSpPr/>
            <p:nvPr/>
          </p:nvSpPr>
          <p:spPr>
            <a:xfrm>
              <a:off x="90297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3"/>
            <p:cNvSpPr/>
            <p:nvPr/>
          </p:nvSpPr>
          <p:spPr>
            <a:xfrm>
              <a:off x="87937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3"/>
            <p:cNvSpPr/>
            <p:nvPr/>
          </p:nvSpPr>
          <p:spPr>
            <a:xfrm>
              <a:off x="87233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3"/>
            <p:cNvSpPr/>
            <p:nvPr/>
          </p:nvSpPr>
          <p:spPr>
            <a:xfrm>
              <a:off x="87233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dot"/>
            <p:cNvSpPr/>
            <p:nvPr/>
          </p:nvSpPr>
          <p:spPr>
            <a:xfrm>
              <a:off x="81701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점멸 자리"/>
            <p:cNvSpPr/>
            <p:nvPr/>
          </p:nvSpPr>
          <p:spPr>
            <a:xfrm>
              <a:off x="76718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88" name="버튼 U"/>
          <p:cNvSpPr/>
          <p:nvPr/>
        </p:nvSpPr>
        <p:spPr>
          <a:xfrm>
            <a:off x="9939528" y="82296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89" name="라벨"/>
          <p:cNvSpPr txBox="1"/>
          <p:nvPr/>
        </p:nvSpPr>
        <p:spPr>
          <a:xfrm>
            <a:off x="93543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 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SW3 = 1 : 24 시간</a:t>
            </a:r>
          </a:p>
        </p:txBody>
      </p:sp>
      <p:grpSp>
        <p:nvGrpSpPr>
          <p:cNvPr id="912" name="FND 13:00 시"/>
          <p:cNvGrpSpPr/>
          <p:nvPr/>
        </p:nvGrpSpPr>
        <p:grpSpPr>
          <a:xfrm>
            <a:off x="10927080" y="7955280"/>
            <a:ext cx="2295144" cy="850392"/>
            <a:chOff x="10927080" y="7955280"/>
            <a:chExt cx="2295144" cy="850392"/>
          </a:xfrm>
        </p:grpSpPr>
        <p:sp>
          <p:nvSpPr>
            <p:cNvPr id="890" name="FND bg"/>
            <p:cNvSpPr/>
            <p:nvPr/>
          </p:nvSpPr>
          <p:spPr>
            <a:xfrm>
              <a:off x="109270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0"/>
            <p:cNvSpPr/>
            <p:nvPr/>
          </p:nvSpPr>
          <p:spPr>
            <a:xfrm>
              <a:off x="114802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0"/>
            <p:cNvSpPr/>
            <p:nvPr/>
          </p:nvSpPr>
          <p:spPr>
            <a:xfrm>
              <a:off x="114802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1"/>
            <p:cNvSpPr/>
            <p:nvPr/>
          </p:nvSpPr>
          <p:spPr>
            <a:xfrm>
              <a:off x="116832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1"/>
            <p:cNvSpPr/>
            <p:nvPr/>
          </p:nvSpPr>
          <p:spPr>
            <a:xfrm>
              <a:off x="119192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1"/>
            <p:cNvSpPr/>
            <p:nvPr/>
          </p:nvSpPr>
          <p:spPr>
            <a:xfrm>
              <a:off x="116832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1"/>
            <p:cNvSpPr/>
            <p:nvPr/>
          </p:nvSpPr>
          <p:spPr>
            <a:xfrm>
              <a:off x="119192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1"/>
            <p:cNvSpPr/>
            <p:nvPr/>
          </p:nvSpPr>
          <p:spPr>
            <a:xfrm>
              <a:off x="116832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seg 2"/>
            <p:cNvSpPr/>
            <p:nvPr/>
          </p:nvSpPr>
          <p:spPr>
            <a:xfrm>
              <a:off x="122410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9" name="seg 2"/>
            <p:cNvSpPr/>
            <p:nvPr/>
          </p:nvSpPr>
          <p:spPr>
            <a:xfrm>
              <a:off x="124769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0" name="seg 2"/>
            <p:cNvSpPr/>
            <p:nvPr/>
          </p:nvSpPr>
          <p:spPr>
            <a:xfrm>
              <a:off x="124769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1" name="seg 2"/>
            <p:cNvSpPr/>
            <p:nvPr/>
          </p:nvSpPr>
          <p:spPr>
            <a:xfrm>
              <a:off x="122410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seg 2"/>
            <p:cNvSpPr/>
            <p:nvPr/>
          </p:nvSpPr>
          <p:spPr>
            <a:xfrm>
              <a:off x="121706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seg 2"/>
            <p:cNvSpPr/>
            <p:nvPr/>
          </p:nvSpPr>
          <p:spPr>
            <a:xfrm>
              <a:off x="121706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seg 3"/>
            <p:cNvSpPr/>
            <p:nvPr/>
          </p:nvSpPr>
          <p:spPr>
            <a:xfrm>
              <a:off x="126799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seg 3"/>
            <p:cNvSpPr/>
            <p:nvPr/>
          </p:nvSpPr>
          <p:spPr>
            <a:xfrm>
              <a:off x="129159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seg 3"/>
            <p:cNvSpPr/>
            <p:nvPr/>
          </p:nvSpPr>
          <p:spPr>
            <a:xfrm>
              <a:off x="129159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seg 3"/>
            <p:cNvSpPr/>
            <p:nvPr/>
          </p:nvSpPr>
          <p:spPr>
            <a:xfrm>
              <a:off x="126799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seg 3"/>
            <p:cNvSpPr/>
            <p:nvPr/>
          </p:nvSpPr>
          <p:spPr>
            <a:xfrm>
              <a:off x="126095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seg 3"/>
            <p:cNvSpPr/>
            <p:nvPr/>
          </p:nvSpPr>
          <p:spPr>
            <a:xfrm>
              <a:off x="126095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dot"/>
            <p:cNvSpPr/>
            <p:nvPr/>
          </p:nvSpPr>
          <p:spPr>
            <a:xfrm>
              <a:off x="120563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점멸 자리"/>
            <p:cNvSpPr/>
            <p:nvPr/>
          </p:nvSpPr>
          <p:spPr>
            <a:xfrm>
              <a:off x="115580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16" name="SW3 = 0"/>
          <p:cNvGrpSpPr/>
          <p:nvPr/>
        </p:nvGrpSpPr>
        <p:grpSpPr>
          <a:xfrm>
            <a:off x="13926312" y="8229600"/>
            <a:ext cx="182880" cy="384048"/>
            <a:chOff x="13926312" y="8229600"/>
            <a:chExt cx="182880" cy="384048"/>
          </a:xfrm>
        </p:grpSpPr>
        <p:sp>
          <p:nvSpPr>
            <p:cNvPr id="914" name="sw body"/>
            <p:cNvSpPr/>
            <p:nvPr/>
          </p:nvSpPr>
          <p:spPr>
            <a:xfrm>
              <a:off x="13926312" y="82296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sw knob"/>
            <p:cNvSpPr/>
            <p:nvPr/>
          </p:nvSpPr>
          <p:spPr>
            <a:xfrm>
              <a:off x="13953744" y="84399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17" name="라벨"/>
          <p:cNvSpPr txBox="1"/>
          <p:nvPr/>
        </p:nvSpPr>
        <p:spPr>
          <a:xfrm>
            <a:off x="132405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SW3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 시간 · 오후 LD15</a:t>
            </a:r>
          </a:p>
        </p:txBody>
      </p:sp>
      <p:grpSp>
        <p:nvGrpSpPr>
          <p:cNvPr id="941" name="FND 01:00 시"/>
          <p:cNvGrpSpPr/>
          <p:nvPr/>
        </p:nvGrpSpPr>
        <p:grpSpPr>
          <a:xfrm>
            <a:off x="14813280" y="7955280"/>
            <a:ext cx="2295144" cy="850392"/>
            <a:chOff x="14813280" y="7955280"/>
            <a:chExt cx="2295144" cy="850392"/>
          </a:xfrm>
        </p:grpSpPr>
        <p:sp>
          <p:nvSpPr>
            <p:cNvPr id="918" name="FND bg"/>
            <p:cNvSpPr/>
            <p:nvPr/>
          </p:nvSpPr>
          <p:spPr>
            <a:xfrm>
              <a:off x="148132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9" name="seg 0"/>
            <p:cNvSpPr/>
            <p:nvPr/>
          </p:nvSpPr>
          <p:spPr>
            <a:xfrm>
              <a:off x="15130577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seg 0"/>
            <p:cNvSpPr/>
            <p:nvPr/>
          </p:nvSpPr>
          <p:spPr>
            <a:xfrm>
              <a:off x="153664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seg 0"/>
            <p:cNvSpPr/>
            <p:nvPr/>
          </p:nvSpPr>
          <p:spPr>
            <a:xfrm>
              <a:off x="153664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seg 0"/>
            <p:cNvSpPr/>
            <p:nvPr/>
          </p:nvSpPr>
          <p:spPr>
            <a:xfrm>
              <a:off x="15130577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seg 0"/>
            <p:cNvSpPr/>
            <p:nvPr/>
          </p:nvSpPr>
          <p:spPr>
            <a:xfrm>
              <a:off x="1506016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seg 0"/>
            <p:cNvSpPr/>
            <p:nvPr/>
          </p:nvSpPr>
          <p:spPr>
            <a:xfrm>
              <a:off x="1506016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seg 1"/>
            <p:cNvSpPr/>
            <p:nvPr/>
          </p:nvSpPr>
          <p:spPr>
            <a:xfrm>
              <a:off x="158054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seg 1"/>
            <p:cNvSpPr/>
            <p:nvPr/>
          </p:nvSpPr>
          <p:spPr>
            <a:xfrm>
              <a:off x="158054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seg 2"/>
            <p:cNvSpPr/>
            <p:nvPr/>
          </p:nvSpPr>
          <p:spPr>
            <a:xfrm>
              <a:off x="161272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seg 2"/>
            <p:cNvSpPr/>
            <p:nvPr/>
          </p:nvSpPr>
          <p:spPr>
            <a:xfrm>
              <a:off x="163631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seg 2"/>
            <p:cNvSpPr/>
            <p:nvPr/>
          </p:nvSpPr>
          <p:spPr>
            <a:xfrm>
              <a:off x="163631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seg 2"/>
            <p:cNvSpPr/>
            <p:nvPr/>
          </p:nvSpPr>
          <p:spPr>
            <a:xfrm>
              <a:off x="161272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seg 2"/>
            <p:cNvSpPr/>
            <p:nvPr/>
          </p:nvSpPr>
          <p:spPr>
            <a:xfrm>
              <a:off x="160568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seg 2"/>
            <p:cNvSpPr/>
            <p:nvPr/>
          </p:nvSpPr>
          <p:spPr>
            <a:xfrm>
              <a:off x="160568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seg 3"/>
            <p:cNvSpPr/>
            <p:nvPr/>
          </p:nvSpPr>
          <p:spPr>
            <a:xfrm>
              <a:off x="165661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seg 3"/>
            <p:cNvSpPr/>
            <p:nvPr/>
          </p:nvSpPr>
          <p:spPr>
            <a:xfrm>
              <a:off x="168021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seg 3"/>
            <p:cNvSpPr/>
            <p:nvPr/>
          </p:nvSpPr>
          <p:spPr>
            <a:xfrm>
              <a:off x="168021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6" name="seg 3"/>
            <p:cNvSpPr/>
            <p:nvPr/>
          </p:nvSpPr>
          <p:spPr>
            <a:xfrm>
              <a:off x="165661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7" name="seg 3"/>
            <p:cNvSpPr/>
            <p:nvPr/>
          </p:nvSpPr>
          <p:spPr>
            <a:xfrm>
              <a:off x="164957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8" name="seg 3"/>
            <p:cNvSpPr/>
            <p:nvPr/>
          </p:nvSpPr>
          <p:spPr>
            <a:xfrm>
              <a:off x="164957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9" name="dot"/>
            <p:cNvSpPr/>
            <p:nvPr/>
          </p:nvSpPr>
          <p:spPr>
            <a:xfrm>
              <a:off x="159425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0" name="점멸 자리"/>
            <p:cNvSpPr/>
            <p:nvPr/>
          </p:nvSpPr>
          <p:spPr>
            <a:xfrm>
              <a:off x="154442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61" name="LED"/>
          <p:cNvGrpSpPr/>
          <p:nvPr/>
        </p:nvGrpSpPr>
        <p:grpSpPr>
          <a:xfrm>
            <a:off x="7040880" y="8851392"/>
            <a:ext cx="2295144" cy="228600"/>
            <a:chOff x="7040880" y="8851392"/>
            <a:chExt cx="2295144" cy="228600"/>
          </a:xfrm>
        </p:grpSpPr>
        <p:sp>
          <p:nvSpPr>
            <p:cNvPr id="942" name="LD15"/>
            <p:cNvSpPr/>
            <p:nvPr/>
          </p:nvSpPr>
          <p:spPr>
            <a:xfrm>
              <a:off x="70577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3" name="LD14"/>
            <p:cNvSpPr/>
            <p:nvPr/>
          </p:nvSpPr>
          <p:spPr>
            <a:xfrm>
              <a:off x="72011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4" name="LD13"/>
            <p:cNvSpPr/>
            <p:nvPr/>
          </p:nvSpPr>
          <p:spPr>
            <a:xfrm>
              <a:off x="73446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5" name="LD12"/>
            <p:cNvSpPr/>
            <p:nvPr/>
          </p:nvSpPr>
          <p:spPr>
            <a:xfrm>
              <a:off x="74880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6" name="LD11"/>
            <p:cNvSpPr/>
            <p:nvPr/>
          </p:nvSpPr>
          <p:spPr>
            <a:xfrm>
              <a:off x="76315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7" name="LD10"/>
            <p:cNvSpPr/>
            <p:nvPr/>
          </p:nvSpPr>
          <p:spPr>
            <a:xfrm>
              <a:off x="77749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8" name="LD9"/>
            <p:cNvSpPr/>
            <p:nvPr/>
          </p:nvSpPr>
          <p:spPr>
            <a:xfrm>
              <a:off x="79184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9" name="LD8"/>
            <p:cNvSpPr/>
            <p:nvPr/>
          </p:nvSpPr>
          <p:spPr>
            <a:xfrm>
              <a:off x="80618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0" name="LD7"/>
            <p:cNvSpPr/>
            <p:nvPr/>
          </p:nvSpPr>
          <p:spPr>
            <a:xfrm>
              <a:off x="82053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1" name="LD6"/>
            <p:cNvSpPr/>
            <p:nvPr/>
          </p:nvSpPr>
          <p:spPr>
            <a:xfrm>
              <a:off x="83487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2" name="LD5"/>
            <p:cNvSpPr/>
            <p:nvPr/>
          </p:nvSpPr>
          <p:spPr>
            <a:xfrm>
              <a:off x="84922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3" name="LD4"/>
            <p:cNvSpPr/>
            <p:nvPr/>
          </p:nvSpPr>
          <p:spPr>
            <a:xfrm>
              <a:off x="86356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4" name="LD3"/>
            <p:cNvSpPr/>
            <p:nvPr/>
          </p:nvSpPr>
          <p:spPr>
            <a:xfrm>
              <a:off x="87790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5" name="LD2"/>
            <p:cNvSpPr/>
            <p:nvPr/>
          </p:nvSpPr>
          <p:spPr>
            <a:xfrm>
              <a:off x="89225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6" name="LD1"/>
            <p:cNvSpPr/>
            <p:nvPr/>
          </p:nvSpPr>
          <p:spPr>
            <a:xfrm>
              <a:off x="90659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7" name="LD0"/>
            <p:cNvSpPr/>
            <p:nvPr/>
          </p:nvSpPr>
          <p:spPr>
            <a:xfrm>
              <a:off x="92094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8" name="LED 라벨"/>
            <p:cNvSpPr txBox="1"/>
            <p:nvPr/>
          </p:nvSpPr>
          <p:spPr>
            <a:xfrm>
              <a:off x="70408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59" name="LED 라벨"/>
            <p:cNvSpPr txBox="1"/>
            <p:nvPr/>
          </p:nvSpPr>
          <p:spPr>
            <a:xfrm>
              <a:off x="88539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60" name="LED 라벨"/>
            <p:cNvSpPr txBox="1"/>
            <p:nvPr/>
          </p:nvSpPr>
          <p:spPr>
            <a:xfrm>
              <a:off x="90891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981" name="LED"/>
          <p:cNvGrpSpPr/>
          <p:nvPr/>
        </p:nvGrpSpPr>
        <p:grpSpPr>
          <a:xfrm>
            <a:off x="10927080" y="8851392"/>
            <a:ext cx="2295144" cy="228600"/>
            <a:chOff x="10927080" y="8851392"/>
            <a:chExt cx="2295144" cy="228600"/>
          </a:xfrm>
        </p:grpSpPr>
        <p:sp>
          <p:nvSpPr>
            <p:cNvPr id="962" name="LD15"/>
            <p:cNvSpPr/>
            <p:nvPr/>
          </p:nvSpPr>
          <p:spPr>
            <a:xfrm>
              <a:off x="109439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3" name="LD14"/>
            <p:cNvSpPr/>
            <p:nvPr/>
          </p:nvSpPr>
          <p:spPr>
            <a:xfrm>
              <a:off x="110873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4" name="LD13"/>
            <p:cNvSpPr/>
            <p:nvPr/>
          </p:nvSpPr>
          <p:spPr>
            <a:xfrm>
              <a:off x="112308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5" name="LD12"/>
            <p:cNvSpPr/>
            <p:nvPr/>
          </p:nvSpPr>
          <p:spPr>
            <a:xfrm>
              <a:off x="113742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6" name="LD11"/>
            <p:cNvSpPr/>
            <p:nvPr/>
          </p:nvSpPr>
          <p:spPr>
            <a:xfrm>
              <a:off x="115177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7" name="LD10"/>
            <p:cNvSpPr/>
            <p:nvPr/>
          </p:nvSpPr>
          <p:spPr>
            <a:xfrm>
              <a:off x="116611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8" name="LD9"/>
            <p:cNvSpPr/>
            <p:nvPr/>
          </p:nvSpPr>
          <p:spPr>
            <a:xfrm>
              <a:off x="118046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9" name="LD8"/>
            <p:cNvSpPr/>
            <p:nvPr/>
          </p:nvSpPr>
          <p:spPr>
            <a:xfrm>
              <a:off x="119480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0" name="LD7"/>
            <p:cNvSpPr/>
            <p:nvPr/>
          </p:nvSpPr>
          <p:spPr>
            <a:xfrm>
              <a:off x="120915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1" name="LD6"/>
            <p:cNvSpPr/>
            <p:nvPr/>
          </p:nvSpPr>
          <p:spPr>
            <a:xfrm>
              <a:off x="122349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2" name="LD5"/>
            <p:cNvSpPr/>
            <p:nvPr/>
          </p:nvSpPr>
          <p:spPr>
            <a:xfrm>
              <a:off x="123784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3" name="LD4"/>
            <p:cNvSpPr/>
            <p:nvPr/>
          </p:nvSpPr>
          <p:spPr>
            <a:xfrm>
              <a:off x="125218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4" name="LD3"/>
            <p:cNvSpPr/>
            <p:nvPr/>
          </p:nvSpPr>
          <p:spPr>
            <a:xfrm>
              <a:off x="126652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5" name="LD2"/>
            <p:cNvSpPr/>
            <p:nvPr/>
          </p:nvSpPr>
          <p:spPr>
            <a:xfrm>
              <a:off x="128087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6" name="LD1"/>
            <p:cNvSpPr/>
            <p:nvPr/>
          </p:nvSpPr>
          <p:spPr>
            <a:xfrm>
              <a:off x="129521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7" name="LD0"/>
            <p:cNvSpPr/>
            <p:nvPr/>
          </p:nvSpPr>
          <p:spPr>
            <a:xfrm>
              <a:off x="130956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8" name="LED 라벨"/>
            <p:cNvSpPr txBox="1"/>
            <p:nvPr/>
          </p:nvSpPr>
          <p:spPr>
            <a:xfrm>
              <a:off x="109270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79" name="LED 라벨"/>
            <p:cNvSpPr txBox="1"/>
            <p:nvPr/>
          </p:nvSpPr>
          <p:spPr>
            <a:xfrm>
              <a:off x="127401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80" name="LED 라벨"/>
            <p:cNvSpPr txBox="1"/>
            <p:nvPr/>
          </p:nvSpPr>
          <p:spPr>
            <a:xfrm>
              <a:off x="129753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1001" name="LED"/>
          <p:cNvGrpSpPr/>
          <p:nvPr/>
        </p:nvGrpSpPr>
        <p:grpSpPr>
          <a:xfrm>
            <a:off x="14813280" y="8851392"/>
            <a:ext cx="2295144" cy="228600"/>
            <a:chOff x="14813280" y="8851392"/>
            <a:chExt cx="2295144" cy="228600"/>
          </a:xfrm>
        </p:grpSpPr>
        <p:sp>
          <p:nvSpPr>
            <p:cNvPr id="982" name="LD15"/>
            <p:cNvSpPr/>
            <p:nvPr/>
          </p:nvSpPr>
          <p:spPr>
            <a:xfrm>
              <a:off x="14830139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3" name="LD14"/>
            <p:cNvSpPr/>
            <p:nvPr/>
          </p:nvSpPr>
          <p:spPr>
            <a:xfrm>
              <a:off x="149735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4" name="LD13"/>
            <p:cNvSpPr/>
            <p:nvPr/>
          </p:nvSpPr>
          <p:spPr>
            <a:xfrm>
              <a:off x="151170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5" name="LD12"/>
            <p:cNvSpPr/>
            <p:nvPr/>
          </p:nvSpPr>
          <p:spPr>
            <a:xfrm>
              <a:off x="152604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6" name="LD11"/>
            <p:cNvSpPr/>
            <p:nvPr/>
          </p:nvSpPr>
          <p:spPr>
            <a:xfrm>
              <a:off x="154039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7" name="LD10"/>
            <p:cNvSpPr/>
            <p:nvPr/>
          </p:nvSpPr>
          <p:spPr>
            <a:xfrm>
              <a:off x="155473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8" name="LD9"/>
            <p:cNvSpPr/>
            <p:nvPr/>
          </p:nvSpPr>
          <p:spPr>
            <a:xfrm>
              <a:off x="156908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9" name="LD8"/>
            <p:cNvSpPr/>
            <p:nvPr/>
          </p:nvSpPr>
          <p:spPr>
            <a:xfrm>
              <a:off x="158342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0" name="LD7"/>
            <p:cNvSpPr/>
            <p:nvPr/>
          </p:nvSpPr>
          <p:spPr>
            <a:xfrm>
              <a:off x="159777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1" name="LD6"/>
            <p:cNvSpPr/>
            <p:nvPr/>
          </p:nvSpPr>
          <p:spPr>
            <a:xfrm>
              <a:off x="161211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2" name="LD5"/>
            <p:cNvSpPr/>
            <p:nvPr/>
          </p:nvSpPr>
          <p:spPr>
            <a:xfrm>
              <a:off x="162646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3" name="LD4"/>
            <p:cNvSpPr/>
            <p:nvPr/>
          </p:nvSpPr>
          <p:spPr>
            <a:xfrm>
              <a:off x="164080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4" name="LD3"/>
            <p:cNvSpPr/>
            <p:nvPr/>
          </p:nvSpPr>
          <p:spPr>
            <a:xfrm>
              <a:off x="165514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5" name="LD2"/>
            <p:cNvSpPr/>
            <p:nvPr/>
          </p:nvSpPr>
          <p:spPr>
            <a:xfrm>
              <a:off x="166949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6" name="LD1"/>
            <p:cNvSpPr/>
            <p:nvPr/>
          </p:nvSpPr>
          <p:spPr>
            <a:xfrm>
              <a:off x="168383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7" name="LD0"/>
            <p:cNvSpPr/>
            <p:nvPr/>
          </p:nvSpPr>
          <p:spPr>
            <a:xfrm>
              <a:off x="169818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8" name="LED 라벨"/>
            <p:cNvSpPr txBox="1"/>
            <p:nvPr/>
          </p:nvSpPr>
          <p:spPr>
            <a:xfrm>
              <a:off x="148132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99" name="LED 라벨"/>
            <p:cNvSpPr txBox="1"/>
            <p:nvPr/>
          </p:nvSpPr>
          <p:spPr>
            <a:xfrm>
              <a:off x="166263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1000" name="LED 라벨"/>
            <p:cNvSpPr txBox="1"/>
            <p:nvPr/>
          </p:nvSpPr>
          <p:spPr>
            <a:xfrm>
              <a:off x="168615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sp>
        <p:nvSpPr>
          <p:cNvPr id="586" name="화살표: 아래쪽"/>
          <p:cNvSpPr/>
          <p:nvPr/>
        </p:nvSpPr>
        <p:spPr>
          <a:xfrm rot="10800000">
            <a:off x="10287000" y="26289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" name="화살표: 아래쪽"/>
          <p:cNvSpPr/>
          <p:nvPr/>
        </p:nvSpPr>
        <p:spPr>
          <a:xfrm>
            <a:off x="14173200" y="27051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4" name="화살표: 아래쪽"/>
          <p:cNvSpPr/>
          <p:nvPr/>
        </p:nvSpPr>
        <p:spPr>
          <a:xfrm>
            <a:off x="100172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0" name="화살표: 아래쪽"/>
          <p:cNvSpPr/>
          <p:nvPr/>
        </p:nvSpPr>
        <p:spPr>
          <a:xfrm>
            <a:off x="139034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9" name="화살표: 아래쪽"/>
          <p:cNvSpPr/>
          <p:nvPr/>
        </p:nvSpPr>
        <p:spPr>
          <a:xfrm>
            <a:off x="100172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5" name="화살표: 아래쪽"/>
          <p:cNvSpPr/>
          <p:nvPr/>
        </p:nvSpPr>
        <p:spPr>
          <a:xfrm>
            <a:off x="139034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3" name="화살표: 아래쪽"/>
          <p:cNvSpPr/>
          <p:nvPr/>
        </p:nvSpPr>
        <p:spPr>
          <a:xfrm>
            <a:off x="100172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9" name="화살표: 아래쪽"/>
          <p:cNvSpPr/>
          <p:nvPr/>
        </p:nvSpPr>
        <p:spPr>
          <a:xfrm>
            <a:off x="139034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7" name="화살표: 아래쪽"/>
          <p:cNvSpPr/>
          <p:nvPr/>
        </p:nvSpPr>
        <p:spPr>
          <a:xfrm>
            <a:off x="100172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3" name="화살표: 아래쪽"/>
          <p:cNvSpPr/>
          <p:nvPr/>
        </p:nvSpPr>
        <p:spPr>
          <a:xfrm>
            <a:off x="139034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27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검증 시나리오 — 버튼 동작 · 점멸 (P1 ~ P8)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진입 → 커서 이동 → 자리별 경계값 → 12 시간 표시 → 화면 분리 → 점멸, 8 항목 모두 예상대로 동작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6181344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 버튼 무시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0, R · L · U · D 각 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 · 커서 3 유지, tick 은 누른 뒤 1.75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설정 진입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n_state · c_state · cursor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clk 에 SET_MIN_1, 커서 3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이동 (L · R)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~ 17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3 번 → R 3 번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i_tick_10ms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: 0 → 1 → 2 → 0 · R : 0 → 2 → 1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12:59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59 → 00 → 59 → 58, 시 12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10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12:55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55 → 05 → 55 → 45, 1 자리 5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P6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경계 · 12 시간 표시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SW3 = 0, 23:30 주입 → U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o_wt_hour · hour_disp · LED15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23 → 0 → 23, 표시 11 → 12 → 11, LED15 1 →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P7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 화면 버튼 분리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· SW0 = 1, D 입력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o_sw_lap · 시계 c_state · o_wt_msec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저장, 시계 설정값 유지 · 시계는 계속 증가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P8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점멸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 장 (원리 22 장)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12:34 · 커서 0 · 1 · 2, 1/100 초 49 → 50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o_blink_off · fnd_an · fnd_num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fnd_num 만 f, 나머지 자리 값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lang="ko-K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64FB-776F-552E-3F52-F371E0C2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FSM-sw 화살표"/>
          <p:cNvCxnSpPr/>
          <p:nvPr/>
        </p:nvCxnSpPr>
        <p:spPr>
          <a:xfrm flipV="1">
            <a:off x="3247078" y="4063384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3" name="FSM-sw 화살표"/>
          <p:cNvCxnSpPr/>
          <p:nvPr/>
        </p:nvCxnSpPr>
        <p:spPr>
          <a:xfrm flipV="1">
            <a:off x="5901599" y="4344793"/>
            <a:ext cx="0" cy="113352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4" name="FSM-sw 화살표"/>
          <p:cNvCxnSpPr/>
          <p:nvPr/>
        </p:nvCxnSpPr>
        <p:spPr>
          <a:xfrm flipH="1" flipV="1">
            <a:off x="6587692" y="3954899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5" name="FSM-sw 화살표"/>
          <p:cNvCxnSpPr/>
          <p:nvPr/>
        </p:nvCxnSpPr>
        <p:spPr>
          <a:xfrm>
            <a:off x="6408839" y="4171870"/>
            <a:ext cx="2057854" cy="1696339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446" name="FSM-sw 라벨"/>
          <p:cNvSpPr txBox="1"/>
          <p:nvPr/>
        </p:nvSpPr>
        <p:spPr>
          <a:xfrm>
            <a:off x="7834738" y="4252530"/>
            <a:ext cx="1405919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447" name="FSM-sw 라벨"/>
          <p:cNvSpPr txBox="1"/>
          <p:nvPr/>
        </p:nvSpPr>
        <p:spPr>
          <a:xfrm>
            <a:off x="5971895" y="4713847"/>
            <a:ext cx="123017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448" name="FSM-rst 화살표"/>
          <p:cNvCxnSpPr/>
          <p:nvPr/>
        </p:nvCxnSpPr>
        <p:spPr>
          <a:xfrm>
            <a:off x="3924526" y="3571538"/>
            <a:ext cx="120381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449" name="FSM-rst 라벨"/>
          <p:cNvSpPr txBox="1"/>
          <p:nvPr/>
        </p:nvSpPr>
        <p:spPr>
          <a:xfrm>
            <a:off x="3309437" y="3395799"/>
            <a:ext cx="57115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450" name="FSM-lr 화살표"/>
          <p:cNvCxnSpPr/>
          <p:nvPr/>
        </p:nvCxnSpPr>
        <p:spPr>
          <a:xfrm flipH="1">
            <a:off x="3383481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1" name="FSM-lr 화살표"/>
          <p:cNvCxnSpPr/>
          <p:nvPr/>
        </p:nvCxnSpPr>
        <p:spPr>
          <a:xfrm>
            <a:off x="3383481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2" name="FSM-lr 라벨"/>
          <p:cNvSpPr txBox="1"/>
          <p:nvPr/>
        </p:nvSpPr>
        <p:spPr>
          <a:xfrm>
            <a:off x="4012396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3" name="FSM-lr 라벨"/>
          <p:cNvSpPr txBox="1"/>
          <p:nvPr/>
        </p:nvSpPr>
        <p:spPr>
          <a:xfrm>
            <a:off x="4012396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454" name="FSM-lr 화살표"/>
          <p:cNvCxnSpPr/>
          <p:nvPr/>
        </p:nvCxnSpPr>
        <p:spPr>
          <a:xfrm flipH="1">
            <a:off x="6634668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5" name="FSM-lr 화살표"/>
          <p:cNvCxnSpPr/>
          <p:nvPr/>
        </p:nvCxnSpPr>
        <p:spPr>
          <a:xfrm>
            <a:off x="6634668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6" name="FSM-lr 라벨"/>
          <p:cNvSpPr txBox="1"/>
          <p:nvPr/>
        </p:nvSpPr>
        <p:spPr>
          <a:xfrm>
            <a:off x="7263583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7" name="FSM-lr 라벨"/>
          <p:cNvSpPr txBox="1"/>
          <p:nvPr/>
        </p:nvSpPr>
        <p:spPr>
          <a:xfrm>
            <a:off x="7263583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58" name="FSM-wrap 화살표 호"/>
          <p:cNvSpPr/>
          <p:nvPr/>
        </p:nvSpPr>
        <p:spPr>
          <a:xfrm>
            <a:off x="3037040" y="6257546"/>
            <a:ext cx="5729119" cy="131804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FSM-wrap 라벨"/>
          <p:cNvSpPr txBox="1"/>
          <p:nvPr/>
        </p:nvSpPr>
        <p:spPr>
          <a:xfrm>
            <a:off x="5637989" y="7575595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60" name="FSM-wrap 화살표 호"/>
          <p:cNvSpPr/>
          <p:nvPr/>
        </p:nvSpPr>
        <p:spPr>
          <a:xfrm flipH="1">
            <a:off x="2650412" y="5750712"/>
            <a:ext cx="6502374" cy="254822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1" name="FSM-wrap 라벨"/>
          <p:cNvSpPr txBox="1"/>
          <p:nvPr/>
        </p:nvSpPr>
        <p:spPr>
          <a:xfrm>
            <a:off x="5637989" y="8298940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62" name="FSM-st 상태 NORMAL"/>
          <p:cNvSpPr/>
          <p:nvPr/>
        </p:nvSpPr>
        <p:spPr>
          <a:xfrm>
            <a:off x="5128345" y="2798282"/>
            <a:ext cx="1546511" cy="1546511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463" name="FSM-st 상태 SET_HOUR"/>
          <p:cNvSpPr/>
          <p:nvPr/>
        </p:nvSpPr>
        <p:spPr>
          <a:xfrm>
            <a:off x="1877157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464" name="FSM-st 상태 SET_MIN_10"/>
          <p:cNvSpPr/>
          <p:nvPr/>
        </p:nvSpPr>
        <p:spPr>
          <a:xfrm>
            <a:off x="5128345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465" name="FSM-st 상태 SET_MIN_1"/>
          <p:cNvSpPr/>
          <p:nvPr/>
        </p:nvSpPr>
        <p:spPr>
          <a:xfrm>
            <a:off x="8379532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cxnSp>
        <p:nvCxnSpPr>
          <p:cNvPr id="466" name="FSM-leg 화살표"/>
          <p:cNvCxnSpPr/>
          <p:nvPr/>
        </p:nvCxnSpPr>
        <p:spPr>
          <a:xfrm>
            <a:off x="1859583" y="9019473"/>
            <a:ext cx="483285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sp>
        <p:nvSpPr>
          <p:cNvPr id="467" name="FSM-leg 라벨"/>
          <p:cNvSpPr txBox="1"/>
          <p:nvPr/>
        </p:nvSpPr>
        <p:spPr>
          <a:xfrm>
            <a:off x="2430738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L : 왼쪽 자리로</a:t>
            </a:r>
          </a:p>
        </p:txBody>
      </p:sp>
      <p:cxnSp>
        <p:nvCxnSpPr>
          <p:cNvPr id="468" name="FSM-leg 화살표"/>
          <p:cNvCxnSpPr/>
          <p:nvPr/>
        </p:nvCxnSpPr>
        <p:spPr>
          <a:xfrm>
            <a:off x="4583551" y="9019473"/>
            <a:ext cx="483285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69" name="FSM-leg 라벨"/>
          <p:cNvSpPr txBox="1"/>
          <p:nvPr/>
        </p:nvSpPr>
        <p:spPr>
          <a:xfrm>
            <a:off x="5154705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R : 오른쪽 자리로</a:t>
            </a:r>
          </a:p>
        </p:txBody>
      </p:sp>
      <p:cxnSp>
        <p:nvCxnSpPr>
          <p:cNvPr id="470" name="FSM-leg 화살표"/>
          <p:cNvCxnSpPr/>
          <p:nvPr/>
        </p:nvCxnSpPr>
        <p:spPr>
          <a:xfrm>
            <a:off x="7307519" y="9019473"/>
            <a:ext cx="483285" cy="0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sp>
        <p:nvSpPr>
          <p:cNvPr id="471" name="FSM-leg 라벨"/>
          <p:cNvSpPr txBox="1"/>
          <p:nvPr/>
        </p:nvSpPr>
        <p:spPr>
          <a:xfrm>
            <a:off x="7878673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 : 설정 끝 → NORMAL</a:t>
            </a:r>
          </a:p>
        </p:txBody>
      </p:sp>
      <p:sp>
        <p:nvSpPr>
          <p:cNvPr id="472" name="FSM-leg 라벨"/>
          <p:cNvSpPr txBox="1"/>
          <p:nvPr/>
        </p:nvSpPr>
        <p:spPr>
          <a:xfrm>
            <a:off x="1859583" y="9239148"/>
            <a:ext cx="8084033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버튼 입력이 없으면 지금 상태 유지 · U · D 는 상태를 바꾸지 않고 커서 자리 값만 ±</a:t>
            </a:r>
          </a:p>
        </p:txBody>
      </p:sp>
      <p:sp>
        <p:nvSpPr>
          <p:cNvPr id="474" name="행0 상태 NORMAL"/>
          <p:cNvSpPr/>
          <p:nvPr/>
        </p:nvSpPr>
        <p:spPr>
          <a:xfrm>
            <a:off x="10892612" y="3395799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</p:txBody>
      </p:sp>
      <p:cxnSp>
        <p:nvCxnSpPr>
          <p:cNvPr id="475" name="행0 화살표"/>
          <p:cNvCxnSpPr/>
          <p:nvPr/>
        </p:nvCxnSpPr>
        <p:spPr>
          <a:xfrm>
            <a:off x="12913619" y="3606686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06" name="행0 FND"/>
          <p:cNvGrpSpPr/>
          <p:nvPr/>
        </p:nvGrpSpPr>
        <p:grpSpPr>
          <a:xfrm>
            <a:off x="13440839" y="3176123"/>
            <a:ext cx="2372488" cy="879049"/>
            <a:chOff x="13258800" y="3017520"/>
            <a:chExt cx="2468880" cy="914764"/>
          </a:xfrm>
        </p:grpSpPr>
        <p:sp>
          <p:nvSpPr>
            <p:cNvPr id="476" name="FND 바탕"/>
            <p:cNvSpPr/>
            <p:nvPr/>
          </p:nvSpPr>
          <p:spPr>
            <a:xfrm>
              <a:off x="13258800" y="3017520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7" name="seg"/>
            <p:cNvSpPr/>
            <p:nvPr/>
          </p:nvSpPr>
          <p:spPr>
            <a:xfrm>
              <a:off x="13600115" y="3150308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8" name="seg"/>
            <p:cNvSpPr/>
            <p:nvPr/>
          </p:nvSpPr>
          <p:spPr>
            <a:xfrm>
              <a:off x="1360011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9" name="seg"/>
            <p:cNvSpPr/>
            <p:nvPr/>
          </p:nvSpPr>
          <p:spPr>
            <a:xfrm>
              <a:off x="13600115" y="373556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0" name="seg"/>
            <p:cNvSpPr/>
            <p:nvPr/>
          </p:nvSpPr>
          <p:spPr>
            <a:xfrm>
              <a:off x="13524377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1" name="seg"/>
            <p:cNvSpPr/>
            <p:nvPr/>
          </p:nvSpPr>
          <p:spPr>
            <a:xfrm>
              <a:off x="13853889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2" name="seg"/>
            <p:cNvSpPr/>
            <p:nvPr/>
          </p:nvSpPr>
          <p:spPr>
            <a:xfrm>
              <a:off x="13524377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3" name="seg"/>
            <p:cNvSpPr/>
            <p:nvPr/>
          </p:nvSpPr>
          <p:spPr>
            <a:xfrm>
              <a:off x="13853889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4" name="seg"/>
            <p:cNvSpPr/>
            <p:nvPr/>
          </p:nvSpPr>
          <p:spPr>
            <a:xfrm>
              <a:off x="14072252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5" name="seg"/>
            <p:cNvSpPr/>
            <p:nvPr/>
          </p:nvSpPr>
          <p:spPr>
            <a:xfrm>
              <a:off x="14072252" y="344293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6" name="seg"/>
            <p:cNvSpPr/>
            <p:nvPr/>
          </p:nvSpPr>
          <p:spPr>
            <a:xfrm>
              <a:off x="14072252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7" name="seg"/>
            <p:cNvSpPr/>
            <p:nvPr/>
          </p:nvSpPr>
          <p:spPr>
            <a:xfrm>
              <a:off x="13996513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8" name="seg"/>
            <p:cNvSpPr/>
            <p:nvPr/>
          </p:nvSpPr>
          <p:spPr>
            <a:xfrm>
              <a:off x="14326025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9" name="seg"/>
            <p:cNvSpPr/>
            <p:nvPr/>
          </p:nvSpPr>
          <p:spPr>
            <a:xfrm>
              <a:off x="13996513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0" name="seg"/>
            <p:cNvSpPr/>
            <p:nvPr/>
          </p:nvSpPr>
          <p:spPr>
            <a:xfrm>
              <a:off x="14326025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1" name="seg"/>
            <p:cNvSpPr/>
            <p:nvPr/>
          </p:nvSpPr>
          <p:spPr>
            <a:xfrm>
              <a:off x="14672258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2" name="seg"/>
            <p:cNvSpPr/>
            <p:nvPr/>
          </p:nvSpPr>
          <p:spPr>
            <a:xfrm>
              <a:off x="14672258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3" name="seg"/>
            <p:cNvSpPr/>
            <p:nvPr/>
          </p:nvSpPr>
          <p:spPr>
            <a:xfrm>
              <a:off x="14672258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4" name="seg"/>
            <p:cNvSpPr/>
            <p:nvPr/>
          </p:nvSpPr>
          <p:spPr>
            <a:xfrm>
              <a:off x="14596520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5" name="seg"/>
            <p:cNvSpPr/>
            <p:nvPr/>
          </p:nvSpPr>
          <p:spPr>
            <a:xfrm>
              <a:off x="14926032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6" name="seg"/>
            <p:cNvSpPr/>
            <p:nvPr/>
          </p:nvSpPr>
          <p:spPr>
            <a:xfrm>
              <a:off x="14596520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7" name="seg"/>
            <p:cNvSpPr/>
            <p:nvPr/>
          </p:nvSpPr>
          <p:spPr>
            <a:xfrm>
              <a:off x="14926032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8" name="seg"/>
            <p:cNvSpPr/>
            <p:nvPr/>
          </p:nvSpPr>
          <p:spPr>
            <a:xfrm>
              <a:off x="15144395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9" name="seg"/>
            <p:cNvSpPr/>
            <p:nvPr/>
          </p:nvSpPr>
          <p:spPr>
            <a:xfrm>
              <a:off x="1514439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0" name="seg"/>
            <p:cNvSpPr/>
            <p:nvPr/>
          </p:nvSpPr>
          <p:spPr>
            <a:xfrm>
              <a:off x="15144395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1" name="seg"/>
            <p:cNvSpPr/>
            <p:nvPr/>
          </p:nvSpPr>
          <p:spPr>
            <a:xfrm>
              <a:off x="15068656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2" name="seg"/>
            <p:cNvSpPr/>
            <p:nvPr/>
          </p:nvSpPr>
          <p:spPr>
            <a:xfrm>
              <a:off x="15398168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3" name="seg"/>
            <p:cNvSpPr/>
            <p:nvPr/>
          </p:nvSpPr>
          <p:spPr>
            <a:xfrm>
              <a:off x="15068656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4" name="seg"/>
            <p:cNvSpPr/>
            <p:nvPr/>
          </p:nvSpPr>
          <p:spPr>
            <a:xfrm>
              <a:off x="15398168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5" name="dot"/>
            <p:cNvSpPr/>
            <p:nvPr/>
          </p:nvSpPr>
          <p:spPr>
            <a:xfrm>
              <a:off x="14473568" y="3725725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07" name="행0 라벨"/>
          <p:cNvSpPr txBox="1"/>
          <p:nvPr/>
        </p:nvSpPr>
        <p:spPr>
          <a:xfrm>
            <a:off x="13440839" y="409910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508" name="행1 상태 SET_MIN_1"/>
          <p:cNvSpPr/>
          <p:nvPr/>
        </p:nvSpPr>
        <p:spPr>
          <a:xfrm>
            <a:off x="10892612" y="495988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</p:txBody>
      </p:sp>
      <p:cxnSp>
        <p:nvCxnSpPr>
          <p:cNvPr id="509" name="행1 화살표"/>
          <p:cNvCxnSpPr/>
          <p:nvPr/>
        </p:nvCxnSpPr>
        <p:spPr>
          <a:xfrm>
            <a:off x="12913619" y="5170771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41" name="행1 FND"/>
          <p:cNvGrpSpPr/>
          <p:nvPr/>
        </p:nvGrpSpPr>
        <p:grpSpPr>
          <a:xfrm>
            <a:off x="13440839" y="4740209"/>
            <a:ext cx="2372488" cy="879049"/>
            <a:chOff x="13258800" y="4645152"/>
            <a:chExt cx="2468880" cy="914764"/>
          </a:xfrm>
        </p:grpSpPr>
        <p:sp>
          <p:nvSpPr>
            <p:cNvPr id="510" name="FND 바탕"/>
            <p:cNvSpPr/>
            <p:nvPr/>
          </p:nvSpPr>
          <p:spPr>
            <a:xfrm>
              <a:off x="13258800" y="4645152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1" name="seg"/>
            <p:cNvSpPr/>
            <p:nvPr/>
          </p:nvSpPr>
          <p:spPr>
            <a:xfrm>
              <a:off x="13600115" y="4777940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2" name="seg"/>
            <p:cNvSpPr/>
            <p:nvPr/>
          </p:nvSpPr>
          <p:spPr>
            <a:xfrm>
              <a:off x="1360011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3" name="seg"/>
            <p:cNvSpPr/>
            <p:nvPr/>
          </p:nvSpPr>
          <p:spPr>
            <a:xfrm>
              <a:off x="13600115" y="5363193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4" name="seg"/>
            <p:cNvSpPr/>
            <p:nvPr/>
          </p:nvSpPr>
          <p:spPr>
            <a:xfrm>
              <a:off x="13524377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5" name="seg"/>
            <p:cNvSpPr/>
            <p:nvPr/>
          </p:nvSpPr>
          <p:spPr>
            <a:xfrm>
              <a:off x="13853889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6" name="seg"/>
            <p:cNvSpPr/>
            <p:nvPr/>
          </p:nvSpPr>
          <p:spPr>
            <a:xfrm>
              <a:off x="13524377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7" name="seg"/>
            <p:cNvSpPr/>
            <p:nvPr/>
          </p:nvSpPr>
          <p:spPr>
            <a:xfrm>
              <a:off x="13853889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8" name="seg"/>
            <p:cNvSpPr/>
            <p:nvPr/>
          </p:nvSpPr>
          <p:spPr>
            <a:xfrm>
              <a:off x="14072252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9" name="seg"/>
            <p:cNvSpPr/>
            <p:nvPr/>
          </p:nvSpPr>
          <p:spPr>
            <a:xfrm>
              <a:off x="14072252" y="507056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0" name="seg"/>
            <p:cNvSpPr/>
            <p:nvPr/>
          </p:nvSpPr>
          <p:spPr>
            <a:xfrm>
              <a:off x="14072252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1" name="seg"/>
            <p:cNvSpPr/>
            <p:nvPr/>
          </p:nvSpPr>
          <p:spPr>
            <a:xfrm>
              <a:off x="13996513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2" name="seg"/>
            <p:cNvSpPr/>
            <p:nvPr/>
          </p:nvSpPr>
          <p:spPr>
            <a:xfrm>
              <a:off x="14326025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3" name="seg"/>
            <p:cNvSpPr/>
            <p:nvPr/>
          </p:nvSpPr>
          <p:spPr>
            <a:xfrm>
              <a:off x="13996513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4" name="seg"/>
            <p:cNvSpPr/>
            <p:nvPr/>
          </p:nvSpPr>
          <p:spPr>
            <a:xfrm>
              <a:off x="14326025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5" name="seg"/>
            <p:cNvSpPr/>
            <p:nvPr/>
          </p:nvSpPr>
          <p:spPr>
            <a:xfrm>
              <a:off x="14672258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6" name="seg"/>
            <p:cNvSpPr/>
            <p:nvPr/>
          </p:nvSpPr>
          <p:spPr>
            <a:xfrm>
              <a:off x="14672258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7" name="seg"/>
            <p:cNvSpPr/>
            <p:nvPr/>
          </p:nvSpPr>
          <p:spPr>
            <a:xfrm>
              <a:off x="14672258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8" name="seg"/>
            <p:cNvSpPr/>
            <p:nvPr/>
          </p:nvSpPr>
          <p:spPr>
            <a:xfrm>
              <a:off x="14596520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9" name="seg"/>
            <p:cNvSpPr/>
            <p:nvPr/>
          </p:nvSpPr>
          <p:spPr>
            <a:xfrm>
              <a:off x="14926032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0" name="seg"/>
            <p:cNvSpPr/>
            <p:nvPr/>
          </p:nvSpPr>
          <p:spPr>
            <a:xfrm>
              <a:off x="14596520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1" name="seg"/>
            <p:cNvSpPr/>
            <p:nvPr/>
          </p:nvSpPr>
          <p:spPr>
            <a:xfrm>
              <a:off x="14926032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2" name="seg"/>
            <p:cNvSpPr/>
            <p:nvPr/>
          </p:nvSpPr>
          <p:spPr>
            <a:xfrm>
              <a:off x="15144395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3" name="seg"/>
            <p:cNvSpPr/>
            <p:nvPr/>
          </p:nvSpPr>
          <p:spPr>
            <a:xfrm>
              <a:off x="1514439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4" name="seg"/>
            <p:cNvSpPr/>
            <p:nvPr/>
          </p:nvSpPr>
          <p:spPr>
            <a:xfrm>
              <a:off x="15144395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5" name="seg"/>
            <p:cNvSpPr/>
            <p:nvPr/>
          </p:nvSpPr>
          <p:spPr>
            <a:xfrm>
              <a:off x="15068656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6" name="seg"/>
            <p:cNvSpPr/>
            <p:nvPr/>
          </p:nvSpPr>
          <p:spPr>
            <a:xfrm>
              <a:off x="15398168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7" name="seg"/>
            <p:cNvSpPr/>
            <p:nvPr/>
          </p:nvSpPr>
          <p:spPr>
            <a:xfrm>
              <a:off x="15068656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8" name="seg"/>
            <p:cNvSpPr/>
            <p:nvPr/>
          </p:nvSpPr>
          <p:spPr>
            <a:xfrm>
              <a:off x="15398168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9" name="dot"/>
            <p:cNvSpPr/>
            <p:nvPr/>
          </p:nvSpPr>
          <p:spPr>
            <a:xfrm>
              <a:off x="14473568" y="5353357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0" name="커서 자리"/>
            <p:cNvSpPr/>
            <p:nvPr/>
          </p:nvSpPr>
          <p:spPr>
            <a:xfrm>
              <a:off x="15009639" y="4704169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42" name="행1 라벨"/>
          <p:cNvSpPr txBox="1"/>
          <p:nvPr/>
        </p:nvSpPr>
        <p:spPr>
          <a:xfrm>
            <a:off x="13440839" y="5663192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543" name="행2 상태 SET_MIN_10"/>
          <p:cNvSpPr/>
          <p:nvPr/>
        </p:nvSpPr>
        <p:spPr>
          <a:xfrm>
            <a:off x="10892612" y="6523967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</p:txBody>
      </p:sp>
      <p:cxnSp>
        <p:nvCxnSpPr>
          <p:cNvPr id="544" name="행2 화살표"/>
          <p:cNvCxnSpPr/>
          <p:nvPr/>
        </p:nvCxnSpPr>
        <p:spPr>
          <a:xfrm>
            <a:off x="12913619" y="6734855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76" name="행2 FND"/>
          <p:cNvGrpSpPr/>
          <p:nvPr/>
        </p:nvGrpSpPr>
        <p:grpSpPr>
          <a:xfrm>
            <a:off x="13440839" y="6304293"/>
            <a:ext cx="2372488" cy="879049"/>
            <a:chOff x="13258800" y="6272784"/>
            <a:chExt cx="2468880" cy="914764"/>
          </a:xfrm>
        </p:grpSpPr>
        <p:sp>
          <p:nvSpPr>
            <p:cNvPr id="545" name="FND 바탕"/>
            <p:cNvSpPr/>
            <p:nvPr/>
          </p:nvSpPr>
          <p:spPr>
            <a:xfrm>
              <a:off x="13258800" y="6272784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6" name="seg"/>
            <p:cNvSpPr/>
            <p:nvPr/>
          </p:nvSpPr>
          <p:spPr>
            <a:xfrm>
              <a:off x="13600115" y="6405572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7" name="seg"/>
            <p:cNvSpPr/>
            <p:nvPr/>
          </p:nvSpPr>
          <p:spPr>
            <a:xfrm>
              <a:off x="1360011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8" name="seg"/>
            <p:cNvSpPr/>
            <p:nvPr/>
          </p:nvSpPr>
          <p:spPr>
            <a:xfrm>
              <a:off x="13600115" y="699082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9" name="seg"/>
            <p:cNvSpPr/>
            <p:nvPr/>
          </p:nvSpPr>
          <p:spPr>
            <a:xfrm>
              <a:off x="13524377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0" name="seg"/>
            <p:cNvSpPr/>
            <p:nvPr/>
          </p:nvSpPr>
          <p:spPr>
            <a:xfrm>
              <a:off x="13853889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1" name="seg"/>
            <p:cNvSpPr/>
            <p:nvPr/>
          </p:nvSpPr>
          <p:spPr>
            <a:xfrm>
              <a:off x="13524377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2" name="seg"/>
            <p:cNvSpPr/>
            <p:nvPr/>
          </p:nvSpPr>
          <p:spPr>
            <a:xfrm>
              <a:off x="13853889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3" name="seg"/>
            <p:cNvSpPr/>
            <p:nvPr/>
          </p:nvSpPr>
          <p:spPr>
            <a:xfrm>
              <a:off x="14072252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4" name="seg"/>
            <p:cNvSpPr/>
            <p:nvPr/>
          </p:nvSpPr>
          <p:spPr>
            <a:xfrm>
              <a:off x="14072252" y="6698199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5" name="seg"/>
            <p:cNvSpPr/>
            <p:nvPr/>
          </p:nvSpPr>
          <p:spPr>
            <a:xfrm>
              <a:off x="14072252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6" name="seg"/>
            <p:cNvSpPr/>
            <p:nvPr/>
          </p:nvSpPr>
          <p:spPr>
            <a:xfrm>
              <a:off x="13996513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7" name="seg"/>
            <p:cNvSpPr/>
            <p:nvPr/>
          </p:nvSpPr>
          <p:spPr>
            <a:xfrm>
              <a:off x="14326025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8" name="seg"/>
            <p:cNvSpPr/>
            <p:nvPr/>
          </p:nvSpPr>
          <p:spPr>
            <a:xfrm>
              <a:off x="13996513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9" name="seg"/>
            <p:cNvSpPr/>
            <p:nvPr/>
          </p:nvSpPr>
          <p:spPr>
            <a:xfrm>
              <a:off x="14326025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0" name="seg"/>
            <p:cNvSpPr/>
            <p:nvPr/>
          </p:nvSpPr>
          <p:spPr>
            <a:xfrm>
              <a:off x="14672258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1" name="seg"/>
            <p:cNvSpPr/>
            <p:nvPr/>
          </p:nvSpPr>
          <p:spPr>
            <a:xfrm>
              <a:off x="14672258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2" name="seg"/>
            <p:cNvSpPr/>
            <p:nvPr/>
          </p:nvSpPr>
          <p:spPr>
            <a:xfrm>
              <a:off x="14672258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3" name="seg"/>
            <p:cNvSpPr/>
            <p:nvPr/>
          </p:nvSpPr>
          <p:spPr>
            <a:xfrm>
              <a:off x="14596520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4" name="seg"/>
            <p:cNvSpPr/>
            <p:nvPr/>
          </p:nvSpPr>
          <p:spPr>
            <a:xfrm>
              <a:off x="14926032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5" name="seg"/>
            <p:cNvSpPr/>
            <p:nvPr/>
          </p:nvSpPr>
          <p:spPr>
            <a:xfrm>
              <a:off x="14596520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6" name="seg"/>
            <p:cNvSpPr/>
            <p:nvPr/>
          </p:nvSpPr>
          <p:spPr>
            <a:xfrm>
              <a:off x="14926032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7" name="seg"/>
            <p:cNvSpPr/>
            <p:nvPr/>
          </p:nvSpPr>
          <p:spPr>
            <a:xfrm>
              <a:off x="15144395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8" name="seg"/>
            <p:cNvSpPr/>
            <p:nvPr/>
          </p:nvSpPr>
          <p:spPr>
            <a:xfrm>
              <a:off x="1514439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9" name="seg"/>
            <p:cNvSpPr/>
            <p:nvPr/>
          </p:nvSpPr>
          <p:spPr>
            <a:xfrm>
              <a:off x="15144395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0" name="seg"/>
            <p:cNvSpPr/>
            <p:nvPr/>
          </p:nvSpPr>
          <p:spPr>
            <a:xfrm>
              <a:off x="15068656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1" name="seg"/>
            <p:cNvSpPr/>
            <p:nvPr/>
          </p:nvSpPr>
          <p:spPr>
            <a:xfrm>
              <a:off x="15398168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2" name="seg"/>
            <p:cNvSpPr/>
            <p:nvPr/>
          </p:nvSpPr>
          <p:spPr>
            <a:xfrm>
              <a:off x="15068656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3" name="seg"/>
            <p:cNvSpPr/>
            <p:nvPr/>
          </p:nvSpPr>
          <p:spPr>
            <a:xfrm>
              <a:off x="15398168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4" name="dot"/>
            <p:cNvSpPr/>
            <p:nvPr/>
          </p:nvSpPr>
          <p:spPr>
            <a:xfrm>
              <a:off x="14473568" y="6980989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5" name="커서 자리"/>
            <p:cNvSpPr/>
            <p:nvPr/>
          </p:nvSpPr>
          <p:spPr>
            <a:xfrm>
              <a:off x="14537503" y="6331801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77" name="행2 라벨"/>
          <p:cNvSpPr txBox="1"/>
          <p:nvPr/>
        </p:nvSpPr>
        <p:spPr>
          <a:xfrm>
            <a:off x="13440839" y="722727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: 분 10 자리</a:t>
            </a:r>
          </a:p>
        </p:txBody>
      </p:sp>
      <p:sp>
        <p:nvSpPr>
          <p:cNvPr id="578" name="행3 상태 SET_HOUR"/>
          <p:cNvSpPr/>
          <p:nvPr/>
        </p:nvSpPr>
        <p:spPr>
          <a:xfrm>
            <a:off x="10892612" y="808805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</p:txBody>
      </p:sp>
      <p:cxnSp>
        <p:nvCxnSpPr>
          <p:cNvPr id="579" name="행3 화살표"/>
          <p:cNvCxnSpPr/>
          <p:nvPr/>
        </p:nvCxnSpPr>
        <p:spPr>
          <a:xfrm>
            <a:off x="12913619" y="8298940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611" name="행3 FND"/>
          <p:cNvGrpSpPr/>
          <p:nvPr/>
        </p:nvGrpSpPr>
        <p:grpSpPr>
          <a:xfrm>
            <a:off x="13440839" y="7868377"/>
            <a:ext cx="2372488" cy="879049"/>
            <a:chOff x="13258800" y="7900416"/>
            <a:chExt cx="2468880" cy="914764"/>
          </a:xfrm>
        </p:grpSpPr>
        <p:sp>
          <p:nvSpPr>
            <p:cNvPr id="580" name="FND 바탕"/>
            <p:cNvSpPr/>
            <p:nvPr/>
          </p:nvSpPr>
          <p:spPr>
            <a:xfrm>
              <a:off x="13258800" y="7900416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1" name="seg"/>
            <p:cNvSpPr/>
            <p:nvPr/>
          </p:nvSpPr>
          <p:spPr>
            <a:xfrm>
              <a:off x="13600115" y="8033204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2" name="seg"/>
            <p:cNvSpPr/>
            <p:nvPr/>
          </p:nvSpPr>
          <p:spPr>
            <a:xfrm>
              <a:off x="1360011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3" name="seg"/>
            <p:cNvSpPr/>
            <p:nvPr/>
          </p:nvSpPr>
          <p:spPr>
            <a:xfrm>
              <a:off x="13600115" y="861845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4" name="seg"/>
            <p:cNvSpPr/>
            <p:nvPr/>
          </p:nvSpPr>
          <p:spPr>
            <a:xfrm>
              <a:off x="13524377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5" name="seg"/>
            <p:cNvSpPr/>
            <p:nvPr/>
          </p:nvSpPr>
          <p:spPr>
            <a:xfrm>
              <a:off x="13853889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6" name="seg"/>
            <p:cNvSpPr/>
            <p:nvPr/>
          </p:nvSpPr>
          <p:spPr>
            <a:xfrm>
              <a:off x="13524377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7" name="seg"/>
            <p:cNvSpPr/>
            <p:nvPr/>
          </p:nvSpPr>
          <p:spPr>
            <a:xfrm>
              <a:off x="13853889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8" name="seg"/>
            <p:cNvSpPr/>
            <p:nvPr/>
          </p:nvSpPr>
          <p:spPr>
            <a:xfrm>
              <a:off x="14072252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9" name="seg"/>
            <p:cNvSpPr/>
            <p:nvPr/>
          </p:nvSpPr>
          <p:spPr>
            <a:xfrm>
              <a:off x="14072252" y="832583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0" name="seg"/>
            <p:cNvSpPr/>
            <p:nvPr/>
          </p:nvSpPr>
          <p:spPr>
            <a:xfrm>
              <a:off x="14072252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1" name="seg"/>
            <p:cNvSpPr/>
            <p:nvPr/>
          </p:nvSpPr>
          <p:spPr>
            <a:xfrm>
              <a:off x="13996513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2" name="seg"/>
            <p:cNvSpPr/>
            <p:nvPr/>
          </p:nvSpPr>
          <p:spPr>
            <a:xfrm>
              <a:off x="14326025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3" name="seg"/>
            <p:cNvSpPr/>
            <p:nvPr/>
          </p:nvSpPr>
          <p:spPr>
            <a:xfrm>
              <a:off x="13996513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4" name="seg"/>
            <p:cNvSpPr/>
            <p:nvPr/>
          </p:nvSpPr>
          <p:spPr>
            <a:xfrm>
              <a:off x="14326025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5" name="seg"/>
            <p:cNvSpPr/>
            <p:nvPr/>
          </p:nvSpPr>
          <p:spPr>
            <a:xfrm>
              <a:off x="14672258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6" name="seg"/>
            <p:cNvSpPr/>
            <p:nvPr/>
          </p:nvSpPr>
          <p:spPr>
            <a:xfrm>
              <a:off x="14672258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7" name="seg"/>
            <p:cNvSpPr/>
            <p:nvPr/>
          </p:nvSpPr>
          <p:spPr>
            <a:xfrm>
              <a:off x="14672258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8" name="seg"/>
            <p:cNvSpPr/>
            <p:nvPr/>
          </p:nvSpPr>
          <p:spPr>
            <a:xfrm>
              <a:off x="14596520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9" name="seg"/>
            <p:cNvSpPr/>
            <p:nvPr/>
          </p:nvSpPr>
          <p:spPr>
            <a:xfrm>
              <a:off x="14926032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0" name="seg"/>
            <p:cNvSpPr/>
            <p:nvPr/>
          </p:nvSpPr>
          <p:spPr>
            <a:xfrm>
              <a:off x="14596520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1" name="seg"/>
            <p:cNvSpPr/>
            <p:nvPr/>
          </p:nvSpPr>
          <p:spPr>
            <a:xfrm>
              <a:off x="14926032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2" name="seg"/>
            <p:cNvSpPr/>
            <p:nvPr/>
          </p:nvSpPr>
          <p:spPr>
            <a:xfrm>
              <a:off x="15144395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3" name="seg"/>
            <p:cNvSpPr/>
            <p:nvPr/>
          </p:nvSpPr>
          <p:spPr>
            <a:xfrm>
              <a:off x="1514439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4" name="seg"/>
            <p:cNvSpPr/>
            <p:nvPr/>
          </p:nvSpPr>
          <p:spPr>
            <a:xfrm>
              <a:off x="15144395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5" name="seg"/>
            <p:cNvSpPr/>
            <p:nvPr/>
          </p:nvSpPr>
          <p:spPr>
            <a:xfrm>
              <a:off x="15068656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6" name="seg"/>
            <p:cNvSpPr/>
            <p:nvPr/>
          </p:nvSpPr>
          <p:spPr>
            <a:xfrm>
              <a:off x="15398168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7" name="seg"/>
            <p:cNvSpPr/>
            <p:nvPr/>
          </p:nvSpPr>
          <p:spPr>
            <a:xfrm>
              <a:off x="15068656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8" name="seg"/>
            <p:cNvSpPr/>
            <p:nvPr/>
          </p:nvSpPr>
          <p:spPr>
            <a:xfrm>
              <a:off x="15398168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9" name="dot"/>
            <p:cNvSpPr/>
            <p:nvPr/>
          </p:nvSpPr>
          <p:spPr>
            <a:xfrm>
              <a:off x="14473568" y="8608621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10" name="커서 자리"/>
            <p:cNvSpPr/>
            <p:nvPr/>
          </p:nvSpPr>
          <p:spPr>
            <a:xfrm>
              <a:off x="13937496" y="7959433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612" name="행3 라벨"/>
          <p:cNvSpPr txBox="1"/>
          <p:nvPr/>
        </p:nvSpPr>
        <p:spPr>
          <a:xfrm>
            <a:off x="13440839" y="8791361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: 시 자리</a:t>
            </a:r>
          </a:p>
        </p:txBody>
      </p:sp>
      <p:sp>
        <p:nvSpPr>
          <p:cNvPr id="473" name="열 라벨"/>
          <p:cNvSpPr txBox="1"/>
          <p:nvPr/>
        </p:nvSpPr>
        <p:spPr>
          <a:xfrm>
            <a:off x="10892612" y="2578608"/>
            <a:ext cx="553580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SW1 = 1 (시 . 분) 화면</a:t>
            </a:r>
            <a:r>
              <a:rPr lang="ko-KR" altLang="en-US" sz="120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   노란 점선 = 0.5 s 점멸 자리</a:t>
            </a:r>
          </a:p>
        </p:txBody>
      </p:sp>
      <p:sp>
        <p:nvSpPr>
          <p:cNvPr id="61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61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61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61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설정 FSM — SW2 와 커서 4 상태</a:t>
            </a:r>
            <a:endParaRPr lang="ko-KR" sz="3000" dirty="0"/>
          </a:p>
        </p:txBody>
      </p:sp>
      <p:sp>
        <p:nvSpPr>
          <p:cNvPr id="6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lang="ko-KR" sz="1100" dirty="0"/>
          </a:p>
        </p:txBody>
      </p:sp>
      <p:sp>
        <p:nvSpPr>
          <p:cNvPr id="61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61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진입 · SW2 = 0 → 어느 상태든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= U · D 로 바꿀 자리 + 점멸할 자리 (0 분 1 · 1 분 10 · 2 시 · 3 없음)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34602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 animBg="1"/>
      <p:bldP spid="507" grpId="0" animBg="1"/>
      <p:bldP spid="508" grpId="0" animBg="1"/>
      <p:bldP spid="542" grpId="0" animBg="1"/>
      <p:bldP spid="543" grpId="0" animBg="1"/>
      <p:bldP spid="577" grpId="0" animBg="1"/>
      <p:bldP spid="578" grpId="0" animBg="1"/>
      <p:bldP spid="612" grpId="0" animBg="1"/>
      <p:bldP spid="4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6824-3B30-43A2-9463-A50C4258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9797EF6-AAB4-638C-1D3F-5FC411F0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23" y="3712464"/>
            <a:ext cx="8733129" cy="540374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EC0F14-49CF-2D99-6AA6-F889F468B247}"/>
              </a:ext>
            </a:extLst>
          </p:cNvPr>
          <p:cNvSpPr/>
          <p:nvPr/>
        </p:nvSpPr>
        <p:spPr>
          <a:xfrm>
            <a:off x="2451406" y="4894808"/>
            <a:ext cx="550129" cy="15718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640010-4672-1DE8-4CE5-25DFC665DBBF}"/>
              </a:ext>
            </a:extLst>
          </p:cNvPr>
          <p:cNvSpPr/>
          <p:nvPr/>
        </p:nvSpPr>
        <p:spPr>
          <a:xfrm>
            <a:off x="4090566" y="5273374"/>
            <a:ext cx="5243069" cy="21893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EB0D09-017F-31BE-1377-239C7F9E00EF}"/>
              </a:ext>
            </a:extLst>
          </p:cNvPr>
          <p:cNvSpPr/>
          <p:nvPr/>
        </p:nvSpPr>
        <p:spPr>
          <a:xfrm>
            <a:off x="9333635" y="3742903"/>
            <a:ext cx="1598616" cy="5244136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FC5FB-E329-A519-DAD8-834ECD1C8E60}"/>
              </a:ext>
            </a:extLst>
          </p:cNvPr>
          <p:cNvSpPr/>
          <p:nvPr/>
        </p:nvSpPr>
        <p:spPr>
          <a:xfrm>
            <a:off x="2192425" y="7527575"/>
            <a:ext cx="7141210" cy="1653492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ABF64-52C0-CFDB-7807-E29157E632ED}"/>
              </a:ext>
            </a:extLst>
          </p:cNvPr>
          <p:cNvSpPr txBox="1"/>
          <p:nvPr/>
        </p:nvSpPr>
        <p:spPr>
          <a:xfrm>
            <a:off x="4224510" y="7538255"/>
            <a:ext cx="2655957" cy="24221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2. </a:t>
            </a:r>
            <a:r>
              <a:rPr lang="ko-KR" altLang="en-US" sz="1300" b="1">
                <a:solidFill>
                  <a:srgbClr val="1A1A1A"/>
                </a:solidFill>
              </a:rPr>
              <a:t>버튼을 입력해도 스테이트 변화</a:t>
            </a:r>
            <a:r>
              <a:rPr lang="en-US" altLang="ko-KR" sz="1300" b="1">
                <a:solidFill>
                  <a:srgbClr val="1A1A1A"/>
                </a:solidFill>
              </a:rPr>
              <a:t> X </a:t>
            </a:r>
            <a:r>
              <a:rPr lang="ko-KR" altLang="en-US" sz="1300" b="1">
                <a:solidFill>
                  <a:srgbClr val="1A1A1A"/>
                </a:solidFill>
              </a:rPr>
              <a:t>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FF34002-A2B3-3BE0-0EDB-5620653D183F}"/>
              </a:ext>
            </a:extLst>
          </p:cNvPr>
          <p:cNvSpPr/>
          <p:nvPr/>
        </p:nvSpPr>
        <p:spPr>
          <a:xfrm>
            <a:off x="2451405" y="4737630"/>
            <a:ext cx="802413" cy="15717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768469-3C55-E0A2-2FC7-6F9C6AD2BE15}"/>
              </a:ext>
            </a:extLst>
          </p:cNvPr>
          <p:cNvSpPr txBox="1"/>
          <p:nvPr/>
        </p:nvSpPr>
        <p:spPr>
          <a:xfrm>
            <a:off x="2207246" y="4407008"/>
            <a:ext cx="1929252" cy="21396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100" b="1">
                <a:solidFill>
                  <a:srgbClr val="1A1A1A"/>
                </a:solidFill>
              </a:rPr>
              <a:t>1. DISPLAY </a:t>
            </a:r>
            <a:r>
              <a:rPr lang="ko-KR" altLang="en-US" sz="1100" b="1">
                <a:solidFill>
                  <a:srgbClr val="1A1A1A"/>
                </a:solidFill>
              </a:rPr>
              <a:t>모드 </a:t>
            </a:r>
            <a:r>
              <a:rPr lang="en-US" altLang="ko-KR" sz="1100" b="1">
                <a:solidFill>
                  <a:srgbClr val="1A1A1A"/>
                </a:solidFill>
              </a:rPr>
              <a:t>: </a:t>
            </a:r>
            <a:r>
              <a:rPr lang="ko-KR" altLang="en-US" sz="1100" b="1">
                <a:solidFill>
                  <a:srgbClr val="1A1A1A"/>
                </a:solidFill>
              </a:rPr>
              <a:t> 시간 </a:t>
            </a:r>
            <a:r>
              <a:rPr lang="en-US" altLang="ko-KR" sz="1100" b="1">
                <a:solidFill>
                  <a:srgbClr val="1A1A1A"/>
                </a:solidFill>
              </a:rPr>
              <a:t>/ </a:t>
            </a:r>
            <a:r>
              <a:rPr lang="ko-KR" altLang="en-US" sz="1100" b="1">
                <a:solidFill>
                  <a:srgbClr val="1A1A1A"/>
                </a:solidFill>
              </a:rPr>
              <a:t>분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16EB31-F987-7203-302A-CF60F4D0BA46}"/>
              </a:ext>
            </a:extLst>
          </p:cNvPr>
          <p:cNvSpPr/>
          <p:nvPr/>
        </p:nvSpPr>
        <p:spPr>
          <a:xfrm>
            <a:off x="5253958" y="6330148"/>
            <a:ext cx="981812" cy="398053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1B9F18-DB68-A953-E15C-24E27FC3E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31" y="8287844"/>
            <a:ext cx="5600970" cy="12676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688756-A1F6-8DA6-84B6-99244E3A7FE1}"/>
              </a:ext>
            </a:extLst>
          </p:cNvPr>
          <p:cNvSpPr/>
          <p:nvPr/>
        </p:nvSpPr>
        <p:spPr>
          <a:xfrm>
            <a:off x="5761776" y="8270560"/>
            <a:ext cx="5602225" cy="128492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cxnSp>
        <p:nvCxnSpPr>
          <p:cNvPr id="200" name="FSM-sw 화살표"/>
          <p:cNvCxnSpPr/>
          <p:nvPr/>
        </p:nvCxnSpPr>
        <p:spPr>
          <a:xfrm flipV="1">
            <a:off x="12008940" y="6114301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1" name="FSM-sw 화살표"/>
          <p:cNvCxnSpPr/>
          <p:nvPr/>
        </p:nvCxnSpPr>
        <p:spPr>
          <a:xfrm flipV="1">
            <a:off x="13620666" y="6285162"/>
            <a:ext cx="0" cy="6882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2" name="FSM-sw 화살표"/>
          <p:cNvCxnSpPr/>
          <p:nvPr/>
        </p:nvCxnSpPr>
        <p:spPr>
          <a:xfrm flipH="1" flipV="1">
            <a:off x="14037236" y="6048433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3" name="FSM-sw 화살표"/>
          <p:cNvCxnSpPr/>
          <p:nvPr/>
        </p:nvCxnSpPr>
        <p:spPr>
          <a:xfrm>
            <a:off x="13928643" y="6180169"/>
            <a:ext cx="1249452" cy="1029953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204" name="FSM-sw 라벨"/>
          <p:cNvSpPr txBox="1"/>
          <p:nvPr/>
        </p:nvSpPr>
        <p:spPr>
          <a:xfrm>
            <a:off x="14794395" y="6229144"/>
            <a:ext cx="853622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205" name="FSM-sw 라벨"/>
          <p:cNvSpPr txBox="1"/>
          <p:nvPr/>
        </p:nvSpPr>
        <p:spPr>
          <a:xfrm>
            <a:off x="13663347" y="6509238"/>
            <a:ext cx="74691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206" name="FSM-rst 화살표"/>
          <p:cNvCxnSpPr/>
          <p:nvPr/>
        </p:nvCxnSpPr>
        <p:spPr>
          <a:xfrm>
            <a:off x="12420262" y="5815671"/>
            <a:ext cx="730913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207" name="FSM-rst 라벨"/>
          <p:cNvSpPr txBox="1"/>
          <p:nvPr/>
        </p:nvSpPr>
        <p:spPr>
          <a:xfrm>
            <a:off x="12046802" y="5708968"/>
            <a:ext cx="346783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208" name="FSM-lr 화살표"/>
          <p:cNvCxnSpPr/>
          <p:nvPr/>
        </p:nvCxnSpPr>
        <p:spPr>
          <a:xfrm flipH="1">
            <a:off x="12091760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09" name="FSM-lr 화살표"/>
          <p:cNvCxnSpPr/>
          <p:nvPr/>
        </p:nvCxnSpPr>
        <p:spPr>
          <a:xfrm>
            <a:off x="12091760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0" name="FSM-lr 라벨"/>
          <p:cNvSpPr txBox="1"/>
          <p:nvPr/>
        </p:nvSpPr>
        <p:spPr>
          <a:xfrm>
            <a:off x="12473613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1" name="FSM-lr 라벨"/>
          <p:cNvSpPr txBox="1"/>
          <p:nvPr/>
        </p:nvSpPr>
        <p:spPr>
          <a:xfrm>
            <a:off x="12473613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212" name="FSM-lr 화살표"/>
          <p:cNvCxnSpPr/>
          <p:nvPr/>
        </p:nvCxnSpPr>
        <p:spPr>
          <a:xfrm flipH="1">
            <a:off x="14065758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13" name="FSM-lr 화살표"/>
          <p:cNvCxnSpPr/>
          <p:nvPr/>
        </p:nvCxnSpPr>
        <p:spPr>
          <a:xfrm>
            <a:off x="14065758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4" name="FSM-lr 라벨"/>
          <p:cNvSpPr txBox="1"/>
          <p:nvPr/>
        </p:nvSpPr>
        <p:spPr>
          <a:xfrm>
            <a:off x="14447612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5" name="FSM-lr 라벨"/>
          <p:cNvSpPr txBox="1"/>
          <p:nvPr/>
        </p:nvSpPr>
        <p:spPr>
          <a:xfrm>
            <a:off x="14447612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6" name="FSM-wrap 화살표 호"/>
          <p:cNvSpPr/>
          <p:nvPr/>
        </p:nvSpPr>
        <p:spPr>
          <a:xfrm>
            <a:off x="11881413" y="7446514"/>
            <a:ext cx="3478505" cy="80026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FSM-wrap 라벨"/>
          <p:cNvSpPr txBox="1"/>
          <p:nvPr/>
        </p:nvSpPr>
        <p:spPr>
          <a:xfrm>
            <a:off x="13460612" y="8246783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8" name="FSM-wrap 화살표 호"/>
          <p:cNvSpPr/>
          <p:nvPr/>
        </p:nvSpPr>
        <p:spPr>
          <a:xfrm flipH="1">
            <a:off x="11646668" y="7138783"/>
            <a:ext cx="3947997" cy="154718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FSM-wrap 라벨"/>
          <p:cNvSpPr txBox="1"/>
          <p:nvPr/>
        </p:nvSpPr>
        <p:spPr>
          <a:xfrm>
            <a:off x="13460612" y="8685971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20" name="FSM-loop 화살표 호"/>
          <p:cNvSpPr/>
          <p:nvPr/>
        </p:nvSpPr>
        <p:spPr>
          <a:xfrm>
            <a:off x="13396591" y="5052747"/>
            <a:ext cx="448151" cy="448151"/>
          </a:xfrm>
          <a:prstGeom prst="arc">
            <a:avLst>
              <a:gd name="adj1" fmla="val 8100000"/>
              <a:gd name="adj2" fmla="val 2700000"/>
            </a:avLst>
          </a:prstGeom>
          <a:noFill/>
          <a:ln w="31750">
            <a:solidFill>
              <a:srgbClr val="E53E3E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FSM-loop 라벨"/>
          <p:cNvSpPr txBox="1"/>
          <p:nvPr/>
        </p:nvSpPr>
        <p:spPr>
          <a:xfrm>
            <a:off x="11966775" y="5015400"/>
            <a:ext cx="1387134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R · L · U · D 무시</a:t>
            </a:r>
          </a:p>
        </p:txBody>
      </p:sp>
      <p:sp>
        <p:nvSpPr>
          <p:cNvPr id="222" name="FSM-st 상태 NORMAL"/>
          <p:cNvSpPr/>
          <p:nvPr/>
        </p:nvSpPr>
        <p:spPr>
          <a:xfrm>
            <a:off x="13151174" y="5346179"/>
            <a:ext cx="938983" cy="938983"/>
          </a:xfrm>
          <a:prstGeom prst="ellipse">
            <a:avLst/>
          </a:prstGeom>
          <a:solidFill>
            <a:srgbClr val="F3F4F6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223" name="FSM-st 상태 SET_HOUR"/>
          <p:cNvSpPr/>
          <p:nvPr/>
        </p:nvSpPr>
        <p:spPr>
          <a:xfrm>
            <a:off x="11177177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224" name="FSM-st 상태 SET_MIN_10"/>
          <p:cNvSpPr/>
          <p:nvPr/>
        </p:nvSpPr>
        <p:spPr>
          <a:xfrm>
            <a:off x="13151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225" name="FSM-st 상태 SET_MIN_1"/>
          <p:cNvSpPr/>
          <p:nvPr/>
        </p:nvSpPr>
        <p:spPr>
          <a:xfrm>
            <a:off x="15125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256" name="FND칸 FND"/>
          <p:cNvGrpSpPr/>
          <p:nvPr/>
        </p:nvGrpSpPr>
        <p:grpSpPr>
          <a:xfrm>
            <a:off x="14391296" y="4625640"/>
            <a:ext cx="1704278" cy="631466"/>
            <a:chOff x="15544800" y="3794760"/>
            <a:chExt cx="2103120" cy="779244"/>
          </a:xfrm>
        </p:grpSpPr>
        <p:sp>
          <p:nvSpPr>
            <p:cNvPr id="226" name="FND 바탕"/>
            <p:cNvSpPr/>
            <p:nvPr/>
          </p:nvSpPr>
          <p:spPr>
            <a:xfrm>
              <a:off x="15544800" y="3794760"/>
              <a:ext cx="2103120" cy="77924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7" name="seg"/>
            <p:cNvSpPr/>
            <p:nvPr/>
          </p:nvSpPr>
          <p:spPr>
            <a:xfrm>
              <a:off x="15835550" y="3907876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8" name="seg"/>
            <p:cNvSpPr/>
            <p:nvPr/>
          </p:nvSpPr>
          <p:spPr>
            <a:xfrm>
              <a:off x="15835550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9" name="seg"/>
            <p:cNvSpPr/>
            <p:nvPr/>
          </p:nvSpPr>
          <p:spPr>
            <a:xfrm>
              <a:off x="15835550" y="4406424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0" name="seg"/>
            <p:cNvSpPr/>
            <p:nvPr/>
          </p:nvSpPr>
          <p:spPr>
            <a:xfrm>
              <a:off x="1577103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1" name="seg"/>
            <p:cNvSpPr/>
            <p:nvPr/>
          </p:nvSpPr>
          <p:spPr>
            <a:xfrm>
              <a:off x="16051727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2" name="seg"/>
            <p:cNvSpPr/>
            <p:nvPr/>
          </p:nvSpPr>
          <p:spPr>
            <a:xfrm>
              <a:off x="15771032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3" name="seg"/>
            <p:cNvSpPr/>
            <p:nvPr/>
          </p:nvSpPr>
          <p:spPr>
            <a:xfrm>
              <a:off x="16051727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4" name="seg"/>
            <p:cNvSpPr/>
            <p:nvPr/>
          </p:nvSpPr>
          <p:spPr>
            <a:xfrm>
              <a:off x="16237740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5" name="seg"/>
            <p:cNvSpPr/>
            <p:nvPr/>
          </p:nvSpPr>
          <p:spPr>
            <a:xfrm>
              <a:off x="16237740" y="4157150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6" name="seg"/>
            <p:cNvSpPr/>
            <p:nvPr/>
          </p:nvSpPr>
          <p:spPr>
            <a:xfrm>
              <a:off x="16237740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7" name="seg"/>
            <p:cNvSpPr/>
            <p:nvPr/>
          </p:nvSpPr>
          <p:spPr>
            <a:xfrm>
              <a:off x="1617322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8" name="seg"/>
            <p:cNvSpPr/>
            <p:nvPr/>
          </p:nvSpPr>
          <p:spPr>
            <a:xfrm>
              <a:off x="16453918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9" name="seg"/>
            <p:cNvSpPr/>
            <p:nvPr/>
          </p:nvSpPr>
          <p:spPr>
            <a:xfrm>
              <a:off x="16173222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0" name="seg"/>
            <p:cNvSpPr/>
            <p:nvPr/>
          </p:nvSpPr>
          <p:spPr>
            <a:xfrm>
              <a:off x="16453918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1" name="seg"/>
            <p:cNvSpPr/>
            <p:nvPr/>
          </p:nvSpPr>
          <p:spPr>
            <a:xfrm>
              <a:off x="1674885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2" name="seg"/>
            <p:cNvSpPr/>
            <p:nvPr/>
          </p:nvSpPr>
          <p:spPr>
            <a:xfrm>
              <a:off x="1674885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3" name="seg"/>
            <p:cNvSpPr/>
            <p:nvPr/>
          </p:nvSpPr>
          <p:spPr>
            <a:xfrm>
              <a:off x="1674885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4" name="seg"/>
            <p:cNvSpPr/>
            <p:nvPr/>
          </p:nvSpPr>
          <p:spPr>
            <a:xfrm>
              <a:off x="1668433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5" name="seg"/>
            <p:cNvSpPr/>
            <p:nvPr/>
          </p:nvSpPr>
          <p:spPr>
            <a:xfrm>
              <a:off x="16965034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6" name="seg"/>
            <p:cNvSpPr/>
            <p:nvPr/>
          </p:nvSpPr>
          <p:spPr>
            <a:xfrm>
              <a:off x="1668433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7" name="seg"/>
            <p:cNvSpPr/>
            <p:nvPr/>
          </p:nvSpPr>
          <p:spPr>
            <a:xfrm>
              <a:off x="16965034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8" name="seg"/>
            <p:cNvSpPr/>
            <p:nvPr/>
          </p:nvSpPr>
          <p:spPr>
            <a:xfrm>
              <a:off x="1715104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9" name="seg"/>
            <p:cNvSpPr/>
            <p:nvPr/>
          </p:nvSpPr>
          <p:spPr>
            <a:xfrm>
              <a:off x="1715104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0" name="seg"/>
            <p:cNvSpPr/>
            <p:nvPr/>
          </p:nvSpPr>
          <p:spPr>
            <a:xfrm>
              <a:off x="1715104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1" name="seg"/>
            <p:cNvSpPr/>
            <p:nvPr/>
          </p:nvSpPr>
          <p:spPr>
            <a:xfrm>
              <a:off x="1708652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2" name="seg"/>
            <p:cNvSpPr/>
            <p:nvPr/>
          </p:nvSpPr>
          <p:spPr>
            <a:xfrm>
              <a:off x="17367225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3" name="seg"/>
            <p:cNvSpPr/>
            <p:nvPr/>
          </p:nvSpPr>
          <p:spPr>
            <a:xfrm>
              <a:off x="1708652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4" name="seg"/>
            <p:cNvSpPr/>
            <p:nvPr/>
          </p:nvSpPr>
          <p:spPr>
            <a:xfrm>
              <a:off x="17367225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5" name="dot"/>
            <p:cNvSpPr/>
            <p:nvPr/>
          </p:nvSpPr>
          <p:spPr>
            <a:xfrm>
              <a:off x="16579602" y="4398045"/>
              <a:ext cx="62842" cy="6284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257" name="FND칸 라벨"/>
          <p:cNvSpPr txBox="1"/>
          <p:nvPr/>
        </p:nvSpPr>
        <p:spPr>
          <a:xfrm>
            <a:off x="14391296" y="5286745"/>
            <a:ext cx="1704278" cy="2667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258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59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0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61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P1  SW2 = 0 — 버튼을 눌러도 상태 유지</a:t>
            </a:r>
            <a:endParaRPr lang="ko-KR" sz="3000" dirty="0"/>
          </a:p>
        </p:txBody>
      </p:sp>
      <p:sp>
        <p:nvSpPr>
          <p:cNvPr id="26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lang="ko-KR" sz="1100" dirty="0"/>
          </a:p>
        </p:txBody>
      </p:sp>
      <p:sp>
        <p:nvSpPr>
          <p:cNvPr id="263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64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꺼짐(SW2 = 0) 에서 R · L · U · D 입력 → 상태 · 커서 변화 여부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→ tick 까지 디바운스 지연</a:t>
            </a:r>
            <a:endParaRPr lang="ko-KR" sz="2000" dirty="0"/>
          </a:p>
        </p:txBody>
      </p:sp>
      <p:sp>
        <p:nvSpPr>
          <p:cNvPr id="265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6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67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c_state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유지 → SW2 = 0 이면 버튼 무시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로 8 번 연속 1 확인 → 누른 뒤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1.75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(7 주기) 에 tick 1 클럭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5790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5" grpId="0" animBg="1"/>
      <p:bldP spid="14" grpId="0" animBg="1"/>
      <p:bldP spid="114" grpId="0" animBg="1"/>
      <p:bldP spid="118" grpId="0" animBg="1"/>
      <p:bldP spid="7" grpId="0" animBg="1"/>
      <p:bldP spid="13" grpId="0" animBg="1"/>
      <p:bldP spid="204" grpId="0" animBg="1"/>
      <p:bldP spid="205" grpId="0" animBg="1"/>
      <p:bldP spid="207" grpId="0" animBg="1"/>
      <p:bldP spid="210" grpId="0" animBg="1"/>
      <p:bldP spid="211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26EB-F1E3-84E6-B986-D777F8D6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610448FC-1CD3-F736-396D-6A13C0E7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81" y="3273552"/>
            <a:ext cx="10214771" cy="6140124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53376058-D7F0-71D4-F98A-AD20E5349D71}"/>
              </a:ext>
            </a:extLst>
          </p:cNvPr>
          <p:cNvSpPr/>
          <p:nvPr/>
        </p:nvSpPr>
        <p:spPr>
          <a:xfrm>
            <a:off x="5752880" y="4573267"/>
            <a:ext cx="253434" cy="2932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C36C0E3-9098-637A-A68B-89BDA8A97D69}"/>
              </a:ext>
            </a:extLst>
          </p:cNvPr>
          <p:cNvCxnSpPr>
            <a:cxnSpLocks/>
          </p:cNvCxnSpPr>
          <p:nvPr/>
        </p:nvCxnSpPr>
        <p:spPr>
          <a:xfrm>
            <a:off x="5879597" y="4866523"/>
            <a:ext cx="0" cy="20074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1A0F0EB-3FF6-C634-DD8C-730323369A1A}"/>
              </a:ext>
            </a:extLst>
          </p:cNvPr>
          <p:cNvCxnSpPr>
            <a:cxnSpLocks/>
          </p:cNvCxnSpPr>
          <p:nvPr/>
        </p:nvCxnSpPr>
        <p:spPr>
          <a:xfrm flipV="1">
            <a:off x="6585425" y="3667090"/>
            <a:ext cx="0" cy="19700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EBEE976-DB34-D9E5-9DD8-21CAF321F314}"/>
              </a:ext>
            </a:extLst>
          </p:cNvPr>
          <p:cNvSpPr txBox="1"/>
          <p:nvPr/>
        </p:nvSpPr>
        <p:spPr>
          <a:xfrm>
            <a:off x="3579186" y="6593172"/>
            <a:ext cx="2402369" cy="27202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sw2 </a:t>
            </a:r>
            <a:r>
              <a:rPr lang="ko-KR" altLang="en-US" sz="1450" b="1">
                <a:solidFill>
                  <a:srgbClr val="1A1A1A"/>
                </a:solidFill>
              </a:rPr>
              <a:t>인가시</a:t>
            </a:r>
            <a:r>
              <a:rPr lang="en-US" altLang="ko-KR" sz="1450" b="1">
                <a:solidFill>
                  <a:srgbClr val="1A1A1A"/>
                </a:solidFill>
              </a:rPr>
              <a:t>, n_state </a:t>
            </a:r>
            <a:r>
              <a:rPr lang="ko-KR" altLang="en-US" sz="1450" b="1">
                <a:solidFill>
                  <a:srgbClr val="1A1A1A"/>
                </a:solidFill>
              </a:rPr>
              <a:t>바뀜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11234-FA12-801F-A045-089988B9CBDF}"/>
              </a:ext>
            </a:extLst>
          </p:cNvPr>
          <p:cNvSpPr txBox="1"/>
          <p:nvPr/>
        </p:nvSpPr>
        <p:spPr>
          <a:xfrm>
            <a:off x="6576311" y="7380730"/>
            <a:ext cx="3201442" cy="26144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2. posedge clock </a:t>
            </a:r>
            <a:r>
              <a:rPr lang="ko-KR" altLang="en-US" sz="1350" b="1">
                <a:solidFill>
                  <a:srgbClr val="1A1A1A"/>
                </a:solidFill>
              </a:rPr>
              <a:t>이 후 </a:t>
            </a:r>
            <a:r>
              <a:rPr lang="en-US" altLang="ko-KR" sz="1350" b="1">
                <a:solidFill>
                  <a:srgbClr val="1A1A1A"/>
                </a:solidFill>
              </a:rPr>
              <a:t>‘</a:t>
            </a:r>
            <a:r>
              <a:rPr lang="ko-KR" altLang="en-US" sz="1350" b="1">
                <a:solidFill>
                  <a:srgbClr val="1A1A1A"/>
                </a:solidFill>
              </a:rPr>
              <a:t>커서 값 </a:t>
            </a:r>
            <a:r>
              <a:rPr lang="en-US" altLang="ko-KR" sz="1350" b="1">
                <a:solidFill>
                  <a:srgbClr val="1A1A1A"/>
                </a:solidFill>
              </a:rPr>
              <a:t> = 0‘ </a:t>
            </a:r>
            <a:endParaRPr lang="ko-KR" altLang="en-US" sz="135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DE83C2-CC30-9F85-CD84-BDD4BB52A4B0}"/>
              </a:ext>
            </a:extLst>
          </p:cNvPr>
          <p:cNvCxnSpPr>
            <a:cxnSpLocks/>
          </p:cNvCxnSpPr>
          <p:nvPr/>
        </p:nvCxnSpPr>
        <p:spPr>
          <a:xfrm>
            <a:off x="6585425" y="3776540"/>
            <a:ext cx="0" cy="5778940"/>
          </a:xfrm>
          <a:prstGeom prst="line">
            <a:avLst/>
          </a:prstGeom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D8FF7A0F-CAF8-6A97-4DEC-18BA136221A0}"/>
              </a:ext>
            </a:extLst>
          </p:cNvPr>
          <p:cNvSpPr/>
          <p:nvPr/>
        </p:nvSpPr>
        <p:spPr>
          <a:xfrm flipH="1" flipV="1">
            <a:off x="9231820" y="7205020"/>
            <a:ext cx="714009" cy="1483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4CBDEC-2CBB-321D-9D97-22420B866205}"/>
              </a:ext>
            </a:extLst>
          </p:cNvPr>
          <p:cNvSpPr/>
          <p:nvPr/>
        </p:nvSpPr>
        <p:spPr>
          <a:xfrm>
            <a:off x="1166582" y="3667090"/>
            <a:ext cx="508671" cy="18950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120" name="FSM-sw 화살표"/>
          <p:cNvCxnSpPr/>
          <p:nvPr/>
        </p:nvCxnSpPr>
        <p:spPr>
          <a:xfrm flipV="1">
            <a:off x="12567132" y="4985968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1" name="FSM-sw 화살표"/>
          <p:cNvCxnSpPr/>
          <p:nvPr/>
        </p:nvCxnSpPr>
        <p:spPr>
          <a:xfrm flipV="1">
            <a:off x="14377211" y="5177856"/>
            <a:ext cx="0" cy="7729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2" name="FSM-sw 화살표"/>
          <p:cNvCxnSpPr/>
          <p:nvPr/>
        </p:nvCxnSpPr>
        <p:spPr>
          <a:xfrm flipH="1" flipV="1">
            <a:off x="14845047" y="4911994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3" name="FSM-sw 화살표"/>
          <p:cNvCxnSpPr/>
          <p:nvPr/>
        </p:nvCxnSpPr>
        <p:spPr>
          <a:xfrm>
            <a:off x="14723090" y="5059941"/>
            <a:ext cx="1403220" cy="1156708"/>
          </a:xfrm>
          <a:prstGeom prst="line">
            <a:avLst/>
          </a:prstGeom>
          <a:ln w="38100">
            <a:solidFill>
              <a:srgbClr val="E53E3E"/>
            </a:solidFill>
            <a:tailEnd type="triangle" w="med" len="med"/>
          </a:ln>
        </p:spPr>
      </p:cxnSp>
      <p:sp>
        <p:nvSpPr>
          <p:cNvPr id="124" name="FSM-sw 라벨"/>
          <p:cNvSpPr txBox="1"/>
          <p:nvPr/>
        </p:nvSpPr>
        <p:spPr>
          <a:xfrm>
            <a:off x="15695389" y="5114943"/>
            <a:ext cx="958675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125" name="FSM-sw 라벨"/>
          <p:cNvSpPr txBox="1"/>
          <p:nvPr/>
        </p:nvSpPr>
        <p:spPr>
          <a:xfrm>
            <a:off x="14425145" y="5429509"/>
            <a:ext cx="838841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126" name="FSM-rst 화살표"/>
          <p:cNvCxnSpPr/>
          <p:nvPr/>
        </p:nvCxnSpPr>
        <p:spPr>
          <a:xfrm>
            <a:off x="13029074" y="4650585"/>
            <a:ext cx="820865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127" name="FSM-rst 라벨"/>
          <p:cNvSpPr txBox="1"/>
          <p:nvPr/>
        </p:nvSpPr>
        <p:spPr>
          <a:xfrm>
            <a:off x="12609653" y="4530751"/>
            <a:ext cx="389462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128" name="FSM-lr 화살표"/>
          <p:cNvCxnSpPr/>
          <p:nvPr/>
        </p:nvCxnSpPr>
        <p:spPr>
          <a:xfrm flipH="1">
            <a:off x="12660144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29" name="FSM-lr 화살표"/>
          <p:cNvCxnSpPr/>
          <p:nvPr/>
        </p:nvCxnSpPr>
        <p:spPr>
          <a:xfrm>
            <a:off x="12660144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0" name="FSM-lr 라벨"/>
          <p:cNvSpPr txBox="1"/>
          <p:nvPr/>
        </p:nvSpPr>
        <p:spPr>
          <a:xfrm>
            <a:off x="13088992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1" name="FSM-lr 라벨"/>
          <p:cNvSpPr txBox="1"/>
          <p:nvPr/>
        </p:nvSpPr>
        <p:spPr>
          <a:xfrm>
            <a:off x="13088992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132" name="FSM-lr 화살표"/>
          <p:cNvCxnSpPr/>
          <p:nvPr/>
        </p:nvCxnSpPr>
        <p:spPr>
          <a:xfrm flipH="1">
            <a:off x="14877080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33" name="FSM-lr 화살표"/>
          <p:cNvCxnSpPr/>
          <p:nvPr/>
        </p:nvCxnSpPr>
        <p:spPr>
          <a:xfrm>
            <a:off x="14877080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4" name="FSM-lr 라벨"/>
          <p:cNvSpPr txBox="1"/>
          <p:nvPr/>
        </p:nvSpPr>
        <p:spPr>
          <a:xfrm>
            <a:off x="15305927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5" name="FSM-lr 라벨"/>
          <p:cNvSpPr txBox="1"/>
          <p:nvPr/>
        </p:nvSpPr>
        <p:spPr>
          <a:xfrm>
            <a:off x="15305927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6" name="FSM-wrap 화살표 호"/>
          <p:cNvSpPr/>
          <p:nvPr/>
        </p:nvSpPr>
        <p:spPr>
          <a:xfrm>
            <a:off x="12423911" y="6482134"/>
            <a:ext cx="3906600" cy="898757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FSM-wrap 라벨"/>
          <p:cNvSpPr txBox="1"/>
          <p:nvPr/>
        </p:nvSpPr>
        <p:spPr>
          <a:xfrm>
            <a:off x="14197460" y="7380891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8" name="FSM-wrap 화살표 호"/>
          <p:cNvSpPr/>
          <p:nvPr/>
        </p:nvSpPr>
        <p:spPr>
          <a:xfrm flipH="1">
            <a:off x="12160275" y="6136531"/>
            <a:ext cx="4433871" cy="173759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FSM-wrap 라벨"/>
          <p:cNvSpPr txBox="1"/>
          <p:nvPr/>
        </p:nvSpPr>
        <p:spPr>
          <a:xfrm>
            <a:off x="14197460" y="7874129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40" name="FSM-st 상태 NORMAL"/>
          <p:cNvSpPr/>
          <p:nvPr/>
        </p:nvSpPr>
        <p:spPr>
          <a:xfrm>
            <a:off x="13849940" y="4123315"/>
            <a:ext cx="1054543" cy="1054543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141" name="FSM-st 상태 SET_HOUR"/>
          <p:cNvSpPr/>
          <p:nvPr/>
        </p:nvSpPr>
        <p:spPr>
          <a:xfrm>
            <a:off x="11633005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142" name="FSM-st 상태 SET_MIN_10"/>
          <p:cNvSpPr/>
          <p:nvPr/>
        </p:nvSpPr>
        <p:spPr>
          <a:xfrm>
            <a:off x="13849940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143" name="FSM-st 상태 SET_MIN_1"/>
          <p:cNvSpPr/>
          <p:nvPr/>
        </p:nvSpPr>
        <p:spPr>
          <a:xfrm>
            <a:off x="16066875" y="5950788"/>
            <a:ext cx="1054543" cy="1054543"/>
          </a:xfrm>
          <a:prstGeom prst="ellipse">
            <a:avLst/>
          </a:prstGeom>
          <a:solidFill>
            <a:srgbClr val="EDF6F0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175" name="FND칸 FND"/>
          <p:cNvGrpSpPr/>
          <p:nvPr/>
        </p:nvGrpSpPr>
        <p:grpSpPr>
          <a:xfrm>
            <a:off x="15209393" y="7974324"/>
            <a:ext cx="1830803" cy="678346"/>
            <a:chOff x="15910560" y="7635240"/>
            <a:chExt cx="2011680" cy="745364"/>
          </a:xfrm>
        </p:grpSpPr>
        <p:sp>
          <p:nvSpPr>
            <p:cNvPr id="144" name="FND 바탕"/>
            <p:cNvSpPr/>
            <p:nvPr/>
          </p:nvSpPr>
          <p:spPr>
            <a:xfrm>
              <a:off x="15910560" y="7635240"/>
              <a:ext cx="2011680" cy="7453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16188669" y="7743438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16188669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16188669" y="8220310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16126956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16395447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16126956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16395447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6573372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6573372" y="7981874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6573372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6511660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6780151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6511660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6780151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7062267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7062267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7062267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7000554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7269045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7000554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7269045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7446971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7446971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7446971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7385258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7653749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7385258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7653749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6900371" y="8212296"/>
              <a:ext cx="60110" cy="6011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7337170" y="7683328"/>
              <a:ext cx="416762" cy="649188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76" name="FND칸 라벨"/>
          <p:cNvSpPr txBox="1"/>
          <p:nvPr/>
        </p:nvSpPr>
        <p:spPr>
          <a:xfrm>
            <a:off x="15209393" y="8685957"/>
            <a:ext cx="1830803" cy="2995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17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7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8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P2  SW2 = 1 — NORMAL → SET_MIN_1 진입</a:t>
            </a:r>
            <a:endParaRPr lang="ko-KR" sz="3000" dirty="0"/>
          </a:p>
        </p:txBody>
      </p:sp>
      <p:sp>
        <p:nvSpPr>
          <p:cNvPr id="18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lang="ko-KR" sz="1100" dirty="0"/>
          </a:p>
        </p:txBody>
      </p:sp>
      <p:sp>
        <p:nvSpPr>
          <p:cNvPr id="182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3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0 → 1 순간 n_state · c_state · 커서가 바뀌는 시점</a:t>
            </a:r>
            <a:endParaRPr lang="ko-KR" sz="2000" dirty="0"/>
          </a:p>
        </p:txBody>
      </p:sp>
      <p:sp>
        <p:nvSpPr>
          <p:cNvPr id="184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5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6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상승 즉시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(조합 논리)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다음 clk 상승에서 c_state 갱신 →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(분 1 자리부터 설정)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7686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2" grpId="0" animBg="1"/>
      <p:bldP spid="54" grpId="0" animBg="1"/>
      <p:bldP spid="59" grpId="0" animBg="1"/>
      <p:bldP spid="14" grpId="0" animBg="1"/>
      <p:bldP spid="124" grpId="0" animBg="1"/>
      <p:bldP spid="125" grpId="0" animBg="1"/>
      <p:bldP spid="127" grpId="0" animBg="1"/>
      <p:bldP spid="130" grpId="0" animBg="1"/>
      <p:bldP spid="131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B8E-32BC-F97A-61FF-D4F25492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7341877-51D8-8450-FAB2-7D99C31F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67"/>
          <a:stretch>
            <a:fillRect/>
          </a:stretch>
        </p:blipFill>
        <p:spPr>
          <a:xfrm>
            <a:off x="2001823" y="4365420"/>
            <a:ext cx="5516686" cy="4850582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2EFEF39-6475-00A4-188A-518A1C1205B5}"/>
              </a:ext>
            </a:extLst>
          </p:cNvPr>
          <p:cNvCxnSpPr/>
          <p:nvPr/>
        </p:nvCxnSpPr>
        <p:spPr>
          <a:xfrm>
            <a:off x="5240655" y="6451391"/>
            <a:ext cx="0" cy="79824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FE698A-D81A-5A7F-464C-2CACD0E9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06"/>
          <a:stretch>
            <a:fillRect/>
          </a:stretch>
        </p:blipFill>
        <p:spPr>
          <a:xfrm>
            <a:off x="8724413" y="3321000"/>
            <a:ext cx="7561765" cy="383348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1CCD7F-3192-9516-FF20-481BEDC4BD3B}"/>
              </a:ext>
            </a:extLst>
          </p:cNvPr>
          <p:cNvSpPr/>
          <p:nvPr/>
        </p:nvSpPr>
        <p:spPr>
          <a:xfrm>
            <a:off x="4544317" y="5901248"/>
            <a:ext cx="2749947" cy="18877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5E5099D-2E89-92CF-76ED-CB23ECB1F514}"/>
              </a:ext>
            </a:extLst>
          </p:cNvPr>
          <p:cNvCxnSpPr>
            <a:cxnSpLocks/>
          </p:cNvCxnSpPr>
          <p:nvPr/>
        </p:nvCxnSpPr>
        <p:spPr>
          <a:xfrm flipV="1">
            <a:off x="7279164" y="3328416"/>
            <a:ext cx="1432316" cy="262182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51C50DC-2343-9410-B411-04218352E88A}"/>
              </a:ext>
            </a:extLst>
          </p:cNvPr>
          <p:cNvCxnSpPr>
            <a:cxnSpLocks/>
          </p:cNvCxnSpPr>
          <p:nvPr/>
        </p:nvCxnSpPr>
        <p:spPr>
          <a:xfrm flipV="1">
            <a:off x="7294263" y="7152997"/>
            <a:ext cx="1417216" cy="64005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6210DB-134A-4947-473B-00F5F0430BBB}"/>
              </a:ext>
            </a:extLst>
          </p:cNvPr>
          <p:cNvCxnSpPr/>
          <p:nvPr/>
        </p:nvCxnSpPr>
        <p:spPr>
          <a:xfrm flipV="1">
            <a:off x="11956189" y="3753175"/>
            <a:ext cx="0" cy="22652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848C32-BFCA-CF21-4584-B67439A681FD}"/>
              </a:ext>
            </a:extLst>
          </p:cNvPr>
          <p:cNvSpPr txBox="1"/>
          <p:nvPr/>
        </p:nvSpPr>
        <p:spPr>
          <a:xfrm>
            <a:off x="9797297" y="5168764"/>
            <a:ext cx="1692093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L </a:t>
            </a:r>
            <a:r>
              <a:rPr lang="ko-KR" altLang="en-US" sz="1450" b="1">
                <a:solidFill>
                  <a:srgbClr val="1A1A1A"/>
                </a:solidFill>
              </a:rPr>
              <a:t>버튼 </a:t>
            </a:r>
            <a:r>
              <a:rPr lang="en-US" altLang="ko-KR" sz="1450" b="1">
                <a:solidFill>
                  <a:srgbClr val="1A1A1A"/>
                </a:solidFill>
              </a:rPr>
              <a:t>Tick </a:t>
            </a:r>
            <a:r>
              <a:rPr lang="ko-KR" altLang="en-US" sz="1450" b="1">
                <a:solidFill>
                  <a:srgbClr val="1A1A1A"/>
                </a:solidFill>
              </a:rPr>
              <a:t>발생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A471DA0-3A14-DA05-59BE-ADB7D286C9AF}"/>
              </a:ext>
            </a:extLst>
          </p:cNvPr>
          <p:cNvCxnSpPr>
            <a:cxnSpLocks/>
          </p:cNvCxnSpPr>
          <p:nvPr/>
        </p:nvCxnSpPr>
        <p:spPr>
          <a:xfrm flipH="1">
            <a:off x="11602120" y="5405488"/>
            <a:ext cx="5901" cy="108949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C34A22C-72AC-C44C-3A1B-39A570D85A26}"/>
              </a:ext>
            </a:extLst>
          </p:cNvPr>
          <p:cNvSpPr txBox="1"/>
          <p:nvPr/>
        </p:nvSpPr>
        <p:spPr>
          <a:xfrm>
            <a:off x="9181068" y="6138789"/>
            <a:ext cx="2244435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2. n_state : SET_MIN_10</a:t>
            </a:r>
            <a:endParaRPr lang="ko-KR" altLang="en-US" sz="145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622C7DF-A30C-C2A6-8B8E-1B0D4909B91F}"/>
              </a:ext>
            </a:extLst>
          </p:cNvPr>
          <p:cNvCxnSpPr/>
          <p:nvPr/>
        </p:nvCxnSpPr>
        <p:spPr>
          <a:xfrm>
            <a:off x="11605070" y="6494984"/>
            <a:ext cx="351119" cy="1186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A7F7A6-3CB3-A0F8-2175-EFD7BEFF04D5}"/>
              </a:ext>
            </a:extLst>
          </p:cNvPr>
          <p:cNvSpPr txBox="1"/>
          <p:nvPr/>
        </p:nvSpPr>
        <p:spPr>
          <a:xfrm>
            <a:off x="11992359" y="6120321"/>
            <a:ext cx="1879494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3. </a:t>
            </a:r>
            <a:r>
              <a:rPr lang="ko-KR" altLang="en-US" sz="1450" b="1">
                <a:solidFill>
                  <a:srgbClr val="1A1A1A"/>
                </a:solidFill>
              </a:rPr>
              <a:t>다음 </a:t>
            </a:r>
            <a:r>
              <a:rPr lang="en-US" altLang="ko-KR" sz="1450" b="1">
                <a:solidFill>
                  <a:srgbClr val="1A1A1A"/>
                </a:solidFill>
              </a:rPr>
              <a:t>Posedge </a:t>
            </a:r>
            <a:r>
              <a:rPr lang="ko-KR" altLang="en-US" sz="1450" b="1">
                <a:solidFill>
                  <a:srgbClr val="1A1A1A"/>
                </a:solidFill>
              </a:rPr>
              <a:t>이후 </a:t>
            </a:r>
          </a:p>
        </p:txBody>
      </p:sp>
      <p:grpSp>
        <p:nvGrpSpPr>
          <p:cNvPr id="176" name="FND칸 FND"/>
          <p:cNvGrpSpPr/>
          <p:nvPr/>
        </p:nvGrpSpPr>
        <p:grpSpPr>
          <a:xfrm>
            <a:off x="9152350" y="7517270"/>
            <a:ext cx="3701067" cy="1371312"/>
            <a:chOff x="8906812" y="7631673"/>
            <a:chExt cx="3824328" cy="1416982"/>
          </a:xfrm>
        </p:grpSpPr>
        <p:sp>
          <p:nvSpPr>
            <p:cNvPr id="144" name="FND 바탕"/>
            <p:cNvSpPr/>
            <p:nvPr/>
          </p:nvSpPr>
          <p:spPr>
            <a:xfrm>
              <a:off x="8906812" y="7631673"/>
              <a:ext cx="3824328" cy="141698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9435514" y="7837364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943551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9435514" y="8743928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9318194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9828613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9318194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9828613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0166860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0166860" y="8290646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0166860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0049540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0559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0049540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0559958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1096278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1096278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1096278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0978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1489376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0978958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1489376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1827624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182762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1827624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1710304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2220722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1710304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2220722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0788503" y="8728692"/>
              <a:ext cx="114273" cy="11427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1618885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8C8C8C"/>
              </a:solidFill>
              <a:prstDash val="sys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5" name="커서 자리"/>
            <p:cNvSpPr/>
            <p:nvPr/>
          </p:nvSpPr>
          <p:spPr>
            <a:xfrm>
              <a:off x="10887540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cxnSp>
        <p:nvCxnSpPr>
          <p:cNvPr id="177" name="FND칸 화살표"/>
          <p:cNvCxnSpPr/>
          <p:nvPr/>
        </p:nvCxnSpPr>
        <p:spPr>
          <a:xfrm flipH="1">
            <a:off x="11452614" y="9083266"/>
            <a:ext cx="707774" cy="0"/>
          </a:xfrm>
          <a:prstGeom prst="line">
            <a:avLst/>
          </a:prstGeom>
          <a:ln w="31750">
            <a:solidFill>
              <a:srgbClr val="E53E3E"/>
            </a:solidFill>
            <a:tailEnd type="triangle" w="med" len="med"/>
          </a:ln>
        </p:spPr>
      </p:cxnSp>
      <p:sp>
        <p:nvSpPr>
          <p:cNvPr id="178" name="FND칸 라벨"/>
          <p:cNvSpPr txBox="1"/>
          <p:nvPr/>
        </p:nvSpPr>
        <p:spPr>
          <a:xfrm>
            <a:off x="8975364" y="9154060"/>
            <a:ext cx="4055038" cy="3539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L tick</a:t>
            </a: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 →  커서 0 → 1</a:t>
            </a:r>
          </a:p>
        </p:txBody>
      </p:sp>
      <p:sp>
        <p:nvSpPr>
          <p:cNvPr id="179" name="FND칸 라벨"/>
          <p:cNvSpPr txBox="1"/>
          <p:nvPr/>
        </p:nvSpPr>
        <p:spPr>
          <a:xfrm>
            <a:off x="13030402" y="7517270"/>
            <a:ext cx="1729624" cy="1371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노란 점선 = 지금 커서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회색 점선 = 이전 커서</a:t>
            </a:r>
          </a:p>
        </p:txBody>
      </p:sp>
      <p:sp>
        <p:nvSpPr>
          <p:cNvPr id="18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8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8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P3-1  L tick — 다음 clk 에 상태 · 커서 갱신</a:t>
            </a:r>
            <a:endParaRPr lang="ko-KR" sz="3000" dirty="0"/>
          </a:p>
        </p:txBody>
      </p:sp>
      <p:sp>
        <p:nvSpPr>
          <p:cNvPr id="18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lang="ko-KR" sz="1100" dirty="0"/>
          </a:p>
        </p:txBody>
      </p:sp>
      <p:sp>
        <p:nvSpPr>
          <p:cNvPr id="18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버튼 tick 이 나온 뒤 상태 · 커서가 바뀌는 시점</a:t>
            </a:r>
            <a:endParaRPr lang="ko-KR" sz="2000" dirty="0"/>
          </a:p>
        </p:txBody>
      </p:sp>
      <p:sp>
        <p:nvSpPr>
          <p:cNvPr id="18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과 같은 클럭에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다음 clk 상승에서 c_state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은 1 클럭 펄스 → 버튼 1 번에 커서 1 칸 이동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6026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8" grpId="0" animBg="1"/>
      <p:bldP spid="50" grpId="0" animBg="1"/>
      <p:bldP spid="62" grpId="0" animBg="1"/>
      <p:bldP spid="178" grpId="0" animBg="1"/>
      <p:bldP spid="17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E9C6-6D71-749B-2901-69E3B45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2695BD52-4065-B9D9-BFCA-C7708524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79" y="3712464"/>
            <a:ext cx="11066563" cy="5843016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173740E-04C8-56C3-9246-3AB6AFB89B5D}"/>
              </a:ext>
            </a:extLst>
          </p:cNvPr>
          <p:cNvSpPr/>
          <p:nvPr/>
        </p:nvSpPr>
        <p:spPr>
          <a:xfrm>
            <a:off x="1984778" y="6941177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87563D4-A74B-8003-FA74-A8D367760FEA}"/>
              </a:ext>
            </a:extLst>
          </p:cNvPr>
          <p:cNvCxnSpPr>
            <a:cxnSpLocks/>
          </p:cNvCxnSpPr>
          <p:nvPr/>
        </p:nvCxnSpPr>
        <p:spPr>
          <a:xfrm>
            <a:off x="6175459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BF3FD70-E250-C857-ADC7-479983CF4858}"/>
              </a:ext>
            </a:extLst>
          </p:cNvPr>
          <p:cNvCxnSpPr>
            <a:cxnSpLocks/>
          </p:cNvCxnSpPr>
          <p:nvPr/>
        </p:nvCxnSpPr>
        <p:spPr>
          <a:xfrm>
            <a:off x="6936972" y="5744589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D445BED-FF09-0A43-FE40-124C7DB96668}"/>
              </a:ext>
            </a:extLst>
          </p:cNvPr>
          <p:cNvCxnSpPr>
            <a:cxnSpLocks/>
          </p:cNvCxnSpPr>
          <p:nvPr/>
        </p:nvCxnSpPr>
        <p:spPr>
          <a:xfrm>
            <a:off x="7731595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1AECC08B-A237-BD9C-FA81-5A414ACA1701}"/>
              </a:ext>
            </a:extLst>
          </p:cNvPr>
          <p:cNvSpPr/>
          <p:nvPr/>
        </p:nvSpPr>
        <p:spPr>
          <a:xfrm>
            <a:off x="5802421" y="5752754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1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0D8DB6C-F3CF-A67A-7519-BFA087BCF400}"/>
              </a:ext>
            </a:extLst>
          </p:cNvPr>
          <p:cNvSpPr/>
          <p:nvPr/>
        </p:nvSpPr>
        <p:spPr>
          <a:xfrm>
            <a:off x="6630153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2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63E8C063-070D-4503-B4C5-AEC8D855F77A}"/>
              </a:ext>
            </a:extLst>
          </p:cNvPr>
          <p:cNvSpPr/>
          <p:nvPr/>
        </p:nvSpPr>
        <p:spPr>
          <a:xfrm>
            <a:off x="7419200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3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A1658226-0BB0-D15C-76B5-1C3B96EABA34}"/>
              </a:ext>
            </a:extLst>
          </p:cNvPr>
          <p:cNvSpPr/>
          <p:nvPr/>
        </p:nvSpPr>
        <p:spPr>
          <a:xfrm>
            <a:off x="1984778" y="5308936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89C6294-8736-CBC8-7991-FB51AE5D7629}"/>
              </a:ext>
            </a:extLst>
          </p:cNvPr>
          <p:cNvSpPr/>
          <p:nvPr/>
        </p:nvSpPr>
        <p:spPr>
          <a:xfrm>
            <a:off x="6698441" y="8315254"/>
            <a:ext cx="969070" cy="507664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D3886C4-3E76-9C6B-1AE6-64512A24C42F}"/>
              </a:ext>
            </a:extLst>
          </p:cNvPr>
          <p:cNvSpPr/>
          <p:nvPr/>
        </p:nvSpPr>
        <p:spPr>
          <a:xfrm>
            <a:off x="1977281" y="8573452"/>
            <a:ext cx="722784" cy="149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2A29F7-E99B-40B4-C5D7-2D251CF9E7B0}"/>
              </a:ext>
            </a:extLst>
          </p:cNvPr>
          <p:cNvGrpSpPr/>
          <p:nvPr/>
        </p:nvGrpSpPr>
        <p:grpSpPr>
          <a:xfrm>
            <a:off x="7952265" y="7566901"/>
            <a:ext cx="4015852" cy="1952084"/>
            <a:chOff x="3381373" y="5717719"/>
            <a:chExt cx="2412658" cy="1048453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BC7B309-EE5A-D7AB-7B2F-916C9DC3F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081"/>
            <a:stretch>
              <a:fillRect/>
            </a:stretch>
          </p:blipFill>
          <p:spPr>
            <a:xfrm>
              <a:off x="3381373" y="5745439"/>
              <a:ext cx="2412657" cy="1020733"/>
            </a:xfrm>
            <a:prstGeom prst="rect">
              <a:avLst/>
            </a:prstGeom>
          </p:spPr>
        </p:pic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C92AE79-93C7-AD3F-F47A-CE035B4A97B8}"/>
                </a:ext>
              </a:extLst>
            </p:cNvPr>
            <p:cNvSpPr/>
            <p:nvPr/>
          </p:nvSpPr>
          <p:spPr>
            <a:xfrm>
              <a:off x="3387125" y="5717719"/>
              <a:ext cx="2406906" cy="104845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A2B47E2-08D8-97C7-73E6-038ECA92376F}"/>
                </a:ext>
              </a:extLst>
            </p:cNvPr>
            <p:cNvSpPr/>
            <p:nvPr/>
          </p:nvSpPr>
          <p:spPr>
            <a:xfrm>
              <a:off x="5284788" y="6542088"/>
              <a:ext cx="452437" cy="10636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F2780F-1030-79C0-5757-786606EC419C}"/>
              </a:ext>
            </a:extLst>
          </p:cNvPr>
          <p:cNvGrpSpPr/>
          <p:nvPr/>
        </p:nvGrpSpPr>
        <p:grpSpPr>
          <a:xfrm>
            <a:off x="13351049" y="3712464"/>
            <a:ext cx="3090471" cy="1074897"/>
            <a:chOff x="8147507" y="4717048"/>
            <a:chExt cx="2860497" cy="994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403DDC7-1AA5-EFFF-E062-A13FD0747C9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8EC7522-D0CA-5064-ADFC-4C19F39FC8A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1287C291-1E54-BBE3-8F34-936BC8A2BC6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BA02913A-1ECC-2BD2-2359-AD81CF32E9A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DD22D770-5B83-42AF-5AAC-A4C866AA534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998FB611-08E9-C98F-900C-C0BE20781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185F8849-548C-7699-0194-DCF8575F27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139981D5-853A-E246-4D34-9A6C3E0AE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CE5AF7EC-AB9B-DE48-3D61-A06EF154BF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53" name="그룹 52">
                    <a:extLst>
                      <a:ext uri="{FF2B5EF4-FFF2-40B4-BE49-F238E27FC236}">
                        <a16:creationId xmlns:a16="http://schemas.microsoft.com/office/drawing/2014/main" id="{54C06BC1-4778-7773-44E4-F43F57669F9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48685DA4-72D5-2DCB-FE9D-8C33959AB4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B8C76C0C-41A4-BE32-FB54-3B5AC278DD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5B091EE0-DE2C-3075-8427-DC2D9056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1155A260-C58A-6B98-17B5-05D0514CC2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EFEE7C21-9BE9-C3C7-2D91-F182A28C28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C7A8CF7-20D2-D369-EE44-BE5B903CC01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FBD7F13A-CC5D-E248-C796-5EC89472844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03975028-4959-6065-45BD-9314CF31608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2DDC79AD-0670-5340-512C-7A31EB10F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D323A4D1-70DE-8F85-7514-EE8739B3C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2505A4BF-01DA-5B68-7513-285C22779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7AE802E-B14E-BBBC-9CCA-657CA25EF5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B6E7158-0E7A-4160-789B-978D002FF7D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0435B83-F95A-B736-7263-6FD71EFB9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864961BD-E9ED-0CB9-F42D-3BCDF9AADC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7589CC84-FC26-87D2-935A-006A590CC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B06CB83F-AA2A-9E71-FE04-34C4D95835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E0FCDB-281D-F8F4-E5BB-A23CA9AFB99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1F15F6B-DAF6-5198-E9D7-A3824E2CED3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46401E6C-3C09-9E77-14C6-FD4D9F0D85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1D611B34-7731-CC3A-0B2E-0EC8320E58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E49F02C-C652-1FE0-C18C-F7DA1E433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A0B65D39-EDB5-78D0-C41C-5D73400BF9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AAC602D-5BEF-848D-6AF5-ED357F34D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CCBBAF80-0EDE-B31E-CC1A-5906F4F684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55CD4184-43B4-4F22-C772-0175B6B7B7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AA29D369-E54F-2959-6ECA-5FF6E07A4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174DA2AA-325B-A538-611D-4D2518A0BF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707BD88-46D9-6ABC-3275-030A1981B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47B74351-DA1B-694A-B020-6D79659CB3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19BD912-A503-B980-A343-06B14F68F2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8B42CBE-7F43-9C52-6AA2-A4E09B11434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9F1AC7F5-20DF-B286-F848-B683AF8A3C7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" name="그룹 10">
                    <a:extLst>
                      <a:ext uri="{FF2B5EF4-FFF2-40B4-BE49-F238E27FC236}">
                        <a16:creationId xmlns:a16="http://schemas.microsoft.com/office/drawing/2014/main" id="{CBBE92B1-12FE-158E-8DBF-EDA55E0E74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6357717B-7D9B-4178-CA85-27F9430A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04F0DA4-8B31-CBB0-63F3-F08582796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0A16476E-8791-E2BB-D2C6-071D78F18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7A8CC7C7-2B55-7769-D269-AC771C40713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5751BAC6-CB4B-3299-4A3F-C7CF45A79D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" name="직사각형 12">
                      <a:extLst>
                        <a:ext uri="{FF2B5EF4-FFF2-40B4-BE49-F238E27FC236}">
                          <a16:creationId xmlns:a16="http://schemas.microsoft.com/office/drawing/2014/main" id="{76B7A22B-F0A7-B6AA-51EF-F9A4BE38C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FDA647CC-DEE9-A080-17AF-4C9B310AA2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DABFC0CA-90C0-04B6-E46E-4E7980AD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9F55BFF3-3BFD-E44F-F304-8B497F59BA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0352F7D1-107B-CDD0-C1F4-44F47A4D529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9021ED0-0CD9-0483-26D4-2619FFB564CA}"/>
              </a:ext>
            </a:extLst>
          </p:cNvPr>
          <p:cNvCxnSpPr>
            <a:cxnSpLocks/>
          </p:cNvCxnSpPr>
          <p:nvPr/>
        </p:nvCxnSpPr>
        <p:spPr>
          <a:xfrm flipH="1">
            <a:off x="15505857" y="5004853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4651F755-573F-C622-80B0-68572C1F3E3B}"/>
              </a:ext>
            </a:extLst>
          </p:cNvPr>
          <p:cNvSpPr/>
          <p:nvPr/>
        </p:nvSpPr>
        <p:spPr>
          <a:xfrm>
            <a:off x="15624014" y="5086494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1</a:t>
            </a:r>
            <a:endParaRPr lang="ko-KR" altLang="en-US" sz="1550">
              <a:solidFill>
                <a:schemeClr val="tx1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ED505A-8556-1AB1-6537-92F594AA7181}"/>
              </a:ext>
            </a:extLst>
          </p:cNvPr>
          <p:cNvSpPr/>
          <p:nvPr/>
        </p:nvSpPr>
        <p:spPr>
          <a:xfrm>
            <a:off x="15244730" y="9246757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3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C634563-FAF8-C311-6DD1-491E971E9D05}"/>
              </a:ext>
            </a:extLst>
          </p:cNvPr>
          <p:cNvCxnSpPr>
            <a:cxnSpLocks/>
          </p:cNvCxnSpPr>
          <p:nvPr/>
        </p:nvCxnSpPr>
        <p:spPr>
          <a:xfrm flipV="1">
            <a:off x="15337109" y="487107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72F8187-B0D1-7DEA-2E50-A96163EB59CC}"/>
              </a:ext>
            </a:extLst>
          </p:cNvPr>
          <p:cNvCxnSpPr>
            <a:cxnSpLocks/>
          </p:cNvCxnSpPr>
          <p:nvPr/>
        </p:nvCxnSpPr>
        <p:spPr>
          <a:xfrm flipV="1">
            <a:off x="16050745" y="488312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6B93B01-7326-B681-F209-0DCD69FCB4A7}"/>
              </a:ext>
            </a:extLst>
          </p:cNvPr>
          <p:cNvGrpSpPr/>
          <p:nvPr/>
        </p:nvGrpSpPr>
        <p:grpSpPr>
          <a:xfrm>
            <a:off x="13351049" y="5748932"/>
            <a:ext cx="3090471" cy="1074897"/>
            <a:chOff x="8147507" y="4717048"/>
            <a:chExt cx="2860497" cy="9949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530CDF5-4679-AADF-989E-E3EC575ED0A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A0B16D2-04B8-320F-21F5-AD01CE191F0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E76440D5-630B-CEA9-92FD-AA2F85BB77C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75F5F11F-431F-EF14-1E65-5E79565C4B2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6" name="그룹 155">
                    <a:extLst>
                      <a:ext uri="{FF2B5EF4-FFF2-40B4-BE49-F238E27FC236}">
                        <a16:creationId xmlns:a16="http://schemas.microsoft.com/office/drawing/2014/main" id="{E6ACFCF9-45BB-2189-04F9-809AD3F6AE2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2" name="직사각형 161">
                      <a:extLst>
                        <a:ext uri="{FF2B5EF4-FFF2-40B4-BE49-F238E27FC236}">
                          <a16:creationId xmlns:a16="http://schemas.microsoft.com/office/drawing/2014/main" id="{A7525624-F2E0-1206-8F12-AACBB94FA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3" name="직사각형 162">
                      <a:extLst>
                        <a:ext uri="{FF2B5EF4-FFF2-40B4-BE49-F238E27FC236}">
                          <a16:creationId xmlns:a16="http://schemas.microsoft.com/office/drawing/2014/main" id="{1B45B334-15FD-3269-2077-D271D41C97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4" name="직사각형 163">
                      <a:extLst>
                        <a:ext uri="{FF2B5EF4-FFF2-40B4-BE49-F238E27FC236}">
                          <a16:creationId xmlns:a16="http://schemas.microsoft.com/office/drawing/2014/main" id="{9E776F7B-F364-F512-8018-83A97A34B8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5" name="직사각형 164">
                      <a:extLst>
                        <a:ext uri="{FF2B5EF4-FFF2-40B4-BE49-F238E27FC236}">
                          <a16:creationId xmlns:a16="http://schemas.microsoft.com/office/drawing/2014/main" id="{1301D7B0-61C0-DB67-0291-93FB0FDA0F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57" name="그룹 156">
                    <a:extLst>
                      <a:ext uri="{FF2B5EF4-FFF2-40B4-BE49-F238E27FC236}">
                        <a16:creationId xmlns:a16="http://schemas.microsoft.com/office/drawing/2014/main" id="{D3FD3899-0CAF-02FC-31BF-52C223163B8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8B657E43-DB4F-7E14-92B7-2F0E734E7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34155B73-CBF4-0DE7-669E-2954B9E15B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1D7A4FA8-EE51-01F1-D5E8-16DBA008C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AB05276-CD56-E462-31CA-D1DBB8CA0DB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DCE9DC48-208E-2C2A-173B-950B4A2F1ED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85375DFF-E941-BC85-2124-2A7E46282BD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2621CC80-407B-B0A2-6418-ED9388EC185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4" name="그룹 143">
                    <a:extLst>
                      <a:ext uri="{FF2B5EF4-FFF2-40B4-BE49-F238E27FC236}">
                        <a16:creationId xmlns:a16="http://schemas.microsoft.com/office/drawing/2014/main" id="{6CFFF194-2385-9A5E-7327-0200A345B3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" name="직사각형 149">
                      <a:extLst>
                        <a:ext uri="{FF2B5EF4-FFF2-40B4-BE49-F238E27FC236}">
                          <a16:creationId xmlns:a16="http://schemas.microsoft.com/office/drawing/2014/main" id="{2AD74571-FFC0-6350-A513-973C7CE0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1" name="직사각형 150">
                      <a:extLst>
                        <a:ext uri="{FF2B5EF4-FFF2-40B4-BE49-F238E27FC236}">
                          <a16:creationId xmlns:a16="http://schemas.microsoft.com/office/drawing/2014/main" id="{BE950CA7-5549-9E6A-26B3-56E59CB373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2" name="직사각형 151">
                      <a:extLst>
                        <a:ext uri="{FF2B5EF4-FFF2-40B4-BE49-F238E27FC236}">
                          <a16:creationId xmlns:a16="http://schemas.microsoft.com/office/drawing/2014/main" id="{F8868142-7FDF-4DF0-8D2D-7C421FE5F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3" name="직사각형 152">
                      <a:extLst>
                        <a:ext uri="{FF2B5EF4-FFF2-40B4-BE49-F238E27FC236}">
                          <a16:creationId xmlns:a16="http://schemas.microsoft.com/office/drawing/2014/main" id="{EF0DE6E6-2DC8-2922-F039-B34B2CFD76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45" name="그룹 144">
                    <a:extLst>
                      <a:ext uri="{FF2B5EF4-FFF2-40B4-BE49-F238E27FC236}">
                        <a16:creationId xmlns:a16="http://schemas.microsoft.com/office/drawing/2014/main" id="{1014E714-EFA1-596D-68E3-527EB088D8A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8B7CEDCF-4FDC-DB58-8F40-BDBDC59E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0DEFA5D3-A281-368C-29B6-125C799436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E679B098-A2BF-3F99-EDEF-B2AEBC5CB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C0082634-4849-EC10-CA6F-788D5EB74D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37D74404-ACA1-BD07-20CF-731D519028D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6281A03E-F32E-2A9F-EA01-F449D4B30C50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8F5CF8F9-A3A3-D330-7717-FA2A610F69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277D09AB-47B9-822B-F035-61A49937C3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5A341873-E783-6E7D-D037-9AFC6515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0BF6DCC2-24DD-962A-5F43-C765EA806A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066E59D9-C628-5023-AB49-594ADC15C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1" name="직사각형 140">
                      <a:extLst>
                        <a:ext uri="{FF2B5EF4-FFF2-40B4-BE49-F238E27FC236}">
                          <a16:creationId xmlns:a16="http://schemas.microsoft.com/office/drawing/2014/main" id="{9DF209BB-D19F-BC15-F23B-48161FA32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33" name="그룹 132">
                    <a:extLst>
                      <a:ext uri="{FF2B5EF4-FFF2-40B4-BE49-F238E27FC236}">
                        <a16:creationId xmlns:a16="http://schemas.microsoft.com/office/drawing/2014/main" id="{3BABD9D0-8E4C-3029-3204-D8A5C886FF7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58C7AC55-54B4-1579-494B-AF79EEF06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D487663E-6E80-E987-EAE2-D55B9B20B2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E38B386-989A-ACE2-2A4E-A0F588035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73F6045E-19E0-8DCF-EA59-4BF446355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58EC5B2D-EE96-DB0A-4EF5-7F90935A4F5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1CD34271-61D6-7980-4E06-BA2ADF5E4E2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92429E72-ED32-899C-E53D-2D176FD8CB8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2B2DFC67-2640-BEA4-1134-F8CDCED918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81DB2915-792A-0D91-3C48-083225E817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151B609-1379-A73E-B066-34E11950C2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F3809BF0-F7FF-40DA-B525-D1BD1C391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9" name="직사각형 128">
                      <a:extLst>
                        <a:ext uri="{FF2B5EF4-FFF2-40B4-BE49-F238E27FC236}">
                          <a16:creationId xmlns:a16="http://schemas.microsoft.com/office/drawing/2014/main" id="{638D4DB9-5EBB-6F97-703B-D3D7509678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1" name="그룹 120">
                    <a:extLst>
                      <a:ext uri="{FF2B5EF4-FFF2-40B4-BE49-F238E27FC236}">
                        <a16:creationId xmlns:a16="http://schemas.microsoft.com/office/drawing/2014/main" id="{AE3A9998-94E4-470A-E692-B55327CBD8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54473CFE-A0E7-2733-A507-841B93D37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7E3D514-DD04-AFE4-E40A-A4D9B01587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66678773-3C57-334F-1A5E-31414D5D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C8EABDC5-9515-8043-0B94-4228BECF9B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BF435D48-0796-3808-C454-24C246325DF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4C6B6193-5EF9-7D7C-81F6-77FF674FE35D}"/>
              </a:ext>
            </a:extLst>
          </p:cNvPr>
          <p:cNvCxnSpPr>
            <a:cxnSpLocks/>
          </p:cNvCxnSpPr>
          <p:nvPr/>
        </p:nvCxnSpPr>
        <p:spPr>
          <a:xfrm flipH="1">
            <a:off x="14807562" y="7063937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50BB0566-1594-925D-F346-BBCA5537B46B}"/>
              </a:ext>
            </a:extLst>
          </p:cNvPr>
          <p:cNvSpPr/>
          <p:nvPr/>
        </p:nvSpPr>
        <p:spPr>
          <a:xfrm>
            <a:off x="14925717" y="7145578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2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1BE5715-46E1-4AE2-A951-AA83F384BE04}"/>
              </a:ext>
            </a:extLst>
          </p:cNvPr>
          <p:cNvCxnSpPr>
            <a:cxnSpLocks/>
          </p:cNvCxnSpPr>
          <p:nvPr/>
        </p:nvCxnSpPr>
        <p:spPr>
          <a:xfrm flipV="1">
            <a:off x="14638814" y="693015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3251F597-E158-FF6D-6C4F-35F4A8F4E958}"/>
              </a:ext>
            </a:extLst>
          </p:cNvPr>
          <p:cNvCxnSpPr>
            <a:cxnSpLocks/>
          </p:cNvCxnSpPr>
          <p:nvPr/>
        </p:nvCxnSpPr>
        <p:spPr>
          <a:xfrm flipV="1">
            <a:off x="15352449" y="694220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E73EC76-6475-4F7A-D662-8D2404AA8406}"/>
              </a:ext>
            </a:extLst>
          </p:cNvPr>
          <p:cNvGrpSpPr/>
          <p:nvPr/>
        </p:nvGrpSpPr>
        <p:grpSpPr>
          <a:xfrm>
            <a:off x="13351049" y="7765094"/>
            <a:ext cx="3090471" cy="1074897"/>
            <a:chOff x="8147507" y="4717048"/>
            <a:chExt cx="2860497" cy="99491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64E6575-626D-D074-76DC-23E9A605F95D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1D2474F-2D4C-81A3-3A3F-6747C95917D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85824D8-581D-5880-6DDE-A84795E4C76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BBEB56CA-6460-4941-5312-76F38E25CD1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5C61D8AC-7870-8189-2C21-FECFFB84DF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2F1C7406-7A59-26F5-76B1-F80B8A810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E2007932-9747-EA6E-5FC2-5FEB06904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321E14C0-3707-5D79-B00A-79EDE87AA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03E58CA4-DAF8-619D-4972-3F292C4327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E66DF4EC-B330-8466-0343-C6F0FEB139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0A599DD3-E18A-BEEA-0354-ED2018D2B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3210E8B7-789B-80D9-F8A5-C55290759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437D6B49-E784-0149-9370-9FC5989A0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A0163AEC-452B-72E5-D42E-DCB252ED51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719F3C-2C7B-172F-6E1D-9906E01FEF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E3DBBA4B-5997-89B1-2C2D-B59C48A0817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A95C7FBA-8B88-8032-D763-CEA2C9B9711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D4CB2BEB-6A66-2EEC-6DD8-AA96B4561BA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00AB818-0A3F-ADBF-F994-6F940C99D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33614215-4CDF-B9D0-3143-CAC4AD5909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B5C66184-18DB-092C-E9D7-704EBE626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23CF0DB7-7746-16CD-48CB-0A96DCAD356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2D184B00-1237-6735-8416-BF70B6F05C6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AD062166-3454-D912-F2B2-E79BF9207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6CB3A56-028F-BF9B-234C-B81E148E1E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46617B30-D1B3-C900-1B28-A4B1ED7CA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4F66133E-FDFB-34C0-624D-BB715AF331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FF9FC46-9217-B516-362D-BED17272D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75766A1F-C873-DF13-990D-3D356AAC74B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2222780-64AE-1AEA-7164-0C2F40896B5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DB4F943-CAC2-7606-9C20-10B48145FC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9E8737D3-1CC1-2090-EDC1-3B2C39A49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4E1DA2F-C2FC-9A58-4708-197AAEBC32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DD1F93AA-1CFB-B39F-28DD-A81A416BE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94398CF-3B8D-63E5-F52D-04BC04A56F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03" name="그룹 202">
                    <a:extLst>
                      <a:ext uri="{FF2B5EF4-FFF2-40B4-BE49-F238E27FC236}">
                        <a16:creationId xmlns:a16="http://schemas.microsoft.com/office/drawing/2014/main" id="{B568CC7A-CA94-73B4-F41E-35ECEF54AD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6D584624-3195-36E8-965E-61E78C2E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64BC182F-253E-694A-CE4D-ABA3622ED0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A19018B8-9D08-6BDE-A22F-411087CA8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7D9B0D6F-577E-C1E2-F310-2EDA83BBA5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73B551A7-D277-56E4-3DC6-4CE7E6DF528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0935ABF0-1C43-A7E7-1C64-B3B87C9CDD53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2A817C0B-8ECD-809E-0E74-5D64F10310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8B898780-B0F9-BF2D-A31A-30062376E3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5B205DB4-169E-05BB-3A85-1170D5EE9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674238-1D86-E832-D468-AE2E2836179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04FF416D-F65B-A2A3-FBFC-65575F095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37396CCF-5FC6-279A-D8F7-E746AF30A6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91" name="그룹 190">
                    <a:extLst>
                      <a:ext uri="{FF2B5EF4-FFF2-40B4-BE49-F238E27FC236}">
                        <a16:creationId xmlns:a16="http://schemas.microsoft.com/office/drawing/2014/main" id="{4D928565-7D7C-4C59-46AC-10A94E316F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8676EF5-854E-C327-66C8-FFF249A16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4769EAA8-2BC0-9399-9CAF-0AFDD24FF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09CA4FD-0FA4-2EEA-F01E-5EBFA4163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5925C35A-103F-5F8E-A580-F4785F4801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016B1AF2-88F8-95A6-2D12-EB6E86A59A3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22524F47-C983-80BD-4C50-D5316715F11E}"/>
              </a:ext>
            </a:extLst>
          </p:cNvPr>
          <p:cNvCxnSpPr>
            <a:cxnSpLocks/>
          </p:cNvCxnSpPr>
          <p:nvPr/>
        </p:nvCxnSpPr>
        <p:spPr>
          <a:xfrm flipV="1">
            <a:off x="16050745" y="8948324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5F80494-E1D6-F25D-3629-25917F43599A}"/>
              </a:ext>
            </a:extLst>
          </p:cNvPr>
          <p:cNvCxnSpPr>
            <a:cxnSpLocks/>
          </p:cNvCxnSpPr>
          <p:nvPr/>
        </p:nvCxnSpPr>
        <p:spPr>
          <a:xfrm flipV="1">
            <a:off x="14603807" y="895008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54411544-557B-8CA5-B38E-E2A702CFF4F6}"/>
              </a:ext>
            </a:extLst>
          </p:cNvPr>
          <p:cNvCxnSpPr>
            <a:cxnSpLocks/>
          </p:cNvCxnSpPr>
          <p:nvPr/>
        </p:nvCxnSpPr>
        <p:spPr>
          <a:xfrm>
            <a:off x="14789719" y="9079824"/>
            <a:ext cx="10915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34E019E-FADA-ACE7-49FF-0A3E82C7F1D6}"/>
              </a:ext>
            </a:extLst>
          </p:cNvPr>
          <p:cNvSpPr/>
          <p:nvPr/>
        </p:nvSpPr>
        <p:spPr>
          <a:xfrm>
            <a:off x="14959118" y="3787846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8D28968-16ED-0708-335A-C8005E39B0E5}"/>
              </a:ext>
            </a:extLst>
          </p:cNvPr>
          <p:cNvSpPr/>
          <p:nvPr/>
        </p:nvSpPr>
        <p:spPr>
          <a:xfrm>
            <a:off x="14267572" y="5813452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FC0F93B-56E4-3D70-8794-5CE77071A30B}"/>
              </a:ext>
            </a:extLst>
          </p:cNvPr>
          <p:cNvSpPr/>
          <p:nvPr/>
        </p:nvSpPr>
        <p:spPr>
          <a:xfrm>
            <a:off x="15661726" y="7829615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246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47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48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49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P3-2  L 3 번 — 커서 왼쪽 순환 (분 1 → 분 10 → 시)</a:t>
            </a:r>
            <a:endParaRPr lang="ko-KR" sz="3000" dirty="0"/>
          </a:p>
        </p:txBody>
      </p:sp>
      <p:sp>
        <p:nvSpPr>
          <p:cNvPr id="2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1100" dirty="0"/>
          </a:p>
        </p:txBody>
      </p:sp>
      <p:sp>
        <p:nvSpPr>
          <p:cNvPr id="251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52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tick 마다 상태 · 커서 이동 방향, 왼쪽 끝(시) 다음 위치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 박자 (i_tick_10ms) 간격</a:t>
            </a:r>
            <a:endParaRPr lang="ko-KR" sz="2000" dirty="0"/>
          </a:p>
        </p:txBody>
      </p:sp>
      <p:sp>
        <p:nvSpPr>
          <p:cNvPr id="253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54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55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 → 2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시 다음은 분 1 자리로 돌아감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i_tick_10ms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10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간격 → 설정 중에도 1/100 초 정상 증가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22052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8" grpId="0" animBg="1"/>
      <p:bldP spid="90" grpId="0" animBg="1"/>
      <p:bldP spid="92" grpId="0" animBg="1"/>
      <p:bldP spid="244" grpId="0" animBg="1"/>
      <p:bldP spid="65" grpId="0" animBg="1"/>
      <p:bldP spid="70" grpId="0" animBg="1"/>
      <p:bldP spid="99" grpId="0" animBg="1"/>
      <p:bldP spid="103" grpId="0" animBg="1"/>
      <p:bldP spid="178" grpId="0" animBg="1"/>
      <p:bldP spid="75" grpId="0" animBg="1"/>
      <p:bldP spid="76" grpId="0" animBg="1"/>
      <p:bldP spid="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1654-F45B-20C5-6FBA-0D1D47F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C8F6F6B5-7785-3B51-761B-18202905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3" y="3273552"/>
            <a:ext cx="11897855" cy="6281928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A904D1F-286B-9FA0-8E68-DCE844E8E4CE}"/>
              </a:ext>
            </a:extLst>
          </p:cNvPr>
          <p:cNvCxnSpPr>
            <a:cxnSpLocks/>
          </p:cNvCxnSpPr>
          <p:nvPr/>
        </p:nvCxnSpPr>
        <p:spPr>
          <a:xfrm>
            <a:off x="8358890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33C7BD0-22DF-13DC-2FEF-ECCE5830DA7D}"/>
              </a:ext>
            </a:extLst>
          </p:cNvPr>
          <p:cNvCxnSpPr>
            <a:cxnSpLocks/>
          </p:cNvCxnSpPr>
          <p:nvPr/>
        </p:nvCxnSpPr>
        <p:spPr>
          <a:xfrm>
            <a:off x="9177606" y="5004471"/>
            <a:ext cx="0" cy="17920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F61D69F-9049-AA0D-D163-6DD73EFF3C25}"/>
              </a:ext>
            </a:extLst>
          </p:cNvPr>
          <p:cNvCxnSpPr>
            <a:cxnSpLocks/>
          </p:cNvCxnSpPr>
          <p:nvPr/>
        </p:nvCxnSpPr>
        <p:spPr>
          <a:xfrm>
            <a:off x="10031919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50DBE4-61AA-B087-780E-5A4223B8144E}"/>
              </a:ext>
            </a:extLst>
          </p:cNvPr>
          <p:cNvSpPr/>
          <p:nvPr/>
        </p:nvSpPr>
        <p:spPr>
          <a:xfrm>
            <a:off x="1361670" y="6744798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4D3923E-E36E-1D2E-1FF8-21CDB285CCEB}"/>
              </a:ext>
            </a:extLst>
          </p:cNvPr>
          <p:cNvSpPr/>
          <p:nvPr/>
        </p:nvSpPr>
        <p:spPr>
          <a:xfrm>
            <a:off x="7985473" y="4962207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4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CC211A8-11A6-CFCA-7551-51EFB2EA213D}"/>
              </a:ext>
            </a:extLst>
          </p:cNvPr>
          <p:cNvSpPr/>
          <p:nvPr/>
        </p:nvSpPr>
        <p:spPr>
          <a:xfrm>
            <a:off x="8875382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5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B368CAB-0695-3C9C-B455-3F11B39D6D9A}"/>
              </a:ext>
            </a:extLst>
          </p:cNvPr>
          <p:cNvSpPr/>
          <p:nvPr/>
        </p:nvSpPr>
        <p:spPr>
          <a:xfrm>
            <a:off x="9723701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6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B8848C-1E46-1AD9-642A-05362FC6CDE9}"/>
              </a:ext>
            </a:extLst>
          </p:cNvPr>
          <p:cNvSpPr/>
          <p:nvPr/>
        </p:nvSpPr>
        <p:spPr>
          <a:xfrm>
            <a:off x="1361670" y="4563095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831A97A-19F0-A90C-5A35-4CDA0D0171D2}"/>
              </a:ext>
            </a:extLst>
          </p:cNvPr>
          <p:cNvSpPr/>
          <p:nvPr/>
        </p:nvSpPr>
        <p:spPr>
          <a:xfrm>
            <a:off x="15687025" y="48117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4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16C5C00-3166-2B1B-0D70-0EB27E439BBC}"/>
              </a:ext>
            </a:extLst>
          </p:cNvPr>
          <p:cNvGrpSpPr/>
          <p:nvPr/>
        </p:nvGrpSpPr>
        <p:grpSpPr>
          <a:xfrm>
            <a:off x="13595740" y="3273552"/>
            <a:ext cx="3479276" cy="1210128"/>
            <a:chOff x="8255679" y="4700001"/>
            <a:chExt cx="2860497" cy="994910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6AC2F7B-C641-FBD9-5E20-47DF26222B0A}"/>
                </a:ext>
              </a:extLst>
            </p:cNvPr>
            <p:cNvSpPr/>
            <p:nvPr/>
          </p:nvSpPr>
          <p:spPr>
            <a:xfrm>
              <a:off x="8255679" y="4700001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71D3DF-115D-E8EB-5573-E8A765A8BD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91CCF1A3-3815-1FFB-8AD9-D3A7752E7FA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F8A06929-743C-549C-DD64-1BA5E6CBB3E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0" name="그룹 129">
                    <a:extLst>
                      <a:ext uri="{FF2B5EF4-FFF2-40B4-BE49-F238E27FC236}">
                        <a16:creationId xmlns:a16="http://schemas.microsoft.com/office/drawing/2014/main" id="{564C4DC3-765A-2F1F-C06E-B1CC8C8F13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BBC37FAD-278E-EC65-F8B6-788C42CDF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1AD3AF86-3BC8-03F5-AF3A-6D69B26639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2C6CEA73-6A80-30AC-EBE6-AF076EEC6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35CBBCC6-02FD-E949-114B-41164802D8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F9C3242C-0C33-7FE3-16DC-8196D3A47E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2" name="직사각형 131">
                      <a:extLst>
                        <a:ext uri="{FF2B5EF4-FFF2-40B4-BE49-F238E27FC236}">
                          <a16:creationId xmlns:a16="http://schemas.microsoft.com/office/drawing/2014/main" id="{07E32399-080D-288C-3840-5A9F944F2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BC25D33C-D979-2246-5F4C-AFB294191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931C0EC4-071D-A8CD-5180-96E2D6C10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4422A5C5-39F8-3ABD-9E2B-7E23E23CC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0F189FAF-3C17-230D-2F41-7F999430E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B8B2DFAE-783D-BCBD-5F90-02608E6A4AA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076B2868-2785-05AB-9C9A-557ABE9D40F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19F3D8EE-3723-E2AE-8031-29D26A1999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5AC273B7-64A9-BD32-04D1-8245E69F6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415535E3-8470-BE2C-AB38-5F927C8626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F7AC43D8-C423-F9E4-33DF-ADC27EB07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7E31AAA1-D39C-828E-18B1-28EED5615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CBF30C2B-1EAD-1CC7-13D9-9DCE4A76B7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D4261CFF-047A-1006-1034-B02429473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F4CBA7A9-6B1B-FDE6-F606-26201F566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F7FB499-6BA1-F687-EEB4-55E3606F4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F05DBA6B-8FBD-CC93-4738-BCD23D8E65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CA3F4BD-A60F-49E6-1A6B-3895E55A73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520846F-D96F-F7EA-EEC7-69B854914C2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A07DF747-D8B1-9568-A919-ECDAE5D5DF0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7E0DB65C-9FC2-98B8-59D3-33A327DD74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6B608B32-01F7-C946-6B1C-13439BBBA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4FBFFF28-E6D2-F86B-30E0-8FFD4FBA81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62410198-2E04-EC52-D18B-2C475B62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2C333ED9-0CCE-EEB8-BE5E-A9B4C9D67E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0E494B2B-B041-EF58-D050-B5C909B71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08740AA5-F626-4B11-7B25-178CEA8BB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CADEF2F5-2F12-6CAB-8B26-09B123B5C98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F4A41713-75BF-9916-74FB-A51235A0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490AA5DC-CC52-7961-B10A-4780CF8D9E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D96BD730-5B19-2490-1ECD-02D6853C428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1B692D9-A6BF-2C8C-4473-DA64FA9D2CC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B8EDB877-9478-7056-C0B3-330CF90C583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2A5F9F8E-EC66-3C81-B794-EC5D4A38A9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5184323E-04C7-2459-AE72-9A511297A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A7A7C08B-3E42-A6E3-357A-1B9ECFEF98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C0AA377A-8397-0A45-F29E-4666428BD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88659352-3948-89CE-3DE0-9204D39DA3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95" name="그룹 94">
                    <a:extLst>
                      <a:ext uri="{FF2B5EF4-FFF2-40B4-BE49-F238E27FC236}">
                        <a16:creationId xmlns:a16="http://schemas.microsoft.com/office/drawing/2014/main" id="{9FEAD90A-0D0F-D15E-277F-944D8EFAA4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FDF9E58D-3F44-73E3-5D6B-C2028DC10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7250C91F-4E6B-7271-F36D-544CD0ECF7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247535FB-6543-039D-B494-EC2946FE1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548BEDB2-9873-B734-7527-0D1B5C936B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D4EE300-8AFE-62DA-90EA-FECC26F09F3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239FFCB-E74C-DCB6-4A85-11D823CFC410}"/>
              </a:ext>
            </a:extLst>
          </p:cNvPr>
          <p:cNvCxnSpPr>
            <a:cxnSpLocks/>
          </p:cNvCxnSpPr>
          <p:nvPr/>
        </p:nvCxnSpPr>
        <p:spPr>
          <a:xfrm flipV="1">
            <a:off x="16599016" y="459840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23FC750-53CA-5D8C-4720-D43DB28441B6}"/>
              </a:ext>
            </a:extLst>
          </p:cNvPr>
          <p:cNvCxnSpPr>
            <a:cxnSpLocks/>
          </p:cNvCxnSpPr>
          <p:nvPr/>
        </p:nvCxnSpPr>
        <p:spPr>
          <a:xfrm flipH="1">
            <a:off x="15112181" y="4716492"/>
            <a:ext cx="13715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B8CDD2E-5179-50D4-81F4-02CF63EB402A}"/>
              </a:ext>
            </a:extLst>
          </p:cNvPr>
          <p:cNvCxnSpPr>
            <a:cxnSpLocks/>
          </p:cNvCxnSpPr>
          <p:nvPr/>
        </p:nvCxnSpPr>
        <p:spPr>
          <a:xfrm flipV="1">
            <a:off x="14919128" y="4588988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타원 204">
            <a:extLst>
              <a:ext uri="{FF2B5EF4-FFF2-40B4-BE49-F238E27FC236}">
                <a16:creationId xmlns:a16="http://schemas.microsoft.com/office/drawing/2014/main" id="{9ECEAC8D-14CD-A485-10CD-ABA3830FFBD4}"/>
              </a:ext>
            </a:extLst>
          </p:cNvPr>
          <p:cNvSpPr/>
          <p:nvPr/>
        </p:nvSpPr>
        <p:spPr>
          <a:xfrm>
            <a:off x="15246778" y="6980686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5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88C7520-F9AF-6EEF-2D9A-99DF3B952947}"/>
              </a:ext>
            </a:extLst>
          </p:cNvPr>
          <p:cNvGrpSpPr/>
          <p:nvPr/>
        </p:nvGrpSpPr>
        <p:grpSpPr>
          <a:xfrm>
            <a:off x="13555104" y="5463229"/>
            <a:ext cx="3479276" cy="1210128"/>
            <a:chOff x="8147507" y="4717048"/>
            <a:chExt cx="2860497" cy="99491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A1B01F6-C3E4-52FD-8B5F-D61B556CAA3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45B83EF-83BA-FAA0-5B50-4227DA24DBC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9F2E264C-4041-E693-4B29-C25D9B9B4C1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0F4D33E5-B64C-30D1-1B25-62141D5E12A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807AD86F-8AD4-98FD-4529-33168E40D4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EDB102B4-73F3-0561-8FBC-90C3A2264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39123B17-8A2E-B7C6-BFA2-F5BB125BB7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D02847B2-46DE-AC3F-AF23-08CFDC1CA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63A61491-E40D-A1E9-D09A-14B135EE24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7AA05B08-1348-B92C-6FA3-3AA862F8AC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02A8D004-4291-B8A0-EC86-AC037F61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87DAD84F-8C85-97C7-CD69-0CE186F81B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4C34623-F32B-D599-337B-A6440E4F4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CC95D3DC-9D72-DA19-0ADD-E1E876C034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98FA9E3-9030-1DE4-0C5D-B754E08333B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92F3C6E-1A5C-2E63-5312-370C62BE8BF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760C47AC-5A1C-8093-3154-3E1DDE439E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EE211E48-6A43-1E7D-E08B-6392589EBC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7903371D-2DBE-04F4-62DF-DF90CFFA2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6FF22193-7474-D247-CB0B-07CD460A8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5CBB4DBD-04CF-929F-EDBA-E5745A32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730835BD-8D1B-214C-CB36-421AE79A8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DFC5113-9F92-E7B2-362B-735B5CB2D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41FCB674-91BA-D580-C832-803789CD0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532F5D71-8064-7567-6E10-742AB62131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FDF5F0C3-5878-6748-FF33-51184E5146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7C1A8B92-D950-6E35-B561-0E56949AEA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B7676C6-0D71-286B-7B8A-57B39337BB1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5A907953-CAD8-32CE-C24F-D0367EC435D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5" name="그룹 224">
                  <a:extLst>
                    <a:ext uri="{FF2B5EF4-FFF2-40B4-BE49-F238E27FC236}">
                      <a16:creationId xmlns:a16="http://schemas.microsoft.com/office/drawing/2014/main" id="{BBA0AB57-4975-DE1F-8896-CA5B6C56377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7F0A0BD0-D320-CCEB-8F8D-3A370127AB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0ADBFB32-2590-4834-2E10-AA5DC7F58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435162E1-B804-69FB-E4A3-A8450A435C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7E719024-9DE8-5F65-238A-A0DE5D4A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160AE9BF-D20F-E87D-7512-45ACC25376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04EC225C-9BA3-FD03-3752-E451637CEA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816FE7A-0151-7B1E-6B28-2B7543D0B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6EDFC676-5935-9977-1EDB-E4D2BE1A40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13A316CE-2D0C-EE66-54AB-D670D3EA1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C0451346-D014-7EDC-903F-A68E21B11E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B6509108-905A-BE08-F65F-F109C40E1C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1B8167C3-2799-D6B2-C841-43CC04290DE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F8F4D237-B0E0-D2F3-6414-524A20E8B0D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72B3B27-240B-6B18-41B1-B35EAE95F2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EA2876E7-1B12-B355-AAFD-8533FD4B6C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11759E31-C0A6-20C6-96D2-E6A0F83124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6E67811-E638-0F89-6316-26FDF5901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0EF15BEF-A3C1-2025-681E-C9EFEEB2B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16" name="그룹 215">
                    <a:extLst>
                      <a:ext uri="{FF2B5EF4-FFF2-40B4-BE49-F238E27FC236}">
                        <a16:creationId xmlns:a16="http://schemas.microsoft.com/office/drawing/2014/main" id="{0F67EFB4-2C75-DBC9-2D8D-3A5ABD02268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08B884CB-C9AC-6097-7F1C-5849FC64D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F93615-5A4C-1D3C-E8C4-2CF0455B3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93D38993-D0E9-FF68-35B7-AB34FEBA2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F1074DC-002E-F46C-7960-DE73A23BCB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F7ED8E20-51B0-757D-748F-177527495C1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24F786C6-6F54-1A5D-EE69-B253D933B477}"/>
              </a:ext>
            </a:extLst>
          </p:cNvPr>
          <p:cNvCxnSpPr>
            <a:cxnSpLocks/>
          </p:cNvCxnSpPr>
          <p:nvPr/>
        </p:nvCxnSpPr>
        <p:spPr>
          <a:xfrm flipV="1">
            <a:off x="15776450" y="6767343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9B100B45-5017-2903-EAE0-F61D1DB14A47}"/>
              </a:ext>
            </a:extLst>
          </p:cNvPr>
          <p:cNvCxnSpPr>
            <a:cxnSpLocks/>
          </p:cNvCxnSpPr>
          <p:nvPr/>
        </p:nvCxnSpPr>
        <p:spPr>
          <a:xfrm>
            <a:off x="15112181" y="6895515"/>
            <a:ext cx="574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FF454880-6BE4-C26D-2A16-9F15C42948AC}"/>
              </a:ext>
            </a:extLst>
          </p:cNvPr>
          <p:cNvCxnSpPr>
            <a:cxnSpLocks/>
          </p:cNvCxnSpPr>
          <p:nvPr/>
        </p:nvCxnSpPr>
        <p:spPr>
          <a:xfrm flipV="1">
            <a:off x="14919128" y="6757930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752B80C6-BEEC-B598-E0C7-FE625ED1B98D}"/>
              </a:ext>
            </a:extLst>
          </p:cNvPr>
          <p:cNvSpPr/>
          <p:nvPr/>
        </p:nvSpPr>
        <p:spPr>
          <a:xfrm>
            <a:off x="16092515" y="90973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6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F1A4E19-E8FB-3150-C6A2-348C1F540C71}"/>
              </a:ext>
            </a:extLst>
          </p:cNvPr>
          <p:cNvGrpSpPr/>
          <p:nvPr/>
        </p:nvGrpSpPr>
        <p:grpSpPr>
          <a:xfrm>
            <a:off x="13555104" y="7579887"/>
            <a:ext cx="3479276" cy="1210128"/>
            <a:chOff x="8147507" y="4717048"/>
            <a:chExt cx="2860497" cy="99491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905342C2-8986-EED4-BE8B-67F1E99414F0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E56EABA-AEA7-2D52-0C8B-67D4A279603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E0798C07-9244-2C68-F3BA-5116C940D3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0" name="그룹 309">
                  <a:extLst>
                    <a:ext uri="{FF2B5EF4-FFF2-40B4-BE49-F238E27FC236}">
                      <a16:creationId xmlns:a16="http://schemas.microsoft.com/office/drawing/2014/main" id="{D13E12A3-79CC-5A80-2AFD-66C304CAF2C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F13117B4-6036-F11D-2B64-80EC235054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8BCA16FB-A4EC-3B21-471E-F691F6A112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9F58BCC4-50FA-FA61-F40F-3E3D5C7B40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A0644E3B-576D-13D8-AAB4-20B80941A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5B624CC5-BB6F-B224-0B7E-6CECBE8D18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FAA2C8F4-A1AC-E26B-11C1-F4757D8AF04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4" name="직사각형 313">
                      <a:extLst>
                        <a:ext uri="{FF2B5EF4-FFF2-40B4-BE49-F238E27FC236}">
                          <a16:creationId xmlns:a16="http://schemas.microsoft.com/office/drawing/2014/main" id="{EF2FB3E7-48F7-ED3C-08EC-D494418AB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5" name="직사각형 314">
                      <a:extLst>
                        <a:ext uri="{FF2B5EF4-FFF2-40B4-BE49-F238E27FC236}">
                          <a16:creationId xmlns:a16="http://schemas.microsoft.com/office/drawing/2014/main" id="{7E32FC2B-AA1D-71A6-C15F-B7C3C8212B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6" name="직사각형 315">
                      <a:extLst>
                        <a:ext uri="{FF2B5EF4-FFF2-40B4-BE49-F238E27FC236}">
                          <a16:creationId xmlns:a16="http://schemas.microsoft.com/office/drawing/2014/main" id="{8759E22B-D7BD-B08E-8B9A-D5552864E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7" name="직사각형 316">
                      <a:extLst>
                        <a:ext uri="{FF2B5EF4-FFF2-40B4-BE49-F238E27FC236}">
                          <a16:creationId xmlns:a16="http://schemas.microsoft.com/office/drawing/2014/main" id="{A3CA8626-FB2F-EE21-4A8A-9CD8D9459B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3A76FD8B-1E00-E77A-3C56-FA84E35DAA7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02267D18-B9D6-DD5D-F0EF-E5CBEE0AA73E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8" name="그룹 297">
                  <a:extLst>
                    <a:ext uri="{FF2B5EF4-FFF2-40B4-BE49-F238E27FC236}">
                      <a16:creationId xmlns:a16="http://schemas.microsoft.com/office/drawing/2014/main" id="{378155E1-D50C-E8E9-98DE-A926B2A1A0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0" name="그룹 299">
                    <a:extLst>
                      <a:ext uri="{FF2B5EF4-FFF2-40B4-BE49-F238E27FC236}">
                        <a16:creationId xmlns:a16="http://schemas.microsoft.com/office/drawing/2014/main" id="{017373C4-DF3D-97A8-69F2-E41F6A8ADE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10AB5869-B07A-7D6A-D08E-C7AB5AFBB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29B8EBB-C729-96E0-2BBA-F034A85D36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4526147E-4923-2713-EE21-3BAC8CBB0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7ECAA362-4944-EDD5-0A6C-CB78E7FC86D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30968431-91EF-34A7-BE78-0E1946E77C4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2" name="직사각형 301">
                      <a:extLst>
                        <a:ext uri="{FF2B5EF4-FFF2-40B4-BE49-F238E27FC236}">
                          <a16:creationId xmlns:a16="http://schemas.microsoft.com/office/drawing/2014/main" id="{FD79FC49-7BED-1F66-CB03-96CB9F95B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96213124-8951-AC06-B7DE-CFD5FDF288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4" name="직사각형 303">
                      <a:extLst>
                        <a:ext uri="{FF2B5EF4-FFF2-40B4-BE49-F238E27FC236}">
                          <a16:creationId xmlns:a16="http://schemas.microsoft.com/office/drawing/2014/main" id="{D4127069-350E-AB2E-2E06-8518E9889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5" name="직사각형 304">
                      <a:extLst>
                        <a:ext uri="{FF2B5EF4-FFF2-40B4-BE49-F238E27FC236}">
                          <a16:creationId xmlns:a16="http://schemas.microsoft.com/office/drawing/2014/main" id="{08C11A65-CEB6-2398-2E0B-5B6391A2B7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56AFB42-6F0B-7C5A-FAE1-E0D5A99696F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CC417F1B-13D9-07E5-A173-E019DD0A854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86" name="그룹 285">
                  <a:extLst>
                    <a:ext uri="{FF2B5EF4-FFF2-40B4-BE49-F238E27FC236}">
                      <a16:creationId xmlns:a16="http://schemas.microsoft.com/office/drawing/2014/main" id="{BE225A6B-65E9-E92D-90FF-5CFA8EEE1E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8" name="그룹 287">
                    <a:extLst>
                      <a:ext uri="{FF2B5EF4-FFF2-40B4-BE49-F238E27FC236}">
                        <a16:creationId xmlns:a16="http://schemas.microsoft.com/office/drawing/2014/main" id="{7B404F2E-B589-12B8-3BBA-868DD17303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0D8B8442-9313-770C-29D2-A25FC7395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4075553B-7865-A2AF-93A5-823D9D2401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27423BC9-5389-DE64-60A3-351D7AACC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6218854E-470D-4724-F33C-3B9628C37F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3922C4E9-20A3-8E69-B575-92EFD7FA859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0" name="직사각형 289">
                      <a:extLst>
                        <a:ext uri="{FF2B5EF4-FFF2-40B4-BE49-F238E27FC236}">
                          <a16:creationId xmlns:a16="http://schemas.microsoft.com/office/drawing/2014/main" id="{B8F2F924-C5F4-832D-D32D-EFE83C67E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1" name="직사각형 290">
                      <a:extLst>
                        <a:ext uri="{FF2B5EF4-FFF2-40B4-BE49-F238E27FC236}">
                          <a16:creationId xmlns:a16="http://schemas.microsoft.com/office/drawing/2014/main" id="{2E283533-66DD-024C-BD4D-D25DBCDAC2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2" name="직사각형 291">
                      <a:extLst>
                        <a:ext uri="{FF2B5EF4-FFF2-40B4-BE49-F238E27FC236}">
                          <a16:creationId xmlns:a16="http://schemas.microsoft.com/office/drawing/2014/main" id="{56242B13-1BE7-538A-AD04-5CA84F190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3" name="직사각형 292">
                      <a:extLst>
                        <a:ext uri="{FF2B5EF4-FFF2-40B4-BE49-F238E27FC236}">
                          <a16:creationId xmlns:a16="http://schemas.microsoft.com/office/drawing/2014/main" id="{36091048-BB32-5B83-E4EF-3110CE76E3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B4F0258E-96F2-9A3D-A085-D69810C1AA2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3" name="그룹 272">
                <a:extLst>
                  <a:ext uri="{FF2B5EF4-FFF2-40B4-BE49-F238E27FC236}">
                    <a16:creationId xmlns:a16="http://schemas.microsoft.com/office/drawing/2014/main" id="{74688A7B-69FA-718A-E07E-914E88EE496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4" name="그룹 273">
                  <a:extLst>
                    <a:ext uri="{FF2B5EF4-FFF2-40B4-BE49-F238E27FC236}">
                      <a16:creationId xmlns:a16="http://schemas.microsoft.com/office/drawing/2014/main" id="{18E62CB8-3990-5E09-71D7-C480DFCC2D6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9B08F23E-E507-31B0-968D-1499203CF4F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0A640E03-1BB8-3095-BD51-4EB85275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A3EF9A09-AC20-7374-23AB-FDA8A1607A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C73AB764-B1BA-E07E-365E-FA15C48AE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90932BAF-D80A-CD19-8093-6EF4B45D69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77" name="그룹 276">
                    <a:extLst>
                      <a:ext uri="{FF2B5EF4-FFF2-40B4-BE49-F238E27FC236}">
                        <a16:creationId xmlns:a16="http://schemas.microsoft.com/office/drawing/2014/main" id="{1F00FCB8-9F6B-70B0-1EF0-915C2BA0FE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6B7F6512-17C1-0FB1-8D4C-2EBCC8407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3B7E52C4-AD8A-C27E-30C8-AE4FDF221A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D1D787B0-2276-3790-A297-1635E75A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D06F0157-338A-17E6-479C-F0B1F724E0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E6C452BB-2FBA-7DB8-38C6-71C6FFAE125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DD45D41-1388-D571-952F-949CE1466186}"/>
              </a:ext>
            </a:extLst>
          </p:cNvPr>
          <p:cNvCxnSpPr>
            <a:cxnSpLocks/>
          </p:cNvCxnSpPr>
          <p:nvPr/>
        </p:nvCxnSpPr>
        <p:spPr>
          <a:xfrm flipV="1">
            <a:off x="15691571" y="8873919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직선 화살표 연결선 322">
            <a:extLst>
              <a:ext uri="{FF2B5EF4-FFF2-40B4-BE49-F238E27FC236}">
                <a16:creationId xmlns:a16="http://schemas.microsoft.com/office/drawing/2014/main" id="{9ADB40E3-AAC6-F917-0683-39B437AD991A}"/>
              </a:ext>
            </a:extLst>
          </p:cNvPr>
          <p:cNvCxnSpPr>
            <a:cxnSpLocks/>
          </p:cNvCxnSpPr>
          <p:nvPr/>
        </p:nvCxnSpPr>
        <p:spPr>
          <a:xfrm>
            <a:off x="15918731" y="9012174"/>
            <a:ext cx="565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A6B75BCB-AC90-4662-DC4A-04B31EAA5FD4}"/>
              </a:ext>
            </a:extLst>
          </p:cNvPr>
          <p:cNvCxnSpPr>
            <a:cxnSpLocks/>
          </p:cNvCxnSpPr>
          <p:nvPr/>
        </p:nvCxnSpPr>
        <p:spPr>
          <a:xfrm flipV="1">
            <a:off x="16639743" y="886705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6D5A2A-5C40-46A1-8F56-41FEC18AA832}"/>
              </a:ext>
            </a:extLst>
          </p:cNvPr>
          <p:cNvSpPr/>
          <p:nvPr/>
        </p:nvSpPr>
        <p:spPr>
          <a:xfrm>
            <a:off x="14507627" y="3356638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8FAFFB-AB58-FC52-A9BA-38A83C649172}"/>
              </a:ext>
            </a:extLst>
          </p:cNvPr>
          <p:cNvSpPr/>
          <p:nvPr/>
        </p:nvSpPr>
        <p:spPr>
          <a:xfrm>
            <a:off x="15358089" y="5550547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B86A4D-7DA9-39EA-00E9-B6558089D6C7}"/>
              </a:ext>
            </a:extLst>
          </p:cNvPr>
          <p:cNvSpPr/>
          <p:nvPr/>
        </p:nvSpPr>
        <p:spPr>
          <a:xfrm>
            <a:off x="16135498" y="7680703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33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3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33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P3-3  R 3 번 — 커서 오른쪽 순환 (분 1 → 시 → 분 10)</a:t>
            </a:r>
            <a:endParaRPr lang="ko-KR" sz="3000" dirty="0"/>
          </a:p>
        </p:txBody>
      </p:sp>
      <p:sp>
        <p:nvSpPr>
          <p:cNvPr id="33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17</a:t>
            </a:r>
            <a:endParaRPr lang="ko-KR" sz="1100" dirty="0"/>
          </a:p>
        </p:txBody>
      </p:sp>
      <p:sp>
        <p:nvSpPr>
          <p:cNvPr id="33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3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tick 마다 상태 · 커서 이동 방향, 오른쪽 끝(분 1) 다음 위치</a:t>
            </a:r>
            <a:endParaRPr lang="ko-KR" sz="2000" dirty="0"/>
          </a:p>
        </p:txBody>
      </p:sp>
      <p:sp>
        <p:nvSpPr>
          <p:cNvPr id="33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3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2 → 1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분 1 다음은 시 자리로 돌아감 (L 과 반대 방향)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· R 모두 버튼 1 번에 1 칸, 3 자리 사이 순환 정상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50453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9" grpId="0" animBg="1"/>
      <p:bldP spid="81" grpId="0" animBg="1"/>
      <p:bldP spid="83" grpId="0" animBg="1"/>
      <p:bldP spid="328" grpId="0" animBg="1"/>
      <p:bldP spid="84" grpId="0" animBg="1"/>
      <p:bldP spid="205" grpId="0" animBg="1"/>
      <p:bldP spid="266" grpId="0" animBg="1"/>
      <p:bldP spid="10" grpId="0" animBg="1"/>
      <p:bldP spid="12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3D7-AD14-F53F-A144-755F6DFC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7DF595-72F0-5816-4DE9-D511AD80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1"/>
          <a:stretch>
            <a:fillRect/>
          </a:stretch>
        </p:blipFill>
        <p:spPr>
          <a:xfrm>
            <a:off x="3156706" y="3763648"/>
            <a:ext cx="11306586" cy="370551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E7DC7B8-6D09-BEFC-C8B4-0F9305F5AE72}"/>
              </a:ext>
            </a:extLst>
          </p:cNvPr>
          <p:cNvCxnSpPr>
            <a:cxnSpLocks/>
          </p:cNvCxnSpPr>
          <p:nvPr/>
        </p:nvCxnSpPr>
        <p:spPr>
          <a:xfrm>
            <a:off x="7792438" y="5926246"/>
            <a:ext cx="0" cy="29590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728271-17F5-35C4-DBE1-9ADBD22CFBD1}"/>
              </a:ext>
            </a:extLst>
          </p:cNvPr>
          <p:cNvSpPr/>
          <p:nvPr/>
        </p:nvSpPr>
        <p:spPr>
          <a:xfrm>
            <a:off x="12483521" y="3763643"/>
            <a:ext cx="1979762" cy="3705519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75D478-C010-A59A-CD48-7EC7D46A20D5}"/>
              </a:ext>
            </a:extLst>
          </p:cNvPr>
          <p:cNvSpPr/>
          <p:nvPr/>
        </p:nvSpPr>
        <p:spPr>
          <a:xfrm>
            <a:off x="8952275" y="5446472"/>
            <a:ext cx="556027" cy="141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56D3A268-AEA2-DDEC-F1F7-EE95EE711F40}"/>
              </a:ext>
            </a:extLst>
          </p:cNvPr>
          <p:cNvCxnSpPr/>
          <p:nvPr/>
        </p:nvCxnSpPr>
        <p:spPr>
          <a:xfrm>
            <a:off x="7972326" y="4895872"/>
            <a:ext cx="837672" cy="1326277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47A2A280-F189-5DBD-30D5-7F8F63A03FEB}"/>
              </a:ext>
            </a:extLst>
          </p:cNvPr>
          <p:cNvCxnSpPr>
            <a:cxnSpLocks/>
          </p:cNvCxnSpPr>
          <p:nvPr/>
        </p:nvCxnSpPr>
        <p:spPr>
          <a:xfrm>
            <a:off x="9570118" y="5196667"/>
            <a:ext cx="792022" cy="985369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41292E70-F6A1-58D0-C4E0-56E1420E2F51}"/>
              </a:ext>
            </a:extLst>
          </p:cNvPr>
          <p:cNvCxnSpPr>
            <a:cxnSpLocks/>
          </p:cNvCxnSpPr>
          <p:nvPr/>
        </p:nvCxnSpPr>
        <p:spPr>
          <a:xfrm>
            <a:off x="11178323" y="5196667"/>
            <a:ext cx="559003" cy="1025482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01330A3C-1BE3-051A-285C-2FF0CBF91DE9}"/>
              </a:ext>
            </a:extLst>
          </p:cNvPr>
          <p:cNvSpPr txBox="1"/>
          <p:nvPr/>
        </p:nvSpPr>
        <p:spPr>
          <a:xfrm>
            <a:off x="8135427" y="4848393"/>
            <a:ext cx="327787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Up</a:t>
            </a:r>
            <a:endParaRPr lang="ko-KR" altLang="en-US" sz="135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AC1427FC-C28E-A892-BDCB-31403CB740C2}"/>
              </a:ext>
            </a:extLst>
          </p:cNvPr>
          <p:cNvSpPr txBox="1"/>
          <p:nvPr/>
        </p:nvSpPr>
        <p:spPr>
          <a:xfrm>
            <a:off x="9786270" y="510310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F588A19-DD8B-680F-C78A-9324C4A8C46A}"/>
              </a:ext>
            </a:extLst>
          </p:cNvPr>
          <p:cNvSpPr txBox="1"/>
          <p:nvPr/>
        </p:nvSpPr>
        <p:spPr>
          <a:xfrm>
            <a:off x="11324573" y="512157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73500BB9-C020-F78C-404B-93176C1908F8}"/>
              </a:ext>
            </a:extLst>
          </p:cNvPr>
          <p:cNvSpPr/>
          <p:nvPr/>
        </p:nvSpPr>
        <p:spPr>
          <a:xfrm>
            <a:off x="3334203" y="6222148"/>
            <a:ext cx="971146" cy="1416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89377009-3A3B-C8FF-91F7-B968CF467FBD}"/>
              </a:ext>
            </a:extLst>
          </p:cNvPr>
          <p:cNvSpPr/>
          <p:nvPr/>
        </p:nvSpPr>
        <p:spPr>
          <a:xfrm>
            <a:off x="5525035" y="3763643"/>
            <a:ext cx="2169930" cy="3705518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4E996-2795-9F57-4DD6-CA054789FBF7}"/>
              </a:ext>
            </a:extLst>
          </p:cNvPr>
          <p:cNvSpPr txBox="1"/>
          <p:nvPr/>
        </p:nvSpPr>
        <p:spPr>
          <a:xfrm>
            <a:off x="6677407" y="5608490"/>
            <a:ext cx="1077169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1. 12:59 </a:t>
            </a:r>
            <a:r>
              <a:rPr lang="ko-KR" altLang="en-US" sz="1350" b="1">
                <a:solidFill>
                  <a:srgbClr val="1A1A1A"/>
                </a:solidFill>
              </a:rPr>
              <a:t>주입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9502AA-660D-2618-E0C2-3A898F779A78}"/>
              </a:ext>
            </a:extLst>
          </p:cNvPr>
          <p:cNvSpPr/>
          <p:nvPr/>
        </p:nvSpPr>
        <p:spPr>
          <a:xfrm>
            <a:off x="7637276" y="6333893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1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8FC446C-1FFD-B03D-D82C-F30AD7DD0943}"/>
              </a:ext>
            </a:extLst>
          </p:cNvPr>
          <p:cNvSpPr/>
          <p:nvPr/>
        </p:nvSpPr>
        <p:spPr>
          <a:xfrm>
            <a:off x="8644223" y="6335025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2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0169599-E815-EE46-7298-0BD25BB1D1A1}"/>
              </a:ext>
            </a:extLst>
          </p:cNvPr>
          <p:cNvSpPr/>
          <p:nvPr/>
        </p:nvSpPr>
        <p:spPr>
          <a:xfrm>
            <a:off x="10263150" y="6333699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3</a:t>
            </a:r>
            <a:endParaRPr lang="ko-KR" altLang="en-US" sz="1050">
              <a:solidFill>
                <a:schemeClr val="bg1"/>
              </a:solidFill>
            </a:endParaRP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2E77BC3-D259-58D5-AB02-EBC102DDCB5D}"/>
              </a:ext>
            </a:extLst>
          </p:cNvPr>
          <p:cNvGrpSpPr/>
          <p:nvPr/>
        </p:nvGrpSpPr>
        <p:grpSpPr>
          <a:xfrm>
            <a:off x="2185009" y="6926942"/>
            <a:ext cx="4507655" cy="2628538"/>
            <a:chOff x="1459526" y="4627677"/>
            <a:chExt cx="2942981" cy="157552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84BFEFD-8269-1D8C-FE31-330F447E9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75"/>
            <a:stretch>
              <a:fillRect/>
            </a:stretch>
          </p:blipFill>
          <p:spPr>
            <a:xfrm>
              <a:off x="1459526" y="4627677"/>
              <a:ext cx="2928628" cy="1575529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2CA1C0A-946C-C24A-928A-224C9AA406C9}"/>
                </a:ext>
              </a:extLst>
            </p:cNvPr>
            <p:cNvSpPr/>
            <p:nvPr/>
          </p:nvSpPr>
          <p:spPr>
            <a:xfrm>
              <a:off x="2724032" y="6019800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7DE1C51-3F43-6E98-E749-C4386F0B23C2}"/>
                </a:ext>
              </a:extLst>
            </p:cNvPr>
            <p:cNvSpPr/>
            <p:nvPr/>
          </p:nvSpPr>
          <p:spPr>
            <a:xfrm>
              <a:off x="3932607" y="6017419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6B9A2E-D368-6796-621C-39D10B0F1AAB}"/>
                </a:ext>
              </a:extLst>
            </p:cNvPr>
            <p:cNvSpPr txBox="1"/>
            <p:nvPr/>
          </p:nvSpPr>
          <p:spPr>
            <a:xfrm>
              <a:off x="1964315" y="5881742"/>
              <a:ext cx="346143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CAC2BA-657A-9868-FA75-6A4BF9A88887}"/>
                </a:ext>
              </a:extLst>
            </p:cNvPr>
            <p:cNvSpPr txBox="1"/>
            <p:nvPr/>
          </p:nvSpPr>
          <p:spPr>
            <a:xfrm>
              <a:off x="3228745" y="5884806"/>
              <a:ext cx="549704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ADFDA77-0F16-05FB-134E-CDCB3919C7C5}"/>
              </a:ext>
            </a:extLst>
          </p:cNvPr>
          <p:cNvGrpSpPr/>
          <p:nvPr/>
        </p:nvGrpSpPr>
        <p:grpSpPr>
          <a:xfrm>
            <a:off x="6961140" y="6941938"/>
            <a:ext cx="4520082" cy="2570289"/>
            <a:chOff x="4660438" y="4621446"/>
            <a:chExt cx="2915000" cy="157552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6E81E5-E964-9DFB-7A33-66D9F5A5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0438" y="4621446"/>
              <a:ext cx="2915000" cy="1575528"/>
            </a:xfrm>
            <a:prstGeom prst="rect">
              <a:avLst/>
            </a:prstGeom>
          </p:spPr>
        </p:pic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EC31AB9-176E-268C-11DF-7A91BDA1926A}"/>
                </a:ext>
              </a:extLst>
            </p:cNvPr>
            <p:cNvGrpSpPr/>
            <p:nvPr/>
          </p:nvGrpSpPr>
          <p:grpSpPr>
            <a:xfrm>
              <a:off x="5930619" y="6061869"/>
              <a:ext cx="1640294" cy="85725"/>
              <a:chOff x="5930619" y="6061869"/>
              <a:chExt cx="1640294" cy="85725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3829B6E-F544-B277-D85B-6B3430345456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98185C8-086A-781C-1686-F8F57A89F674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C5AF0F8-76FA-13CE-CBF5-B192D29A9FDC}"/>
                </a:ext>
              </a:extLst>
            </p:cNvPr>
            <p:cNvSpPr txBox="1"/>
            <p:nvPr/>
          </p:nvSpPr>
          <p:spPr>
            <a:xfrm>
              <a:off x="5218080" y="5927108"/>
              <a:ext cx="341910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12.00</a:t>
              </a:r>
              <a:endParaRPr lang="ko-KR" altLang="en-US" sz="135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0597E9-6CCB-19ED-5A61-8F8B22004EA7}"/>
                </a:ext>
              </a:extLst>
            </p:cNvPr>
            <p:cNvSpPr txBox="1"/>
            <p:nvPr/>
          </p:nvSpPr>
          <p:spPr>
            <a:xfrm>
              <a:off x="6424255" y="5929096"/>
              <a:ext cx="542981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F6959E72-AB1B-B210-9395-40A422CA5F6F}"/>
              </a:ext>
            </a:extLst>
          </p:cNvPr>
          <p:cNvGrpSpPr/>
          <p:nvPr/>
        </p:nvGrpSpPr>
        <p:grpSpPr>
          <a:xfrm>
            <a:off x="11769621" y="6883085"/>
            <a:ext cx="4538929" cy="2672393"/>
            <a:chOff x="7998132" y="4621446"/>
            <a:chExt cx="2887857" cy="1536134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7ADB8AB1-F069-88DF-09AE-6112039F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8132" y="4621446"/>
              <a:ext cx="2887857" cy="1536134"/>
            </a:xfrm>
            <a:prstGeom prst="rect">
              <a:avLst/>
            </a:prstGeom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9FD0EB5-D645-C501-9216-1849ECE6E2EA}"/>
                </a:ext>
              </a:extLst>
            </p:cNvPr>
            <p:cNvGrpSpPr/>
            <p:nvPr/>
          </p:nvGrpSpPr>
          <p:grpSpPr>
            <a:xfrm>
              <a:off x="9211982" y="5980280"/>
              <a:ext cx="1640294" cy="85725"/>
              <a:chOff x="5930619" y="6061869"/>
              <a:chExt cx="1640294" cy="85725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734B161-593D-5CEB-1E3F-4933BD229837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D58CE0E-A3F6-D8C8-DF91-BFF62DBDA176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9704FF-DF24-A822-257E-17975E0DA141}"/>
                </a:ext>
              </a:extLst>
            </p:cNvPr>
            <p:cNvSpPr txBox="1"/>
            <p:nvPr/>
          </p:nvSpPr>
          <p:spPr>
            <a:xfrm>
              <a:off x="8466692" y="5868811"/>
              <a:ext cx="337319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85AC4F-6C19-2790-3045-6C5539DA7768}"/>
                </a:ext>
              </a:extLst>
            </p:cNvPr>
            <p:cNvSpPr txBox="1"/>
            <p:nvPr/>
          </p:nvSpPr>
          <p:spPr>
            <a:xfrm>
              <a:off x="9706620" y="5868811"/>
              <a:ext cx="535691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B122D71-0460-477A-BB21-2D48E25A3E6D}"/>
              </a:ext>
            </a:extLst>
          </p:cNvPr>
          <p:cNvCxnSpPr>
            <a:cxnSpLocks/>
          </p:cNvCxnSpPr>
          <p:nvPr/>
        </p:nvCxnSpPr>
        <p:spPr>
          <a:xfrm flipV="1">
            <a:off x="7164173" y="4585962"/>
            <a:ext cx="0" cy="47010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8E4CBEC-4DD5-7BF2-AF62-579E29209253}"/>
              </a:ext>
            </a:extLst>
          </p:cNvPr>
          <p:cNvSpPr txBox="1"/>
          <p:nvPr/>
        </p:nvSpPr>
        <p:spPr>
          <a:xfrm>
            <a:off x="6598073" y="4996236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>
                <a:solidFill>
                  <a:schemeClr val="bg1"/>
                </a:solidFill>
              </a:rPr>
              <a:t>cursor </a:t>
            </a:r>
            <a:r>
              <a:rPr lang="ko-KR" altLang="en-US" sz="1350">
                <a:solidFill>
                  <a:schemeClr val="bg1"/>
                </a:solidFill>
              </a:rPr>
              <a:t>위치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E371E1-F455-2D90-A78B-2DCE9D3BA2D3}"/>
              </a:ext>
            </a:extLst>
          </p:cNvPr>
          <p:cNvSpPr txBox="1"/>
          <p:nvPr/>
        </p:nvSpPr>
        <p:spPr>
          <a:xfrm>
            <a:off x="5844984" y="3712464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22F32E5-F129-5F95-2BC9-BC07D19DB769}"/>
              </a:ext>
            </a:extLst>
          </p:cNvPr>
          <p:cNvSpPr/>
          <p:nvPr/>
        </p:nvSpPr>
        <p:spPr>
          <a:xfrm>
            <a:off x="1979450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73FCD63-D418-A3C8-36DD-E62147E4605C}"/>
              </a:ext>
            </a:extLst>
          </p:cNvPr>
          <p:cNvSpPr/>
          <p:nvPr/>
        </p:nvSpPr>
        <p:spPr>
          <a:xfrm>
            <a:off x="6733606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0A31597A-6239-36CB-3308-F05897903984}"/>
              </a:ext>
            </a:extLst>
          </p:cNvPr>
          <p:cNvSpPr/>
          <p:nvPr/>
        </p:nvSpPr>
        <p:spPr>
          <a:xfrm>
            <a:off x="11564071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grpSp>
        <p:nvGrpSpPr>
          <p:cNvPr id="380" name="주입FND FND"/>
          <p:cNvGrpSpPr/>
          <p:nvPr/>
        </p:nvGrpSpPr>
        <p:grpSpPr>
          <a:xfrm>
            <a:off x="5854771" y="3926616"/>
            <a:ext cx="1627948" cy="603184"/>
            <a:chOff x="5252520" y="2359583"/>
            <a:chExt cx="1819943" cy="674322"/>
          </a:xfrm>
        </p:grpSpPr>
        <p:sp>
          <p:nvSpPr>
            <p:cNvPr id="349" name="FND 바탕"/>
            <p:cNvSpPr/>
            <p:nvPr/>
          </p:nvSpPr>
          <p:spPr>
            <a:xfrm>
              <a:off x="5252520" y="2359583"/>
              <a:ext cx="1819943" cy="67432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0" name="seg"/>
            <p:cNvSpPr/>
            <p:nvPr/>
          </p:nvSpPr>
          <p:spPr>
            <a:xfrm>
              <a:off x="5504121" y="245746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1" name="seg"/>
            <p:cNvSpPr/>
            <p:nvPr/>
          </p:nvSpPr>
          <p:spPr>
            <a:xfrm>
              <a:off x="5504121" y="267317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2" name="seg"/>
            <p:cNvSpPr/>
            <p:nvPr/>
          </p:nvSpPr>
          <p:spPr>
            <a:xfrm>
              <a:off x="5504121" y="288888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3" name="seg"/>
            <p:cNvSpPr/>
            <p:nvPr/>
          </p:nvSpPr>
          <p:spPr>
            <a:xfrm>
              <a:off x="5448290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4" name="seg"/>
            <p:cNvSpPr/>
            <p:nvPr/>
          </p:nvSpPr>
          <p:spPr>
            <a:xfrm>
              <a:off x="569119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5" name="seg"/>
            <p:cNvSpPr/>
            <p:nvPr/>
          </p:nvSpPr>
          <p:spPr>
            <a:xfrm>
              <a:off x="5448290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6" name="seg"/>
            <p:cNvSpPr/>
            <p:nvPr/>
          </p:nvSpPr>
          <p:spPr>
            <a:xfrm>
              <a:off x="5691191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7" name="seg"/>
            <p:cNvSpPr/>
            <p:nvPr/>
          </p:nvSpPr>
          <p:spPr>
            <a:xfrm>
              <a:off x="5852158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8" name="seg"/>
            <p:cNvSpPr/>
            <p:nvPr/>
          </p:nvSpPr>
          <p:spPr>
            <a:xfrm>
              <a:off x="5852158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9" name="seg"/>
            <p:cNvSpPr/>
            <p:nvPr/>
          </p:nvSpPr>
          <p:spPr>
            <a:xfrm>
              <a:off x="5852158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0" name="seg"/>
            <p:cNvSpPr/>
            <p:nvPr/>
          </p:nvSpPr>
          <p:spPr>
            <a:xfrm>
              <a:off x="5796327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1" name="seg"/>
            <p:cNvSpPr/>
            <p:nvPr/>
          </p:nvSpPr>
          <p:spPr>
            <a:xfrm>
              <a:off x="6039228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2" name="seg"/>
            <p:cNvSpPr/>
            <p:nvPr/>
          </p:nvSpPr>
          <p:spPr>
            <a:xfrm>
              <a:off x="5796327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3" name="seg"/>
            <p:cNvSpPr/>
            <p:nvPr/>
          </p:nvSpPr>
          <p:spPr>
            <a:xfrm>
              <a:off x="6039228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4" name="seg"/>
            <p:cNvSpPr/>
            <p:nvPr/>
          </p:nvSpPr>
          <p:spPr>
            <a:xfrm>
              <a:off x="6294455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5" name="seg"/>
            <p:cNvSpPr/>
            <p:nvPr/>
          </p:nvSpPr>
          <p:spPr>
            <a:xfrm>
              <a:off x="6294455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6" name="seg"/>
            <p:cNvSpPr/>
            <p:nvPr/>
          </p:nvSpPr>
          <p:spPr>
            <a:xfrm>
              <a:off x="6294455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7" name="seg"/>
            <p:cNvSpPr/>
            <p:nvPr/>
          </p:nvSpPr>
          <p:spPr>
            <a:xfrm>
              <a:off x="6238624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8" name="seg"/>
            <p:cNvSpPr/>
            <p:nvPr/>
          </p:nvSpPr>
          <p:spPr>
            <a:xfrm>
              <a:off x="6481525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9" name="seg"/>
            <p:cNvSpPr/>
            <p:nvPr/>
          </p:nvSpPr>
          <p:spPr>
            <a:xfrm>
              <a:off x="6238624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0" name="seg"/>
            <p:cNvSpPr/>
            <p:nvPr/>
          </p:nvSpPr>
          <p:spPr>
            <a:xfrm>
              <a:off x="6481525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1" name="seg"/>
            <p:cNvSpPr/>
            <p:nvPr/>
          </p:nvSpPr>
          <p:spPr>
            <a:xfrm>
              <a:off x="6642492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2" name="seg"/>
            <p:cNvSpPr/>
            <p:nvPr/>
          </p:nvSpPr>
          <p:spPr>
            <a:xfrm>
              <a:off x="6642492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3" name="seg"/>
            <p:cNvSpPr/>
            <p:nvPr/>
          </p:nvSpPr>
          <p:spPr>
            <a:xfrm>
              <a:off x="6642492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4" name="seg"/>
            <p:cNvSpPr/>
            <p:nvPr/>
          </p:nvSpPr>
          <p:spPr>
            <a:xfrm>
              <a:off x="658666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5" name="seg"/>
            <p:cNvSpPr/>
            <p:nvPr/>
          </p:nvSpPr>
          <p:spPr>
            <a:xfrm>
              <a:off x="6829562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6" name="seg"/>
            <p:cNvSpPr/>
            <p:nvPr/>
          </p:nvSpPr>
          <p:spPr>
            <a:xfrm>
              <a:off x="6586661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7" name="seg"/>
            <p:cNvSpPr/>
            <p:nvPr/>
          </p:nvSpPr>
          <p:spPr>
            <a:xfrm>
              <a:off x="6829562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8" name="dot"/>
            <p:cNvSpPr/>
            <p:nvPr/>
          </p:nvSpPr>
          <p:spPr>
            <a:xfrm>
              <a:off x="6147990" y="2881639"/>
              <a:ext cx="54381" cy="5438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9" name="커서 자리"/>
            <p:cNvSpPr/>
            <p:nvPr/>
          </p:nvSpPr>
          <p:spPr>
            <a:xfrm>
              <a:off x="6543157" y="2403088"/>
              <a:ext cx="377040" cy="587312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381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82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3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384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P4  분 1 자리 경계 — 12:59 에서 U → D → D</a:t>
            </a:r>
            <a:endParaRPr lang="ko-KR" sz="3000" dirty="0"/>
          </a:p>
        </p:txBody>
      </p:sp>
      <p:sp>
        <p:nvSpPr>
          <p:cNvPr id="38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18</a:t>
            </a:r>
            <a:endParaRPr lang="ko-KR" sz="1100" dirty="0"/>
          </a:p>
        </p:txBody>
      </p:sp>
      <p:sp>
        <p:nvSpPr>
          <p:cNvPr id="386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87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59 에서 +1, 00 에서 −1 할 때 시로 올림 · 내림이 없는지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자리별 BCD 값 · 스캔 주기</a:t>
            </a:r>
            <a:endParaRPr lang="ko-KR" sz="2000" dirty="0"/>
          </a:p>
        </p:txBody>
      </p:sp>
      <p:sp>
        <p:nvSpPr>
          <p:cNvPr id="388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9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90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59 → 00 → 59 → 58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시 12 그대로 → 그 자리만 순환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AN0 ~ AN3 = 9 · 5 · 2 · 1 (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12.59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), 자리당 0.25 ms → 숫자 1 ms + 점 1 ms 반복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25250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329" grpId="0" animBg="1"/>
      <p:bldP spid="331" grpId="0" animBg="1"/>
      <p:bldP spid="333" grpId="0" animBg="1"/>
      <p:bldP spid="345" grpId="0" animBg="1"/>
      <p:bldP spid="10" grpId="0" animBg="1"/>
      <p:bldP spid="12" grpId="0" animBg="1"/>
      <p:bldP spid="14" grpId="0" animBg="1"/>
      <p:bldP spid="15" grpId="0" animBg="1"/>
      <p:bldP spid="125" grpId="0" animBg="1"/>
      <p:bldP spid="136" grpId="0" animBg="1"/>
      <p:bldP spid="138" grpId="0" animBg="1"/>
      <p:bldP spid="139" grpId="0" animBg="1"/>
      <p:bldP spid="1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BA3C28-A102-9A73-D60B-A48EC3B9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62"/>
          <a:stretch>
            <a:fillRect/>
          </a:stretch>
        </p:blipFill>
        <p:spPr>
          <a:xfrm>
            <a:off x="3215017" y="3712467"/>
            <a:ext cx="11515974" cy="387933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4D4ED3B-1893-9345-C628-028E3CE2F512}"/>
              </a:ext>
            </a:extLst>
          </p:cNvPr>
          <p:cNvSpPr/>
          <p:nvPr/>
        </p:nvSpPr>
        <p:spPr>
          <a:xfrm>
            <a:off x="10885363" y="3712464"/>
            <a:ext cx="3837008" cy="387933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7A19F8-11AB-4CB9-C789-F7FAACB13BCF}"/>
              </a:ext>
            </a:extLst>
          </p:cNvPr>
          <p:cNvSpPr/>
          <p:nvPr/>
        </p:nvSpPr>
        <p:spPr>
          <a:xfrm>
            <a:off x="5860837" y="3712467"/>
            <a:ext cx="2228571" cy="387933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57F35-7079-DA8D-AB34-DF73B5910195}"/>
              </a:ext>
            </a:extLst>
          </p:cNvPr>
          <p:cNvSpPr txBox="1"/>
          <p:nvPr/>
        </p:nvSpPr>
        <p:spPr>
          <a:xfrm>
            <a:off x="7390625" y="5960777"/>
            <a:ext cx="1024272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1. 12:55 </a:t>
            </a:r>
            <a:r>
              <a:rPr lang="ko-KR" altLang="en-US" sz="1300" b="1">
                <a:solidFill>
                  <a:srgbClr val="1A1A1A"/>
                </a:solidFill>
              </a:rPr>
              <a:t>주입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994FE77-DAC0-96D0-03A9-34BBE0F7C40A}"/>
              </a:ext>
            </a:extLst>
          </p:cNvPr>
          <p:cNvCxnSpPr>
            <a:cxnSpLocks/>
          </p:cNvCxnSpPr>
          <p:nvPr/>
        </p:nvCxnSpPr>
        <p:spPr>
          <a:xfrm>
            <a:off x="8313584" y="6198259"/>
            <a:ext cx="0" cy="18753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E34CA52-B573-01B6-AD39-7F8B9D31F4EB}"/>
              </a:ext>
            </a:extLst>
          </p:cNvPr>
          <p:cNvCxnSpPr>
            <a:cxnSpLocks/>
          </p:cNvCxnSpPr>
          <p:nvPr/>
        </p:nvCxnSpPr>
        <p:spPr>
          <a:xfrm>
            <a:off x="9332235" y="5198658"/>
            <a:ext cx="499199" cy="118713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6D2203-D2FC-630E-2711-D412471C3D0D}"/>
              </a:ext>
            </a:extLst>
          </p:cNvPr>
          <p:cNvCxnSpPr>
            <a:cxnSpLocks/>
          </p:cNvCxnSpPr>
          <p:nvPr/>
        </p:nvCxnSpPr>
        <p:spPr>
          <a:xfrm>
            <a:off x="10231449" y="5350239"/>
            <a:ext cx="372182" cy="94178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EE8FD8-8C9F-19C1-9C6F-B2A669EDF8C5}"/>
              </a:ext>
            </a:extLst>
          </p:cNvPr>
          <p:cNvSpPr txBox="1"/>
          <p:nvPr/>
        </p:nvSpPr>
        <p:spPr>
          <a:xfrm>
            <a:off x="9396607" y="5165429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5EDA1B-A7B1-F3A6-8186-8EC06D3FFDD0}"/>
              </a:ext>
            </a:extLst>
          </p:cNvPr>
          <p:cNvSpPr txBox="1"/>
          <p:nvPr/>
        </p:nvSpPr>
        <p:spPr>
          <a:xfrm>
            <a:off x="10304175" y="5296920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B6860-DFA2-3DCE-C5CD-6A7E4C8D4FA5}"/>
              </a:ext>
            </a:extLst>
          </p:cNvPr>
          <p:cNvSpPr txBox="1"/>
          <p:nvPr/>
        </p:nvSpPr>
        <p:spPr>
          <a:xfrm>
            <a:off x="8510223" y="4971298"/>
            <a:ext cx="33249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UP</a:t>
            </a:r>
            <a:endParaRPr lang="ko-KR" altLang="en-US" sz="13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B95999E-6D9C-5DA2-14B9-005E470960FE}"/>
              </a:ext>
            </a:extLst>
          </p:cNvPr>
          <p:cNvCxnSpPr>
            <a:cxnSpLocks/>
          </p:cNvCxnSpPr>
          <p:nvPr/>
        </p:nvCxnSpPr>
        <p:spPr>
          <a:xfrm>
            <a:off x="8445851" y="4960109"/>
            <a:ext cx="418673" cy="1425685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A3521D0-0B45-C69D-6EFC-B547E860A53B}"/>
              </a:ext>
            </a:extLst>
          </p:cNvPr>
          <p:cNvGrpSpPr/>
          <p:nvPr/>
        </p:nvGrpSpPr>
        <p:grpSpPr>
          <a:xfrm>
            <a:off x="6167438" y="4068896"/>
            <a:ext cx="3475099" cy="1325198"/>
            <a:chOff x="3629676" y="1905245"/>
            <a:chExt cx="2876915" cy="1073970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DE4F529B-F9DE-F328-4BCA-9CC7AA6F1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617" y="2486227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18D52E-59E4-D9AC-D081-0BA0F5E39D15}"/>
                </a:ext>
              </a:extLst>
            </p:cNvPr>
            <p:cNvSpPr txBox="1"/>
            <p:nvPr/>
          </p:nvSpPr>
          <p:spPr>
            <a:xfrm>
              <a:off x="4082236" y="2756448"/>
              <a:ext cx="2424355" cy="22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>
                  <a:solidFill>
                    <a:schemeClr val="bg1"/>
                  </a:solidFill>
                </a:rPr>
                <a:t>cursor </a:t>
              </a:r>
              <a:r>
                <a:rPr lang="ko-KR" altLang="en-US" sz="1300">
                  <a:solidFill>
                    <a:schemeClr val="bg1"/>
                  </a:solidFill>
                </a:rPr>
                <a:t>위치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957D62-C6B2-AD09-2762-646C89C93D2F}"/>
              </a:ext>
            </a:extLst>
          </p:cNvPr>
          <p:cNvSpPr/>
          <p:nvPr/>
        </p:nvSpPr>
        <p:spPr>
          <a:xfrm>
            <a:off x="8445852" y="5575242"/>
            <a:ext cx="672983" cy="13412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7AB450-5674-33EC-EC9B-93EFA5A8658F}"/>
              </a:ext>
            </a:extLst>
          </p:cNvPr>
          <p:cNvSpPr/>
          <p:nvPr/>
        </p:nvSpPr>
        <p:spPr>
          <a:xfrm>
            <a:off x="8208863" y="6862396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1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8103BE1-F73E-DBAD-0251-3FB22B034187}"/>
              </a:ext>
            </a:extLst>
          </p:cNvPr>
          <p:cNvSpPr/>
          <p:nvPr/>
        </p:nvSpPr>
        <p:spPr>
          <a:xfrm>
            <a:off x="8777466" y="6863473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2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43B456-0A3F-C6A0-E6F9-D905B5809B24}"/>
              </a:ext>
            </a:extLst>
          </p:cNvPr>
          <p:cNvSpPr/>
          <p:nvPr/>
        </p:nvSpPr>
        <p:spPr>
          <a:xfrm>
            <a:off x="9666729" y="6862212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3</a:t>
            </a:r>
            <a:endParaRPr lang="ko-KR" altLang="en-US" sz="1000">
              <a:solidFill>
                <a:schemeClr val="bg1"/>
              </a:solidFill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152313-8064-465A-FCF9-C7AC30C630BD}"/>
              </a:ext>
            </a:extLst>
          </p:cNvPr>
          <p:cNvGrpSpPr/>
          <p:nvPr/>
        </p:nvGrpSpPr>
        <p:grpSpPr>
          <a:xfrm>
            <a:off x="2038761" y="7035192"/>
            <a:ext cx="4675336" cy="2520288"/>
            <a:chOff x="1097895" y="5219528"/>
            <a:chExt cx="2830418" cy="138969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88D6994-7A1A-5D16-DC3B-8DEEBEFDC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7454" y="5261541"/>
              <a:ext cx="2720859" cy="1347679"/>
            </a:xfrm>
            <a:prstGeom prst="rect">
              <a:avLst/>
            </a:prstGeom>
          </p:spPr>
        </p:pic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3E88FFF-364B-BB0D-E5ED-41FB381C40D3}"/>
                </a:ext>
              </a:extLst>
            </p:cNvPr>
            <p:cNvSpPr/>
            <p:nvPr/>
          </p:nvSpPr>
          <p:spPr>
            <a:xfrm>
              <a:off x="1097895" y="5219528"/>
              <a:ext cx="236655" cy="177237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300" b="1">
                  <a:solidFill>
                    <a:srgbClr val="1A1A1A"/>
                  </a:solidFill>
                </a:rPr>
                <a:t>1</a:t>
              </a:r>
              <a:endParaRPr lang="ko-KR" altLang="en-US" sz="2300">
                <a:solidFill>
                  <a:schemeClr val="bg1"/>
                </a:solidFill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A0CCDDF-D88D-4C7D-63B4-9E889C1D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265" y="7145566"/>
            <a:ext cx="4589357" cy="23890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DAB80F-8AD0-0C15-4E4B-0E19E4716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6055" y="7161434"/>
            <a:ext cx="4673184" cy="2373191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16256C2-4626-3DB5-4D58-2E94A7AFC5C2}"/>
              </a:ext>
            </a:extLst>
          </p:cNvPr>
          <p:cNvGrpSpPr/>
          <p:nvPr/>
        </p:nvGrpSpPr>
        <p:grpSpPr>
          <a:xfrm>
            <a:off x="4161825" y="9309651"/>
            <a:ext cx="2532255" cy="135997"/>
            <a:chOff x="2057716" y="5719166"/>
            <a:chExt cx="1984733" cy="106591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CC42B5F-EEB7-E19D-5C0E-A36A5323B7CF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E23EBF-21A4-8F0E-6071-220D068EF53C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DDE014F-2395-69C7-85E3-4F79ED364B4B}"/>
              </a:ext>
            </a:extLst>
          </p:cNvPr>
          <p:cNvGrpSpPr/>
          <p:nvPr/>
        </p:nvGrpSpPr>
        <p:grpSpPr>
          <a:xfrm>
            <a:off x="8850074" y="9290207"/>
            <a:ext cx="2532255" cy="135997"/>
            <a:chOff x="2057716" y="5719166"/>
            <a:chExt cx="1984733" cy="106591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3BBDAA2-174C-FD16-CEF0-211B77BCE67A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C3ECBEC-1385-6560-B45D-39BDE4EBB10D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91C857F-DAF6-1F7C-6F81-DB253A1AAEE6}"/>
              </a:ext>
            </a:extLst>
          </p:cNvPr>
          <p:cNvGrpSpPr/>
          <p:nvPr/>
        </p:nvGrpSpPr>
        <p:grpSpPr>
          <a:xfrm>
            <a:off x="13565295" y="9295061"/>
            <a:ext cx="2683945" cy="209033"/>
            <a:chOff x="2057716" y="5719166"/>
            <a:chExt cx="1984733" cy="106591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DC7B54D-9C32-D1F8-F273-43CFDE1DED23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113114B-5054-60EA-2A2E-6DA56D5F6978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348CD02-EBC1-8CE0-840A-E076EE97AA6B}"/>
              </a:ext>
            </a:extLst>
          </p:cNvPr>
          <p:cNvSpPr txBox="1"/>
          <p:nvPr/>
        </p:nvSpPr>
        <p:spPr>
          <a:xfrm>
            <a:off x="3066807" y="914677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51099A-6738-8294-F7D5-69CF7CC4211B}"/>
              </a:ext>
            </a:extLst>
          </p:cNvPr>
          <p:cNvSpPr txBox="1"/>
          <p:nvPr/>
        </p:nvSpPr>
        <p:spPr>
          <a:xfrm>
            <a:off x="4908382" y="914677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DB76AA3-5CCE-1A73-82BA-A6E34CB33CB3}"/>
              </a:ext>
            </a:extLst>
          </p:cNvPr>
          <p:cNvSpPr txBox="1"/>
          <p:nvPr/>
        </p:nvSpPr>
        <p:spPr>
          <a:xfrm>
            <a:off x="7761777" y="912761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12.05</a:t>
            </a:r>
            <a:endParaRPr lang="ko-KR" altLang="en-US" sz="13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4BC90C9-3C5C-68EF-3FA8-36A7D8796570}"/>
              </a:ext>
            </a:extLst>
          </p:cNvPr>
          <p:cNvSpPr txBox="1"/>
          <p:nvPr/>
        </p:nvSpPr>
        <p:spPr>
          <a:xfrm>
            <a:off x="9603353" y="912761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210CA9-47F4-89CA-9B89-E55DDF6BF54F}"/>
              </a:ext>
            </a:extLst>
          </p:cNvPr>
          <p:cNvSpPr txBox="1"/>
          <p:nvPr/>
        </p:nvSpPr>
        <p:spPr>
          <a:xfrm>
            <a:off x="12331168" y="9161640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FB6757-65DD-DE4B-FF66-A9720A1B7AC2}"/>
              </a:ext>
            </a:extLst>
          </p:cNvPr>
          <p:cNvSpPr txBox="1"/>
          <p:nvPr/>
        </p:nvSpPr>
        <p:spPr>
          <a:xfrm>
            <a:off x="14197048" y="915430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9C32B85-A20B-F52C-5CE7-B11EA6EB9854}"/>
              </a:ext>
            </a:extLst>
          </p:cNvPr>
          <p:cNvSpPr txBox="1"/>
          <p:nvPr/>
        </p:nvSpPr>
        <p:spPr>
          <a:xfrm>
            <a:off x="6314236" y="3767787"/>
            <a:ext cx="3458118" cy="274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E80F9BBB-46F2-F7A4-8CC9-829B0D770F5C}"/>
              </a:ext>
            </a:extLst>
          </p:cNvPr>
          <p:cNvSpPr/>
          <p:nvPr/>
        </p:nvSpPr>
        <p:spPr>
          <a:xfrm>
            <a:off x="6690614" y="7035192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2</a:t>
            </a:r>
            <a:endParaRPr lang="ko-KR" altLang="en-US" sz="2300">
              <a:solidFill>
                <a:schemeClr val="bg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D995C86-4D58-FD76-DEDD-6AC68B0F91D3}"/>
              </a:ext>
            </a:extLst>
          </p:cNvPr>
          <p:cNvSpPr/>
          <p:nvPr/>
        </p:nvSpPr>
        <p:spPr>
          <a:xfrm>
            <a:off x="11462623" y="7091531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3</a:t>
            </a:r>
            <a:endParaRPr lang="ko-KR" altLang="en-US" sz="2300">
              <a:solidFill>
                <a:schemeClr val="bg1"/>
              </a:solidFill>
            </a:endParaRPr>
          </a:p>
        </p:txBody>
      </p:sp>
      <p:grpSp>
        <p:nvGrpSpPr>
          <p:cNvPr id="166" name="주입FND FND"/>
          <p:cNvGrpSpPr/>
          <p:nvPr/>
        </p:nvGrpSpPr>
        <p:grpSpPr>
          <a:xfrm>
            <a:off x="6161443" y="4047407"/>
            <a:ext cx="1598084" cy="592119"/>
            <a:chOff x="5437468" y="2392082"/>
            <a:chExt cx="1878822" cy="696137"/>
          </a:xfrm>
        </p:grpSpPr>
        <p:sp>
          <p:nvSpPr>
            <p:cNvPr id="135" name="FND 바탕"/>
            <p:cNvSpPr/>
            <p:nvPr/>
          </p:nvSpPr>
          <p:spPr>
            <a:xfrm>
              <a:off x="5437468" y="2392082"/>
              <a:ext cx="1878822" cy="696137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6" name="seg"/>
            <p:cNvSpPr/>
            <p:nvPr/>
          </p:nvSpPr>
          <p:spPr>
            <a:xfrm>
              <a:off x="5697209" y="2493134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7" name="seg"/>
            <p:cNvSpPr/>
            <p:nvPr/>
          </p:nvSpPr>
          <p:spPr>
            <a:xfrm>
              <a:off x="5697209" y="2715823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8" name="seg"/>
            <p:cNvSpPr/>
            <p:nvPr/>
          </p:nvSpPr>
          <p:spPr>
            <a:xfrm>
              <a:off x="5697209" y="2938512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9" name="seg"/>
            <p:cNvSpPr/>
            <p:nvPr/>
          </p:nvSpPr>
          <p:spPr>
            <a:xfrm>
              <a:off x="5639572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0" name="seg"/>
            <p:cNvSpPr/>
            <p:nvPr/>
          </p:nvSpPr>
          <p:spPr>
            <a:xfrm>
              <a:off x="589033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1" name="seg"/>
            <p:cNvSpPr/>
            <p:nvPr/>
          </p:nvSpPr>
          <p:spPr>
            <a:xfrm>
              <a:off x="5639572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2" name="seg"/>
            <p:cNvSpPr/>
            <p:nvPr/>
          </p:nvSpPr>
          <p:spPr>
            <a:xfrm>
              <a:off x="5890331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3" name="seg"/>
            <p:cNvSpPr/>
            <p:nvPr/>
          </p:nvSpPr>
          <p:spPr>
            <a:xfrm>
              <a:off x="6056506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4" name="seg"/>
            <p:cNvSpPr/>
            <p:nvPr/>
          </p:nvSpPr>
          <p:spPr>
            <a:xfrm>
              <a:off x="6056506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6056506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5998869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6249628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5998869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6249628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6513112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6513112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6513112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6455475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6706234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6455475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6706234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6872408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6872408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6872408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681477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7065530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6814771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7065530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dot"/>
            <p:cNvSpPr/>
            <p:nvPr/>
          </p:nvSpPr>
          <p:spPr>
            <a:xfrm>
              <a:off x="6361908" y="2931027"/>
              <a:ext cx="56140" cy="5614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커서 자리"/>
            <p:cNvSpPr/>
            <p:nvPr/>
          </p:nvSpPr>
          <p:spPr>
            <a:xfrm>
              <a:off x="6410563" y="2436994"/>
              <a:ext cx="389238" cy="60631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6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6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6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7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P5  분 10 자리 경계 — 12:55 에서 U → D → D</a:t>
            </a:r>
            <a:endParaRPr lang="ko-KR" sz="3000" dirty="0"/>
          </a:p>
        </p:txBody>
      </p:sp>
      <p:sp>
        <p:nvSpPr>
          <p:cNvPr id="17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19</a:t>
            </a:r>
            <a:endParaRPr lang="ko-KR" sz="1100" dirty="0"/>
          </a:p>
        </p:txBody>
      </p:sp>
      <p:sp>
        <p:nvSpPr>
          <p:cNvPr id="172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3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±10 이 59 를 넘거나 0 아래로 갈 때 처리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넘김 뒤에도 분 1 자리(5) 가 보존되는지</a:t>
            </a:r>
            <a:endParaRPr lang="ko-KR" sz="2000" dirty="0"/>
          </a:p>
        </p:txBody>
      </p:sp>
      <p:sp>
        <p:nvSpPr>
          <p:cNvPr id="174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5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76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55 → 05 → 55 → 45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60 으로 순환하고 1 자리 5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12 그대로 → 10 자리 설정도 올림 · 내림 없음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51891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5" grpId="0" animBg="1"/>
      <p:bldP spid="30" grpId="0" animBg="1"/>
      <p:bldP spid="32" grpId="0" animBg="1"/>
      <p:bldP spid="10" grpId="0" animBg="1"/>
      <p:bldP spid="27" grpId="0" animBg="1"/>
      <p:bldP spid="29" grpId="0" animBg="1"/>
      <p:bldP spid="90" grpId="0" animBg="1"/>
      <p:bldP spid="120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8" grpId="0" animBg="1"/>
      <p:bldP spid="132" grpId="0" animBg="1"/>
      <p:bldP spid="1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C1FC8C-A454-CDAE-21B0-0ADFA0AA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82"/>
          <a:stretch>
            <a:fillRect/>
          </a:stretch>
        </p:blipFill>
        <p:spPr>
          <a:xfrm>
            <a:off x="2805486" y="3740239"/>
            <a:ext cx="6919363" cy="58152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96C108C-4DFD-4DE9-26A4-06392025B583}"/>
              </a:ext>
            </a:extLst>
          </p:cNvPr>
          <p:cNvSpPr/>
          <p:nvPr/>
        </p:nvSpPr>
        <p:spPr>
          <a:xfrm>
            <a:off x="5038061" y="4768419"/>
            <a:ext cx="1662361" cy="435150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4D895-9FBD-45B4-3D77-FDCC67F72962}"/>
              </a:ext>
            </a:extLst>
          </p:cNvPr>
          <p:cNvSpPr txBox="1"/>
          <p:nvPr/>
        </p:nvSpPr>
        <p:spPr>
          <a:xfrm>
            <a:off x="5140228" y="7246188"/>
            <a:ext cx="1025412" cy="42594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1. 23:30 </a:t>
            </a:r>
            <a:r>
              <a:rPr lang="ko-KR" altLang="en-US" sz="1250" b="1">
                <a:solidFill>
                  <a:srgbClr val="1A1A1A"/>
                </a:solidFill>
              </a:rPr>
              <a:t>주입</a:t>
            </a:r>
            <a:endParaRPr lang="en-US" altLang="ko-KR" sz="1250"/>
          </a:p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(pm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11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: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30)</a:t>
            </a:r>
            <a:endParaRPr lang="ko-KR" altLang="en-US" sz="125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F5BCB10-5E3C-EA03-26E0-1CAD29388B54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7011445" y="6126807"/>
            <a:ext cx="567352" cy="133142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F5F5100-90D9-95DE-4CFB-4EB7F3085A40}"/>
              </a:ext>
            </a:extLst>
          </p:cNvPr>
          <p:cNvSpPr/>
          <p:nvPr/>
        </p:nvSpPr>
        <p:spPr>
          <a:xfrm>
            <a:off x="2935976" y="8726484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D5982C-DFB6-0403-6154-954CBAE75C10}"/>
              </a:ext>
            </a:extLst>
          </p:cNvPr>
          <p:cNvSpPr/>
          <p:nvPr/>
        </p:nvSpPr>
        <p:spPr>
          <a:xfrm>
            <a:off x="3101661" y="4427350"/>
            <a:ext cx="656175" cy="156907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895E78-45E6-3805-661E-5E397A9E20D7}"/>
              </a:ext>
            </a:extLst>
          </p:cNvPr>
          <p:cNvSpPr txBox="1"/>
          <p:nvPr/>
        </p:nvSpPr>
        <p:spPr>
          <a:xfrm>
            <a:off x="3772825" y="4369437"/>
            <a:ext cx="1718737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SW3 = 0 : 12 시간 표시</a:t>
            </a:r>
            <a:endParaRPr lang="ko-KR" altLang="en-US" sz="125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00F49A8-7D44-1DFD-C40B-2C4FBBC689E0}"/>
              </a:ext>
            </a:extLst>
          </p:cNvPr>
          <p:cNvCxnSpPr>
            <a:cxnSpLocks/>
          </p:cNvCxnSpPr>
          <p:nvPr/>
        </p:nvCxnSpPr>
        <p:spPr>
          <a:xfrm flipH="1">
            <a:off x="6997304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7C5A9F4-1F78-B267-5E96-2D219D73D1CA}"/>
              </a:ext>
            </a:extLst>
          </p:cNvPr>
          <p:cNvCxnSpPr/>
          <p:nvPr/>
        </p:nvCxnSpPr>
        <p:spPr>
          <a:xfrm>
            <a:off x="7376092" y="9301815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355A2D2-A872-E314-614D-C20AAB495A9A}"/>
              </a:ext>
            </a:extLst>
          </p:cNvPr>
          <p:cNvSpPr/>
          <p:nvPr/>
        </p:nvSpPr>
        <p:spPr>
          <a:xfrm>
            <a:off x="3019253" y="5611557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D4467-0ACC-98B2-6C02-44F156A3094F}"/>
              </a:ext>
            </a:extLst>
          </p:cNvPr>
          <p:cNvSpPr txBox="1"/>
          <p:nvPr/>
        </p:nvSpPr>
        <p:spPr>
          <a:xfrm>
            <a:off x="7026434" y="5872644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</a:t>
            </a:r>
            <a:endParaRPr lang="ko-KR" altLang="en-US" sz="1250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2950383-D01F-89EB-60E6-C53074EE4806}"/>
              </a:ext>
            </a:extLst>
          </p:cNvPr>
          <p:cNvCxnSpPr>
            <a:cxnSpLocks/>
          </p:cNvCxnSpPr>
          <p:nvPr/>
        </p:nvCxnSpPr>
        <p:spPr>
          <a:xfrm flipV="1">
            <a:off x="7418991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1C4F2A7-A4D2-B25B-A5F0-B9048F112770}"/>
              </a:ext>
            </a:extLst>
          </p:cNvPr>
          <p:cNvGrpSpPr/>
          <p:nvPr/>
        </p:nvGrpSpPr>
        <p:grpSpPr>
          <a:xfrm>
            <a:off x="5182068" y="5150366"/>
            <a:ext cx="2568640" cy="1271672"/>
            <a:chOff x="3629676" y="1905245"/>
            <a:chExt cx="2451702" cy="1075139"/>
          </a:xfrm>
        </p:grpSpPr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185ED367-8E67-EAD4-95D6-181627612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1223" y="2420816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55D6998-91BB-7515-543E-D2C099B5F710}"/>
                </a:ext>
              </a:extLst>
            </p:cNvPr>
            <p:cNvSpPr txBox="1"/>
            <p:nvPr/>
          </p:nvSpPr>
          <p:spPr>
            <a:xfrm>
              <a:off x="3657023" y="2756448"/>
              <a:ext cx="2424355" cy="223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50">
                  <a:solidFill>
                    <a:schemeClr val="bg1"/>
                  </a:solidFill>
                </a:rPr>
                <a:t>cursor </a:t>
              </a:r>
              <a:r>
                <a:rPr lang="ko-KR" altLang="en-US" sz="1250">
                  <a:solidFill>
                    <a:schemeClr val="bg1"/>
                  </a:solidFill>
                </a:rPr>
                <a:t>위치</a:t>
              </a:r>
            </a:p>
          </p:txBody>
        </p:sp>
      </p:grp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CA8F05F3-F9D6-D48F-D9FB-CB56FD9C6633}"/>
              </a:ext>
            </a:extLst>
          </p:cNvPr>
          <p:cNvCxnSpPr/>
          <p:nvPr/>
        </p:nvCxnSpPr>
        <p:spPr>
          <a:xfrm>
            <a:off x="5633958" y="9290101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F0945A05-DE96-95F4-8B06-6CCD38C75BCC}"/>
              </a:ext>
            </a:extLst>
          </p:cNvPr>
          <p:cNvCxnSpPr>
            <a:cxnSpLocks/>
          </p:cNvCxnSpPr>
          <p:nvPr/>
        </p:nvCxnSpPr>
        <p:spPr>
          <a:xfrm flipV="1">
            <a:off x="5677330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33172B97-5247-C6F6-65E9-45F1F5A0F2F2}"/>
              </a:ext>
            </a:extLst>
          </p:cNvPr>
          <p:cNvCxnSpPr>
            <a:cxnSpLocks/>
          </p:cNvCxnSpPr>
          <p:nvPr/>
        </p:nvCxnSpPr>
        <p:spPr>
          <a:xfrm>
            <a:off x="8534550" y="6515279"/>
            <a:ext cx="398446" cy="961871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4CCF2CD0-3187-3283-4DB4-93A69A22AF55}"/>
              </a:ext>
            </a:extLst>
          </p:cNvPr>
          <p:cNvSpPr txBox="1"/>
          <p:nvPr/>
        </p:nvSpPr>
        <p:spPr>
          <a:xfrm>
            <a:off x="8609195" y="6381163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DOWN</a:t>
            </a:r>
            <a:endParaRPr lang="ko-KR" altLang="en-US" sz="1250"/>
          </a:p>
        </p:txBody>
      </p: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A9001EF0-0ABF-BE07-3B85-1E1FA5D3516C}"/>
              </a:ext>
            </a:extLst>
          </p:cNvPr>
          <p:cNvCxnSpPr>
            <a:cxnSpLocks/>
          </p:cNvCxnSpPr>
          <p:nvPr/>
        </p:nvCxnSpPr>
        <p:spPr>
          <a:xfrm flipH="1">
            <a:off x="8506268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3" name="그림 312">
            <a:extLst>
              <a:ext uri="{FF2B5EF4-FFF2-40B4-BE49-F238E27FC236}">
                <a16:creationId xmlns:a16="http://schemas.microsoft.com/office/drawing/2014/main" id="{FFA1F93D-627B-EF3A-017F-0515244B2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27" y="3754888"/>
            <a:ext cx="5524886" cy="2834839"/>
          </a:xfrm>
          <a:prstGeom prst="rect">
            <a:avLst/>
          </a:prstGeom>
        </p:spPr>
      </p:pic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387682AA-0694-B482-7E30-86A44D40B248}"/>
              </a:ext>
            </a:extLst>
          </p:cNvPr>
          <p:cNvCxnSpPr>
            <a:cxnSpLocks/>
          </p:cNvCxnSpPr>
          <p:nvPr/>
        </p:nvCxnSpPr>
        <p:spPr>
          <a:xfrm>
            <a:off x="12469300" y="3712464"/>
            <a:ext cx="0" cy="147182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C86DDA75-8349-0D91-4BFD-48A4FD48C1A3}"/>
              </a:ext>
            </a:extLst>
          </p:cNvPr>
          <p:cNvCxnSpPr>
            <a:cxnSpLocks/>
          </p:cNvCxnSpPr>
          <p:nvPr/>
        </p:nvCxnSpPr>
        <p:spPr>
          <a:xfrm>
            <a:off x="1096388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E0FEDDE0-C9D9-AC34-65BD-FA0A4B6B7E1D}"/>
              </a:ext>
            </a:extLst>
          </p:cNvPr>
          <p:cNvCxnSpPr>
            <a:cxnSpLocks/>
          </p:cNvCxnSpPr>
          <p:nvPr/>
        </p:nvCxnSpPr>
        <p:spPr>
          <a:xfrm>
            <a:off x="1171724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6E161968-EB74-D491-3C96-6FB3FC22C99F}"/>
              </a:ext>
            </a:extLst>
          </p:cNvPr>
          <p:cNvCxnSpPr>
            <a:cxnSpLocks/>
          </p:cNvCxnSpPr>
          <p:nvPr/>
        </p:nvCxnSpPr>
        <p:spPr>
          <a:xfrm>
            <a:off x="12459254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44757483-7576-EE50-6A4D-F9F3A9D2AF5A}"/>
              </a:ext>
            </a:extLst>
          </p:cNvPr>
          <p:cNvSpPr txBox="1"/>
          <p:nvPr/>
        </p:nvSpPr>
        <p:spPr>
          <a:xfrm>
            <a:off x="10925097" y="5340004"/>
            <a:ext cx="139629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1 (‘</a:t>
            </a:r>
            <a:r>
              <a:rPr lang="ko-KR" altLang="en-US" sz="1000" b="1">
                <a:solidFill>
                  <a:srgbClr val="1A1A1A"/>
                </a:solidFill>
              </a:rPr>
              <a:t>오후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9B19D8C-074D-780D-2677-11E98C246B0D}"/>
              </a:ext>
            </a:extLst>
          </p:cNvPr>
          <p:cNvSpPr txBox="1"/>
          <p:nvPr/>
        </p:nvSpPr>
        <p:spPr>
          <a:xfrm>
            <a:off x="12749660" y="5348256"/>
            <a:ext cx="142703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0 (‘</a:t>
            </a:r>
            <a:r>
              <a:rPr lang="ko-KR" altLang="en-US" sz="1000" b="1">
                <a:solidFill>
                  <a:srgbClr val="1A1A1A"/>
                </a:solidFill>
              </a:rPr>
              <a:t>오전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799D2B46-A53F-A5FF-2742-35EAE0242C97}"/>
              </a:ext>
            </a:extLst>
          </p:cNvPr>
          <p:cNvSpPr txBox="1"/>
          <p:nvPr/>
        </p:nvSpPr>
        <p:spPr>
          <a:xfrm>
            <a:off x="11127099" y="6362483"/>
            <a:ext cx="381872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0DCBA5A-961E-1301-49AF-1F50FE590A54}"/>
              </a:ext>
            </a:extLst>
          </p:cNvPr>
          <p:cNvSpPr txBox="1"/>
          <p:nvPr/>
        </p:nvSpPr>
        <p:spPr>
          <a:xfrm>
            <a:off x="11778346" y="6365789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3BD7D777-F7E0-0509-CC96-E6E2C1170582}"/>
              </a:ext>
            </a:extLst>
          </p:cNvPr>
          <p:cNvCxnSpPr>
            <a:cxnSpLocks/>
          </p:cNvCxnSpPr>
          <p:nvPr/>
        </p:nvCxnSpPr>
        <p:spPr>
          <a:xfrm>
            <a:off x="13211477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>
            <a:extLst>
              <a:ext uri="{FF2B5EF4-FFF2-40B4-BE49-F238E27FC236}">
                <a16:creationId xmlns:a16="http://schemas.microsoft.com/office/drawing/2014/main" id="{12124869-4C4F-606B-813D-2FDB7CD5BCBA}"/>
              </a:ext>
            </a:extLst>
          </p:cNvPr>
          <p:cNvCxnSpPr>
            <a:cxnSpLocks/>
          </p:cNvCxnSpPr>
          <p:nvPr/>
        </p:nvCxnSpPr>
        <p:spPr>
          <a:xfrm>
            <a:off x="13961448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7960876C-E1D0-0DCE-9739-19FAA244F4C8}"/>
              </a:ext>
            </a:extLst>
          </p:cNvPr>
          <p:cNvCxnSpPr>
            <a:cxnSpLocks/>
          </p:cNvCxnSpPr>
          <p:nvPr/>
        </p:nvCxnSpPr>
        <p:spPr>
          <a:xfrm>
            <a:off x="10131286" y="5502697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AF4FB175-43E4-A9DB-1E28-218D97735888}"/>
              </a:ext>
            </a:extLst>
          </p:cNvPr>
          <p:cNvCxnSpPr>
            <a:cxnSpLocks/>
          </p:cNvCxnSpPr>
          <p:nvPr/>
        </p:nvCxnSpPr>
        <p:spPr>
          <a:xfrm>
            <a:off x="14522134" y="5518415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B702B8C9-0BE5-77B7-BB93-0BD46C5EC473}"/>
              </a:ext>
            </a:extLst>
          </p:cNvPr>
          <p:cNvSpPr txBox="1"/>
          <p:nvPr/>
        </p:nvSpPr>
        <p:spPr>
          <a:xfrm>
            <a:off x="12612235" y="6363165"/>
            <a:ext cx="412613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619343-4C2C-E7BD-EC19-08DE324C8C23}"/>
              </a:ext>
            </a:extLst>
          </p:cNvPr>
          <p:cNvSpPr txBox="1"/>
          <p:nvPr/>
        </p:nvSpPr>
        <p:spPr>
          <a:xfrm>
            <a:off x="13263484" y="6366471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B9A29E2E-27DD-C7E5-BF2C-A8BF44337095}"/>
              </a:ext>
            </a:extLst>
          </p:cNvPr>
          <p:cNvSpPr/>
          <p:nvPr/>
        </p:nvSpPr>
        <p:spPr>
          <a:xfrm>
            <a:off x="12362660" y="3754888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665EDEDA-B249-3A71-7C3D-C891263EEC6D}"/>
              </a:ext>
            </a:extLst>
          </p:cNvPr>
          <p:cNvSpPr/>
          <p:nvPr/>
        </p:nvSpPr>
        <p:spPr>
          <a:xfrm>
            <a:off x="6888414" y="727459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pic>
        <p:nvPicPr>
          <p:cNvPr id="344" name="그림 343">
            <a:extLst>
              <a:ext uri="{FF2B5EF4-FFF2-40B4-BE49-F238E27FC236}">
                <a16:creationId xmlns:a16="http://schemas.microsoft.com/office/drawing/2014/main" id="{6FE1C6CD-910B-1717-7BA4-F33DB9159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735" y="6679659"/>
            <a:ext cx="5509059" cy="2834838"/>
          </a:xfrm>
          <a:prstGeom prst="rect">
            <a:avLst/>
          </a:prstGeom>
        </p:spPr>
      </p:pic>
      <p:cxnSp>
        <p:nvCxnSpPr>
          <p:cNvPr id="345" name="직선 화살표 연결선 344">
            <a:extLst>
              <a:ext uri="{FF2B5EF4-FFF2-40B4-BE49-F238E27FC236}">
                <a16:creationId xmlns:a16="http://schemas.microsoft.com/office/drawing/2014/main" id="{F2A49EE7-C340-C362-FE97-9E09788A8633}"/>
              </a:ext>
            </a:extLst>
          </p:cNvPr>
          <p:cNvCxnSpPr>
            <a:cxnSpLocks/>
          </p:cNvCxnSpPr>
          <p:nvPr/>
        </p:nvCxnSpPr>
        <p:spPr>
          <a:xfrm>
            <a:off x="11974270" y="6982074"/>
            <a:ext cx="0" cy="1290144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타원 348">
            <a:extLst>
              <a:ext uri="{FF2B5EF4-FFF2-40B4-BE49-F238E27FC236}">
                <a16:creationId xmlns:a16="http://schemas.microsoft.com/office/drawing/2014/main" id="{B441F52E-7D23-290C-541B-52BE9706EC5E}"/>
              </a:ext>
            </a:extLst>
          </p:cNvPr>
          <p:cNvSpPr/>
          <p:nvPr/>
        </p:nvSpPr>
        <p:spPr>
          <a:xfrm>
            <a:off x="8387548" y="7287762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2E89A5CA-50B6-FC49-BA24-201DEFF50188}"/>
              </a:ext>
            </a:extLst>
          </p:cNvPr>
          <p:cNvSpPr/>
          <p:nvPr/>
        </p:nvSpPr>
        <p:spPr>
          <a:xfrm>
            <a:off x="11851950" y="674000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03C0EACB-74FD-8775-953F-41D7EF0C05E5}"/>
              </a:ext>
            </a:extLst>
          </p:cNvPr>
          <p:cNvGrpSpPr/>
          <p:nvPr/>
        </p:nvGrpSpPr>
        <p:grpSpPr>
          <a:xfrm>
            <a:off x="10465430" y="8512610"/>
            <a:ext cx="3053075" cy="1001888"/>
            <a:chOff x="6863333" y="5342626"/>
            <a:chExt cx="2483339" cy="642385"/>
          </a:xfrm>
        </p:grpSpPr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73D57EAD-00CD-C570-57E0-A5611E982F4A}"/>
                </a:ext>
              </a:extLst>
            </p:cNvPr>
            <p:cNvCxnSpPr>
              <a:cxnSpLocks/>
            </p:cNvCxnSpPr>
            <p:nvPr/>
          </p:nvCxnSpPr>
          <p:spPr>
            <a:xfrm>
              <a:off x="686333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3FBFF3D4-6A47-A618-C035-BFAC0AC7061F}"/>
                </a:ext>
              </a:extLst>
            </p:cNvPr>
            <p:cNvCxnSpPr>
              <a:cxnSpLocks/>
            </p:cNvCxnSpPr>
            <p:nvPr/>
          </p:nvCxnSpPr>
          <p:spPr>
            <a:xfrm>
              <a:off x="7484435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98F76216-1946-2707-BF4D-5139B1D88F14}"/>
                </a:ext>
              </a:extLst>
            </p:cNvPr>
            <p:cNvCxnSpPr>
              <a:cxnSpLocks/>
            </p:cNvCxnSpPr>
            <p:nvPr/>
          </p:nvCxnSpPr>
          <p:spPr>
            <a:xfrm>
              <a:off x="810159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E0A18C6D-4109-6AFE-FA9B-4D436DA4AE38}"/>
                </a:ext>
              </a:extLst>
            </p:cNvPr>
            <p:cNvCxnSpPr>
              <a:cxnSpLocks/>
            </p:cNvCxnSpPr>
            <p:nvPr/>
          </p:nvCxnSpPr>
          <p:spPr>
            <a:xfrm>
              <a:off x="8722695" y="5364109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FEB03847-1DF6-17E6-9B93-B43FED370F7E}"/>
                </a:ext>
              </a:extLst>
            </p:cNvPr>
            <p:cNvCxnSpPr>
              <a:cxnSpLocks/>
            </p:cNvCxnSpPr>
            <p:nvPr/>
          </p:nvCxnSpPr>
          <p:spPr>
            <a:xfrm>
              <a:off x="9346672" y="5342626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TextBox 362">
            <a:extLst>
              <a:ext uri="{FF2B5EF4-FFF2-40B4-BE49-F238E27FC236}">
                <a16:creationId xmlns:a16="http://schemas.microsoft.com/office/drawing/2014/main" id="{92ED826E-E693-0AC9-6CAF-6F1BD408DA0A}"/>
              </a:ext>
            </a:extLst>
          </p:cNvPr>
          <p:cNvSpPr txBox="1"/>
          <p:nvPr/>
        </p:nvSpPr>
        <p:spPr>
          <a:xfrm>
            <a:off x="10595814" y="9295304"/>
            <a:ext cx="412612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5450BA1-E33D-E5E2-80A7-582C954ECD96}"/>
              </a:ext>
            </a:extLst>
          </p:cNvPr>
          <p:cNvSpPr txBox="1"/>
          <p:nvPr/>
        </p:nvSpPr>
        <p:spPr>
          <a:xfrm>
            <a:off x="11247293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5E7F339-567B-A5BD-7533-98569E301B5D}"/>
              </a:ext>
            </a:extLst>
          </p:cNvPr>
          <p:cNvSpPr txBox="1"/>
          <p:nvPr/>
        </p:nvSpPr>
        <p:spPr>
          <a:xfrm>
            <a:off x="12103268" y="9295304"/>
            <a:ext cx="381873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E60BFCC-EF17-F665-5158-22E3B8D0BA6E}"/>
              </a:ext>
            </a:extLst>
          </p:cNvPr>
          <p:cNvSpPr txBox="1"/>
          <p:nvPr/>
        </p:nvSpPr>
        <p:spPr>
          <a:xfrm>
            <a:off x="12758652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2967A3-DB1B-52A0-23B0-8AEE4CC71212}"/>
              </a:ext>
            </a:extLst>
          </p:cNvPr>
          <p:cNvSpPr txBox="1"/>
          <p:nvPr/>
        </p:nvSpPr>
        <p:spPr>
          <a:xfrm>
            <a:off x="12545482" y="3752322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 </a:t>
            </a:r>
            <a:endParaRPr lang="ko-KR" altLang="en-US" sz="125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8901F0D-937F-ACDE-109B-685DA9F6B4D7}"/>
              </a:ext>
            </a:extLst>
          </p:cNvPr>
          <p:cNvSpPr txBox="1"/>
          <p:nvPr/>
        </p:nvSpPr>
        <p:spPr>
          <a:xfrm>
            <a:off x="12071530" y="6731807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FFC000"/>
                </a:solidFill>
              </a:rPr>
              <a:t>DOWN </a:t>
            </a:r>
            <a:endParaRPr lang="ko-KR" altLang="en-US" sz="1250">
              <a:solidFill>
                <a:srgbClr val="FFC000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CDF58E8-3A73-7ED6-ECE9-9BA38B1ACE5C}"/>
              </a:ext>
            </a:extLst>
          </p:cNvPr>
          <p:cNvSpPr txBox="1"/>
          <p:nvPr/>
        </p:nvSpPr>
        <p:spPr>
          <a:xfrm>
            <a:off x="9967724" y="8058304"/>
            <a:ext cx="142703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0 (‘</a:t>
            </a:r>
            <a:r>
              <a:rPr lang="ko-KR" altLang="en-US" sz="1000" b="1">
                <a:solidFill>
                  <a:srgbClr val="FFC000"/>
                </a:solidFill>
              </a:rPr>
              <a:t>오전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AAD89CA-038A-8D33-C1F1-A45BCB0846AC}"/>
              </a:ext>
            </a:extLst>
          </p:cNvPr>
          <p:cNvSpPr txBox="1"/>
          <p:nvPr/>
        </p:nvSpPr>
        <p:spPr>
          <a:xfrm>
            <a:off x="12306715" y="8061885"/>
            <a:ext cx="139629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1 (‘</a:t>
            </a:r>
            <a:r>
              <a:rPr lang="ko-KR" altLang="en-US" sz="1000" b="1">
                <a:solidFill>
                  <a:srgbClr val="FFC000"/>
                </a:solidFill>
              </a:rPr>
              <a:t>오후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2CB90B93-029D-FFE5-D6F0-823683BBD8DB}"/>
              </a:ext>
            </a:extLst>
          </p:cNvPr>
          <p:cNvCxnSpPr>
            <a:cxnSpLocks/>
          </p:cNvCxnSpPr>
          <p:nvPr/>
        </p:nvCxnSpPr>
        <p:spPr>
          <a:xfrm>
            <a:off x="14592590" y="8418077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7AE90A4-BB31-942F-EC14-957C99220114}"/>
              </a:ext>
            </a:extLst>
          </p:cNvPr>
          <p:cNvCxnSpPr>
            <a:cxnSpLocks/>
          </p:cNvCxnSpPr>
          <p:nvPr/>
        </p:nvCxnSpPr>
        <p:spPr>
          <a:xfrm>
            <a:off x="10105221" y="8413393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EFCB11B8-47BC-C1A7-91E7-4EFDE99E8DFE}"/>
              </a:ext>
            </a:extLst>
          </p:cNvPr>
          <p:cNvSpPr txBox="1"/>
          <p:nvPr/>
        </p:nvSpPr>
        <p:spPr>
          <a:xfrm>
            <a:off x="5148247" y="4820720"/>
            <a:ext cx="3332236" cy="2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50">
                <a:solidFill>
                  <a:schemeClr val="bg1"/>
                </a:solidFill>
              </a:rPr>
              <a:t>주입 시간</a:t>
            </a:r>
          </a:p>
        </p:txBody>
      </p:sp>
      <p:grpSp>
        <p:nvGrpSpPr>
          <p:cNvPr id="423" name="주입FND FND"/>
          <p:cNvGrpSpPr/>
          <p:nvPr/>
        </p:nvGrpSpPr>
        <p:grpSpPr>
          <a:xfrm>
            <a:off x="5132597" y="5156773"/>
            <a:ext cx="1386101" cy="513576"/>
            <a:chOff x="3788493" y="3919535"/>
            <a:chExt cx="1691161" cy="626606"/>
          </a:xfrm>
        </p:grpSpPr>
        <p:sp>
          <p:nvSpPr>
            <p:cNvPr id="392" name="FND 바탕"/>
            <p:cNvSpPr/>
            <p:nvPr/>
          </p:nvSpPr>
          <p:spPr>
            <a:xfrm>
              <a:off x="3788493" y="3919535"/>
              <a:ext cx="1691161" cy="626606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3" name="seg"/>
            <p:cNvSpPr/>
            <p:nvPr/>
          </p:nvSpPr>
          <p:spPr>
            <a:xfrm>
              <a:off x="4022291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4" name="seg"/>
            <p:cNvSpPr/>
            <p:nvPr/>
          </p:nvSpPr>
          <p:spPr>
            <a:xfrm>
              <a:off x="4022291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5" name="seg"/>
            <p:cNvSpPr/>
            <p:nvPr/>
          </p:nvSpPr>
          <p:spPr>
            <a:xfrm>
              <a:off x="4022291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6" name="seg"/>
            <p:cNvSpPr/>
            <p:nvPr/>
          </p:nvSpPr>
          <p:spPr>
            <a:xfrm>
              <a:off x="397041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7" name="seg"/>
            <p:cNvSpPr/>
            <p:nvPr/>
          </p:nvSpPr>
          <p:spPr>
            <a:xfrm>
              <a:off x="4196123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8" name="seg"/>
            <p:cNvSpPr/>
            <p:nvPr/>
          </p:nvSpPr>
          <p:spPr>
            <a:xfrm>
              <a:off x="3970410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9" name="seg"/>
            <p:cNvSpPr/>
            <p:nvPr/>
          </p:nvSpPr>
          <p:spPr>
            <a:xfrm>
              <a:off x="4196123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0" name="seg"/>
            <p:cNvSpPr/>
            <p:nvPr/>
          </p:nvSpPr>
          <p:spPr>
            <a:xfrm>
              <a:off x="4345700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1" name="seg"/>
            <p:cNvSpPr/>
            <p:nvPr/>
          </p:nvSpPr>
          <p:spPr>
            <a:xfrm>
              <a:off x="4345700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2" name="seg"/>
            <p:cNvSpPr/>
            <p:nvPr/>
          </p:nvSpPr>
          <p:spPr>
            <a:xfrm>
              <a:off x="4345700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3" name="seg"/>
            <p:cNvSpPr/>
            <p:nvPr/>
          </p:nvSpPr>
          <p:spPr>
            <a:xfrm>
              <a:off x="429382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4" name="seg"/>
            <p:cNvSpPr/>
            <p:nvPr/>
          </p:nvSpPr>
          <p:spPr>
            <a:xfrm>
              <a:off x="4519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5" name="seg"/>
            <p:cNvSpPr/>
            <p:nvPr/>
          </p:nvSpPr>
          <p:spPr>
            <a:xfrm>
              <a:off x="4293820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6" name="seg"/>
            <p:cNvSpPr/>
            <p:nvPr/>
          </p:nvSpPr>
          <p:spPr>
            <a:xfrm>
              <a:off x="4519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7" name="seg"/>
            <p:cNvSpPr/>
            <p:nvPr/>
          </p:nvSpPr>
          <p:spPr>
            <a:xfrm>
              <a:off x="475669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8" name="seg"/>
            <p:cNvSpPr/>
            <p:nvPr/>
          </p:nvSpPr>
          <p:spPr>
            <a:xfrm>
              <a:off x="4756699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9" name="seg"/>
            <p:cNvSpPr/>
            <p:nvPr/>
          </p:nvSpPr>
          <p:spPr>
            <a:xfrm>
              <a:off x="475669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0" name="seg"/>
            <p:cNvSpPr/>
            <p:nvPr/>
          </p:nvSpPr>
          <p:spPr>
            <a:xfrm>
              <a:off x="4704819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1" name="seg"/>
            <p:cNvSpPr/>
            <p:nvPr/>
          </p:nvSpPr>
          <p:spPr>
            <a:xfrm>
              <a:off x="4930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2" name="seg"/>
            <p:cNvSpPr/>
            <p:nvPr/>
          </p:nvSpPr>
          <p:spPr>
            <a:xfrm>
              <a:off x="4704819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3" name="seg"/>
            <p:cNvSpPr/>
            <p:nvPr/>
          </p:nvSpPr>
          <p:spPr>
            <a:xfrm>
              <a:off x="4930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4" name="seg"/>
            <p:cNvSpPr/>
            <p:nvPr/>
          </p:nvSpPr>
          <p:spPr>
            <a:xfrm>
              <a:off x="508010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5" name="seg"/>
            <p:cNvSpPr/>
            <p:nvPr/>
          </p:nvSpPr>
          <p:spPr>
            <a:xfrm>
              <a:off x="5080109" y="4210940"/>
              <a:ext cx="165747" cy="437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6" name="seg"/>
            <p:cNvSpPr/>
            <p:nvPr/>
          </p:nvSpPr>
          <p:spPr>
            <a:xfrm>
              <a:off x="508010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7" name="seg"/>
            <p:cNvSpPr/>
            <p:nvPr/>
          </p:nvSpPr>
          <p:spPr>
            <a:xfrm>
              <a:off x="5028228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8" name="seg"/>
            <p:cNvSpPr/>
            <p:nvPr/>
          </p:nvSpPr>
          <p:spPr>
            <a:xfrm>
              <a:off x="5253941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9" name="seg"/>
            <p:cNvSpPr/>
            <p:nvPr/>
          </p:nvSpPr>
          <p:spPr>
            <a:xfrm>
              <a:off x="5028228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0" name="seg"/>
            <p:cNvSpPr/>
            <p:nvPr/>
          </p:nvSpPr>
          <p:spPr>
            <a:xfrm>
              <a:off x="5253941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1" name="dot"/>
            <p:cNvSpPr/>
            <p:nvPr/>
          </p:nvSpPr>
          <p:spPr>
            <a:xfrm>
              <a:off x="4620598" y="4404649"/>
              <a:ext cx="50533" cy="5053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2" name="커서 자리"/>
            <p:cNvSpPr/>
            <p:nvPr/>
          </p:nvSpPr>
          <p:spPr>
            <a:xfrm>
              <a:off x="4253393" y="3959961"/>
              <a:ext cx="350360" cy="54575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424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425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26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427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P6  시 경계 + 12 시간 표시 — 23:30 에서 U → D</a:t>
            </a:r>
            <a:endParaRPr lang="ko-KR" sz="3000" dirty="0"/>
          </a:p>
        </p:txBody>
      </p:sp>
      <p:sp>
        <p:nvSpPr>
          <p:cNvPr id="4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lang="ko-KR" sz="1100" dirty="0"/>
          </a:p>
        </p:txBody>
      </p:sp>
      <p:sp>
        <p:nvSpPr>
          <p:cNvPr id="429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430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23 ↔ 0 순환 때 분이 바뀌지 않는지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SW3 = 0 (12 시간 표시) : 표시 시 · 오후 LED15 변환</a:t>
            </a:r>
            <a:endParaRPr lang="ko-KR" sz="2000" dirty="0"/>
          </a:p>
        </p:txBody>
      </p:sp>
      <p:sp>
        <p:nvSpPr>
          <p:cNvPr id="431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32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433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23 → 0 → 23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분 30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표시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11 → 12 → 11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LED15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 → 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자정이 오전 12 시로 정상 변환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08719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73" grpId="0" animBg="1"/>
      <p:bldP spid="78" grpId="0" animBg="1"/>
      <p:bldP spid="80" grpId="0" animBg="1"/>
      <p:bldP spid="98" grpId="0" animBg="1"/>
      <p:bldP spid="100" grpId="0" animBg="1"/>
      <p:bldP spid="301" grpId="0" animBg="1"/>
      <p:bldP spid="294" grpId="0" animBg="1"/>
      <p:bldP spid="324" grpId="0" animBg="1"/>
      <p:bldP spid="326" grpId="0" animBg="1"/>
      <p:bldP spid="328" grpId="0" animBg="1"/>
      <p:bldP spid="337" grpId="0" animBg="1"/>
      <p:bldP spid="338" grpId="0" animBg="1"/>
      <p:bldP spid="339" grpId="0" animBg="1"/>
      <p:bldP spid="341" grpId="0" animBg="1"/>
      <p:bldP spid="349" grpId="0" animBg="1"/>
      <p:bldP spid="351" grpId="0" animBg="1"/>
      <p:bldP spid="363" grpId="0" animBg="1"/>
      <p:bldP spid="365" grpId="0" animBg="1"/>
      <p:bldP spid="366" grpId="0" animBg="1"/>
      <p:bldP spid="367" grpId="0" animBg="1"/>
      <p:bldP spid="369" grpId="0" animBg="1"/>
      <p:bldP spid="371" grpId="0" animBg="1"/>
      <p:bldP spid="375" grpId="0" animBg="1"/>
      <p:bldP spid="377" grpId="0" animBg="1"/>
      <p:bldP spid="39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F423366-2F5C-D5CE-0478-4A8CBB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647" y="4151376"/>
            <a:ext cx="8469060" cy="538437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9CD08F-355B-B36B-C634-DE7B5A2F34F1}"/>
              </a:ext>
            </a:extLst>
          </p:cNvPr>
          <p:cNvSpPr/>
          <p:nvPr/>
        </p:nvSpPr>
        <p:spPr>
          <a:xfrm>
            <a:off x="6979667" y="4197086"/>
            <a:ext cx="2119220" cy="532148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A3A2A4-3A3F-181B-4385-48169DAA4AF4}"/>
              </a:ext>
            </a:extLst>
          </p:cNvPr>
          <p:cNvCxnSpPr>
            <a:cxnSpLocks/>
          </p:cNvCxnSpPr>
          <p:nvPr/>
        </p:nvCxnSpPr>
        <p:spPr>
          <a:xfrm flipV="1">
            <a:off x="9098893" y="4901403"/>
            <a:ext cx="0" cy="2061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1B9314-1DC7-2119-883D-4A7DC8E50DA8}"/>
              </a:ext>
            </a:extLst>
          </p:cNvPr>
          <p:cNvSpPr txBox="1"/>
          <p:nvPr/>
        </p:nvSpPr>
        <p:spPr>
          <a:xfrm>
            <a:off x="7213906" y="4896132"/>
            <a:ext cx="1786444" cy="41717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SW0 : 1 – Stopwatch</a:t>
            </a:r>
          </a:p>
          <a:p>
            <a:r>
              <a:rPr lang="en-US" altLang="ko-KR" sz="1250" b="1">
                <a:solidFill>
                  <a:srgbClr val="1A1A1A"/>
                </a:solidFill>
              </a:rPr>
              <a:t>RUN </a:t>
            </a:r>
            <a:r>
              <a:rPr lang="ko-KR" altLang="en-US" sz="1250" b="1">
                <a:solidFill>
                  <a:srgbClr val="1A1A1A"/>
                </a:solidFill>
              </a:rPr>
              <a:t>상태  </a:t>
            </a:r>
            <a:r>
              <a:rPr lang="en-US" altLang="ko-KR" sz="1250" b="1">
                <a:solidFill>
                  <a:srgbClr val="1A1A1A"/>
                </a:solidFill>
              </a:rPr>
              <a:t>+ D Lap time</a:t>
            </a:r>
            <a:endParaRPr lang="ko-KR" altLang="en-US" sz="125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BEF1FD-307C-1285-88E9-1B97CEAC3EFB}"/>
              </a:ext>
            </a:extLst>
          </p:cNvPr>
          <p:cNvSpPr/>
          <p:nvPr/>
        </p:nvSpPr>
        <p:spPr>
          <a:xfrm>
            <a:off x="9098887" y="9333449"/>
            <a:ext cx="4281466" cy="2220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CBCEA69-4F55-CBED-9181-9CC2BE4D8B24}"/>
              </a:ext>
            </a:extLst>
          </p:cNvPr>
          <p:cNvSpPr/>
          <p:nvPr/>
        </p:nvSpPr>
        <p:spPr>
          <a:xfrm>
            <a:off x="9241469" y="5897755"/>
            <a:ext cx="197560" cy="22203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9E0397-8036-3EC3-3D65-AB5A96AF80A8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9320493" y="6119786"/>
            <a:ext cx="19756" cy="167618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383E1D-3FB9-F56B-4B61-C90BC9B9E30A}"/>
              </a:ext>
            </a:extLst>
          </p:cNvPr>
          <p:cNvSpPr txBox="1"/>
          <p:nvPr/>
        </p:nvSpPr>
        <p:spPr>
          <a:xfrm>
            <a:off x="7031067" y="9031368"/>
            <a:ext cx="2363722" cy="24926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back ground </a:t>
            </a:r>
            <a:r>
              <a:rPr lang="ko-KR" altLang="en-US" sz="1300" b="1">
                <a:solidFill>
                  <a:srgbClr val="1A1A1A"/>
                </a:solidFill>
              </a:rPr>
              <a:t>에서 시간 </a:t>
            </a:r>
            <a:r>
              <a:rPr lang="en-US" altLang="ko-KR" sz="1300" b="1">
                <a:solidFill>
                  <a:srgbClr val="1A1A1A"/>
                </a:solidFill>
              </a:rPr>
              <a:t>update</a:t>
            </a:r>
            <a:endParaRPr lang="ko-KR" altLang="en-US" sz="1300"/>
          </a:p>
        </p:txBody>
      </p:sp>
      <p:sp>
        <p:nvSpPr>
          <p:cNvPr id="25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6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7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8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P7  스톱워치 화면(SW0 = 1) — 버튼이 시계로 가지 않음</a:t>
            </a:r>
            <a:endParaRPr lang="ko-KR" sz="3000" dirty="0"/>
          </a:p>
        </p:txBody>
      </p:sp>
      <p:sp>
        <p:nvSpPr>
          <p:cNvPr id="2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21</a:t>
            </a:r>
            <a:endParaRPr lang="ko-KR" sz="1100" dirty="0"/>
          </a:p>
        </p:txBody>
      </p:sp>
      <p:sp>
        <p:nvSpPr>
          <p:cNvPr id="30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1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중(SW2 = 1) 이어도 SW0 = 1 이면 버튼이 어디로 가는지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화면에 없는 시계가 계속 흐르는지</a:t>
            </a:r>
            <a:endParaRPr lang="ko-KR" sz="2000" dirty="0"/>
          </a:p>
        </p:txBody>
      </p:sp>
      <p:sp>
        <p:nvSpPr>
          <p:cNvPr id="32" name="결론 상자"/>
          <p:cNvSpPr/>
          <p:nvPr/>
        </p:nvSpPr>
        <p:spPr>
          <a:xfrm>
            <a:off x="1965960" y="2432304"/>
            <a:ext cx="15480792" cy="1517904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" name="결론 칩"/>
          <p:cNvSpPr/>
          <p:nvPr/>
        </p:nvSpPr>
        <p:spPr>
          <a:xfrm>
            <a:off x="841248" y="296265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4" name="결론 글"/>
          <p:cNvSpPr txBox="1"/>
          <p:nvPr/>
        </p:nvSpPr>
        <p:spPr>
          <a:xfrm>
            <a:off x="2194560" y="2432304"/>
            <a:ext cx="15179040" cy="1517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 → 스톱워치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LAP 저장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(RUN 유지)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시계는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 · 12:00 유지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버튼 차단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초는 계속 증가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백그라운드 동작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49149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8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AA30-AFAD-C749-676E-74302ED3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A26669A0-C9BC-AF01-B496-948D1BE7D2D2}"/>
              </a:ext>
            </a:extLst>
          </p:cNvPr>
          <p:cNvGrpSpPr/>
          <p:nvPr/>
        </p:nvGrpSpPr>
        <p:grpSpPr>
          <a:xfrm>
            <a:off x="1739624" y="4856691"/>
            <a:ext cx="9486324" cy="4698789"/>
            <a:chOff x="56283" y="2028239"/>
            <a:chExt cx="7911457" cy="392972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EDBECF8-6D7D-EF57-A5C4-36C045835D57}"/>
                </a:ext>
              </a:extLst>
            </p:cNvPr>
            <p:cNvGrpSpPr/>
            <p:nvPr/>
          </p:nvGrpSpPr>
          <p:grpSpPr>
            <a:xfrm>
              <a:off x="56283" y="2028239"/>
              <a:ext cx="7911457" cy="3929728"/>
              <a:chOff x="699013" y="1975231"/>
              <a:chExt cx="7911457" cy="3929728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F4EDB32C-0171-FD4C-6B26-4273977C210D}"/>
                  </a:ext>
                </a:extLst>
              </p:cNvPr>
              <p:cNvGrpSpPr/>
              <p:nvPr/>
            </p:nvGrpSpPr>
            <p:grpSpPr>
              <a:xfrm>
                <a:off x="699013" y="1975231"/>
                <a:ext cx="7911457" cy="3929728"/>
                <a:chOff x="-14219" y="1975231"/>
                <a:chExt cx="7911457" cy="3929728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88C346DD-37A1-84DA-18E9-14A14BA28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29830"/>
                <a:stretch>
                  <a:fillRect/>
                </a:stretch>
              </p:blipFill>
              <p:spPr>
                <a:xfrm>
                  <a:off x="273837" y="1999963"/>
                  <a:ext cx="5694147" cy="3904996"/>
                </a:xfrm>
                <a:prstGeom prst="rect">
                  <a:avLst/>
                </a:prstGeom>
              </p:spPr>
            </p:pic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4FA4EB6A-19A4-4482-78DF-CB7E90C653B0}"/>
                    </a:ext>
                  </a:extLst>
                </p:cNvPr>
                <p:cNvGrpSpPr/>
                <p:nvPr/>
              </p:nvGrpSpPr>
              <p:grpSpPr>
                <a:xfrm>
                  <a:off x="443944" y="3412003"/>
                  <a:ext cx="1073430" cy="802188"/>
                  <a:chOff x="231912" y="2060713"/>
                  <a:chExt cx="1473027" cy="3783496"/>
                </a:xfrm>
              </p:grpSpPr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59FD1ACB-E03F-AA0E-E880-DD3EF38A1A3B}"/>
                      </a:ext>
                    </a:extLst>
                  </p:cNvPr>
                  <p:cNvSpPr/>
                  <p:nvPr/>
                </p:nvSpPr>
                <p:spPr>
                  <a:xfrm>
                    <a:off x="231912" y="2060713"/>
                    <a:ext cx="748749" cy="3783496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250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763E4693-612A-6D5A-C256-189C533A4D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2605522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화살표 연결선 12">
                    <a:extLst>
                      <a:ext uri="{FF2B5EF4-FFF2-40B4-BE49-F238E27FC236}">
                        <a16:creationId xmlns:a16="http://schemas.microsoft.com/office/drawing/2014/main" id="{593A01F7-9A96-501E-A585-D5DAA2CDC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5104478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EA975A3-EB76-638D-EC81-7FD9121B85ED}"/>
                    </a:ext>
                  </a:extLst>
                </p:cNvPr>
                <p:cNvSpPr txBox="1"/>
                <p:nvPr/>
              </p:nvSpPr>
              <p:spPr>
                <a:xfrm>
                  <a:off x="25957" y="3169394"/>
                  <a:ext cx="1881816" cy="234550"/>
                </a:xfrm>
                <a:prstGeom prst="roundRect">
                  <a:avLst>
                    <a:gd name="adj" fmla="val 22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none" lIns="73152" tIns="27432" rIns="73152" bIns="27432" rtlCol="0" anchor="ctr">
                  <a:noAutofit/>
                </a:bodyPr>
                <a:lstStyle/>
                <a:p>
                  <a:r>
                    <a:rPr lang="en-US" altLang="ko-KR" sz="800" b="1">
                      <a:solidFill>
                        <a:srgbClr val="1A1A1A"/>
                      </a:solidFill>
                    </a:rPr>
                    <a:t>1. enable(SW2 : 1 SW1 : 1 SW0 : 0 )</a:t>
                  </a:r>
                </a:p>
                <a:p>
                  <a:r>
                    <a:rPr lang="ko-KR" altLang="en-US" sz="800" b="1">
                      <a:solidFill>
                        <a:srgbClr val="1A1A1A"/>
                      </a:solidFill>
                    </a:rPr>
                    <a:t>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Fnd controller </a:t>
                  </a:r>
                  <a:r>
                    <a:rPr lang="ko-KR" altLang="en-US" sz="800" b="1">
                      <a:solidFill>
                        <a:srgbClr val="1A1A1A"/>
                      </a:solidFill>
                    </a:rPr>
                    <a:t>내부로 들어오는 신호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= hour/min</a:t>
                  </a:r>
                  <a:endParaRPr lang="ko-KR" altLang="en-US" sz="800" b="1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0D62EC0F-99CF-EE8D-2FDE-C95CB1156E78}"/>
                    </a:ext>
                  </a:extLst>
                </p:cNvPr>
                <p:cNvSpPr/>
                <p:nvPr/>
              </p:nvSpPr>
              <p:spPr>
                <a:xfrm>
                  <a:off x="2880360" y="3412002"/>
                  <a:ext cx="951208" cy="1060603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B2E563F2-953D-744C-9682-E2E97502A5EB}"/>
                    </a:ext>
                  </a:extLst>
                </p:cNvPr>
                <p:cNvSpPr/>
                <p:nvPr/>
              </p:nvSpPr>
              <p:spPr>
                <a:xfrm>
                  <a:off x="2880360" y="3880103"/>
                  <a:ext cx="377190" cy="177244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1401BD05-B996-2505-A911-DDBCF86908F5}"/>
                    </a:ext>
                  </a:extLst>
                </p:cNvPr>
                <p:cNvSpPr/>
                <p:nvPr/>
              </p:nvSpPr>
              <p:spPr>
                <a:xfrm>
                  <a:off x="583028" y="5416296"/>
                  <a:ext cx="377190" cy="95250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pic>
              <p:nvPicPr>
                <p:cNvPr id="32" name="그림 31">
                  <a:extLst>
                    <a:ext uri="{FF2B5EF4-FFF2-40B4-BE49-F238E27FC236}">
                      <a16:creationId xmlns:a16="http://schemas.microsoft.com/office/drawing/2014/main" id="{47520B4E-4A11-2873-2BE4-2D96F0470C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70957" t="-586" r="386" b="586"/>
                <a:stretch>
                  <a:fillRect/>
                </a:stretch>
              </p:blipFill>
              <p:spPr>
                <a:xfrm>
                  <a:off x="5571744" y="1975231"/>
                  <a:ext cx="2325494" cy="3904996"/>
                </a:xfrm>
                <a:prstGeom prst="rect">
                  <a:avLst/>
                </a:prstGeom>
              </p:spPr>
            </p:pic>
          </p:grp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FC7AEB-DB3D-A994-9C88-31FA935BCCAC}"/>
                  </a:ext>
                </a:extLst>
              </p:cNvPr>
              <p:cNvSpPr/>
              <p:nvPr/>
            </p:nvSpPr>
            <p:spPr>
              <a:xfrm>
                <a:off x="1377696" y="4663440"/>
                <a:ext cx="319015" cy="9525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705A00B-79D2-8532-7EC1-0516DEF55B4B}"/>
                  </a:ext>
                </a:extLst>
              </p:cNvPr>
              <p:cNvSpPr/>
              <p:nvPr/>
            </p:nvSpPr>
            <p:spPr>
              <a:xfrm>
                <a:off x="2230606" y="4491936"/>
                <a:ext cx="874641" cy="37161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0D813D8-AF1A-0B96-9992-A62956C51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5247" y="4704246"/>
                <a:ext cx="2156395" cy="186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36F5612-2E96-FB47-5E23-56560AB70D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1642" y="4472605"/>
                <a:ext cx="0" cy="227001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이등변 삼각형 53">
                <a:extLst>
                  <a:ext uri="{FF2B5EF4-FFF2-40B4-BE49-F238E27FC236}">
                    <a16:creationId xmlns:a16="http://schemas.microsoft.com/office/drawing/2014/main" id="{F4A9ACEB-B9DB-88E9-FCE8-7355086FCB09}"/>
                  </a:ext>
                </a:extLst>
              </p:cNvPr>
              <p:cNvSpPr/>
              <p:nvPr/>
            </p:nvSpPr>
            <p:spPr>
              <a:xfrm>
                <a:off x="5221289" y="4414520"/>
                <a:ext cx="82227" cy="45719"/>
              </a:xfrm>
              <a:prstGeom prst="triangl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91D5D08-B1E6-09C6-D9C9-2696E64C442E}"/>
                  </a:ext>
                </a:extLst>
              </p:cNvPr>
              <p:cNvSpPr txBox="1"/>
              <p:nvPr/>
            </p:nvSpPr>
            <p:spPr>
              <a:xfrm>
                <a:off x="3375086" y="3257029"/>
                <a:ext cx="2066087" cy="136553"/>
              </a:xfrm>
              <a:prstGeom prst="roundRect">
                <a:avLst>
                  <a:gd name="adj" fmla="val 22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lIns="73152" tIns="27432" rIns="73152" bIns="27432" rtlCol="0" anchor="ctr">
                <a:noAutofit/>
              </a:bodyPr>
              <a:lstStyle/>
              <a:p>
                <a:r>
                  <a:rPr lang="en-US" altLang="ko-KR" sz="800" b="1">
                    <a:solidFill>
                      <a:srgbClr val="1A1A1A"/>
                    </a:solidFill>
                  </a:rPr>
                  <a:t>2. State machine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의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cursor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값이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‘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점멸 위치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’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를 결정</a:t>
                </a:r>
              </a:p>
            </p:txBody>
          </p: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D8DB7473-DD9C-C117-81E9-8EE78FF51614}"/>
                  </a:ext>
                </a:extLst>
              </p:cNvPr>
              <p:cNvCxnSpPr/>
              <p:nvPr/>
            </p:nvCxnSpPr>
            <p:spPr>
              <a:xfrm>
                <a:off x="1696711" y="4706112"/>
                <a:ext cx="533895" cy="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D1E57B-BB4B-42C4-ADC9-2C44CDF69EA7}"/>
                </a:ext>
              </a:extLst>
            </p:cNvPr>
            <p:cNvSpPr txBox="1"/>
            <p:nvPr/>
          </p:nvSpPr>
          <p:spPr>
            <a:xfrm>
              <a:off x="2229995" y="4813206"/>
              <a:ext cx="2822028" cy="136553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800" b="1">
                  <a:solidFill>
                    <a:srgbClr val="1A1A1A"/>
                  </a:solidFill>
                </a:rPr>
                <a:t>3. 4KHz </a:t>
              </a:r>
              <a:r>
                <a:rPr lang="ko-KR" altLang="en-US" sz="800" b="1">
                  <a:solidFill>
                    <a:srgbClr val="1A1A1A"/>
                  </a:solidFill>
                </a:rPr>
                <a:t>주기로 </a:t>
              </a:r>
              <a:r>
                <a:rPr lang="en-US" altLang="ko-KR" sz="800" b="1">
                  <a:solidFill>
                    <a:srgbClr val="1A1A1A"/>
                  </a:solidFill>
                </a:rPr>
                <a:t>Sel </a:t>
              </a:r>
              <a:r>
                <a:rPr lang="ko-KR" altLang="en-US" sz="800" b="1">
                  <a:solidFill>
                    <a:srgbClr val="1A1A1A"/>
                  </a:solidFill>
                </a:rPr>
                <a:t>결정</a:t>
              </a:r>
              <a:r>
                <a:rPr lang="en-US" altLang="ko-KR" sz="800" b="1">
                  <a:solidFill>
                    <a:srgbClr val="1A1A1A"/>
                  </a:solidFill>
                </a:rPr>
                <a:t>(anode</a:t>
              </a:r>
              <a:r>
                <a:rPr lang="ko-KR" altLang="en-US" sz="800" b="1">
                  <a:solidFill>
                    <a:srgbClr val="1A1A1A"/>
                  </a:solidFill>
                </a:rPr>
                <a:t>당 주기 </a:t>
              </a:r>
              <a:r>
                <a:rPr lang="en-US" altLang="ko-KR" sz="800" b="1">
                  <a:solidFill>
                    <a:srgbClr val="1A1A1A"/>
                  </a:solidFill>
                </a:rPr>
                <a:t>0.25ms / DISP</a:t>
              </a:r>
              <a:r>
                <a:rPr lang="ko-KR" altLang="en-US" sz="800" b="1">
                  <a:solidFill>
                    <a:srgbClr val="1A1A1A"/>
                  </a:solidFill>
                </a:rPr>
                <a:t> 표시 </a:t>
              </a:r>
              <a:r>
                <a:rPr lang="en-US" altLang="ko-KR" sz="800" b="1">
                  <a:solidFill>
                    <a:srgbClr val="1A1A1A"/>
                  </a:solidFill>
                </a:rPr>
                <a:t>1ms , </a:t>
              </a:r>
              <a:r>
                <a:rPr lang="ko-KR" altLang="en-US" sz="800" b="1">
                  <a:solidFill>
                    <a:srgbClr val="1A1A1A"/>
                  </a:solidFill>
                </a:rPr>
                <a:t>점멸 </a:t>
              </a:r>
              <a:r>
                <a:rPr lang="en-US" altLang="ko-KR" sz="800" b="1">
                  <a:solidFill>
                    <a:srgbClr val="1A1A1A"/>
                  </a:solidFill>
                </a:rPr>
                <a:t>1ms)</a:t>
              </a:r>
              <a:endParaRPr lang="ko-KR" altLang="en-US" sz="800" b="1"/>
            </a:p>
          </p:txBody>
        </p:sp>
      </p:grp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602E69FA-77C8-A29B-BF09-9D919738D69C}"/>
              </a:ext>
            </a:extLst>
          </p:cNvPr>
          <p:cNvCxnSpPr>
            <a:cxnSpLocks/>
          </p:cNvCxnSpPr>
          <p:nvPr/>
        </p:nvCxnSpPr>
        <p:spPr>
          <a:xfrm>
            <a:off x="6424203" y="350406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BE9C20EF-09CF-3276-4C40-981CD2BC0065}"/>
              </a:ext>
            </a:extLst>
          </p:cNvPr>
          <p:cNvCxnSpPr>
            <a:cxnSpLocks/>
          </p:cNvCxnSpPr>
          <p:nvPr/>
        </p:nvCxnSpPr>
        <p:spPr>
          <a:xfrm>
            <a:off x="9459235" y="348680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D94D840C-D0B8-97F0-952C-41BC6C6709E8}"/>
              </a:ext>
            </a:extLst>
          </p:cNvPr>
          <p:cNvSpPr txBox="1"/>
          <p:nvPr/>
        </p:nvSpPr>
        <p:spPr>
          <a:xfrm>
            <a:off x="2023401" y="3194471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&lt; 50</a:t>
            </a:r>
            <a:endParaRPr lang="ko-KR" altLang="en-US" sz="2250"/>
          </a:p>
        </p:txBody>
      </p: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6C61919D-CD5C-0272-15DD-F211A6E3E709}"/>
              </a:ext>
            </a:extLst>
          </p:cNvPr>
          <p:cNvCxnSpPr>
            <a:cxnSpLocks/>
          </p:cNvCxnSpPr>
          <p:nvPr/>
        </p:nvCxnSpPr>
        <p:spPr>
          <a:xfrm>
            <a:off x="6416519" y="446480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직선 화살표 연결선 612">
            <a:extLst>
              <a:ext uri="{FF2B5EF4-FFF2-40B4-BE49-F238E27FC236}">
                <a16:creationId xmlns:a16="http://schemas.microsoft.com/office/drawing/2014/main" id="{3FFA65B9-A0A8-05C2-0B28-C38C7D4E9FDB}"/>
              </a:ext>
            </a:extLst>
          </p:cNvPr>
          <p:cNvCxnSpPr>
            <a:cxnSpLocks/>
          </p:cNvCxnSpPr>
          <p:nvPr/>
        </p:nvCxnSpPr>
        <p:spPr>
          <a:xfrm>
            <a:off x="9451551" y="444754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455819AA-6107-A793-4B8E-2CB45974DE53}"/>
              </a:ext>
            </a:extLst>
          </p:cNvPr>
          <p:cNvSpPr txBox="1"/>
          <p:nvPr/>
        </p:nvSpPr>
        <p:spPr>
          <a:xfrm>
            <a:off x="1885096" y="4120629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&gt;= 50</a:t>
            </a:r>
            <a:endParaRPr lang="ko-KR" altLang="en-US" sz="2250"/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806D3875-F198-1DD6-C599-BF324F67D696}"/>
              </a:ext>
            </a:extLst>
          </p:cNvPr>
          <p:cNvSpPr txBox="1"/>
          <p:nvPr/>
        </p:nvSpPr>
        <p:spPr>
          <a:xfrm>
            <a:off x="6379276" y="3154330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0D0D44E9-BA6E-16CC-E57C-B562E0C36A1C}"/>
              </a:ext>
            </a:extLst>
          </p:cNvPr>
          <p:cNvSpPr txBox="1"/>
          <p:nvPr/>
        </p:nvSpPr>
        <p:spPr>
          <a:xfrm>
            <a:off x="9426527" y="3132041"/>
            <a:ext cx="914271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1C08E02-3216-EA28-E2D6-9C6AD59DBC31}"/>
              </a:ext>
            </a:extLst>
          </p:cNvPr>
          <p:cNvSpPr txBox="1"/>
          <p:nvPr/>
        </p:nvSpPr>
        <p:spPr>
          <a:xfrm>
            <a:off x="2212760" y="3543232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0</a:t>
            </a:r>
            <a:endParaRPr lang="ko-KR" altLang="en-US" sz="1350"/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EEA49045-613D-0897-71DF-7B196297519A}"/>
              </a:ext>
            </a:extLst>
          </p:cNvPr>
          <p:cNvSpPr txBox="1"/>
          <p:nvPr/>
        </p:nvSpPr>
        <p:spPr>
          <a:xfrm>
            <a:off x="2223849" y="4492665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1</a:t>
            </a:r>
            <a:endParaRPr lang="ko-KR" altLang="en-US" sz="1350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D60D9DFC-61C0-83DD-8133-4989128DD3F8}"/>
              </a:ext>
            </a:extLst>
          </p:cNvPr>
          <p:cNvSpPr txBox="1"/>
          <p:nvPr/>
        </p:nvSpPr>
        <p:spPr>
          <a:xfrm>
            <a:off x="6410446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6FAFA458-5D20-C6B3-0CCC-DC5E954309E0}"/>
              </a:ext>
            </a:extLst>
          </p:cNvPr>
          <p:cNvSpPr txBox="1"/>
          <p:nvPr/>
        </p:nvSpPr>
        <p:spPr>
          <a:xfrm>
            <a:off x="9408207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pic>
        <p:nvPicPr>
          <p:cNvPr id="625" name="그림 624">
            <a:extLst>
              <a:ext uri="{FF2B5EF4-FFF2-40B4-BE49-F238E27FC236}">
                <a16:creationId xmlns:a16="http://schemas.microsoft.com/office/drawing/2014/main" id="{AC8E324A-B892-B662-D2D1-1F11EBBA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618" y="5581946"/>
            <a:ext cx="4872759" cy="3524322"/>
          </a:xfrm>
          <a:prstGeom prst="rect">
            <a:avLst/>
          </a:prstGeom>
        </p:spPr>
      </p:pic>
      <p:sp>
        <p:nvSpPr>
          <p:cNvPr id="626" name="TextBox 625">
            <a:extLst>
              <a:ext uri="{FF2B5EF4-FFF2-40B4-BE49-F238E27FC236}">
                <a16:creationId xmlns:a16="http://schemas.microsoft.com/office/drawing/2014/main" id="{DEB87B51-B769-6D94-AC3C-353A96863ECC}"/>
              </a:ext>
            </a:extLst>
          </p:cNvPr>
          <p:cNvSpPr txBox="1"/>
          <p:nvPr/>
        </p:nvSpPr>
        <p:spPr>
          <a:xfrm>
            <a:off x="11675617" y="5286133"/>
            <a:ext cx="4308966" cy="310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U_ANODE_CHOICE </a:t>
            </a:r>
            <a:r>
              <a:rPr lang="ko-KR" altLang="en-US"/>
              <a:t>내부 </a:t>
            </a:r>
            <a:r>
              <a:rPr lang="en-US" altLang="ko-KR"/>
              <a:t>logic </a:t>
            </a:r>
            <a:endParaRPr lang="ko-KR" altLang="en-US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C0AAECAB-B7EF-F1C8-2BCC-957851AE7381}"/>
              </a:ext>
            </a:extLst>
          </p:cNvPr>
          <p:cNvSpPr/>
          <p:nvPr/>
        </p:nvSpPr>
        <p:spPr>
          <a:xfrm>
            <a:off x="1885096" y="3031338"/>
            <a:ext cx="10987615" cy="84840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87A33920-5A1E-9E71-8D78-E68190BE53B6}"/>
              </a:ext>
            </a:extLst>
          </p:cNvPr>
          <p:cNvSpPr/>
          <p:nvPr/>
        </p:nvSpPr>
        <p:spPr>
          <a:xfrm>
            <a:off x="12297622" y="6277763"/>
            <a:ext cx="2649671" cy="30642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72530174-77B8-5FE2-6D25-BCB4FAB16086}"/>
              </a:ext>
            </a:extLst>
          </p:cNvPr>
          <p:cNvSpPr/>
          <p:nvPr/>
        </p:nvSpPr>
        <p:spPr>
          <a:xfrm>
            <a:off x="1885096" y="4011362"/>
            <a:ext cx="10987615" cy="84840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57AD0CA-7A21-BA9A-5F74-6AC30DAD847E}"/>
              </a:ext>
            </a:extLst>
          </p:cNvPr>
          <p:cNvSpPr/>
          <p:nvPr/>
        </p:nvSpPr>
        <p:spPr>
          <a:xfrm>
            <a:off x="12305329" y="6709389"/>
            <a:ext cx="4140273" cy="10639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cxnSp>
        <p:nvCxnSpPr>
          <p:cNvPr id="642" name="직선 화살표 연결선 641">
            <a:extLst>
              <a:ext uri="{FF2B5EF4-FFF2-40B4-BE49-F238E27FC236}">
                <a16:creationId xmlns:a16="http://schemas.microsoft.com/office/drawing/2014/main" id="{31E74524-1CF3-6941-4BF3-D1C1EE8E6EBB}"/>
              </a:ext>
            </a:extLst>
          </p:cNvPr>
          <p:cNvCxnSpPr>
            <a:cxnSpLocks/>
          </p:cNvCxnSpPr>
          <p:nvPr/>
        </p:nvCxnSpPr>
        <p:spPr>
          <a:xfrm>
            <a:off x="12142766" y="6918905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>
            <a:extLst>
              <a:ext uri="{FF2B5EF4-FFF2-40B4-BE49-F238E27FC236}">
                <a16:creationId xmlns:a16="http://schemas.microsoft.com/office/drawing/2014/main" id="{750435E3-19A0-E505-017C-4CA96F3051FF}"/>
              </a:ext>
            </a:extLst>
          </p:cNvPr>
          <p:cNvSpPr txBox="1"/>
          <p:nvPr/>
        </p:nvSpPr>
        <p:spPr>
          <a:xfrm>
            <a:off x="1896355" y="2578608"/>
            <a:ext cx="7307420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ex) cursor = 0   ( 4KHz tick </a:t>
            </a:r>
            <a:r>
              <a:rPr lang="ko-KR" altLang="en-US" sz="2250"/>
              <a:t>사용 </a:t>
            </a:r>
            <a:r>
              <a:rPr lang="en-US" altLang="ko-KR" sz="2250"/>
              <a:t>)</a:t>
            </a:r>
            <a:endParaRPr lang="ko-KR" altLang="en-US" sz="2250"/>
          </a:p>
        </p:txBody>
      </p:sp>
      <p:cxnSp>
        <p:nvCxnSpPr>
          <p:cNvPr id="645" name="직선 화살표 연결선 644">
            <a:extLst>
              <a:ext uri="{FF2B5EF4-FFF2-40B4-BE49-F238E27FC236}">
                <a16:creationId xmlns:a16="http://schemas.microsoft.com/office/drawing/2014/main" id="{F1903C60-01C9-C55D-834E-87B626E5714B}"/>
              </a:ext>
            </a:extLst>
          </p:cNvPr>
          <p:cNvCxnSpPr>
            <a:cxnSpLocks/>
          </p:cNvCxnSpPr>
          <p:nvPr/>
        </p:nvCxnSpPr>
        <p:spPr>
          <a:xfrm>
            <a:off x="12142766" y="7067122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직선 화살표 연결선 645">
            <a:extLst>
              <a:ext uri="{FF2B5EF4-FFF2-40B4-BE49-F238E27FC236}">
                <a16:creationId xmlns:a16="http://schemas.microsoft.com/office/drawing/2014/main" id="{92091A42-F08E-5F5D-EFF2-34028187812D}"/>
              </a:ext>
            </a:extLst>
          </p:cNvPr>
          <p:cNvCxnSpPr>
            <a:cxnSpLocks/>
          </p:cNvCxnSpPr>
          <p:nvPr/>
        </p:nvCxnSpPr>
        <p:spPr>
          <a:xfrm>
            <a:off x="12142766" y="7208726"/>
            <a:ext cx="662713" cy="121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직선 화살표 연결선 646">
            <a:extLst>
              <a:ext uri="{FF2B5EF4-FFF2-40B4-BE49-F238E27FC236}">
                <a16:creationId xmlns:a16="http://schemas.microsoft.com/office/drawing/2014/main" id="{FCC71646-F847-9E7F-D170-9EB5C5FB5D8C}"/>
              </a:ext>
            </a:extLst>
          </p:cNvPr>
          <p:cNvCxnSpPr>
            <a:cxnSpLocks/>
          </p:cNvCxnSpPr>
          <p:nvPr/>
        </p:nvCxnSpPr>
        <p:spPr>
          <a:xfrm>
            <a:off x="12142766" y="7367543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>
            <a:extLst>
              <a:ext uri="{FF2B5EF4-FFF2-40B4-BE49-F238E27FC236}">
                <a16:creationId xmlns:a16="http://schemas.microsoft.com/office/drawing/2014/main" id="{D2F0860B-7DCA-A224-7D8B-5BFBB3F17697}"/>
              </a:ext>
            </a:extLst>
          </p:cNvPr>
          <p:cNvCxnSpPr/>
          <p:nvPr/>
        </p:nvCxnSpPr>
        <p:spPr>
          <a:xfrm>
            <a:off x="7418982" y="7336684"/>
            <a:ext cx="45173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직선 연결선 654">
            <a:extLst>
              <a:ext uri="{FF2B5EF4-FFF2-40B4-BE49-F238E27FC236}">
                <a16:creationId xmlns:a16="http://schemas.microsoft.com/office/drawing/2014/main" id="{C7F9DDFB-E1B9-A890-8368-EE44BCEACC14}"/>
              </a:ext>
            </a:extLst>
          </p:cNvPr>
          <p:cNvCxnSpPr>
            <a:cxnSpLocks/>
          </p:cNvCxnSpPr>
          <p:nvPr/>
        </p:nvCxnSpPr>
        <p:spPr>
          <a:xfrm>
            <a:off x="7851504" y="6462671"/>
            <a:ext cx="21893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직선 연결선 656">
            <a:extLst>
              <a:ext uri="{FF2B5EF4-FFF2-40B4-BE49-F238E27FC236}">
                <a16:creationId xmlns:a16="http://schemas.microsoft.com/office/drawing/2014/main" id="{7DA62958-1769-80DC-AA80-11518B3B147A}"/>
              </a:ext>
            </a:extLst>
          </p:cNvPr>
          <p:cNvCxnSpPr>
            <a:cxnSpLocks/>
          </p:cNvCxnSpPr>
          <p:nvPr/>
        </p:nvCxnSpPr>
        <p:spPr>
          <a:xfrm>
            <a:off x="7865620" y="6462671"/>
            <a:ext cx="0" cy="874013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직선 화살표 연결선 659">
            <a:extLst>
              <a:ext uri="{FF2B5EF4-FFF2-40B4-BE49-F238E27FC236}">
                <a16:creationId xmlns:a16="http://schemas.microsoft.com/office/drawing/2014/main" id="{445C9459-0EAC-A96E-63C0-9C118CAD9303}"/>
              </a:ext>
            </a:extLst>
          </p:cNvPr>
          <p:cNvCxnSpPr/>
          <p:nvPr/>
        </p:nvCxnSpPr>
        <p:spPr>
          <a:xfrm flipV="1">
            <a:off x="8264840" y="6534220"/>
            <a:ext cx="0" cy="1118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TextBox 660">
            <a:extLst>
              <a:ext uri="{FF2B5EF4-FFF2-40B4-BE49-F238E27FC236}">
                <a16:creationId xmlns:a16="http://schemas.microsoft.com/office/drawing/2014/main" id="{95FEC096-98B2-B6F3-A9BE-D7EDB43C2EF2}"/>
              </a:ext>
            </a:extLst>
          </p:cNvPr>
          <p:cNvSpPr txBox="1"/>
          <p:nvPr/>
        </p:nvSpPr>
        <p:spPr>
          <a:xfrm>
            <a:off x="8261408" y="6719131"/>
            <a:ext cx="980712" cy="23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SW1 = 1</a:t>
            </a:r>
            <a:endParaRPr lang="ko-KR" altLang="en-US" sz="105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23035E-7EFF-D72A-6A96-C9E715EEA9D1}"/>
              </a:ext>
            </a:extLst>
          </p:cNvPr>
          <p:cNvCxnSpPr/>
          <p:nvPr/>
        </p:nvCxnSpPr>
        <p:spPr>
          <a:xfrm flipV="1">
            <a:off x="6350960" y="5635273"/>
            <a:ext cx="5316380" cy="96680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86057B-7A66-E6E3-8654-E220D6222AAA}"/>
              </a:ext>
            </a:extLst>
          </p:cNvPr>
          <p:cNvCxnSpPr>
            <a:cxnSpLocks/>
          </p:cNvCxnSpPr>
          <p:nvPr/>
        </p:nvCxnSpPr>
        <p:spPr>
          <a:xfrm>
            <a:off x="6379276" y="7837262"/>
            <a:ext cx="5395257" cy="125523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4" name="프레임97 FND"/>
          <p:cNvGrpSpPr/>
          <p:nvPr/>
        </p:nvGrpSpPr>
        <p:grpSpPr>
          <a:xfrm>
            <a:off x="4317274" y="3115987"/>
            <a:ext cx="1911196" cy="708132"/>
            <a:chOff x="3328760" y="2343723"/>
            <a:chExt cx="2274441" cy="842721"/>
          </a:xfrm>
        </p:grpSpPr>
        <p:sp>
          <p:nvSpPr>
            <p:cNvPr id="663" name="FND 바탕"/>
            <p:cNvSpPr/>
            <p:nvPr/>
          </p:nvSpPr>
          <p:spPr>
            <a:xfrm>
              <a:off x="3328760" y="2343723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4" name="seg"/>
            <p:cNvSpPr/>
            <p:nvPr/>
          </p:nvSpPr>
          <p:spPr>
            <a:xfrm>
              <a:off x="3643194" y="2466053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5" name="seg"/>
            <p:cNvSpPr/>
            <p:nvPr/>
          </p:nvSpPr>
          <p:spPr>
            <a:xfrm>
              <a:off x="3643194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6" name="seg"/>
            <p:cNvSpPr/>
            <p:nvPr/>
          </p:nvSpPr>
          <p:spPr>
            <a:xfrm>
              <a:off x="3643194" y="300521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7" name="seg"/>
            <p:cNvSpPr/>
            <p:nvPr/>
          </p:nvSpPr>
          <p:spPr>
            <a:xfrm>
              <a:off x="3573421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8" name="seg"/>
            <p:cNvSpPr/>
            <p:nvPr/>
          </p:nvSpPr>
          <p:spPr>
            <a:xfrm>
              <a:off x="3876981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9" name="seg"/>
            <p:cNvSpPr/>
            <p:nvPr/>
          </p:nvSpPr>
          <p:spPr>
            <a:xfrm>
              <a:off x="3573421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0" name="seg"/>
            <p:cNvSpPr/>
            <p:nvPr/>
          </p:nvSpPr>
          <p:spPr>
            <a:xfrm>
              <a:off x="3876981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1" name="seg"/>
            <p:cNvSpPr/>
            <p:nvPr/>
          </p:nvSpPr>
          <p:spPr>
            <a:xfrm>
              <a:off x="4078147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2" name="seg"/>
            <p:cNvSpPr/>
            <p:nvPr/>
          </p:nvSpPr>
          <p:spPr>
            <a:xfrm>
              <a:off x="4078147" y="273563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3" name="seg"/>
            <p:cNvSpPr/>
            <p:nvPr/>
          </p:nvSpPr>
          <p:spPr>
            <a:xfrm>
              <a:off x="4078147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4" name="seg"/>
            <p:cNvSpPr/>
            <p:nvPr/>
          </p:nvSpPr>
          <p:spPr>
            <a:xfrm>
              <a:off x="4008373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5" name="seg"/>
            <p:cNvSpPr/>
            <p:nvPr/>
          </p:nvSpPr>
          <p:spPr>
            <a:xfrm>
              <a:off x="4311934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6" name="seg"/>
            <p:cNvSpPr/>
            <p:nvPr/>
          </p:nvSpPr>
          <p:spPr>
            <a:xfrm>
              <a:off x="4008373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7" name="seg"/>
            <p:cNvSpPr/>
            <p:nvPr/>
          </p:nvSpPr>
          <p:spPr>
            <a:xfrm>
              <a:off x="4311934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8" name="seg"/>
            <p:cNvSpPr/>
            <p:nvPr/>
          </p:nvSpPr>
          <p:spPr>
            <a:xfrm>
              <a:off x="4630900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9" name="seg"/>
            <p:cNvSpPr/>
            <p:nvPr/>
          </p:nvSpPr>
          <p:spPr>
            <a:xfrm>
              <a:off x="4630900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0" name="seg"/>
            <p:cNvSpPr/>
            <p:nvPr/>
          </p:nvSpPr>
          <p:spPr>
            <a:xfrm>
              <a:off x="4630900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1" name="seg"/>
            <p:cNvSpPr/>
            <p:nvPr/>
          </p:nvSpPr>
          <p:spPr>
            <a:xfrm>
              <a:off x="4561126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2" name="seg"/>
            <p:cNvSpPr/>
            <p:nvPr/>
          </p:nvSpPr>
          <p:spPr>
            <a:xfrm>
              <a:off x="4864687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3" name="seg"/>
            <p:cNvSpPr/>
            <p:nvPr/>
          </p:nvSpPr>
          <p:spPr>
            <a:xfrm>
              <a:off x="4561126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4" name="seg"/>
            <p:cNvSpPr/>
            <p:nvPr/>
          </p:nvSpPr>
          <p:spPr>
            <a:xfrm>
              <a:off x="4864687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5" name="seg"/>
            <p:cNvSpPr/>
            <p:nvPr/>
          </p:nvSpPr>
          <p:spPr>
            <a:xfrm>
              <a:off x="5065852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6" name="seg"/>
            <p:cNvSpPr/>
            <p:nvPr/>
          </p:nvSpPr>
          <p:spPr>
            <a:xfrm>
              <a:off x="5065852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7" name="seg"/>
            <p:cNvSpPr/>
            <p:nvPr/>
          </p:nvSpPr>
          <p:spPr>
            <a:xfrm>
              <a:off x="5065852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8" name="seg"/>
            <p:cNvSpPr/>
            <p:nvPr/>
          </p:nvSpPr>
          <p:spPr>
            <a:xfrm>
              <a:off x="499607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9" name="seg"/>
            <p:cNvSpPr/>
            <p:nvPr/>
          </p:nvSpPr>
          <p:spPr>
            <a:xfrm>
              <a:off x="529963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0" name="seg"/>
            <p:cNvSpPr/>
            <p:nvPr/>
          </p:nvSpPr>
          <p:spPr>
            <a:xfrm>
              <a:off x="499607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1" name="seg"/>
            <p:cNvSpPr/>
            <p:nvPr/>
          </p:nvSpPr>
          <p:spPr>
            <a:xfrm>
              <a:off x="529963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2" name="dot"/>
            <p:cNvSpPr/>
            <p:nvPr/>
          </p:nvSpPr>
          <p:spPr>
            <a:xfrm>
              <a:off x="4447857" y="2996152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3" name="커서 자리"/>
            <p:cNvSpPr/>
            <p:nvPr/>
          </p:nvSpPr>
          <p:spPr>
            <a:xfrm>
              <a:off x="4941710" y="2398092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25" name="프레임271 FND"/>
          <p:cNvGrpSpPr/>
          <p:nvPr/>
        </p:nvGrpSpPr>
        <p:grpSpPr>
          <a:xfrm>
            <a:off x="7330364" y="3130362"/>
            <a:ext cx="1911202" cy="708135"/>
            <a:chOff x="6914524" y="2360829"/>
            <a:chExt cx="2274449" cy="842724"/>
          </a:xfrm>
        </p:grpSpPr>
        <p:sp>
          <p:nvSpPr>
            <p:cNvPr id="695" name="FND 바탕"/>
            <p:cNvSpPr/>
            <p:nvPr/>
          </p:nvSpPr>
          <p:spPr>
            <a:xfrm>
              <a:off x="6914524" y="2360829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6" name="seg"/>
            <p:cNvSpPr/>
            <p:nvPr/>
          </p:nvSpPr>
          <p:spPr>
            <a:xfrm>
              <a:off x="7228959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7" name="seg"/>
            <p:cNvSpPr/>
            <p:nvPr/>
          </p:nvSpPr>
          <p:spPr>
            <a:xfrm>
              <a:off x="7228959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8" name="seg"/>
            <p:cNvSpPr/>
            <p:nvPr/>
          </p:nvSpPr>
          <p:spPr>
            <a:xfrm>
              <a:off x="7228959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9" name="seg"/>
            <p:cNvSpPr/>
            <p:nvPr/>
          </p:nvSpPr>
          <p:spPr>
            <a:xfrm>
              <a:off x="7159185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0" name="seg"/>
            <p:cNvSpPr/>
            <p:nvPr/>
          </p:nvSpPr>
          <p:spPr>
            <a:xfrm>
              <a:off x="7462747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1" name="seg"/>
            <p:cNvSpPr/>
            <p:nvPr/>
          </p:nvSpPr>
          <p:spPr>
            <a:xfrm>
              <a:off x="7159185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2" name="seg"/>
            <p:cNvSpPr/>
            <p:nvPr/>
          </p:nvSpPr>
          <p:spPr>
            <a:xfrm>
              <a:off x="7462747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3" name="seg"/>
            <p:cNvSpPr/>
            <p:nvPr/>
          </p:nvSpPr>
          <p:spPr>
            <a:xfrm>
              <a:off x="7663914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4" name="seg"/>
            <p:cNvSpPr/>
            <p:nvPr/>
          </p:nvSpPr>
          <p:spPr>
            <a:xfrm>
              <a:off x="7663914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5" name="seg"/>
            <p:cNvSpPr/>
            <p:nvPr/>
          </p:nvSpPr>
          <p:spPr>
            <a:xfrm>
              <a:off x="7663914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6" name="seg"/>
            <p:cNvSpPr/>
            <p:nvPr/>
          </p:nvSpPr>
          <p:spPr>
            <a:xfrm>
              <a:off x="759414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7" name="seg"/>
            <p:cNvSpPr/>
            <p:nvPr/>
          </p:nvSpPr>
          <p:spPr>
            <a:xfrm>
              <a:off x="7897702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8" name="seg"/>
            <p:cNvSpPr/>
            <p:nvPr/>
          </p:nvSpPr>
          <p:spPr>
            <a:xfrm>
              <a:off x="759414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9" name="seg"/>
            <p:cNvSpPr/>
            <p:nvPr/>
          </p:nvSpPr>
          <p:spPr>
            <a:xfrm>
              <a:off x="7897702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0" name="seg"/>
            <p:cNvSpPr/>
            <p:nvPr/>
          </p:nvSpPr>
          <p:spPr>
            <a:xfrm>
              <a:off x="8216668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1" name="seg"/>
            <p:cNvSpPr/>
            <p:nvPr/>
          </p:nvSpPr>
          <p:spPr>
            <a:xfrm>
              <a:off x="8216668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2" name="seg"/>
            <p:cNvSpPr/>
            <p:nvPr/>
          </p:nvSpPr>
          <p:spPr>
            <a:xfrm>
              <a:off x="8216668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3" name="seg"/>
            <p:cNvSpPr/>
            <p:nvPr/>
          </p:nvSpPr>
          <p:spPr>
            <a:xfrm>
              <a:off x="8146894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4" name="seg"/>
            <p:cNvSpPr/>
            <p:nvPr/>
          </p:nvSpPr>
          <p:spPr>
            <a:xfrm>
              <a:off x="8450456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5" name="seg"/>
            <p:cNvSpPr/>
            <p:nvPr/>
          </p:nvSpPr>
          <p:spPr>
            <a:xfrm>
              <a:off x="8146894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6" name="seg"/>
            <p:cNvSpPr/>
            <p:nvPr/>
          </p:nvSpPr>
          <p:spPr>
            <a:xfrm>
              <a:off x="8450456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7" name="seg"/>
            <p:cNvSpPr/>
            <p:nvPr/>
          </p:nvSpPr>
          <p:spPr>
            <a:xfrm>
              <a:off x="8651623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8" name="seg"/>
            <p:cNvSpPr/>
            <p:nvPr/>
          </p:nvSpPr>
          <p:spPr>
            <a:xfrm>
              <a:off x="8651623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9" name="seg"/>
            <p:cNvSpPr/>
            <p:nvPr/>
          </p:nvSpPr>
          <p:spPr>
            <a:xfrm>
              <a:off x="8651623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0" name="seg"/>
            <p:cNvSpPr/>
            <p:nvPr/>
          </p:nvSpPr>
          <p:spPr>
            <a:xfrm>
              <a:off x="8581849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1" name="seg"/>
            <p:cNvSpPr/>
            <p:nvPr/>
          </p:nvSpPr>
          <p:spPr>
            <a:xfrm>
              <a:off x="888541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2" name="seg"/>
            <p:cNvSpPr/>
            <p:nvPr/>
          </p:nvSpPr>
          <p:spPr>
            <a:xfrm>
              <a:off x="8581849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3" name="seg"/>
            <p:cNvSpPr/>
            <p:nvPr/>
          </p:nvSpPr>
          <p:spPr>
            <a:xfrm>
              <a:off x="888541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4" name="dot"/>
            <p:cNvSpPr/>
            <p:nvPr/>
          </p:nvSpPr>
          <p:spPr>
            <a:xfrm>
              <a:off x="8033625" y="3013260"/>
              <a:ext cx="67962" cy="6796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57" name="프레임328 FND"/>
          <p:cNvGrpSpPr/>
          <p:nvPr/>
        </p:nvGrpSpPr>
        <p:grpSpPr>
          <a:xfrm>
            <a:off x="10356179" y="3125871"/>
            <a:ext cx="1911202" cy="708135"/>
            <a:chOff x="10515432" y="2355485"/>
            <a:chExt cx="2274449" cy="842724"/>
          </a:xfrm>
        </p:grpSpPr>
        <p:sp>
          <p:nvSpPr>
            <p:cNvPr id="726" name="FND 바탕"/>
            <p:cNvSpPr/>
            <p:nvPr/>
          </p:nvSpPr>
          <p:spPr>
            <a:xfrm>
              <a:off x="10515432" y="2355485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7" name="seg"/>
            <p:cNvSpPr/>
            <p:nvPr/>
          </p:nvSpPr>
          <p:spPr>
            <a:xfrm>
              <a:off x="10829867" y="2477816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8" name="seg"/>
            <p:cNvSpPr/>
            <p:nvPr/>
          </p:nvSpPr>
          <p:spPr>
            <a:xfrm>
              <a:off x="10829867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9" name="seg"/>
            <p:cNvSpPr/>
            <p:nvPr/>
          </p:nvSpPr>
          <p:spPr>
            <a:xfrm>
              <a:off x="10829867" y="3016978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0" name="seg"/>
            <p:cNvSpPr/>
            <p:nvPr/>
          </p:nvSpPr>
          <p:spPr>
            <a:xfrm>
              <a:off x="10760093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1" name="seg"/>
            <p:cNvSpPr/>
            <p:nvPr/>
          </p:nvSpPr>
          <p:spPr>
            <a:xfrm>
              <a:off x="11063655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2" name="seg"/>
            <p:cNvSpPr/>
            <p:nvPr/>
          </p:nvSpPr>
          <p:spPr>
            <a:xfrm>
              <a:off x="10760093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3" name="seg"/>
            <p:cNvSpPr/>
            <p:nvPr/>
          </p:nvSpPr>
          <p:spPr>
            <a:xfrm>
              <a:off x="11063655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4" name="seg"/>
            <p:cNvSpPr/>
            <p:nvPr/>
          </p:nvSpPr>
          <p:spPr>
            <a:xfrm>
              <a:off x="11264822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5" name="seg"/>
            <p:cNvSpPr/>
            <p:nvPr/>
          </p:nvSpPr>
          <p:spPr>
            <a:xfrm>
              <a:off x="11264822" y="2747397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6" name="seg"/>
            <p:cNvSpPr/>
            <p:nvPr/>
          </p:nvSpPr>
          <p:spPr>
            <a:xfrm>
              <a:off x="11264822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7" name="seg"/>
            <p:cNvSpPr/>
            <p:nvPr/>
          </p:nvSpPr>
          <p:spPr>
            <a:xfrm>
              <a:off x="11195048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8" name="seg"/>
            <p:cNvSpPr/>
            <p:nvPr/>
          </p:nvSpPr>
          <p:spPr>
            <a:xfrm>
              <a:off x="11498610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9" name="seg"/>
            <p:cNvSpPr/>
            <p:nvPr/>
          </p:nvSpPr>
          <p:spPr>
            <a:xfrm>
              <a:off x="1119504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0" name="seg"/>
            <p:cNvSpPr/>
            <p:nvPr/>
          </p:nvSpPr>
          <p:spPr>
            <a:xfrm>
              <a:off x="11498610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1" name="seg"/>
            <p:cNvSpPr/>
            <p:nvPr/>
          </p:nvSpPr>
          <p:spPr>
            <a:xfrm>
              <a:off x="11817576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2" name="seg"/>
            <p:cNvSpPr/>
            <p:nvPr/>
          </p:nvSpPr>
          <p:spPr>
            <a:xfrm>
              <a:off x="11817576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3" name="seg"/>
            <p:cNvSpPr/>
            <p:nvPr/>
          </p:nvSpPr>
          <p:spPr>
            <a:xfrm>
              <a:off x="11817576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4" name="seg"/>
            <p:cNvSpPr/>
            <p:nvPr/>
          </p:nvSpPr>
          <p:spPr>
            <a:xfrm>
              <a:off x="11747802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5" name="seg"/>
            <p:cNvSpPr/>
            <p:nvPr/>
          </p:nvSpPr>
          <p:spPr>
            <a:xfrm>
              <a:off x="12051364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6" name="seg"/>
            <p:cNvSpPr/>
            <p:nvPr/>
          </p:nvSpPr>
          <p:spPr>
            <a:xfrm>
              <a:off x="11747802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7" name="seg"/>
            <p:cNvSpPr/>
            <p:nvPr/>
          </p:nvSpPr>
          <p:spPr>
            <a:xfrm>
              <a:off x="12051364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8" name="seg"/>
            <p:cNvSpPr/>
            <p:nvPr/>
          </p:nvSpPr>
          <p:spPr>
            <a:xfrm>
              <a:off x="12252531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9" name="seg"/>
            <p:cNvSpPr/>
            <p:nvPr/>
          </p:nvSpPr>
          <p:spPr>
            <a:xfrm>
              <a:off x="12252531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0" name="seg"/>
            <p:cNvSpPr/>
            <p:nvPr/>
          </p:nvSpPr>
          <p:spPr>
            <a:xfrm>
              <a:off x="12252531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1" name="seg"/>
            <p:cNvSpPr/>
            <p:nvPr/>
          </p:nvSpPr>
          <p:spPr>
            <a:xfrm>
              <a:off x="12182757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2" name="seg"/>
            <p:cNvSpPr/>
            <p:nvPr/>
          </p:nvSpPr>
          <p:spPr>
            <a:xfrm>
              <a:off x="12486318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3" name="seg"/>
            <p:cNvSpPr/>
            <p:nvPr/>
          </p:nvSpPr>
          <p:spPr>
            <a:xfrm>
              <a:off x="12182757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4" name="seg"/>
            <p:cNvSpPr/>
            <p:nvPr/>
          </p:nvSpPr>
          <p:spPr>
            <a:xfrm>
              <a:off x="1248631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5" name="dot"/>
            <p:cNvSpPr/>
            <p:nvPr/>
          </p:nvSpPr>
          <p:spPr>
            <a:xfrm>
              <a:off x="11634533" y="3007916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6" name="커서 자리"/>
            <p:cNvSpPr/>
            <p:nvPr/>
          </p:nvSpPr>
          <p:spPr>
            <a:xfrm>
              <a:off x="12128387" y="2409854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89" name="프레임447 FND"/>
          <p:cNvGrpSpPr/>
          <p:nvPr/>
        </p:nvGrpSpPr>
        <p:grpSpPr>
          <a:xfrm>
            <a:off x="4309590" y="4076722"/>
            <a:ext cx="1911196" cy="708132"/>
            <a:chOff x="3319616" y="3487056"/>
            <a:chExt cx="2274441" cy="842721"/>
          </a:xfrm>
        </p:grpSpPr>
        <p:sp>
          <p:nvSpPr>
            <p:cNvPr id="758" name="FND 바탕"/>
            <p:cNvSpPr/>
            <p:nvPr/>
          </p:nvSpPr>
          <p:spPr>
            <a:xfrm>
              <a:off x="3319616" y="3487056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9" name="seg"/>
            <p:cNvSpPr/>
            <p:nvPr/>
          </p:nvSpPr>
          <p:spPr>
            <a:xfrm>
              <a:off x="3634050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0" name="seg"/>
            <p:cNvSpPr/>
            <p:nvPr/>
          </p:nvSpPr>
          <p:spPr>
            <a:xfrm>
              <a:off x="3634050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1" name="seg"/>
            <p:cNvSpPr/>
            <p:nvPr/>
          </p:nvSpPr>
          <p:spPr>
            <a:xfrm>
              <a:off x="3634050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2" name="seg"/>
            <p:cNvSpPr/>
            <p:nvPr/>
          </p:nvSpPr>
          <p:spPr>
            <a:xfrm>
              <a:off x="3564277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3" name="seg"/>
            <p:cNvSpPr/>
            <p:nvPr/>
          </p:nvSpPr>
          <p:spPr>
            <a:xfrm>
              <a:off x="3867837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4" name="seg"/>
            <p:cNvSpPr/>
            <p:nvPr/>
          </p:nvSpPr>
          <p:spPr>
            <a:xfrm>
              <a:off x="3564277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5" name="seg"/>
            <p:cNvSpPr/>
            <p:nvPr/>
          </p:nvSpPr>
          <p:spPr>
            <a:xfrm>
              <a:off x="3867837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6" name="seg"/>
            <p:cNvSpPr/>
            <p:nvPr/>
          </p:nvSpPr>
          <p:spPr>
            <a:xfrm>
              <a:off x="4069003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7" name="seg"/>
            <p:cNvSpPr/>
            <p:nvPr/>
          </p:nvSpPr>
          <p:spPr>
            <a:xfrm>
              <a:off x="4069003" y="387896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8" name="seg"/>
            <p:cNvSpPr/>
            <p:nvPr/>
          </p:nvSpPr>
          <p:spPr>
            <a:xfrm>
              <a:off x="4069003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9" name="seg"/>
            <p:cNvSpPr/>
            <p:nvPr/>
          </p:nvSpPr>
          <p:spPr>
            <a:xfrm>
              <a:off x="3999229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0" name="seg"/>
            <p:cNvSpPr/>
            <p:nvPr/>
          </p:nvSpPr>
          <p:spPr>
            <a:xfrm>
              <a:off x="4302790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1" name="seg"/>
            <p:cNvSpPr/>
            <p:nvPr/>
          </p:nvSpPr>
          <p:spPr>
            <a:xfrm>
              <a:off x="3999229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2" name="seg"/>
            <p:cNvSpPr/>
            <p:nvPr/>
          </p:nvSpPr>
          <p:spPr>
            <a:xfrm>
              <a:off x="4302790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3" name="seg"/>
            <p:cNvSpPr/>
            <p:nvPr/>
          </p:nvSpPr>
          <p:spPr>
            <a:xfrm>
              <a:off x="4621756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4" name="seg"/>
            <p:cNvSpPr/>
            <p:nvPr/>
          </p:nvSpPr>
          <p:spPr>
            <a:xfrm>
              <a:off x="4621756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5" name="seg"/>
            <p:cNvSpPr/>
            <p:nvPr/>
          </p:nvSpPr>
          <p:spPr>
            <a:xfrm>
              <a:off x="4621756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6" name="seg"/>
            <p:cNvSpPr/>
            <p:nvPr/>
          </p:nvSpPr>
          <p:spPr>
            <a:xfrm>
              <a:off x="4551982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7" name="seg"/>
            <p:cNvSpPr/>
            <p:nvPr/>
          </p:nvSpPr>
          <p:spPr>
            <a:xfrm>
              <a:off x="4855543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8" name="seg"/>
            <p:cNvSpPr/>
            <p:nvPr/>
          </p:nvSpPr>
          <p:spPr>
            <a:xfrm>
              <a:off x="4551982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9" name="seg"/>
            <p:cNvSpPr/>
            <p:nvPr/>
          </p:nvSpPr>
          <p:spPr>
            <a:xfrm>
              <a:off x="4855543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0" name="seg"/>
            <p:cNvSpPr/>
            <p:nvPr/>
          </p:nvSpPr>
          <p:spPr>
            <a:xfrm>
              <a:off x="5056708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1" name="seg"/>
            <p:cNvSpPr/>
            <p:nvPr/>
          </p:nvSpPr>
          <p:spPr>
            <a:xfrm>
              <a:off x="5056708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2" name="seg"/>
            <p:cNvSpPr/>
            <p:nvPr/>
          </p:nvSpPr>
          <p:spPr>
            <a:xfrm>
              <a:off x="5056708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3" name="seg"/>
            <p:cNvSpPr/>
            <p:nvPr/>
          </p:nvSpPr>
          <p:spPr>
            <a:xfrm>
              <a:off x="498693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4" name="seg"/>
            <p:cNvSpPr/>
            <p:nvPr/>
          </p:nvSpPr>
          <p:spPr>
            <a:xfrm>
              <a:off x="529049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5" name="seg"/>
            <p:cNvSpPr/>
            <p:nvPr/>
          </p:nvSpPr>
          <p:spPr>
            <a:xfrm>
              <a:off x="498693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6" name="seg"/>
            <p:cNvSpPr/>
            <p:nvPr/>
          </p:nvSpPr>
          <p:spPr>
            <a:xfrm>
              <a:off x="529049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7" name="dot"/>
            <p:cNvSpPr/>
            <p:nvPr/>
          </p:nvSpPr>
          <p:spPr>
            <a:xfrm>
              <a:off x="4438713" y="4139485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8" name="커서 자리"/>
            <p:cNvSpPr/>
            <p:nvPr/>
          </p:nvSpPr>
          <p:spPr>
            <a:xfrm>
              <a:off x="4932566" y="3541425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20" name="프레임503 FND"/>
          <p:cNvGrpSpPr/>
          <p:nvPr/>
        </p:nvGrpSpPr>
        <p:grpSpPr>
          <a:xfrm>
            <a:off x="7322680" y="4091095"/>
            <a:ext cx="1911202" cy="708135"/>
            <a:chOff x="6905380" y="3504162"/>
            <a:chExt cx="2274449" cy="842724"/>
          </a:xfrm>
        </p:grpSpPr>
        <p:sp>
          <p:nvSpPr>
            <p:cNvPr id="790" name="FND 바탕"/>
            <p:cNvSpPr/>
            <p:nvPr/>
          </p:nvSpPr>
          <p:spPr>
            <a:xfrm>
              <a:off x="6905380" y="3504162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1" name="seg"/>
            <p:cNvSpPr/>
            <p:nvPr/>
          </p:nvSpPr>
          <p:spPr>
            <a:xfrm>
              <a:off x="7219815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2" name="seg"/>
            <p:cNvSpPr/>
            <p:nvPr/>
          </p:nvSpPr>
          <p:spPr>
            <a:xfrm>
              <a:off x="7219815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3" name="seg"/>
            <p:cNvSpPr/>
            <p:nvPr/>
          </p:nvSpPr>
          <p:spPr>
            <a:xfrm>
              <a:off x="7219815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4" name="seg"/>
            <p:cNvSpPr/>
            <p:nvPr/>
          </p:nvSpPr>
          <p:spPr>
            <a:xfrm>
              <a:off x="7150041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5" name="seg"/>
            <p:cNvSpPr/>
            <p:nvPr/>
          </p:nvSpPr>
          <p:spPr>
            <a:xfrm>
              <a:off x="7453603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6" name="seg"/>
            <p:cNvSpPr/>
            <p:nvPr/>
          </p:nvSpPr>
          <p:spPr>
            <a:xfrm>
              <a:off x="7150041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7" name="seg"/>
            <p:cNvSpPr/>
            <p:nvPr/>
          </p:nvSpPr>
          <p:spPr>
            <a:xfrm>
              <a:off x="7453603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8" name="seg"/>
            <p:cNvSpPr/>
            <p:nvPr/>
          </p:nvSpPr>
          <p:spPr>
            <a:xfrm>
              <a:off x="7654770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9" name="seg"/>
            <p:cNvSpPr/>
            <p:nvPr/>
          </p:nvSpPr>
          <p:spPr>
            <a:xfrm>
              <a:off x="7654770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0" name="seg"/>
            <p:cNvSpPr/>
            <p:nvPr/>
          </p:nvSpPr>
          <p:spPr>
            <a:xfrm>
              <a:off x="7654770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1" name="seg"/>
            <p:cNvSpPr/>
            <p:nvPr/>
          </p:nvSpPr>
          <p:spPr>
            <a:xfrm>
              <a:off x="758499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2" name="seg"/>
            <p:cNvSpPr/>
            <p:nvPr/>
          </p:nvSpPr>
          <p:spPr>
            <a:xfrm>
              <a:off x="7888558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3" name="seg"/>
            <p:cNvSpPr/>
            <p:nvPr/>
          </p:nvSpPr>
          <p:spPr>
            <a:xfrm>
              <a:off x="758499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4" name="seg"/>
            <p:cNvSpPr/>
            <p:nvPr/>
          </p:nvSpPr>
          <p:spPr>
            <a:xfrm>
              <a:off x="7888558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5" name="seg"/>
            <p:cNvSpPr/>
            <p:nvPr/>
          </p:nvSpPr>
          <p:spPr>
            <a:xfrm>
              <a:off x="8207524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6" name="seg"/>
            <p:cNvSpPr/>
            <p:nvPr/>
          </p:nvSpPr>
          <p:spPr>
            <a:xfrm>
              <a:off x="8207524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7" name="seg"/>
            <p:cNvSpPr/>
            <p:nvPr/>
          </p:nvSpPr>
          <p:spPr>
            <a:xfrm>
              <a:off x="8207524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8" name="seg"/>
            <p:cNvSpPr/>
            <p:nvPr/>
          </p:nvSpPr>
          <p:spPr>
            <a:xfrm>
              <a:off x="8137750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9" name="seg"/>
            <p:cNvSpPr/>
            <p:nvPr/>
          </p:nvSpPr>
          <p:spPr>
            <a:xfrm>
              <a:off x="8441312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0" name="seg"/>
            <p:cNvSpPr/>
            <p:nvPr/>
          </p:nvSpPr>
          <p:spPr>
            <a:xfrm>
              <a:off x="8137750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1" name="seg"/>
            <p:cNvSpPr/>
            <p:nvPr/>
          </p:nvSpPr>
          <p:spPr>
            <a:xfrm>
              <a:off x="8441312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2" name="seg"/>
            <p:cNvSpPr/>
            <p:nvPr/>
          </p:nvSpPr>
          <p:spPr>
            <a:xfrm>
              <a:off x="8642479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3" name="seg"/>
            <p:cNvSpPr/>
            <p:nvPr/>
          </p:nvSpPr>
          <p:spPr>
            <a:xfrm>
              <a:off x="8642479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4" name="seg"/>
            <p:cNvSpPr/>
            <p:nvPr/>
          </p:nvSpPr>
          <p:spPr>
            <a:xfrm>
              <a:off x="8642479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5" name="seg"/>
            <p:cNvSpPr/>
            <p:nvPr/>
          </p:nvSpPr>
          <p:spPr>
            <a:xfrm>
              <a:off x="8572705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6" name="seg"/>
            <p:cNvSpPr/>
            <p:nvPr/>
          </p:nvSpPr>
          <p:spPr>
            <a:xfrm>
              <a:off x="887626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7" name="seg"/>
            <p:cNvSpPr/>
            <p:nvPr/>
          </p:nvSpPr>
          <p:spPr>
            <a:xfrm>
              <a:off x="8572705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8" name="seg"/>
            <p:cNvSpPr/>
            <p:nvPr/>
          </p:nvSpPr>
          <p:spPr>
            <a:xfrm>
              <a:off x="887626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9" name="dot"/>
            <p:cNvSpPr/>
            <p:nvPr/>
          </p:nvSpPr>
          <p:spPr>
            <a:xfrm>
              <a:off x="8024481" y="4156593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52" name="프레임558 FND"/>
          <p:cNvGrpSpPr/>
          <p:nvPr/>
        </p:nvGrpSpPr>
        <p:grpSpPr>
          <a:xfrm>
            <a:off x="10367705" y="4086606"/>
            <a:ext cx="1911202" cy="708135"/>
            <a:chOff x="10529148" y="3498818"/>
            <a:chExt cx="2274449" cy="842724"/>
          </a:xfrm>
        </p:grpSpPr>
        <p:sp>
          <p:nvSpPr>
            <p:cNvPr id="821" name="FND 바탕"/>
            <p:cNvSpPr/>
            <p:nvPr/>
          </p:nvSpPr>
          <p:spPr>
            <a:xfrm>
              <a:off x="10529148" y="3498818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2" name="seg"/>
            <p:cNvSpPr/>
            <p:nvPr/>
          </p:nvSpPr>
          <p:spPr>
            <a:xfrm>
              <a:off x="10843583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3" name="seg"/>
            <p:cNvSpPr/>
            <p:nvPr/>
          </p:nvSpPr>
          <p:spPr>
            <a:xfrm>
              <a:off x="10843583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4" name="seg"/>
            <p:cNvSpPr/>
            <p:nvPr/>
          </p:nvSpPr>
          <p:spPr>
            <a:xfrm>
              <a:off x="10843583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5" name="seg"/>
            <p:cNvSpPr/>
            <p:nvPr/>
          </p:nvSpPr>
          <p:spPr>
            <a:xfrm>
              <a:off x="10773809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6" name="seg"/>
            <p:cNvSpPr/>
            <p:nvPr/>
          </p:nvSpPr>
          <p:spPr>
            <a:xfrm>
              <a:off x="11077371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7" name="seg"/>
            <p:cNvSpPr/>
            <p:nvPr/>
          </p:nvSpPr>
          <p:spPr>
            <a:xfrm>
              <a:off x="10773809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8" name="seg"/>
            <p:cNvSpPr/>
            <p:nvPr/>
          </p:nvSpPr>
          <p:spPr>
            <a:xfrm>
              <a:off x="11077371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9" name="seg"/>
            <p:cNvSpPr/>
            <p:nvPr/>
          </p:nvSpPr>
          <p:spPr>
            <a:xfrm>
              <a:off x="11278538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0" name="seg"/>
            <p:cNvSpPr/>
            <p:nvPr/>
          </p:nvSpPr>
          <p:spPr>
            <a:xfrm>
              <a:off x="11278538" y="3890730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1" name="seg"/>
            <p:cNvSpPr/>
            <p:nvPr/>
          </p:nvSpPr>
          <p:spPr>
            <a:xfrm>
              <a:off x="11278538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2" name="seg"/>
            <p:cNvSpPr/>
            <p:nvPr/>
          </p:nvSpPr>
          <p:spPr>
            <a:xfrm>
              <a:off x="1120876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3" name="seg"/>
            <p:cNvSpPr/>
            <p:nvPr/>
          </p:nvSpPr>
          <p:spPr>
            <a:xfrm>
              <a:off x="11512326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4" name="seg"/>
            <p:cNvSpPr/>
            <p:nvPr/>
          </p:nvSpPr>
          <p:spPr>
            <a:xfrm>
              <a:off x="11208764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5" name="seg"/>
            <p:cNvSpPr/>
            <p:nvPr/>
          </p:nvSpPr>
          <p:spPr>
            <a:xfrm>
              <a:off x="11512326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6" name="seg"/>
            <p:cNvSpPr/>
            <p:nvPr/>
          </p:nvSpPr>
          <p:spPr>
            <a:xfrm>
              <a:off x="11831292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7" name="seg"/>
            <p:cNvSpPr/>
            <p:nvPr/>
          </p:nvSpPr>
          <p:spPr>
            <a:xfrm>
              <a:off x="11831292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8" name="seg"/>
            <p:cNvSpPr/>
            <p:nvPr/>
          </p:nvSpPr>
          <p:spPr>
            <a:xfrm>
              <a:off x="11831292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9" name="seg"/>
            <p:cNvSpPr/>
            <p:nvPr/>
          </p:nvSpPr>
          <p:spPr>
            <a:xfrm>
              <a:off x="11761518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0" name="seg"/>
            <p:cNvSpPr/>
            <p:nvPr/>
          </p:nvSpPr>
          <p:spPr>
            <a:xfrm>
              <a:off x="12065080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1" name="seg"/>
            <p:cNvSpPr/>
            <p:nvPr/>
          </p:nvSpPr>
          <p:spPr>
            <a:xfrm>
              <a:off x="11761518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2" name="seg"/>
            <p:cNvSpPr/>
            <p:nvPr/>
          </p:nvSpPr>
          <p:spPr>
            <a:xfrm>
              <a:off x="12065080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3" name="seg"/>
            <p:cNvSpPr/>
            <p:nvPr/>
          </p:nvSpPr>
          <p:spPr>
            <a:xfrm>
              <a:off x="12266247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4" name="seg"/>
            <p:cNvSpPr/>
            <p:nvPr/>
          </p:nvSpPr>
          <p:spPr>
            <a:xfrm>
              <a:off x="12266247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5" name="seg"/>
            <p:cNvSpPr/>
            <p:nvPr/>
          </p:nvSpPr>
          <p:spPr>
            <a:xfrm>
              <a:off x="12266247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6" name="seg"/>
            <p:cNvSpPr/>
            <p:nvPr/>
          </p:nvSpPr>
          <p:spPr>
            <a:xfrm>
              <a:off x="12196473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7" name="seg"/>
            <p:cNvSpPr/>
            <p:nvPr/>
          </p:nvSpPr>
          <p:spPr>
            <a:xfrm>
              <a:off x="1250003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8" name="seg"/>
            <p:cNvSpPr/>
            <p:nvPr/>
          </p:nvSpPr>
          <p:spPr>
            <a:xfrm>
              <a:off x="12196473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9" name="seg"/>
            <p:cNvSpPr/>
            <p:nvPr/>
          </p:nvSpPr>
          <p:spPr>
            <a:xfrm>
              <a:off x="12500034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0" name="dot"/>
            <p:cNvSpPr/>
            <p:nvPr/>
          </p:nvSpPr>
          <p:spPr>
            <a:xfrm>
              <a:off x="11648249" y="4151249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1" name="커서 자리"/>
            <p:cNvSpPr/>
            <p:nvPr/>
          </p:nvSpPr>
          <p:spPr>
            <a:xfrm>
              <a:off x="12142103" y="3553187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85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85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85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85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커서 자리 점멸 — 가운데 점 점멸 박자 재사용</a:t>
            </a:r>
            <a:endParaRPr lang="ko-KR" sz="3000" dirty="0"/>
          </a:p>
        </p:txBody>
      </p:sp>
      <p:sp>
        <p:nvSpPr>
          <p:cNvPr id="85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22</a:t>
            </a:r>
            <a:endParaRPr lang="ko-KR" sz="1100" dirty="0"/>
          </a:p>
        </p:txBody>
      </p:sp>
      <p:sp>
        <p:nvSpPr>
          <p:cNvPr id="85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85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≥ 50 이면 blink_off = 1 → 커서 자리만 빈칸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0.5 s 마다 점멸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스캔 : 자리당 0.25 ms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숫자 1 ms + 점 1 ms = 한 바퀴 2 ms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74454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" grpId="0" animBg="1"/>
      <p:bldP spid="614" grpId="0" animBg="1"/>
      <p:bldP spid="615" grpId="0" animBg="1"/>
      <p:bldP spid="617" grpId="0" animBg="1"/>
      <p:bldP spid="618" grpId="0" animBg="1"/>
      <p:bldP spid="620" grpId="0" animBg="1"/>
      <p:bldP spid="622" grpId="0" animBg="1"/>
      <p:bldP spid="623" grpId="0" animBg="1"/>
      <p:bldP spid="626" grpId="0" animBg="1"/>
      <p:bldP spid="634" grpId="0" animBg="1"/>
      <p:bldP spid="636" grpId="0" animBg="1"/>
      <p:bldP spid="638" grpId="0" animBg="1"/>
      <p:bldP spid="640" grpId="0" animBg="1"/>
      <p:bldP spid="6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12435840" y="-381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2" name="shape"/>
          <p:cNvSpPr/>
          <p:nvPr/>
        </p:nvSpPr>
        <p:spPr>
          <a:xfrm>
            <a:off x="841248" y="263652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3" name="text"/>
          <p:cNvSpPr txBox="1"/>
          <p:nvPr/>
        </p:nvSpPr>
        <p:spPr>
          <a:xfrm>
            <a:off x="1042416" y="1630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점멸 검증</a:t>
            </a:r>
            <a:endParaRPr lang="ko-KR" sz="1250" dirty="0"/>
          </a:p>
        </p:txBody>
      </p:sp>
      <p:sp>
        <p:nvSpPr>
          <p:cNvPr id="14" name="title"/>
          <p:cNvSpPr txBox="1"/>
          <p:nvPr/>
        </p:nvSpPr>
        <p:spPr>
          <a:xfrm>
            <a:off x="841248" y="473964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P8  커서 자리 점멸 — 1/100 초 50 부터 커서 자리만 꺼짐</a:t>
            </a:r>
            <a:endParaRPr lang="ko-KR" sz="30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737648" cy="2467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23</a:t>
            </a:r>
            <a:endParaRPr lang="ko-KR" sz="1100" dirty="0"/>
          </a:p>
        </p:txBody>
      </p:sp>
      <p:sp>
        <p:nvSpPr>
          <p:cNvPr id="16" name="chip"/>
          <p:cNvSpPr/>
          <p:nvPr/>
        </p:nvSpPr>
        <p:spPr>
          <a:xfrm>
            <a:off x="841248" y="139750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" name="text"/>
          <p:cNvSpPr txBox="1"/>
          <p:nvPr/>
        </p:nvSpPr>
        <p:spPr>
          <a:xfrm>
            <a:off x="2103120" y="1187196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상태별 (커서 0 · 1 · 2) 1/100 초 49 → 50 에서 blink_off 가 1 이 되는지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그때 커서가 가리키는 자리의 fnd_num 만 f (빈칸) 로 바뀌는지</a:t>
            </a:r>
            <a:endParaRPr lang="ko-KR" sz="2000" dirty="0"/>
          </a:p>
        </p:txBody>
      </p:sp>
      <p:sp>
        <p:nvSpPr>
          <p:cNvPr id="18" name="결론 상자"/>
          <p:cNvSpPr/>
          <p:nvPr/>
        </p:nvSpPr>
        <p:spPr>
          <a:xfrm>
            <a:off x="1965960" y="2193036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9" name="결론 칩"/>
          <p:cNvSpPr/>
          <p:nvPr/>
        </p:nvSpPr>
        <p:spPr>
          <a:xfrm>
            <a:off x="841248" y="25039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0" name="결론 글"/>
          <p:cNvSpPr txBox="1"/>
          <p:nvPr/>
        </p:nvSpPr>
        <p:spPr>
          <a:xfrm>
            <a:off x="2194560" y="2193036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50 에서 blink_off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커서 자리 fnd_num 만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0.5 s 마다 그 자리만 꺼짐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0 · 1 · 2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AN0 · AN1 · AN2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만 꺼지고 나머지 자리 (12:34) 값 유지</a:t>
            </a:r>
            <a:endParaRPr lang="ko-KR" sz="2000" dirty="0"/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688A66F6-AC5C-1C8C-6FA9-98D6C969E667}"/>
              </a:ext>
            </a:extLst>
          </p:cNvPr>
          <p:cNvGrpSpPr/>
          <p:nvPr/>
        </p:nvGrpSpPr>
        <p:grpSpPr>
          <a:xfrm>
            <a:off x="2133601" y="3467100"/>
            <a:ext cx="13847542" cy="2073998"/>
            <a:chOff x="414978" y="1262742"/>
            <a:chExt cx="9176891" cy="1658841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A00D0129-3316-2E8A-6D93-420BD396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789"/>
            <a:stretch>
              <a:fillRect/>
            </a:stretch>
          </p:blipFill>
          <p:spPr>
            <a:xfrm>
              <a:off x="414978" y="1262742"/>
              <a:ext cx="9176891" cy="1658841"/>
            </a:xfrm>
            <a:prstGeom prst="rect">
              <a:avLst/>
            </a:prstGeom>
          </p:spPr>
        </p:pic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6F1E3C3-E1B4-C06E-CD56-6F7327083CD7}"/>
                </a:ext>
              </a:extLst>
            </p:cNvPr>
            <p:cNvSpPr/>
            <p:nvPr/>
          </p:nvSpPr>
          <p:spPr>
            <a:xfrm>
              <a:off x="2513337" y="1277499"/>
              <a:ext cx="1678381" cy="1589726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159757A5-AE7F-F95E-19AA-15619A5FF38D}"/>
                </a:ext>
              </a:extLst>
            </p:cNvPr>
            <p:cNvSpPr/>
            <p:nvPr/>
          </p:nvSpPr>
          <p:spPr>
            <a:xfrm>
              <a:off x="7645401" y="1472242"/>
              <a:ext cx="1946468" cy="1380227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7" name="그림 336">
              <a:extLst>
                <a:ext uri="{FF2B5EF4-FFF2-40B4-BE49-F238E27FC236}">
                  <a16:creationId xmlns:a16="http://schemas.microsoft.com/office/drawing/2014/main" id="{C29CC0CA-2694-4FFF-7062-A3F06B14D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5876" y="2549525"/>
              <a:ext cx="800099" cy="152131"/>
            </a:xfrm>
            <a:prstGeom prst="rect">
              <a:avLst/>
            </a:prstGeom>
          </p:spPr>
        </p:pic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A2BAA47C-1492-E120-D585-3E3A41D6105E}"/>
                </a:ext>
              </a:extLst>
            </p:cNvPr>
            <p:cNvSpPr/>
            <p:nvPr/>
          </p:nvSpPr>
          <p:spPr>
            <a:xfrm>
              <a:off x="628651" y="1695449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9" name="직선 화살표 연결선 338">
              <a:extLst>
                <a:ext uri="{FF2B5EF4-FFF2-40B4-BE49-F238E27FC236}">
                  <a16:creationId xmlns:a16="http://schemas.microsoft.com/office/drawing/2014/main" id="{187CE4A7-22A7-9BEE-7044-715D24F22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1" y="1614485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61E4D453-2E68-2D4F-8599-19CC0E2FB0A8}"/>
                </a:ext>
              </a:extLst>
            </p:cNvPr>
            <p:cNvSpPr/>
            <p:nvPr/>
          </p:nvSpPr>
          <p:spPr>
            <a:xfrm>
              <a:off x="5917025" y="206141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46A622FC-67EE-56A2-C09B-3650E6770564}"/>
                </a:ext>
              </a:extLst>
            </p:cNvPr>
            <p:cNvGrpSpPr/>
            <p:nvPr/>
          </p:nvGrpSpPr>
          <p:grpSpPr>
            <a:xfrm>
              <a:off x="2300004" y="1313794"/>
              <a:ext cx="1905684" cy="1207021"/>
              <a:chOff x="11589132" y="3712464"/>
              <a:chExt cx="2606040" cy="1653024"/>
            </a:xfrm>
          </p:grpSpPr>
          <p:sp>
            <p:nvSpPr>
              <p:cNvPr id="380" name="행0 라벨">
                <a:extLst>
                  <a:ext uri="{FF2B5EF4-FFF2-40B4-BE49-F238E27FC236}">
                    <a16:creationId xmlns:a16="http://schemas.microsoft.com/office/drawing/2014/main" id="{C80FCD46-FA5D-187B-FFA4-214B0AE1B183}"/>
                  </a:ext>
                </a:extLst>
              </p:cNvPr>
              <p:cNvSpPr txBox="1"/>
              <p:nvPr/>
            </p:nvSpPr>
            <p:spPr>
              <a:xfrm>
                <a:off x="1158913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0</a:t>
                </a:r>
              </a:p>
            </p:txBody>
          </p:sp>
          <p:grpSp>
            <p:nvGrpSpPr>
              <p:cNvPr id="381" name="행0 FND">
                <a:extLst>
                  <a:ext uri="{FF2B5EF4-FFF2-40B4-BE49-F238E27FC236}">
                    <a16:creationId xmlns:a16="http://schemas.microsoft.com/office/drawing/2014/main" id="{081C5219-2CCC-7AF1-BF97-84C142FEA37F}"/>
                  </a:ext>
                </a:extLst>
              </p:cNvPr>
              <p:cNvGrpSpPr/>
              <p:nvPr/>
            </p:nvGrpSpPr>
            <p:grpSpPr>
              <a:xfrm>
                <a:off x="11841480" y="4133088"/>
                <a:ext cx="2240280" cy="830064"/>
                <a:chOff x="11841480" y="4133088"/>
                <a:chExt cx="2240280" cy="830064"/>
              </a:xfrm>
            </p:grpSpPr>
            <p:sp>
              <p:nvSpPr>
                <p:cNvPr id="386" name="FND 바탕">
                  <a:extLst>
                    <a:ext uri="{FF2B5EF4-FFF2-40B4-BE49-F238E27FC236}">
                      <a16:creationId xmlns:a16="http://schemas.microsoft.com/office/drawing/2014/main" id="{72E194AF-2D17-98C9-62C4-DEE0280ECD24}"/>
                    </a:ext>
                  </a:extLst>
                </p:cNvPr>
                <p:cNvSpPr/>
                <p:nvPr/>
              </p:nvSpPr>
              <p:spPr>
                <a:xfrm>
                  <a:off x="1184148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7" name="seg">
                  <a:extLst>
                    <a:ext uri="{FF2B5EF4-FFF2-40B4-BE49-F238E27FC236}">
                      <a16:creationId xmlns:a16="http://schemas.microsoft.com/office/drawing/2014/main" id="{849C8D00-EBAB-A798-C939-5A1FBA253EBF}"/>
                    </a:ext>
                  </a:extLst>
                </p:cNvPr>
                <p:cNvSpPr/>
                <p:nvPr/>
              </p:nvSpPr>
              <p:spPr>
                <a:xfrm>
                  <a:off x="1215119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8" name="seg">
                  <a:extLst>
                    <a:ext uri="{FF2B5EF4-FFF2-40B4-BE49-F238E27FC236}">
                      <a16:creationId xmlns:a16="http://schemas.microsoft.com/office/drawing/2014/main" id="{9149FC62-2681-67AD-507E-14995B8D7E80}"/>
                    </a:ext>
                  </a:extLst>
                </p:cNvPr>
                <p:cNvSpPr/>
                <p:nvPr/>
              </p:nvSpPr>
              <p:spPr>
                <a:xfrm>
                  <a:off x="1215119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9" name="seg">
                  <a:extLst>
                    <a:ext uri="{FF2B5EF4-FFF2-40B4-BE49-F238E27FC236}">
                      <a16:creationId xmlns:a16="http://schemas.microsoft.com/office/drawing/2014/main" id="{D1E5DB21-009D-0C82-BF23-8EECA48ABC97}"/>
                    </a:ext>
                  </a:extLst>
                </p:cNvPr>
                <p:cNvSpPr/>
                <p:nvPr/>
              </p:nvSpPr>
              <p:spPr>
                <a:xfrm>
                  <a:off x="1215119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0" name="seg">
                  <a:extLst>
                    <a:ext uri="{FF2B5EF4-FFF2-40B4-BE49-F238E27FC236}">
                      <a16:creationId xmlns:a16="http://schemas.microsoft.com/office/drawing/2014/main" id="{3C1BE16F-0538-E3E5-8AB5-68E7908980DF}"/>
                    </a:ext>
                  </a:extLst>
                </p:cNvPr>
                <p:cNvSpPr/>
                <p:nvPr/>
              </p:nvSpPr>
              <p:spPr>
                <a:xfrm>
                  <a:off x="120824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1" name="seg">
                  <a:extLst>
                    <a:ext uri="{FF2B5EF4-FFF2-40B4-BE49-F238E27FC236}">
                      <a16:creationId xmlns:a16="http://schemas.microsoft.com/office/drawing/2014/main" id="{9A7AB92C-DC35-42F4-29DB-22183A884268}"/>
                    </a:ext>
                  </a:extLst>
                </p:cNvPr>
                <p:cNvSpPr/>
                <p:nvPr/>
              </p:nvSpPr>
              <p:spPr>
                <a:xfrm>
                  <a:off x="123814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2" name="seg">
                  <a:extLst>
                    <a:ext uri="{FF2B5EF4-FFF2-40B4-BE49-F238E27FC236}">
                      <a16:creationId xmlns:a16="http://schemas.microsoft.com/office/drawing/2014/main" id="{0550633D-296D-EC0D-0CBB-82134C8EB658}"/>
                    </a:ext>
                  </a:extLst>
                </p:cNvPr>
                <p:cNvSpPr/>
                <p:nvPr/>
              </p:nvSpPr>
              <p:spPr>
                <a:xfrm>
                  <a:off x="1208246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3" name="seg">
                  <a:extLst>
                    <a:ext uri="{FF2B5EF4-FFF2-40B4-BE49-F238E27FC236}">
                      <a16:creationId xmlns:a16="http://schemas.microsoft.com/office/drawing/2014/main" id="{018A0927-D948-DCDD-D518-AF1ACB85D6A9}"/>
                    </a:ext>
                  </a:extLst>
                </p:cNvPr>
                <p:cNvSpPr/>
                <p:nvPr/>
              </p:nvSpPr>
              <p:spPr>
                <a:xfrm>
                  <a:off x="1238146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4" name="seg">
                  <a:extLst>
                    <a:ext uri="{FF2B5EF4-FFF2-40B4-BE49-F238E27FC236}">
                      <a16:creationId xmlns:a16="http://schemas.microsoft.com/office/drawing/2014/main" id="{2020A911-FB7C-C31C-E6C7-0A825D66D225}"/>
                    </a:ext>
                  </a:extLst>
                </p:cNvPr>
                <p:cNvSpPr/>
                <p:nvPr/>
              </p:nvSpPr>
              <p:spPr>
                <a:xfrm>
                  <a:off x="1257961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5" name="seg">
                  <a:extLst>
                    <a:ext uri="{FF2B5EF4-FFF2-40B4-BE49-F238E27FC236}">
                      <a16:creationId xmlns:a16="http://schemas.microsoft.com/office/drawing/2014/main" id="{7EA04100-8B66-C86C-D33B-A858C2277D10}"/>
                    </a:ext>
                  </a:extLst>
                </p:cNvPr>
                <p:cNvSpPr/>
                <p:nvPr/>
              </p:nvSpPr>
              <p:spPr>
                <a:xfrm>
                  <a:off x="1257961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6" name="seg">
                  <a:extLst>
                    <a:ext uri="{FF2B5EF4-FFF2-40B4-BE49-F238E27FC236}">
                      <a16:creationId xmlns:a16="http://schemas.microsoft.com/office/drawing/2014/main" id="{74750C54-02E5-5517-0869-2D9830D7487E}"/>
                    </a:ext>
                  </a:extLst>
                </p:cNvPr>
                <p:cNvSpPr/>
                <p:nvPr/>
              </p:nvSpPr>
              <p:spPr>
                <a:xfrm>
                  <a:off x="1257961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7" name="seg">
                  <a:extLst>
                    <a:ext uri="{FF2B5EF4-FFF2-40B4-BE49-F238E27FC236}">
                      <a16:creationId xmlns:a16="http://schemas.microsoft.com/office/drawing/2014/main" id="{B1239A2F-5D4C-D28A-598F-58BFF88E6D80}"/>
                    </a:ext>
                  </a:extLst>
                </p:cNvPr>
                <p:cNvSpPr/>
                <p:nvPr/>
              </p:nvSpPr>
              <p:spPr>
                <a:xfrm>
                  <a:off x="1251088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8" name="seg">
                  <a:extLst>
                    <a:ext uri="{FF2B5EF4-FFF2-40B4-BE49-F238E27FC236}">
                      <a16:creationId xmlns:a16="http://schemas.microsoft.com/office/drawing/2014/main" id="{96537264-295D-C6DE-12B1-E6F05A370445}"/>
                    </a:ext>
                  </a:extLst>
                </p:cNvPr>
                <p:cNvSpPr/>
                <p:nvPr/>
              </p:nvSpPr>
              <p:spPr>
                <a:xfrm>
                  <a:off x="1280988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9" name="seg">
                  <a:extLst>
                    <a:ext uri="{FF2B5EF4-FFF2-40B4-BE49-F238E27FC236}">
                      <a16:creationId xmlns:a16="http://schemas.microsoft.com/office/drawing/2014/main" id="{58AFFCF1-F29C-B8D8-42F6-AC319104CAA0}"/>
                    </a:ext>
                  </a:extLst>
                </p:cNvPr>
                <p:cNvSpPr/>
                <p:nvPr/>
              </p:nvSpPr>
              <p:spPr>
                <a:xfrm>
                  <a:off x="1251088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0" name="seg">
                  <a:extLst>
                    <a:ext uri="{FF2B5EF4-FFF2-40B4-BE49-F238E27FC236}">
                      <a16:creationId xmlns:a16="http://schemas.microsoft.com/office/drawing/2014/main" id="{E62CCAE8-9094-4F71-B28D-0E96A7D6F0CB}"/>
                    </a:ext>
                  </a:extLst>
                </p:cNvPr>
                <p:cNvSpPr/>
                <p:nvPr/>
              </p:nvSpPr>
              <p:spPr>
                <a:xfrm>
                  <a:off x="1280988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1" name="seg">
                  <a:extLst>
                    <a:ext uri="{FF2B5EF4-FFF2-40B4-BE49-F238E27FC236}">
                      <a16:creationId xmlns:a16="http://schemas.microsoft.com/office/drawing/2014/main" id="{8A27E52D-63EA-DC8E-3972-1839DB5C719D}"/>
                    </a:ext>
                  </a:extLst>
                </p:cNvPr>
                <p:cNvSpPr/>
                <p:nvPr/>
              </p:nvSpPr>
              <p:spPr>
                <a:xfrm>
                  <a:off x="1312406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2" name="seg">
                  <a:extLst>
                    <a:ext uri="{FF2B5EF4-FFF2-40B4-BE49-F238E27FC236}">
                      <a16:creationId xmlns:a16="http://schemas.microsoft.com/office/drawing/2014/main" id="{F612C72C-8EF8-02A2-9FF1-26B9902AC1ED}"/>
                    </a:ext>
                  </a:extLst>
                </p:cNvPr>
                <p:cNvSpPr/>
                <p:nvPr/>
              </p:nvSpPr>
              <p:spPr>
                <a:xfrm>
                  <a:off x="1312406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3" name="seg">
                  <a:extLst>
                    <a:ext uri="{FF2B5EF4-FFF2-40B4-BE49-F238E27FC236}">
                      <a16:creationId xmlns:a16="http://schemas.microsoft.com/office/drawing/2014/main" id="{4580C1D1-C125-3451-4D4D-A68B9134C4D4}"/>
                    </a:ext>
                  </a:extLst>
                </p:cNvPr>
                <p:cNvSpPr/>
                <p:nvPr/>
              </p:nvSpPr>
              <p:spPr>
                <a:xfrm>
                  <a:off x="1312406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4" name="seg">
                  <a:extLst>
                    <a:ext uri="{FF2B5EF4-FFF2-40B4-BE49-F238E27FC236}">
                      <a16:creationId xmlns:a16="http://schemas.microsoft.com/office/drawing/2014/main" id="{A8A56DA6-9111-56E9-F734-730051600714}"/>
                    </a:ext>
                  </a:extLst>
                </p:cNvPr>
                <p:cNvSpPr/>
                <p:nvPr/>
              </p:nvSpPr>
              <p:spPr>
                <a:xfrm>
                  <a:off x="130553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5" name="seg">
                  <a:extLst>
                    <a:ext uri="{FF2B5EF4-FFF2-40B4-BE49-F238E27FC236}">
                      <a16:creationId xmlns:a16="http://schemas.microsoft.com/office/drawing/2014/main" id="{46B5B536-A822-C0B7-F590-7805201CF622}"/>
                    </a:ext>
                  </a:extLst>
                </p:cNvPr>
                <p:cNvSpPr/>
                <p:nvPr/>
              </p:nvSpPr>
              <p:spPr>
                <a:xfrm>
                  <a:off x="1335433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6" name="seg">
                  <a:extLst>
                    <a:ext uri="{FF2B5EF4-FFF2-40B4-BE49-F238E27FC236}">
                      <a16:creationId xmlns:a16="http://schemas.microsoft.com/office/drawing/2014/main" id="{38189ED9-6A9C-6D46-D5ED-C4220DA3A8DE}"/>
                    </a:ext>
                  </a:extLst>
                </p:cNvPr>
                <p:cNvSpPr/>
                <p:nvPr/>
              </p:nvSpPr>
              <p:spPr>
                <a:xfrm>
                  <a:off x="130553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7" name="seg">
                  <a:extLst>
                    <a:ext uri="{FF2B5EF4-FFF2-40B4-BE49-F238E27FC236}">
                      <a16:creationId xmlns:a16="http://schemas.microsoft.com/office/drawing/2014/main" id="{9C414BA0-615F-9E02-F5DA-675BAA0D8FB3}"/>
                    </a:ext>
                  </a:extLst>
                </p:cNvPr>
                <p:cNvSpPr/>
                <p:nvPr/>
              </p:nvSpPr>
              <p:spPr>
                <a:xfrm>
                  <a:off x="1335433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8" name="seg">
                  <a:extLst>
                    <a:ext uri="{FF2B5EF4-FFF2-40B4-BE49-F238E27FC236}">
                      <a16:creationId xmlns:a16="http://schemas.microsoft.com/office/drawing/2014/main" id="{540ED020-9A4A-CACD-1E4E-61A8610A0601}"/>
                    </a:ext>
                  </a:extLst>
                </p:cNvPr>
                <p:cNvSpPr/>
                <p:nvPr/>
              </p:nvSpPr>
              <p:spPr>
                <a:xfrm>
                  <a:off x="1355248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9" name="seg">
                  <a:extLst>
                    <a:ext uri="{FF2B5EF4-FFF2-40B4-BE49-F238E27FC236}">
                      <a16:creationId xmlns:a16="http://schemas.microsoft.com/office/drawing/2014/main" id="{BE7F9696-6C9D-CCE1-BC50-38D196D87BBF}"/>
                    </a:ext>
                  </a:extLst>
                </p:cNvPr>
                <p:cNvSpPr/>
                <p:nvPr/>
              </p:nvSpPr>
              <p:spPr>
                <a:xfrm>
                  <a:off x="1355248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0" name="seg">
                  <a:extLst>
                    <a:ext uri="{FF2B5EF4-FFF2-40B4-BE49-F238E27FC236}">
                      <a16:creationId xmlns:a16="http://schemas.microsoft.com/office/drawing/2014/main" id="{1D8F773A-4483-EBAA-AE55-8CAA44A19D78}"/>
                    </a:ext>
                  </a:extLst>
                </p:cNvPr>
                <p:cNvSpPr/>
                <p:nvPr/>
              </p:nvSpPr>
              <p:spPr>
                <a:xfrm>
                  <a:off x="1355248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1" name="seg">
                  <a:extLst>
                    <a:ext uri="{FF2B5EF4-FFF2-40B4-BE49-F238E27FC236}">
                      <a16:creationId xmlns:a16="http://schemas.microsoft.com/office/drawing/2014/main" id="{221693E2-C3C6-1904-88D9-33D9B7C08E98}"/>
                    </a:ext>
                  </a:extLst>
                </p:cNvPr>
                <p:cNvSpPr/>
                <p:nvPr/>
              </p:nvSpPr>
              <p:spPr>
                <a:xfrm>
                  <a:off x="13483757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2" name="seg">
                  <a:extLst>
                    <a:ext uri="{FF2B5EF4-FFF2-40B4-BE49-F238E27FC236}">
                      <a16:creationId xmlns:a16="http://schemas.microsoft.com/office/drawing/2014/main" id="{AB3791A2-2D4E-AAB7-B159-B04B5F74FBD1}"/>
                    </a:ext>
                  </a:extLst>
                </p:cNvPr>
                <p:cNvSpPr/>
                <p:nvPr/>
              </p:nvSpPr>
              <p:spPr>
                <a:xfrm>
                  <a:off x="1378275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3" name="seg">
                  <a:extLst>
                    <a:ext uri="{FF2B5EF4-FFF2-40B4-BE49-F238E27FC236}">
                      <a16:creationId xmlns:a16="http://schemas.microsoft.com/office/drawing/2014/main" id="{B058805D-D7F5-C88C-5D2E-F6D17E2A81FE}"/>
                    </a:ext>
                  </a:extLst>
                </p:cNvPr>
                <p:cNvSpPr/>
                <p:nvPr/>
              </p:nvSpPr>
              <p:spPr>
                <a:xfrm>
                  <a:off x="1348375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4" name="seg">
                  <a:extLst>
                    <a:ext uri="{FF2B5EF4-FFF2-40B4-BE49-F238E27FC236}">
                      <a16:creationId xmlns:a16="http://schemas.microsoft.com/office/drawing/2014/main" id="{C719E506-2F4E-7663-7A08-0AB472C07B8B}"/>
                    </a:ext>
                  </a:extLst>
                </p:cNvPr>
                <p:cNvSpPr/>
                <p:nvPr/>
              </p:nvSpPr>
              <p:spPr>
                <a:xfrm>
                  <a:off x="1378275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5" name="dot">
                  <a:extLst>
                    <a:ext uri="{FF2B5EF4-FFF2-40B4-BE49-F238E27FC236}">
                      <a16:creationId xmlns:a16="http://schemas.microsoft.com/office/drawing/2014/main" id="{8095FA3C-6AD2-46B4-DD05-EAF790E920F4}"/>
                    </a:ext>
                  </a:extLst>
                </p:cNvPr>
                <p:cNvSpPr/>
                <p:nvPr/>
              </p:nvSpPr>
              <p:spPr>
                <a:xfrm>
                  <a:off x="12943769" y="4775718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6" name="커서 자리">
                  <a:extLst>
                    <a:ext uri="{FF2B5EF4-FFF2-40B4-BE49-F238E27FC236}">
                      <a16:creationId xmlns:a16="http://schemas.microsoft.com/office/drawing/2014/main" id="{EC0C7E31-449D-F74E-49D0-6BC0045BB1F0}"/>
                    </a:ext>
                  </a:extLst>
                </p:cNvPr>
                <p:cNvSpPr/>
                <p:nvPr/>
              </p:nvSpPr>
              <p:spPr>
                <a:xfrm>
                  <a:off x="1343020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82" name="행0 fnd_num">
                <a:extLst>
                  <a:ext uri="{FF2B5EF4-FFF2-40B4-BE49-F238E27FC236}">
                    <a16:creationId xmlns:a16="http://schemas.microsoft.com/office/drawing/2014/main" id="{911E147C-D72D-F1B6-B3F8-FD6AF8DB5C59}"/>
                  </a:ext>
                </a:extLst>
              </p:cNvPr>
              <p:cNvSpPr/>
              <p:nvPr/>
            </p:nvSpPr>
            <p:spPr>
              <a:xfrm>
                <a:off x="120689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83" name="행0 fnd_num">
                <a:extLst>
                  <a:ext uri="{FF2B5EF4-FFF2-40B4-BE49-F238E27FC236}">
                    <a16:creationId xmlns:a16="http://schemas.microsoft.com/office/drawing/2014/main" id="{4EF58BBB-26E5-0C3B-244E-7E976F3B0E1A}"/>
                  </a:ext>
                </a:extLst>
              </p:cNvPr>
              <p:cNvSpPr/>
              <p:nvPr/>
            </p:nvSpPr>
            <p:spPr>
              <a:xfrm>
                <a:off x="1249737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84" name="행0 fnd_num">
                <a:extLst>
                  <a:ext uri="{FF2B5EF4-FFF2-40B4-BE49-F238E27FC236}">
                    <a16:creationId xmlns:a16="http://schemas.microsoft.com/office/drawing/2014/main" id="{5076B4B0-A912-507E-E36F-C6195D569FFA}"/>
                  </a:ext>
                </a:extLst>
              </p:cNvPr>
              <p:cNvSpPr/>
              <p:nvPr/>
            </p:nvSpPr>
            <p:spPr>
              <a:xfrm>
                <a:off x="130418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85" name="행0 fnd_num">
                <a:extLst>
                  <a:ext uri="{FF2B5EF4-FFF2-40B4-BE49-F238E27FC236}">
                    <a16:creationId xmlns:a16="http://schemas.microsoft.com/office/drawing/2014/main" id="{B9040295-49CC-31A1-A2A6-8115B2835533}"/>
                  </a:ext>
                </a:extLst>
              </p:cNvPr>
              <p:cNvSpPr/>
              <p:nvPr/>
            </p:nvSpPr>
            <p:spPr>
              <a:xfrm>
                <a:off x="1347024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45B47C93-B2E4-5453-7437-E90642C4C25D}"/>
                </a:ext>
              </a:extLst>
            </p:cNvPr>
            <p:cNvGrpSpPr/>
            <p:nvPr/>
          </p:nvGrpSpPr>
          <p:grpSpPr>
            <a:xfrm>
              <a:off x="7616314" y="1302623"/>
              <a:ext cx="1905684" cy="1207021"/>
              <a:chOff x="14465592" y="3712464"/>
              <a:chExt cx="2606040" cy="1653024"/>
            </a:xfrm>
          </p:grpSpPr>
          <p:sp>
            <p:nvSpPr>
              <p:cNvPr id="343" name="행0 라벨">
                <a:extLst>
                  <a:ext uri="{FF2B5EF4-FFF2-40B4-BE49-F238E27FC236}">
                    <a16:creationId xmlns:a16="http://schemas.microsoft.com/office/drawing/2014/main" id="{60470CE6-44F3-175A-91BF-EF0ACA8FE327}"/>
                  </a:ext>
                </a:extLst>
              </p:cNvPr>
              <p:cNvSpPr txBox="1"/>
              <p:nvPr/>
            </p:nvSpPr>
            <p:spPr>
              <a:xfrm>
                <a:off x="1446559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_off 1</a:t>
                </a:r>
              </a:p>
            </p:txBody>
          </p:sp>
          <p:grpSp>
            <p:nvGrpSpPr>
              <p:cNvPr id="344" name="행0 FND">
                <a:extLst>
                  <a:ext uri="{FF2B5EF4-FFF2-40B4-BE49-F238E27FC236}">
                    <a16:creationId xmlns:a16="http://schemas.microsoft.com/office/drawing/2014/main" id="{4B7BC086-CA89-5177-B0D4-8BC0338D1BFB}"/>
                  </a:ext>
                </a:extLst>
              </p:cNvPr>
              <p:cNvGrpSpPr/>
              <p:nvPr/>
            </p:nvGrpSpPr>
            <p:grpSpPr>
              <a:xfrm>
                <a:off x="14767560" y="4133088"/>
                <a:ext cx="2240280" cy="830064"/>
                <a:chOff x="14767560" y="4133088"/>
                <a:chExt cx="2240280" cy="830064"/>
              </a:xfrm>
            </p:grpSpPr>
            <p:sp>
              <p:nvSpPr>
                <p:cNvPr id="349" name="FND 바탕">
                  <a:extLst>
                    <a:ext uri="{FF2B5EF4-FFF2-40B4-BE49-F238E27FC236}">
                      <a16:creationId xmlns:a16="http://schemas.microsoft.com/office/drawing/2014/main" id="{E8C2ADA2-D9B8-C1F6-A7B0-C6CFCC912554}"/>
                    </a:ext>
                  </a:extLst>
                </p:cNvPr>
                <p:cNvSpPr/>
                <p:nvPr/>
              </p:nvSpPr>
              <p:spPr>
                <a:xfrm>
                  <a:off x="1476756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0" name="seg">
                  <a:extLst>
                    <a:ext uri="{FF2B5EF4-FFF2-40B4-BE49-F238E27FC236}">
                      <a16:creationId xmlns:a16="http://schemas.microsoft.com/office/drawing/2014/main" id="{ED6E977A-931C-57F4-D1A7-43B2998C36FB}"/>
                    </a:ext>
                  </a:extLst>
                </p:cNvPr>
                <p:cNvSpPr/>
                <p:nvPr/>
              </p:nvSpPr>
              <p:spPr>
                <a:xfrm>
                  <a:off x="1507727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1" name="seg">
                  <a:extLst>
                    <a:ext uri="{FF2B5EF4-FFF2-40B4-BE49-F238E27FC236}">
                      <a16:creationId xmlns:a16="http://schemas.microsoft.com/office/drawing/2014/main" id="{BC7D5A75-E8A2-A909-0892-8678A80EC81D}"/>
                    </a:ext>
                  </a:extLst>
                </p:cNvPr>
                <p:cNvSpPr/>
                <p:nvPr/>
              </p:nvSpPr>
              <p:spPr>
                <a:xfrm>
                  <a:off x="1507727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2" name="seg">
                  <a:extLst>
                    <a:ext uri="{FF2B5EF4-FFF2-40B4-BE49-F238E27FC236}">
                      <a16:creationId xmlns:a16="http://schemas.microsoft.com/office/drawing/2014/main" id="{EE5F14FE-DD90-0B0E-4111-1F51DEEB5434}"/>
                    </a:ext>
                  </a:extLst>
                </p:cNvPr>
                <p:cNvSpPr/>
                <p:nvPr/>
              </p:nvSpPr>
              <p:spPr>
                <a:xfrm>
                  <a:off x="1507727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3" name="seg">
                  <a:extLst>
                    <a:ext uri="{FF2B5EF4-FFF2-40B4-BE49-F238E27FC236}">
                      <a16:creationId xmlns:a16="http://schemas.microsoft.com/office/drawing/2014/main" id="{5CB64D7B-1347-A86C-4818-AB65485FD891}"/>
                    </a:ext>
                  </a:extLst>
                </p:cNvPr>
                <p:cNvSpPr/>
                <p:nvPr/>
              </p:nvSpPr>
              <p:spPr>
                <a:xfrm>
                  <a:off x="1500854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4" name="seg">
                  <a:extLst>
                    <a:ext uri="{FF2B5EF4-FFF2-40B4-BE49-F238E27FC236}">
                      <a16:creationId xmlns:a16="http://schemas.microsoft.com/office/drawing/2014/main" id="{16514BD1-BCC8-F8FE-D3D7-306ED58C582F}"/>
                    </a:ext>
                  </a:extLst>
                </p:cNvPr>
                <p:cNvSpPr/>
                <p:nvPr/>
              </p:nvSpPr>
              <p:spPr>
                <a:xfrm>
                  <a:off x="1530754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5" name="seg">
                  <a:extLst>
                    <a:ext uri="{FF2B5EF4-FFF2-40B4-BE49-F238E27FC236}">
                      <a16:creationId xmlns:a16="http://schemas.microsoft.com/office/drawing/2014/main" id="{BF7A55AE-E68F-000E-0AE8-00FB57BCF4C1}"/>
                    </a:ext>
                  </a:extLst>
                </p:cNvPr>
                <p:cNvSpPr/>
                <p:nvPr/>
              </p:nvSpPr>
              <p:spPr>
                <a:xfrm>
                  <a:off x="1500854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6" name="seg">
                  <a:extLst>
                    <a:ext uri="{FF2B5EF4-FFF2-40B4-BE49-F238E27FC236}">
                      <a16:creationId xmlns:a16="http://schemas.microsoft.com/office/drawing/2014/main" id="{A5AF8EF9-65CD-2FB8-E54B-2EBCA2085F36}"/>
                    </a:ext>
                  </a:extLst>
                </p:cNvPr>
                <p:cNvSpPr/>
                <p:nvPr/>
              </p:nvSpPr>
              <p:spPr>
                <a:xfrm>
                  <a:off x="1530754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7" name="seg">
                  <a:extLst>
                    <a:ext uri="{FF2B5EF4-FFF2-40B4-BE49-F238E27FC236}">
                      <a16:creationId xmlns:a16="http://schemas.microsoft.com/office/drawing/2014/main" id="{F3BF2E6B-5A13-EB6E-9D60-6C3F87F00FF7}"/>
                    </a:ext>
                  </a:extLst>
                </p:cNvPr>
                <p:cNvSpPr/>
                <p:nvPr/>
              </p:nvSpPr>
              <p:spPr>
                <a:xfrm>
                  <a:off x="1550569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8" name="seg">
                  <a:extLst>
                    <a:ext uri="{FF2B5EF4-FFF2-40B4-BE49-F238E27FC236}">
                      <a16:creationId xmlns:a16="http://schemas.microsoft.com/office/drawing/2014/main" id="{936BA65C-4B84-511C-44A3-62F112FA0BF9}"/>
                    </a:ext>
                  </a:extLst>
                </p:cNvPr>
                <p:cNvSpPr/>
                <p:nvPr/>
              </p:nvSpPr>
              <p:spPr>
                <a:xfrm>
                  <a:off x="1550569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9" name="seg">
                  <a:extLst>
                    <a:ext uri="{FF2B5EF4-FFF2-40B4-BE49-F238E27FC236}">
                      <a16:creationId xmlns:a16="http://schemas.microsoft.com/office/drawing/2014/main" id="{99958E8B-5A97-0B40-33DE-8A02A10254CE}"/>
                    </a:ext>
                  </a:extLst>
                </p:cNvPr>
                <p:cNvSpPr/>
                <p:nvPr/>
              </p:nvSpPr>
              <p:spPr>
                <a:xfrm>
                  <a:off x="1550569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0" name="seg">
                  <a:extLst>
                    <a:ext uri="{FF2B5EF4-FFF2-40B4-BE49-F238E27FC236}">
                      <a16:creationId xmlns:a16="http://schemas.microsoft.com/office/drawing/2014/main" id="{7847B86D-C212-8DCC-58B9-FFD2A9A8DAC1}"/>
                    </a:ext>
                  </a:extLst>
                </p:cNvPr>
                <p:cNvSpPr/>
                <p:nvPr/>
              </p:nvSpPr>
              <p:spPr>
                <a:xfrm>
                  <a:off x="154369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1" name="seg">
                  <a:extLst>
                    <a:ext uri="{FF2B5EF4-FFF2-40B4-BE49-F238E27FC236}">
                      <a16:creationId xmlns:a16="http://schemas.microsoft.com/office/drawing/2014/main" id="{87C9C538-DB4A-5B35-3E02-15991E08128A}"/>
                    </a:ext>
                  </a:extLst>
                </p:cNvPr>
                <p:cNvSpPr/>
                <p:nvPr/>
              </p:nvSpPr>
              <p:spPr>
                <a:xfrm>
                  <a:off x="157359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2" name="seg">
                  <a:extLst>
                    <a:ext uri="{FF2B5EF4-FFF2-40B4-BE49-F238E27FC236}">
                      <a16:creationId xmlns:a16="http://schemas.microsoft.com/office/drawing/2014/main" id="{DA2F613C-9FF6-BFFF-D88F-CEED37699C7A}"/>
                    </a:ext>
                  </a:extLst>
                </p:cNvPr>
                <p:cNvSpPr/>
                <p:nvPr/>
              </p:nvSpPr>
              <p:spPr>
                <a:xfrm>
                  <a:off x="1543696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3" name="seg">
                  <a:extLst>
                    <a:ext uri="{FF2B5EF4-FFF2-40B4-BE49-F238E27FC236}">
                      <a16:creationId xmlns:a16="http://schemas.microsoft.com/office/drawing/2014/main" id="{E9BDAEBB-E669-8E14-504A-763953364AD6}"/>
                    </a:ext>
                  </a:extLst>
                </p:cNvPr>
                <p:cNvSpPr/>
                <p:nvPr/>
              </p:nvSpPr>
              <p:spPr>
                <a:xfrm>
                  <a:off x="1573596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4" name="seg">
                  <a:extLst>
                    <a:ext uri="{FF2B5EF4-FFF2-40B4-BE49-F238E27FC236}">
                      <a16:creationId xmlns:a16="http://schemas.microsoft.com/office/drawing/2014/main" id="{F320AD0E-D4CC-469E-FB47-C7713D3062E0}"/>
                    </a:ext>
                  </a:extLst>
                </p:cNvPr>
                <p:cNvSpPr/>
                <p:nvPr/>
              </p:nvSpPr>
              <p:spPr>
                <a:xfrm>
                  <a:off x="1605014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5" name="seg">
                  <a:extLst>
                    <a:ext uri="{FF2B5EF4-FFF2-40B4-BE49-F238E27FC236}">
                      <a16:creationId xmlns:a16="http://schemas.microsoft.com/office/drawing/2014/main" id="{71C9A852-518C-6658-5517-0A1AC074278B}"/>
                    </a:ext>
                  </a:extLst>
                </p:cNvPr>
                <p:cNvSpPr/>
                <p:nvPr/>
              </p:nvSpPr>
              <p:spPr>
                <a:xfrm>
                  <a:off x="1605014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6" name="seg">
                  <a:extLst>
                    <a:ext uri="{FF2B5EF4-FFF2-40B4-BE49-F238E27FC236}">
                      <a16:creationId xmlns:a16="http://schemas.microsoft.com/office/drawing/2014/main" id="{2B4E8410-2CA9-4A09-9715-E412E8860022}"/>
                    </a:ext>
                  </a:extLst>
                </p:cNvPr>
                <p:cNvSpPr/>
                <p:nvPr/>
              </p:nvSpPr>
              <p:spPr>
                <a:xfrm>
                  <a:off x="1605014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7" name="seg">
                  <a:extLst>
                    <a:ext uri="{FF2B5EF4-FFF2-40B4-BE49-F238E27FC236}">
                      <a16:creationId xmlns:a16="http://schemas.microsoft.com/office/drawing/2014/main" id="{EE3766D0-8FDB-B2B0-DE57-C6BCFEC9B85E}"/>
                    </a:ext>
                  </a:extLst>
                </p:cNvPr>
                <p:cNvSpPr/>
                <p:nvPr/>
              </p:nvSpPr>
              <p:spPr>
                <a:xfrm>
                  <a:off x="1598141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8" name="seg">
                  <a:extLst>
                    <a:ext uri="{FF2B5EF4-FFF2-40B4-BE49-F238E27FC236}">
                      <a16:creationId xmlns:a16="http://schemas.microsoft.com/office/drawing/2014/main" id="{C676ADD1-835D-AB0C-4430-70392F3F0D2E}"/>
                    </a:ext>
                  </a:extLst>
                </p:cNvPr>
                <p:cNvSpPr/>
                <p:nvPr/>
              </p:nvSpPr>
              <p:spPr>
                <a:xfrm>
                  <a:off x="1628041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9" name="seg">
                  <a:extLst>
                    <a:ext uri="{FF2B5EF4-FFF2-40B4-BE49-F238E27FC236}">
                      <a16:creationId xmlns:a16="http://schemas.microsoft.com/office/drawing/2014/main" id="{A0EF5075-73DA-CEBF-2F03-5702DCBD7084}"/>
                    </a:ext>
                  </a:extLst>
                </p:cNvPr>
                <p:cNvSpPr/>
                <p:nvPr/>
              </p:nvSpPr>
              <p:spPr>
                <a:xfrm>
                  <a:off x="1598141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0" name="seg">
                  <a:extLst>
                    <a:ext uri="{FF2B5EF4-FFF2-40B4-BE49-F238E27FC236}">
                      <a16:creationId xmlns:a16="http://schemas.microsoft.com/office/drawing/2014/main" id="{E1730AE6-E1C0-2C57-4D6F-3B91C1042418}"/>
                    </a:ext>
                  </a:extLst>
                </p:cNvPr>
                <p:cNvSpPr/>
                <p:nvPr/>
              </p:nvSpPr>
              <p:spPr>
                <a:xfrm>
                  <a:off x="1628041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1" name="seg">
                  <a:extLst>
                    <a:ext uri="{FF2B5EF4-FFF2-40B4-BE49-F238E27FC236}">
                      <a16:creationId xmlns:a16="http://schemas.microsoft.com/office/drawing/2014/main" id="{F6FF2982-110E-9E9D-E3B7-A064E7B65AE8}"/>
                    </a:ext>
                  </a:extLst>
                </p:cNvPr>
                <p:cNvSpPr/>
                <p:nvPr/>
              </p:nvSpPr>
              <p:spPr>
                <a:xfrm>
                  <a:off x="1647856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2" name="seg">
                  <a:extLst>
                    <a:ext uri="{FF2B5EF4-FFF2-40B4-BE49-F238E27FC236}">
                      <a16:creationId xmlns:a16="http://schemas.microsoft.com/office/drawing/2014/main" id="{E9D2A353-17A7-810C-AD85-2DB6D81EA6E5}"/>
                    </a:ext>
                  </a:extLst>
                </p:cNvPr>
                <p:cNvSpPr/>
                <p:nvPr/>
              </p:nvSpPr>
              <p:spPr>
                <a:xfrm>
                  <a:off x="16478563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3" name="seg">
                  <a:extLst>
                    <a:ext uri="{FF2B5EF4-FFF2-40B4-BE49-F238E27FC236}">
                      <a16:creationId xmlns:a16="http://schemas.microsoft.com/office/drawing/2014/main" id="{559EF6D3-061B-1FC2-C6B7-7088AAF091FC}"/>
                    </a:ext>
                  </a:extLst>
                </p:cNvPr>
                <p:cNvSpPr/>
                <p:nvPr/>
              </p:nvSpPr>
              <p:spPr>
                <a:xfrm>
                  <a:off x="1647856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4" name="seg">
                  <a:extLst>
                    <a:ext uri="{FF2B5EF4-FFF2-40B4-BE49-F238E27FC236}">
                      <a16:creationId xmlns:a16="http://schemas.microsoft.com/office/drawing/2014/main" id="{6663060F-D7F3-5F5E-C0AD-122A981E0122}"/>
                    </a:ext>
                  </a:extLst>
                </p:cNvPr>
                <p:cNvSpPr/>
                <p:nvPr/>
              </p:nvSpPr>
              <p:spPr>
                <a:xfrm>
                  <a:off x="164098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5" name="seg">
                  <a:extLst>
                    <a:ext uri="{FF2B5EF4-FFF2-40B4-BE49-F238E27FC236}">
                      <a16:creationId xmlns:a16="http://schemas.microsoft.com/office/drawing/2014/main" id="{CAF1B44F-5D61-763B-43DE-AAF8A757CEDA}"/>
                    </a:ext>
                  </a:extLst>
                </p:cNvPr>
                <p:cNvSpPr/>
                <p:nvPr/>
              </p:nvSpPr>
              <p:spPr>
                <a:xfrm>
                  <a:off x="16708838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6" name="seg">
                  <a:extLst>
                    <a:ext uri="{FF2B5EF4-FFF2-40B4-BE49-F238E27FC236}">
                      <a16:creationId xmlns:a16="http://schemas.microsoft.com/office/drawing/2014/main" id="{0D120AEB-DDF0-5A72-F9A5-1BFB04D801CA}"/>
                    </a:ext>
                  </a:extLst>
                </p:cNvPr>
                <p:cNvSpPr/>
                <p:nvPr/>
              </p:nvSpPr>
              <p:spPr>
                <a:xfrm>
                  <a:off x="164098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7" name="seg">
                  <a:extLst>
                    <a:ext uri="{FF2B5EF4-FFF2-40B4-BE49-F238E27FC236}">
                      <a16:creationId xmlns:a16="http://schemas.microsoft.com/office/drawing/2014/main" id="{C11E41C8-A55E-0A25-7725-E7FC6FB980E2}"/>
                    </a:ext>
                  </a:extLst>
                </p:cNvPr>
                <p:cNvSpPr/>
                <p:nvPr/>
              </p:nvSpPr>
              <p:spPr>
                <a:xfrm>
                  <a:off x="1670883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8" name="dot">
                  <a:extLst>
                    <a:ext uri="{FF2B5EF4-FFF2-40B4-BE49-F238E27FC236}">
                      <a16:creationId xmlns:a16="http://schemas.microsoft.com/office/drawing/2014/main" id="{CDAE47D3-6589-D851-F065-ED8D57ABD891}"/>
                    </a:ext>
                  </a:extLst>
                </p:cNvPr>
                <p:cNvSpPr/>
                <p:nvPr/>
              </p:nvSpPr>
              <p:spPr>
                <a:xfrm>
                  <a:off x="15869849" y="4775718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9" name="커서 자리">
                  <a:extLst>
                    <a:ext uri="{FF2B5EF4-FFF2-40B4-BE49-F238E27FC236}">
                      <a16:creationId xmlns:a16="http://schemas.microsoft.com/office/drawing/2014/main" id="{2D0C0C5A-25A8-34E3-2CD2-B2AC7D689677}"/>
                    </a:ext>
                  </a:extLst>
                </p:cNvPr>
                <p:cNvSpPr/>
                <p:nvPr/>
              </p:nvSpPr>
              <p:spPr>
                <a:xfrm>
                  <a:off x="1635628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45" name="행0 fnd_num">
                <a:extLst>
                  <a:ext uri="{FF2B5EF4-FFF2-40B4-BE49-F238E27FC236}">
                    <a16:creationId xmlns:a16="http://schemas.microsoft.com/office/drawing/2014/main" id="{EAF0F583-D96A-4E41-8DCF-A7E57D432C8F}"/>
                  </a:ext>
                </a:extLst>
              </p:cNvPr>
              <p:cNvSpPr/>
              <p:nvPr/>
            </p:nvSpPr>
            <p:spPr>
              <a:xfrm>
                <a:off x="1499503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46" name="행0 fnd_num">
                <a:extLst>
                  <a:ext uri="{FF2B5EF4-FFF2-40B4-BE49-F238E27FC236}">
                    <a16:creationId xmlns:a16="http://schemas.microsoft.com/office/drawing/2014/main" id="{395C143A-90D8-0D83-424A-A0AB606488C3}"/>
                  </a:ext>
                </a:extLst>
              </p:cNvPr>
              <p:cNvSpPr/>
              <p:nvPr/>
            </p:nvSpPr>
            <p:spPr>
              <a:xfrm>
                <a:off x="154234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47" name="행0 fnd_num">
                <a:extLst>
                  <a:ext uri="{FF2B5EF4-FFF2-40B4-BE49-F238E27FC236}">
                    <a16:creationId xmlns:a16="http://schemas.microsoft.com/office/drawing/2014/main" id="{B15EBDB6-B5BE-218A-F121-82A5117E77F2}"/>
                  </a:ext>
                </a:extLst>
              </p:cNvPr>
              <p:cNvSpPr/>
              <p:nvPr/>
            </p:nvSpPr>
            <p:spPr>
              <a:xfrm>
                <a:off x="1596790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48" name="행0 fnd_num">
                <a:extLst>
                  <a:ext uri="{FF2B5EF4-FFF2-40B4-BE49-F238E27FC236}">
                    <a16:creationId xmlns:a16="http://schemas.microsoft.com/office/drawing/2014/main" id="{4308CAAF-66E6-CE94-6AC4-F84AD183AEF1}"/>
                  </a:ext>
                </a:extLst>
              </p:cNvPr>
              <p:cNvSpPr/>
              <p:nvPr/>
            </p:nvSpPr>
            <p:spPr>
              <a:xfrm>
                <a:off x="163963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</p:grp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27C08FD1-C918-952C-D91E-D4BD375D5836}"/>
              </a:ext>
            </a:extLst>
          </p:cNvPr>
          <p:cNvGrpSpPr/>
          <p:nvPr/>
        </p:nvGrpSpPr>
        <p:grpSpPr>
          <a:xfrm>
            <a:off x="2154458" y="5551908"/>
            <a:ext cx="13847542" cy="1894190"/>
            <a:chOff x="414978" y="3128572"/>
            <a:chExt cx="9220434" cy="1536734"/>
          </a:xfrm>
        </p:grpSpPr>
        <p:pic>
          <p:nvPicPr>
            <p:cNvPr id="418" name="그림 417">
              <a:extLst>
                <a:ext uri="{FF2B5EF4-FFF2-40B4-BE49-F238E27FC236}">
                  <a16:creationId xmlns:a16="http://schemas.microsoft.com/office/drawing/2014/main" id="{FDC3B644-865D-E179-BA17-25AF3C343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0349"/>
            <a:stretch>
              <a:fillRect/>
            </a:stretch>
          </p:blipFill>
          <p:spPr>
            <a:xfrm>
              <a:off x="414978" y="3141306"/>
              <a:ext cx="9220434" cy="1524000"/>
            </a:xfrm>
            <a:prstGeom prst="rect">
              <a:avLst/>
            </a:prstGeom>
          </p:spPr>
        </p:pic>
        <p:cxnSp>
          <p:nvCxnSpPr>
            <p:cNvPr id="419" name="직선 화살표 연결선 418">
              <a:extLst>
                <a:ext uri="{FF2B5EF4-FFF2-40B4-BE49-F238E27FC236}">
                  <a16:creationId xmlns:a16="http://schemas.microsoft.com/office/drawing/2014/main" id="{BBB3C89C-0317-3FDD-DFDD-C99C2347E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947" y="3486417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직사각형 419">
              <a:extLst>
                <a:ext uri="{FF2B5EF4-FFF2-40B4-BE49-F238E27FC236}">
                  <a16:creationId xmlns:a16="http://schemas.microsoft.com/office/drawing/2014/main" id="{EFE6E67F-08D2-A7D4-7BD4-2CEF6C93EBD9}"/>
                </a:ext>
              </a:extLst>
            </p:cNvPr>
            <p:cNvSpPr/>
            <p:nvPr/>
          </p:nvSpPr>
          <p:spPr>
            <a:xfrm>
              <a:off x="628650" y="3549073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D8270286-60AE-BDE7-939B-41230423B338}"/>
                </a:ext>
              </a:extLst>
            </p:cNvPr>
            <p:cNvSpPr/>
            <p:nvPr/>
          </p:nvSpPr>
          <p:spPr>
            <a:xfrm>
              <a:off x="2361657" y="3128572"/>
              <a:ext cx="2354116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  <a:endParaRPr lang="ko-KR" altLang="en-US"/>
            </a:p>
          </p:txBody>
        </p:sp>
        <p:sp>
          <p:nvSpPr>
            <p:cNvPr id="422" name="직사각형 421">
              <a:extLst>
                <a:ext uri="{FF2B5EF4-FFF2-40B4-BE49-F238E27FC236}">
                  <a16:creationId xmlns:a16="http://schemas.microsoft.com/office/drawing/2014/main" id="{7379B2CA-F1B6-7F0A-64FD-016C2A3FD8F7}"/>
                </a:ext>
              </a:extLst>
            </p:cNvPr>
            <p:cNvSpPr/>
            <p:nvPr/>
          </p:nvSpPr>
          <p:spPr>
            <a:xfrm>
              <a:off x="7952122" y="3141306"/>
              <a:ext cx="1683290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23" name="그림 422">
              <a:extLst>
                <a:ext uri="{FF2B5EF4-FFF2-40B4-BE49-F238E27FC236}">
                  <a16:creationId xmlns:a16="http://schemas.microsoft.com/office/drawing/2014/main" id="{86F952D7-8213-993A-F646-3420946D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2122" y="4381201"/>
              <a:ext cx="800099" cy="152131"/>
            </a:xfrm>
            <a:prstGeom prst="rect">
              <a:avLst/>
            </a:prstGeom>
          </p:spPr>
        </p:pic>
        <p:sp>
          <p:nvSpPr>
            <p:cNvPr id="424" name="직사각형 423">
              <a:extLst>
                <a:ext uri="{FF2B5EF4-FFF2-40B4-BE49-F238E27FC236}">
                  <a16:creationId xmlns:a16="http://schemas.microsoft.com/office/drawing/2014/main" id="{73495366-1CB1-BA2F-2ABD-5847CB435F0A}"/>
                </a:ext>
              </a:extLst>
            </p:cNvPr>
            <p:cNvSpPr/>
            <p:nvPr/>
          </p:nvSpPr>
          <p:spPr>
            <a:xfrm>
              <a:off x="6537992" y="391854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5" name="그룹 424">
              <a:extLst>
                <a:ext uri="{FF2B5EF4-FFF2-40B4-BE49-F238E27FC236}">
                  <a16:creationId xmlns:a16="http://schemas.microsoft.com/office/drawing/2014/main" id="{A896C01C-B031-0EA6-F117-2D629FB5C531}"/>
                </a:ext>
              </a:extLst>
            </p:cNvPr>
            <p:cNvGrpSpPr/>
            <p:nvPr/>
          </p:nvGrpSpPr>
          <p:grpSpPr>
            <a:xfrm>
              <a:off x="2520416" y="3480686"/>
              <a:ext cx="1638219" cy="899886"/>
              <a:chOff x="4983714" y="-1606801"/>
              <a:chExt cx="1638219" cy="899886"/>
            </a:xfrm>
          </p:grpSpPr>
          <p:grpSp>
            <p:nvGrpSpPr>
              <p:cNvPr id="465" name="행1 FND">
                <a:extLst>
                  <a:ext uri="{FF2B5EF4-FFF2-40B4-BE49-F238E27FC236}">
                    <a16:creationId xmlns:a16="http://schemas.microsoft.com/office/drawing/2014/main" id="{B45A59FF-4DAA-4B8E-535E-DD098ACD8EE2}"/>
                  </a:ext>
                </a:extLst>
              </p:cNvPr>
              <p:cNvGrpSpPr/>
              <p:nvPr/>
            </p:nvGrpSpPr>
            <p:grpSpPr>
              <a:xfrm>
                <a:off x="4983714" y="-1606801"/>
                <a:ext cx="1638219" cy="606104"/>
                <a:chOff x="11841480" y="6080760"/>
                <a:chExt cx="2240280" cy="830064"/>
              </a:xfrm>
            </p:grpSpPr>
            <p:sp>
              <p:nvSpPr>
                <p:cNvPr id="470" name="FND 바탕">
                  <a:extLst>
                    <a:ext uri="{FF2B5EF4-FFF2-40B4-BE49-F238E27FC236}">
                      <a16:creationId xmlns:a16="http://schemas.microsoft.com/office/drawing/2014/main" id="{47120978-99DB-B18B-6D52-5EE068E6DFA4}"/>
                    </a:ext>
                  </a:extLst>
                </p:cNvPr>
                <p:cNvSpPr/>
                <p:nvPr/>
              </p:nvSpPr>
              <p:spPr>
                <a:xfrm>
                  <a:off x="1184148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1" name="seg">
                  <a:extLst>
                    <a:ext uri="{FF2B5EF4-FFF2-40B4-BE49-F238E27FC236}">
                      <a16:creationId xmlns:a16="http://schemas.microsoft.com/office/drawing/2014/main" id="{85B64BF7-F256-9E80-D124-03575F10F6EE}"/>
                    </a:ext>
                  </a:extLst>
                </p:cNvPr>
                <p:cNvSpPr/>
                <p:nvPr/>
              </p:nvSpPr>
              <p:spPr>
                <a:xfrm>
                  <a:off x="1215119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2" name="seg">
                  <a:extLst>
                    <a:ext uri="{FF2B5EF4-FFF2-40B4-BE49-F238E27FC236}">
                      <a16:creationId xmlns:a16="http://schemas.microsoft.com/office/drawing/2014/main" id="{3D39A5C1-867A-88C1-4FC6-29A5421BA4FA}"/>
                    </a:ext>
                  </a:extLst>
                </p:cNvPr>
                <p:cNvSpPr/>
                <p:nvPr/>
              </p:nvSpPr>
              <p:spPr>
                <a:xfrm>
                  <a:off x="1215119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3" name="seg">
                  <a:extLst>
                    <a:ext uri="{FF2B5EF4-FFF2-40B4-BE49-F238E27FC236}">
                      <a16:creationId xmlns:a16="http://schemas.microsoft.com/office/drawing/2014/main" id="{FD0047AE-C4D7-821D-FD3B-2421E6349C80}"/>
                    </a:ext>
                  </a:extLst>
                </p:cNvPr>
                <p:cNvSpPr/>
                <p:nvPr/>
              </p:nvSpPr>
              <p:spPr>
                <a:xfrm>
                  <a:off x="1215119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4" name="seg">
                  <a:extLst>
                    <a:ext uri="{FF2B5EF4-FFF2-40B4-BE49-F238E27FC236}">
                      <a16:creationId xmlns:a16="http://schemas.microsoft.com/office/drawing/2014/main" id="{0CD0F008-0609-4BD9-1802-948411D59E67}"/>
                    </a:ext>
                  </a:extLst>
                </p:cNvPr>
                <p:cNvSpPr/>
                <p:nvPr/>
              </p:nvSpPr>
              <p:spPr>
                <a:xfrm>
                  <a:off x="120824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5" name="seg">
                  <a:extLst>
                    <a:ext uri="{FF2B5EF4-FFF2-40B4-BE49-F238E27FC236}">
                      <a16:creationId xmlns:a16="http://schemas.microsoft.com/office/drawing/2014/main" id="{558C1D93-D1B1-2855-4630-26597A8655EA}"/>
                    </a:ext>
                  </a:extLst>
                </p:cNvPr>
                <p:cNvSpPr/>
                <p:nvPr/>
              </p:nvSpPr>
              <p:spPr>
                <a:xfrm>
                  <a:off x="123814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6" name="seg">
                  <a:extLst>
                    <a:ext uri="{FF2B5EF4-FFF2-40B4-BE49-F238E27FC236}">
                      <a16:creationId xmlns:a16="http://schemas.microsoft.com/office/drawing/2014/main" id="{AC4BEF91-C0C3-802A-481C-5E56E844765C}"/>
                    </a:ext>
                  </a:extLst>
                </p:cNvPr>
                <p:cNvSpPr/>
                <p:nvPr/>
              </p:nvSpPr>
              <p:spPr>
                <a:xfrm>
                  <a:off x="1208246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7" name="seg">
                  <a:extLst>
                    <a:ext uri="{FF2B5EF4-FFF2-40B4-BE49-F238E27FC236}">
                      <a16:creationId xmlns:a16="http://schemas.microsoft.com/office/drawing/2014/main" id="{3FC8AADB-E777-69F4-A882-35661BC0CFFD}"/>
                    </a:ext>
                  </a:extLst>
                </p:cNvPr>
                <p:cNvSpPr/>
                <p:nvPr/>
              </p:nvSpPr>
              <p:spPr>
                <a:xfrm>
                  <a:off x="1238146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8" name="seg">
                  <a:extLst>
                    <a:ext uri="{FF2B5EF4-FFF2-40B4-BE49-F238E27FC236}">
                      <a16:creationId xmlns:a16="http://schemas.microsoft.com/office/drawing/2014/main" id="{70B8B40F-C976-6344-645E-C51F9B17AC41}"/>
                    </a:ext>
                  </a:extLst>
                </p:cNvPr>
                <p:cNvSpPr/>
                <p:nvPr/>
              </p:nvSpPr>
              <p:spPr>
                <a:xfrm>
                  <a:off x="1257961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9" name="seg">
                  <a:extLst>
                    <a:ext uri="{FF2B5EF4-FFF2-40B4-BE49-F238E27FC236}">
                      <a16:creationId xmlns:a16="http://schemas.microsoft.com/office/drawing/2014/main" id="{BB7A7056-3464-9901-A847-4A63C2D29F3E}"/>
                    </a:ext>
                  </a:extLst>
                </p:cNvPr>
                <p:cNvSpPr/>
                <p:nvPr/>
              </p:nvSpPr>
              <p:spPr>
                <a:xfrm>
                  <a:off x="1257961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0" name="seg">
                  <a:extLst>
                    <a:ext uri="{FF2B5EF4-FFF2-40B4-BE49-F238E27FC236}">
                      <a16:creationId xmlns:a16="http://schemas.microsoft.com/office/drawing/2014/main" id="{927762E2-B157-8B91-6A71-03318A9503B5}"/>
                    </a:ext>
                  </a:extLst>
                </p:cNvPr>
                <p:cNvSpPr/>
                <p:nvPr/>
              </p:nvSpPr>
              <p:spPr>
                <a:xfrm>
                  <a:off x="1257961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1" name="seg">
                  <a:extLst>
                    <a:ext uri="{FF2B5EF4-FFF2-40B4-BE49-F238E27FC236}">
                      <a16:creationId xmlns:a16="http://schemas.microsoft.com/office/drawing/2014/main" id="{124A6D13-6BA6-3F77-D0CD-F52163B42A42}"/>
                    </a:ext>
                  </a:extLst>
                </p:cNvPr>
                <p:cNvSpPr/>
                <p:nvPr/>
              </p:nvSpPr>
              <p:spPr>
                <a:xfrm>
                  <a:off x="1251088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2" name="seg">
                  <a:extLst>
                    <a:ext uri="{FF2B5EF4-FFF2-40B4-BE49-F238E27FC236}">
                      <a16:creationId xmlns:a16="http://schemas.microsoft.com/office/drawing/2014/main" id="{AACD4C24-3F60-F6E5-FF6B-63A77EA9636F}"/>
                    </a:ext>
                  </a:extLst>
                </p:cNvPr>
                <p:cNvSpPr/>
                <p:nvPr/>
              </p:nvSpPr>
              <p:spPr>
                <a:xfrm>
                  <a:off x="1280988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3" name="seg">
                  <a:extLst>
                    <a:ext uri="{FF2B5EF4-FFF2-40B4-BE49-F238E27FC236}">
                      <a16:creationId xmlns:a16="http://schemas.microsoft.com/office/drawing/2014/main" id="{97B53614-3B57-3A01-6EFC-9D7F8CBE4598}"/>
                    </a:ext>
                  </a:extLst>
                </p:cNvPr>
                <p:cNvSpPr/>
                <p:nvPr/>
              </p:nvSpPr>
              <p:spPr>
                <a:xfrm>
                  <a:off x="1251088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4" name="seg">
                  <a:extLst>
                    <a:ext uri="{FF2B5EF4-FFF2-40B4-BE49-F238E27FC236}">
                      <a16:creationId xmlns:a16="http://schemas.microsoft.com/office/drawing/2014/main" id="{C8054D1D-05BB-A455-0078-412822F7587C}"/>
                    </a:ext>
                  </a:extLst>
                </p:cNvPr>
                <p:cNvSpPr/>
                <p:nvPr/>
              </p:nvSpPr>
              <p:spPr>
                <a:xfrm>
                  <a:off x="1280988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5" name="seg">
                  <a:extLst>
                    <a:ext uri="{FF2B5EF4-FFF2-40B4-BE49-F238E27FC236}">
                      <a16:creationId xmlns:a16="http://schemas.microsoft.com/office/drawing/2014/main" id="{AED3A320-BBB9-7799-4832-05B348BAC019}"/>
                    </a:ext>
                  </a:extLst>
                </p:cNvPr>
                <p:cNvSpPr/>
                <p:nvPr/>
              </p:nvSpPr>
              <p:spPr>
                <a:xfrm>
                  <a:off x="13124063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6" name="seg">
                  <a:extLst>
                    <a:ext uri="{FF2B5EF4-FFF2-40B4-BE49-F238E27FC236}">
                      <a16:creationId xmlns:a16="http://schemas.microsoft.com/office/drawing/2014/main" id="{016C058B-8537-5C5F-CEE8-55FED666390C}"/>
                    </a:ext>
                  </a:extLst>
                </p:cNvPr>
                <p:cNvSpPr/>
                <p:nvPr/>
              </p:nvSpPr>
              <p:spPr>
                <a:xfrm>
                  <a:off x="131240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7" name="seg">
                  <a:extLst>
                    <a:ext uri="{FF2B5EF4-FFF2-40B4-BE49-F238E27FC236}">
                      <a16:creationId xmlns:a16="http://schemas.microsoft.com/office/drawing/2014/main" id="{78D384EA-6D3A-1614-E896-5E297C90BAB8}"/>
                    </a:ext>
                  </a:extLst>
                </p:cNvPr>
                <p:cNvSpPr/>
                <p:nvPr/>
              </p:nvSpPr>
              <p:spPr>
                <a:xfrm>
                  <a:off x="13124063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8" name="seg">
                  <a:extLst>
                    <a:ext uri="{FF2B5EF4-FFF2-40B4-BE49-F238E27FC236}">
                      <a16:creationId xmlns:a16="http://schemas.microsoft.com/office/drawing/2014/main" id="{4ACAA077-E81C-BC32-2C52-3C2C66B6FD24}"/>
                    </a:ext>
                  </a:extLst>
                </p:cNvPr>
                <p:cNvSpPr/>
                <p:nvPr/>
              </p:nvSpPr>
              <p:spPr>
                <a:xfrm>
                  <a:off x="1305533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9" name="seg">
                  <a:extLst>
                    <a:ext uri="{FF2B5EF4-FFF2-40B4-BE49-F238E27FC236}">
                      <a16:creationId xmlns:a16="http://schemas.microsoft.com/office/drawing/2014/main" id="{58B388BF-8004-0FD2-BE43-7EBD604ACCB3}"/>
                    </a:ext>
                  </a:extLst>
                </p:cNvPr>
                <p:cNvSpPr/>
                <p:nvPr/>
              </p:nvSpPr>
              <p:spPr>
                <a:xfrm>
                  <a:off x="133543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0" name="seg">
                  <a:extLst>
                    <a:ext uri="{FF2B5EF4-FFF2-40B4-BE49-F238E27FC236}">
                      <a16:creationId xmlns:a16="http://schemas.microsoft.com/office/drawing/2014/main" id="{5FA5057B-FD0D-7267-F355-489BBC49BBE9}"/>
                    </a:ext>
                  </a:extLst>
                </p:cNvPr>
                <p:cNvSpPr/>
                <p:nvPr/>
              </p:nvSpPr>
              <p:spPr>
                <a:xfrm>
                  <a:off x="130553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1" name="seg">
                  <a:extLst>
                    <a:ext uri="{FF2B5EF4-FFF2-40B4-BE49-F238E27FC236}">
                      <a16:creationId xmlns:a16="http://schemas.microsoft.com/office/drawing/2014/main" id="{40B4BA40-8EBD-9795-4965-4B3D542D2580}"/>
                    </a:ext>
                  </a:extLst>
                </p:cNvPr>
                <p:cNvSpPr/>
                <p:nvPr/>
              </p:nvSpPr>
              <p:spPr>
                <a:xfrm>
                  <a:off x="133543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2" name="seg">
                  <a:extLst>
                    <a:ext uri="{FF2B5EF4-FFF2-40B4-BE49-F238E27FC236}">
                      <a16:creationId xmlns:a16="http://schemas.microsoft.com/office/drawing/2014/main" id="{FC5E45B8-E058-1544-1F9F-D1743CEF0075}"/>
                    </a:ext>
                  </a:extLst>
                </p:cNvPr>
                <p:cNvSpPr/>
                <p:nvPr/>
              </p:nvSpPr>
              <p:spPr>
                <a:xfrm>
                  <a:off x="1355248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3" name="seg">
                  <a:extLst>
                    <a:ext uri="{FF2B5EF4-FFF2-40B4-BE49-F238E27FC236}">
                      <a16:creationId xmlns:a16="http://schemas.microsoft.com/office/drawing/2014/main" id="{6DC25F05-FDE9-D535-1E8E-A8BC8FC50E78}"/>
                    </a:ext>
                  </a:extLst>
                </p:cNvPr>
                <p:cNvSpPr/>
                <p:nvPr/>
              </p:nvSpPr>
              <p:spPr>
                <a:xfrm>
                  <a:off x="1355248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4" name="seg">
                  <a:extLst>
                    <a:ext uri="{FF2B5EF4-FFF2-40B4-BE49-F238E27FC236}">
                      <a16:creationId xmlns:a16="http://schemas.microsoft.com/office/drawing/2014/main" id="{8C206A5A-3ED2-6D43-B395-3EC244D158FD}"/>
                    </a:ext>
                  </a:extLst>
                </p:cNvPr>
                <p:cNvSpPr/>
                <p:nvPr/>
              </p:nvSpPr>
              <p:spPr>
                <a:xfrm>
                  <a:off x="1355248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5" name="seg">
                  <a:extLst>
                    <a:ext uri="{FF2B5EF4-FFF2-40B4-BE49-F238E27FC236}">
                      <a16:creationId xmlns:a16="http://schemas.microsoft.com/office/drawing/2014/main" id="{7A6634B7-22E5-56E9-3392-D2CB5454ABC1}"/>
                    </a:ext>
                  </a:extLst>
                </p:cNvPr>
                <p:cNvSpPr/>
                <p:nvPr/>
              </p:nvSpPr>
              <p:spPr>
                <a:xfrm>
                  <a:off x="1348375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6" name="seg">
                  <a:extLst>
                    <a:ext uri="{FF2B5EF4-FFF2-40B4-BE49-F238E27FC236}">
                      <a16:creationId xmlns:a16="http://schemas.microsoft.com/office/drawing/2014/main" id="{1F17CE85-6F00-271C-0B8A-C152DA4EFCED}"/>
                    </a:ext>
                  </a:extLst>
                </p:cNvPr>
                <p:cNvSpPr/>
                <p:nvPr/>
              </p:nvSpPr>
              <p:spPr>
                <a:xfrm>
                  <a:off x="1378275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7" name="seg">
                  <a:extLst>
                    <a:ext uri="{FF2B5EF4-FFF2-40B4-BE49-F238E27FC236}">
                      <a16:creationId xmlns:a16="http://schemas.microsoft.com/office/drawing/2014/main" id="{9BADE8FB-8857-4261-0513-3B194161F800}"/>
                    </a:ext>
                  </a:extLst>
                </p:cNvPr>
                <p:cNvSpPr/>
                <p:nvPr/>
              </p:nvSpPr>
              <p:spPr>
                <a:xfrm>
                  <a:off x="1348375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8" name="seg">
                  <a:extLst>
                    <a:ext uri="{FF2B5EF4-FFF2-40B4-BE49-F238E27FC236}">
                      <a16:creationId xmlns:a16="http://schemas.microsoft.com/office/drawing/2014/main" id="{BDF83F4F-D0DD-777C-0B25-B9620F11177E}"/>
                    </a:ext>
                  </a:extLst>
                </p:cNvPr>
                <p:cNvSpPr/>
                <p:nvPr/>
              </p:nvSpPr>
              <p:spPr>
                <a:xfrm>
                  <a:off x="1378275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9" name="dot">
                  <a:extLst>
                    <a:ext uri="{FF2B5EF4-FFF2-40B4-BE49-F238E27FC236}">
                      <a16:creationId xmlns:a16="http://schemas.microsoft.com/office/drawing/2014/main" id="{36C80E54-FEEA-0877-F12B-2AD7C6927A3E}"/>
                    </a:ext>
                  </a:extLst>
                </p:cNvPr>
                <p:cNvSpPr/>
                <p:nvPr/>
              </p:nvSpPr>
              <p:spPr>
                <a:xfrm>
                  <a:off x="12943769" y="6723390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00" name="커서 자리">
                  <a:extLst>
                    <a:ext uri="{FF2B5EF4-FFF2-40B4-BE49-F238E27FC236}">
                      <a16:creationId xmlns:a16="http://schemas.microsoft.com/office/drawing/2014/main" id="{681F7690-6AFC-56D2-E859-87AF3F11C713}"/>
                    </a:ext>
                  </a:extLst>
                </p:cNvPr>
                <p:cNvSpPr/>
                <p:nvPr/>
              </p:nvSpPr>
              <p:spPr>
                <a:xfrm>
                  <a:off x="1300178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66" name="행1 fnd_num">
                <a:extLst>
                  <a:ext uri="{FF2B5EF4-FFF2-40B4-BE49-F238E27FC236}">
                    <a16:creationId xmlns:a16="http://schemas.microsoft.com/office/drawing/2014/main" id="{9130E136-FC2E-EAB8-6A1F-BF98AA29DC8A}"/>
                  </a:ext>
                </a:extLst>
              </p:cNvPr>
              <p:cNvSpPr/>
              <p:nvPr/>
            </p:nvSpPr>
            <p:spPr>
              <a:xfrm>
                <a:off x="5150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467" name="행1 fnd_num">
                <a:extLst>
                  <a:ext uri="{FF2B5EF4-FFF2-40B4-BE49-F238E27FC236}">
                    <a16:creationId xmlns:a16="http://schemas.microsoft.com/office/drawing/2014/main" id="{A2474E98-AA22-F998-B430-371B2A164DC3}"/>
                  </a:ext>
                </a:extLst>
              </p:cNvPr>
              <p:cNvSpPr/>
              <p:nvPr/>
            </p:nvSpPr>
            <p:spPr>
              <a:xfrm>
                <a:off x="546333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68" name="행1 fnd_num">
                <a:extLst>
                  <a:ext uri="{FF2B5EF4-FFF2-40B4-BE49-F238E27FC236}">
                    <a16:creationId xmlns:a16="http://schemas.microsoft.com/office/drawing/2014/main" id="{4CB66C22-C1CE-19CB-1819-E083D2F3973B}"/>
                  </a:ext>
                </a:extLst>
              </p:cNvPr>
              <p:cNvSpPr/>
              <p:nvPr/>
            </p:nvSpPr>
            <p:spPr>
              <a:xfrm>
                <a:off x="5861471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469" name="행1 fnd_num">
                <a:extLst>
                  <a:ext uri="{FF2B5EF4-FFF2-40B4-BE49-F238E27FC236}">
                    <a16:creationId xmlns:a16="http://schemas.microsoft.com/office/drawing/2014/main" id="{A151E894-A01A-7E2A-B0ED-14FD24BEAE44}"/>
                  </a:ext>
                </a:extLst>
              </p:cNvPr>
              <p:cNvSpPr/>
              <p:nvPr/>
            </p:nvSpPr>
            <p:spPr>
              <a:xfrm>
                <a:off x="6174756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E114998B-B0EE-CB96-96BA-E19FDF63D1FB}"/>
                </a:ext>
              </a:extLst>
            </p:cNvPr>
            <p:cNvGrpSpPr/>
            <p:nvPr/>
          </p:nvGrpSpPr>
          <p:grpSpPr>
            <a:xfrm>
              <a:off x="7664648" y="3194135"/>
              <a:ext cx="1907142" cy="1148966"/>
              <a:chOff x="6854506" y="-1855881"/>
              <a:chExt cx="1907142" cy="1148966"/>
            </a:xfrm>
          </p:grpSpPr>
          <p:sp>
            <p:nvSpPr>
              <p:cNvPr id="428" name="행1 라벨">
                <a:extLst>
                  <a:ext uri="{FF2B5EF4-FFF2-40B4-BE49-F238E27FC236}">
                    <a16:creationId xmlns:a16="http://schemas.microsoft.com/office/drawing/2014/main" id="{92442127-9E19-B1C2-4974-0CFF7D7CBA03}"/>
                  </a:ext>
                </a:extLst>
              </p:cNvPr>
              <p:cNvSpPr txBox="1"/>
              <p:nvPr/>
            </p:nvSpPr>
            <p:spPr>
              <a:xfrm>
                <a:off x="6854506" y="-1855881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1</a:t>
                </a:r>
              </a:p>
            </p:txBody>
          </p:sp>
          <p:grpSp>
            <p:nvGrpSpPr>
              <p:cNvPr id="429" name="행1 FND">
                <a:extLst>
                  <a:ext uri="{FF2B5EF4-FFF2-40B4-BE49-F238E27FC236}">
                    <a16:creationId xmlns:a16="http://schemas.microsoft.com/office/drawing/2014/main" id="{BFA6C775-25F4-AD07-E354-47D93E464F7D}"/>
                  </a:ext>
                </a:extLst>
              </p:cNvPr>
              <p:cNvGrpSpPr/>
              <p:nvPr/>
            </p:nvGrpSpPr>
            <p:grpSpPr>
              <a:xfrm>
                <a:off x="7123429" y="-1606801"/>
                <a:ext cx="1638219" cy="606104"/>
                <a:chOff x="14767560" y="6080760"/>
                <a:chExt cx="2240280" cy="830064"/>
              </a:xfrm>
            </p:grpSpPr>
            <p:sp>
              <p:nvSpPr>
                <p:cNvPr id="434" name="FND 바탕">
                  <a:extLst>
                    <a:ext uri="{FF2B5EF4-FFF2-40B4-BE49-F238E27FC236}">
                      <a16:creationId xmlns:a16="http://schemas.microsoft.com/office/drawing/2014/main" id="{AA32C249-0326-CA12-F520-EC0C0BA4D676}"/>
                    </a:ext>
                  </a:extLst>
                </p:cNvPr>
                <p:cNvSpPr/>
                <p:nvPr/>
              </p:nvSpPr>
              <p:spPr>
                <a:xfrm>
                  <a:off x="1476756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5" name="seg">
                  <a:extLst>
                    <a:ext uri="{FF2B5EF4-FFF2-40B4-BE49-F238E27FC236}">
                      <a16:creationId xmlns:a16="http://schemas.microsoft.com/office/drawing/2014/main" id="{3331BD89-D9C3-F63B-989C-1A8B73F561A3}"/>
                    </a:ext>
                  </a:extLst>
                </p:cNvPr>
                <p:cNvSpPr/>
                <p:nvPr/>
              </p:nvSpPr>
              <p:spPr>
                <a:xfrm>
                  <a:off x="1507727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6" name="seg">
                  <a:extLst>
                    <a:ext uri="{FF2B5EF4-FFF2-40B4-BE49-F238E27FC236}">
                      <a16:creationId xmlns:a16="http://schemas.microsoft.com/office/drawing/2014/main" id="{B3DEEB19-EAB2-754E-F290-D19B769979B4}"/>
                    </a:ext>
                  </a:extLst>
                </p:cNvPr>
                <p:cNvSpPr/>
                <p:nvPr/>
              </p:nvSpPr>
              <p:spPr>
                <a:xfrm>
                  <a:off x="1507727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7" name="seg">
                  <a:extLst>
                    <a:ext uri="{FF2B5EF4-FFF2-40B4-BE49-F238E27FC236}">
                      <a16:creationId xmlns:a16="http://schemas.microsoft.com/office/drawing/2014/main" id="{D4ED909F-A854-B29B-ABAE-2DB3C88CDFA4}"/>
                    </a:ext>
                  </a:extLst>
                </p:cNvPr>
                <p:cNvSpPr/>
                <p:nvPr/>
              </p:nvSpPr>
              <p:spPr>
                <a:xfrm>
                  <a:off x="1507727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8" name="seg">
                  <a:extLst>
                    <a:ext uri="{FF2B5EF4-FFF2-40B4-BE49-F238E27FC236}">
                      <a16:creationId xmlns:a16="http://schemas.microsoft.com/office/drawing/2014/main" id="{FFDCDB8E-150F-87DC-E24B-2AB2A83516B9}"/>
                    </a:ext>
                  </a:extLst>
                </p:cNvPr>
                <p:cNvSpPr/>
                <p:nvPr/>
              </p:nvSpPr>
              <p:spPr>
                <a:xfrm>
                  <a:off x="1500854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9" name="seg">
                  <a:extLst>
                    <a:ext uri="{FF2B5EF4-FFF2-40B4-BE49-F238E27FC236}">
                      <a16:creationId xmlns:a16="http://schemas.microsoft.com/office/drawing/2014/main" id="{C5563325-EE9A-9109-5EF1-B94D3BE5E6CA}"/>
                    </a:ext>
                  </a:extLst>
                </p:cNvPr>
                <p:cNvSpPr/>
                <p:nvPr/>
              </p:nvSpPr>
              <p:spPr>
                <a:xfrm>
                  <a:off x="1530754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0" name="seg">
                  <a:extLst>
                    <a:ext uri="{FF2B5EF4-FFF2-40B4-BE49-F238E27FC236}">
                      <a16:creationId xmlns:a16="http://schemas.microsoft.com/office/drawing/2014/main" id="{14D8AAD1-E052-6011-2EB5-CB98F3B87406}"/>
                    </a:ext>
                  </a:extLst>
                </p:cNvPr>
                <p:cNvSpPr/>
                <p:nvPr/>
              </p:nvSpPr>
              <p:spPr>
                <a:xfrm>
                  <a:off x="1500854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1" name="seg">
                  <a:extLst>
                    <a:ext uri="{FF2B5EF4-FFF2-40B4-BE49-F238E27FC236}">
                      <a16:creationId xmlns:a16="http://schemas.microsoft.com/office/drawing/2014/main" id="{668DE9B9-AF42-DA6F-40C1-F6F965210228}"/>
                    </a:ext>
                  </a:extLst>
                </p:cNvPr>
                <p:cNvSpPr/>
                <p:nvPr/>
              </p:nvSpPr>
              <p:spPr>
                <a:xfrm>
                  <a:off x="1530754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2" name="seg">
                  <a:extLst>
                    <a:ext uri="{FF2B5EF4-FFF2-40B4-BE49-F238E27FC236}">
                      <a16:creationId xmlns:a16="http://schemas.microsoft.com/office/drawing/2014/main" id="{7497BA0D-69AB-DD78-F381-54CAB4CED441}"/>
                    </a:ext>
                  </a:extLst>
                </p:cNvPr>
                <p:cNvSpPr/>
                <p:nvPr/>
              </p:nvSpPr>
              <p:spPr>
                <a:xfrm>
                  <a:off x="1550569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3" name="seg">
                  <a:extLst>
                    <a:ext uri="{FF2B5EF4-FFF2-40B4-BE49-F238E27FC236}">
                      <a16:creationId xmlns:a16="http://schemas.microsoft.com/office/drawing/2014/main" id="{1DB4FB2B-1EBC-858A-F715-0BC84D66B1A6}"/>
                    </a:ext>
                  </a:extLst>
                </p:cNvPr>
                <p:cNvSpPr/>
                <p:nvPr/>
              </p:nvSpPr>
              <p:spPr>
                <a:xfrm>
                  <a:off x="1550569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4" name="seg">
                  <a:extLst>
                    <a:ext uri="{FF2B5EF4-FFF2-40B4-BE49-F238E27FC236}">
                      <a16:creationId xmlns:a16="http://schemas.microsoft.com/office/drawing/2014/main" id="{23D72FDC-F1F3-0DA6-22E4-F24BBF16CE54}"/>
                    </a:ext>
                  </a:extLst>
                </p:cNvPr>
                <p:cNvSpPr/>
                <p:nvPr/>
              </p:nvSpPr>
              <p:spPr>
                <a:xfrm>
                  <a:off x="1550569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5" name="seg">
                  <a:extLst>
                    <a:ext uri="{FF2B5EF4-FFF2-40B4-BE49-F238E27FC236}">
                      <a16:creationId xmlns:a16="http://schemas.microsoft.com/office/drawing/2014/main" id="{A71126C2-3F85-82FD-205B-7C060951232D}"/>
                    </a:ext>
                  </a:extLst>
                </p:cNvPr>
                <p:cNvSpPr/>
                <p:nvPr/>
              </p:nvSpPr>
              <p:spPr>
                <a:xfrm>
                  <a:off x="154369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6" name="seg">
                  <a:extLst>
                    <a:ext uri="{FF2B5EF4-FFF2-40B4-BE49-F238E27FC236}">
                      <a16:creationId xmlns:a16="http://schemas.microsoft.com/office/drawing/2014/main" id="{929EE56A-50E9-0BB2-302B-F74F77F214F0}"/>
                    </a:ext>
                  </a:extLst>
                </p:cNvPr>
                <p:cNvSpPr/>
                <p:nvPr/>
              </p:nvSpPr>
              <p:spPr>
                <a:xfrm>
                  <a:off x="157359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7" name="seg">
                  <a:extLst>
                    <a:ext uri="{FF2B5EF4-FFF2-40B4-BE49-F238E27FC236}">
                      <a16:creationId xmlns:a16="http://schemas.microsoft.com/office/drawing/2014/main" id="{896B594B-7E35-BE9A-0C7C-F015044E7A61}"/>
                    </a:ext>
                  </a:extLst>
                </p:cNvPr>
                <p:cNvSpPr/>
                <p:nvPr/>
              </p:nvSpPr>
              <p:spPr>
                <a:xfrm>
                  <a:off x="1543696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8" name="seg">
                  <a:extLst>
                    <a:ext uri="{FF2B5EF4-FFF2-40B4-BE49-F238E27FC236}">
                      <a16:creationId xmlns:a16="http://schemas.microsoft.com/office/drawing/2014/main" id="{18E77429-1C0B-DD15-C6ED-EF01B5326B7B}"/>
                    </a:ext>
                  </a:extLst>
                </p:cNvPr>
                <p:cNvSpPr/>
                <p:nvPr/>
              </p:nvSpPr>
              <p:spPr>
                <a:xfrm>
                  <a:off x="1573596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9" name="seg">
                  <a:extLst>
                    <a:ext uri="{FF2B5EF4-FFF2-40B4-BE49-F238E27FC236}">
                      <a16:creationId xmlns:a16="http://schemas.microsoft.com/office/drawing/2014/main" id="{2017B89A-A707-1F90-5652-FAFD656837FB}"/>
                    </a:ext>
                  </a:extLst>
                </p:cNvPr>
                <p:cNvSpPr/>
                <p:nvPr/>
              </p:nvSpPr>
              <p:spPr>
                <a:xfrm>
                  <a:off x="1605014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0" name="seg">
                  <a:extLst>
                    <a:ext uri="{FF2B5EF4-FFF2-40B4-BE49-F238E27FC236}">
                      <a16:creationId xmlns:a16="http://schemas.microsoft.com/office/drawing/2014/main" id="{6ED21ADC-BC07-C1CB-042B-1373FBA994B2}"/>
                    </a:ext>
                  </a:extLst>
                </p:cNvPr>
                <p:cNvSpPr/>
                <p:nvPr/>
              </p:nvSpPr>
              <p:spPr>
                <a:xfrm>
                  <a:off x="16050143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1" name="seg">
                  <a:extLst>
                    <a:ext uri="{FF2B5EF4-FFF2-40B4-BE49-F238E27FC236}">
                      <a16:creationId xmlns:a16="http://schemas.microsoft.com/office/drawing/2014/main" id="{AA3437E6-1D03-0325-44E7-869E636FE4D4}"/>
                    </a:ext>
                  </a:extLst>
                </p:cNvPr>
                <p:cNvSpPr/>
                <p:nvPr/>
              </p:nvSpPr>
              <p:spPr>
                <a:xfrm>
                  <a:off x="1605014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2" name="seg">
                  <a:extLst>
                    <a:ext uri="{FF2B5EF4-FFF2-40B4-BE49-F238E27FC236}">
                      <a16:creationId xmlns:a16="http://schemas.microsoft.com/office/drawing/2014/main" id="{96417947-7A44-E54A-367C-A2C9E39DDD53}"/>
                    </a:ext>
                  </a:extLst>
                </p:cNvPr>
                <p:cNvSpPr/>
                <p:nvPr/>
              </p:nvSpPr>
              <p:spPr>
                <a:xfrm>
                  <a:off x="1598141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3" name="seg">
                  <a:extLst>
                    <a:ext uri="{FF2B5EF4-FFF2-40B4-BE49-F238E27FC236}">
                      <a16:creationId xmlns:a16="http://schemas.microsoft.com/office/drawing/2014/main" id="{1D365686-D7E9-184B-4709-B3ABF713B5DD}"/>
                    </a:ext>
                  </a:extLst>
                </p:cNvPr>
                <p:cNvSpPr/>
                <p:nvPr/>
              </p:nvSpPr>
              <p:spPr>
                <a:xfrm>
                  <a:off x="16280418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4" name="seg">
                  <a:extLst>
                    <a:ext uri="{FF2B5EF4-FFF2-40B4-BE49-F238E27FC236}">
                      <a16:creationId xmlns:a16="http://schemas.microsoft.com/office/drawing/2014/main" id="{AC12A11E-84AF-F920-8DE1-5CADD6EBA845}"/>
                    </a:ext>
                  </a:extLst>
                </p:cNvPr>
                <p:cNvSpPr/>
                <p:nvPr/>
              </p:nvSpPr>
              <p:spPr>
                <a:xfrm>
                  <a:off x="1598141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5" name="seg">
                  <a:extLst>
                    <a:ext uri="{FF2B5EF4-FFF2-40B4-BE49-F238E27FC236}">
                      <a16:creationId xmlns:a16="http://schemas.microsoft.com/office/drawing/2014/main" id="{1CCA938A-2974-A8CD-D9A1-74B0B9FC0777}"/>
                    </a:ext>
                  </a:extLst>
                </p:cNvPr>
                <p:cNvSpPr/>
                <p:nvPr/>
              </p:nvSpPr>
              <p:spPr>
                <a:xfrm>
                  <a:off x="1628041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6" name="seg">
                  <a:extLst>
                    <a:ext uri="{FF2B5EF4-FFF2-40B4-BE49-F238E27FC236}">
                      <a16:creationId xmlns:a16="http://schemas.microsoft.com/office/drawing/2014/main" id="{37ECC4CA-E3EE-12E4-257E-4B77C554445E}"/>
                    </a:ext>
                  </a:extLst>
                </p:cNvPr>
                <p:cNvSpPr/>
                <p:nvPr/>
              </p:nvSpPr>
              <p:spPr>
                <a:xfrm>
                  <a:off x="1647856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7" name="seg">
                  <a:extLst>
                    <a:ext uri="{FF2B5EF4-FFF2-40B4-BE49-F238E27FC236}">
                      <a16:creationId xmlns:a16="http://schemas.microsoft.com/office/drawing/2014/main" id="{2ED85259-4682-6C99-FEEB-CF6488174162}"/>
                    </a:ext>
                  </a:extLst>
                </p:cNvPr>
                <p:cNvSpPr/>
                <p:nvPr/>
              </p:nvSpPr>
              <p:spPr>
                <a:xfrm>
                  <a:off x="164785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8" name="seg">
                  <a:extLst>
                    <a:ext uri="{FF2B5EF4-FFF2-40B4-BE49-F238E27FC236}">
                      <a16:creationId xmlns:a16="http://schemas.microsoft.com/office/drawing/2014/main" id="{229E101E-5B50-D5AF-A7A8-06E810F12AEE}"/>
                    </a:ext>
                  </a:extLst>
                </p:cNvPr>
                <p:cNvSpPr/>
                <p:nvPr/>
              </p:nvSpPr>
              <p:spPr>
                <a:xfrm>
                  <a:off x="1647856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9" name="seg">
                  <a:extLst>
                    <a:ext uri="{FF2B5EF4-FFF2-40B4-BE49-F238E27FC236}">
                      <a16:creationId xmlns:a16="http://schemas.microsoft.com/office/drawing/2014/main" id="{62D97124-213C-5C41-478C-90B388E665E5}"/>
                    </a:ext>
                  </a:extLst>
                </p:cNvPr>
                <p:cNvSpPr/>
                <p:nvPr/>
              </p:nvSpPr>
              <p:spPr>
                <a:xfrm>
                  <a:off x="1640983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0" name="seg">
                  <a:extLst>
                    <a:ext uri="{FF2B5EF4-FFF2-40B4-BE49-F238E27FC236}">
                      <a16:creationId xmlns:a16="http://schemas.microsoft.com/office/drawing/2014/main" id="{FB88BAF4-B708-BB0C-5AC7-3744841CF53D}"/>
                    </a:ext>
                  </a:extLst>
                </p:cNvPr>
                <p:cNvSpPr/>
                <p:nvPr/>
              </p:nvSpPr>
              <p:spPr>
                <a:xfrm>
                  <a:off x="167088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1" name="seg">
                  <a:extLst>
                    <a:ext uri="{FF2B5EF4-FFF2-40B4-BE49-F238E27FC236}">
                      <a16:creationId xmlns:a16="http://schemas.microsoft.com/office/drawing/2014/main" id="{3201A88F-3576-A81A-CBC1-89DD85FD4AB0}"/>
                    </a:ext>
                  </a:extLst>
                </p:cNvPr>
                <p:cNvSpPr/>
                <p:nvPr/>
              </p:nvSpPr>
              <p:spPr>
                <a:xfrm>
                  <a:off x="164098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2" name="seg">
                  <a:extLst>
                    <a:ext uri="{FF2B5EF4-FFF2-40B4-BE49-F238E27FC236}">
                      <a16:creationId xmlns:a16="http://schemas.microsoft.com/office/drawing/2014/main" id="{EBAE3697-71D5-AB7D-EF35-0D5A378CC6A9}"/>
                    </a:ext>
                  </a:extLst>
                </p:cNvPr>
                <p:cNvSpPr/>
                <p:nvPr/>
              </p:nvSpPr>
              <p:spPr>
                <a:xfrm>
                  <a:off x="167088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3" name="dot">
                  <a:extLst>
                    <a:ext uri="{FF2B5EF4-FFF2-40B4-BE49-F238E27FC236}">
                      <a16:creationId xmlns:a16="http://schemas.microsoft.com/office/drawing/2014/main" id="{361A8BAB-B947-3758-D456-61E292D9B27F}"/>
                    </a:ext>
                  </a:extLst>
                </p:cNvPr>
                <p:cNvSpPr/>
                <p:nvPr/>
              </p:nvSpPr>
              <p:spPr>
                <a:xfrm>
                  <a:off x="15869849" y="6723390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4" name="커서 자리">
                  <a:extLst>
                    <a:ext uri="{FF2B5EF4-FFF2-40B4-BE49-F238E27FC236}">
                      <a16:creationId xmlns:a16="http://schemas.microsoft.com/office/drawing/2014/main" id="{8E2BE2E4-CA18-B60C-EC9E-8F1228D0221A}"/>
                    </a:ext>
                  </a:extLst>
                </p:cNvPr>
                <p:cNvSpPr/>
                <p:nvPr/>
              </p:nvSpPr>
              <p:spPr>
                <a:xfrm>
                  <a:off x="1592786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30" name="행1 fnd_num">
                <a:extLst>
                  <a:ext uri="{FF2B5EF4-FFF2-40B4-BE49-F238E27FC236}">
                    <a16:creationId xmlns:a16="http://schemas.microsoft.com/office/drawing/2014/main" id="{704609A3-E7D8-2528-12B3-ECA390AD1222}"/>
                  </a:ext>
                </a:extLst>
              </p:cNvPr>
              <p:cNvSpPr/>
              <p:nvPr/>
            </p:nvSpPr>
            <p:spPr>
              <a:xfrm>
                <a:off x="728976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431" name="행1 fnd_num">
                <a:extLst>
                  <a:ext uri="{FF2B5EF4-FFF2-40B4-BE49-F238E27FC236}">
                    <a16:creationId xmlns:a16="http://schemas.microsoft.com/office/drawing/2014/main" id="{66564CDE-737F-0EE5-49F7-C006820B3E38}"/>
                  </a:ext>
                </a:extLst>
              </p:cNvPr>
              <p:cNvSpPr/>
              <p:nvPr/>
            </p:nvSpPr>
            <p:spPr>
              <a:xfrm>
                <a:off x="7603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32" name="행1 fnd_num">
                <a:extLst>
                  <a:ext uri="{FF2B5EF4-FFF2-40B4-BE49-F238E27FC236}">
                    <a16:creationId xmlns:a16="http://schemas.microsoft.com/office/drawing/2014/main" id="{CA5D1886-0231-5B49-1592-4735B3CD027C}"/>
                  </a:ext>
                </a:extLst>
              </p:cNvPr>
              <p:cNvSpPr/>
              <p:nvPr/>
            </p:nvSpPr>
            <p:spPr>
              <a:xfrm>
                <a:off x="8001187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433" name="행1 fnd_num">
                <a:extLst>
                  <a:ext uri="{FF2B5EF4-FFF2-40B4-BE49-F238E27FC236}">
                    <a16:creationId xmlns:a16="http://schemas.microsoft.com/office/drawing/2014/main" id="{8E9201E5-A8F8-E2AC-A2CD-FAD40963AA56}"/>
                  </a:ext>
                </a:extLst>
              </p:cNvPr>
              <p:cNvSpPr/>
              <p:nvPr/>
            </p:nvSpPr>
            <p:spPr>
              <a:xfrm>
                <a:off x="8314472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427" name="행0 라벨">
              <a:extLst>
                <a:ext uri="{FF2B5EF4-FFF2-40B4-BE49-F238E27FC236}">
                  <a16:creationId xmlns:a16="http://schemas.microsoft.com/office/drawing/2014/main" id="{6E15B575-E9BD-89A9-6160-01F9D7EE677B}"/>
                </a:ext>
              </a:extLst>
            </p:cNvPr>
            <p:cNvSpPr txBox="1"/>
            <p:nvPr/>
          </p:nvSpPr>
          <p:spPr>
            <a:xfrm>
              <a:off x="2276316" y="3245698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548FEB10-BB2D-9FE0-3DD2-431D9C970D0E}"/>
              </a:ext>
            </a:extLst>
          </p:cNvPr>
          <p:cNvGrpSpPr/>
          <p:nvPr/>
        </p:nvGrpSpPr>
        <p:grpSpPr>
          <a:xfrm>
            <a:off x="2154456" y="7559016"/>
            <a:ext cx="13847543" cy="1933814"/>
            <a:chOff x="414979" y="4885029"/>
            <a:chExt cx="9220434" cy="1466008"/>
          </a:xfrm>
        </p:grpSpPr>
        <p:pic>
          <p:nvPicPr>
            <p:cNvPr id="502" name="그림 501">
              <a:extLst>
                <a:ext uri="{FF2B5EF4-FFF2-40B4-BE49-F238E27FC236}">
                  <a16:creationId xmlns:a16="http://schemas.microsoft.com/office/drawing/2014/main" id="{9B052570-EA4C-32F7-B28C-29F12A865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979" y="4885029"/>
              <a:ext cx="9220434" cy="1466008"/>
            </a:xfrm>
            <a:prstGeom prst="rect">
              <a:avLst/>
            </a:prstGeom>
          </p:spPr>
        </p:pic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EE8E854C-FB45-FAA0-3652-C83C1CDFF988}"/>
                </a:ext>
              </a:extLst>
            </p:cNvPr>
            <p:cNvSpPr/>
            <p:nvPr/>
          </p:nvSpPr>
          <p:spPr>
            <a:xfrm>
              <a:off x="2361657" y="4903343"/>
              <a:ext cx="211509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" name="직사각형 503">
              <a:extLst>
                <a:ext uri="{FF2B5EF4-FFF2-40B4-BE49-F238E27FC236}">
                  <a16:creationId xmlns:a16="http://schemas.microsoft.com/office/drawing/2014/main" id="{00659687-0489-7EB4-CF5F-2F5DD9C4B05C}"/>
                </a:ext>
              </a:extLst>
            </p:cNvPr>
            <p:cNvSpPr/>
            <p:nvPr/>
          </p:nvSpPr>
          <p:spPr>
            <a:xfrm>
              <a:off x="7683419" y="4887836"/>
              <a:ext cx="194564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5" name="그림 504">
              <a:extLst>
                <a:ext uri="{FF2B5EF4-FFF2-40B4-BE49-F238E27FC236}">
                  <a16:creationId xmlns:a16="http://schemas.microsoft.com/office/drawing/2014/main" id="{632169C3-B7B2-17A2-A3BC-4D0676AF9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9768" y="6090918"/>
              <a:ext cx="800099" cy="152131"/>
            </a:xfrm>
            <a:prstGeom prst="rect">
              <a:avLst/>
            </a:prstGeom>
          </p:spPr>
        </p:pic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63EB0379-E1C7-F012-925D-0F80092F181D}"/>
                </a:ext>
              </a:extLst>
            </p:cNvPr>
            <p:cNvSpPr/>
            <p:nvPr/>
          </p:nvSpPr>
          <p:spPr>
            <a:xfrm>
              <a:off x="6476366" y="5661025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7" name="직선 화살표 연결선 506">
              <a:extLst>
                <a:ext uri="{FF2B5EF4-FFF2-40B4-BE49-F238E27FC236}">
                  <a16:creationId xmlns:a16="http://schemas.microsoft.com/office/drawing/2014/main" id="{59EC78B3-DDA3-44D3-BDF6-A26B3FB56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1711" y="5238749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5D3C42EA-AC66-C4EE-06D1-B85B98EA5AE5}"/>
                </a:ext>
              </a:extLst>
            </p:cNvPr>
            <p:cNvGrpSpPr/>
            <p:nvPr/>
          </p:nvGrpSpPr>
          <p:grpSpPr>
            <a:xfrm>
              <a:off x="2600093" y="5231492"/>
              <a:ext cx="1638219" cy="899886"/>
              <a:chOff x="4983714" y="-184631"/>
              <a:chExt cx="1638219" cy="899886"/>
            </a:xfrm>
          </p:grpSpPr>
          <p:grpSp>
            <p:nvGrpSpPr>
              <p:cNvPr id="549" name="행2 FND">
                <a:extLst>
                  <a:ext uri="{FF2B5EF4-FFF2-40B4-BE49-F238E27FC236}">
                    <a16:creationId xmlns:a16="http://schemas.microsoft.com/office/drawing/2014/main" id="{05CD1476-296E-20DD-04A4-F9A7A4DB2BE5}"/>
                  </a:ext>
                </a:extLst>
              </p:cNvPr>
              <p:cNvGrpSpPr/>
              <p:nvPr/>
            </p:nvGrpSpPr>
            <p:grpSpPr>
              <a:xfrm>
                <a:off x="4983714" y="-184631"/>
                <a:ext cx="1638219" cy="606104"/>
                <a:chOff x="11841480" y="8028432"/>
                <a:chExt cx="2240280" cy="830064"/>
              </a:xfrm>
            </p:grpSpPr>
            <p:sp>
              <p:nvSpPr>
                <p:cNvPr id="554" name="FND 바탕">
                  <a:extLst>
                    <a:ext uri="{FF2B5EF4-FFF2-40B4-BE49-F238E27FC236}">
                      <a16:creationId xmlns:a16="http://schemas.microsoft.com/office/drawing/2014/main" id="{50D32FF7-D781-8B28-95A1-5686206CB406}"/>
                    </a:ext>
                  </a:extLst>
                </p:cNvPr>
                <p:cNvSpPr/>
                <p:nvPr/>
              </p:nvSpPr>
              <p:spPr>
                <a:xfrm>
                  <a:off x="1184148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5" name="seg">
                  <a:extLst>
                    <a:ext uri="{FF2B5EF4-FFF2-40B4-BE49-F238E27FC236}">
                      <a16:creationId xmlns:a16="http://schemas.microsoft.com/office/drawing/2014/main" id="{3C736F3F-CA7D-8DE9-2768-4A5FCBF6973E}"/>
                    </a:ext>
                  </a:extLst>
                </p:cNvPr>
                <p:cNvSpPr/>
                <p:nvPr/>
              </p:nvSpPr>
              <p:spPr>
                <a:xfrm>
                  <a:off x="121511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6" name="seg">
                  <a:extLst>
                    <a:ext uri="{FF2B5EF4-FFF2-40B4-BE49-F238E27FC236}">
                      <a16:creationId xmlns:a16="http://schemas.microsoft.com/office/drawing/2014/main" id="{5BD6291D-A026-A7FF-AA66-5E9D3206FAE3}"/>
                    </a:ext>
                  </a:extLst>
                </p:cNvPr>
                <p:cNvSpPr/>
                <p:nvPr/>
              </p:nvSpPr>
              <p:spPr>
                <a:xfrm>
                  <a:off x="121511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7" name="seg">
                  <a:extLst>
                    <a:ext uri="{FF2B5EF4-FFF2-40B4-BE49-F238E27FC236}">
                      <a16:creationId xmlns:a16="http://schemas.microsoft.com/office/drawing/2014/main" id="{024A0471-0C22-411C-4930-10A6DAA51211}"/>
                    </a:ext>
                  </a:extLst>
                </p:cNvPr>
                <p:cNvSpPr/>
                <p:nvPr/>
              </p:nvSpPr>
              <p:spPr>
                <a:xfrm>
                  <a:off x="121511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8" name="seg">
                  <a:extLst>
                    <a:ext uri="{FF2B5EF4-FFF2-40B4-BE49-F238E27FC236}">
                      <a16:creationId xmlns:a16="http://schemas.microsoft.com/office/drawing/2014/main" id="{BA083AD2-8C34-6828-E83C-0D1F2980BDA8}"/>
                    </a:ext>
                  </a:extLst>
                </p:cNvPr>
                <p:cNvSpPr/>
                <p:nvPr/>
              </p:nvSpPr>
              <p:spPr>
                <a:xfrm>
                  <a:off x="120824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9" name="seg">
                  <a:extLst>
                    <a:ext uri="{FF2B5EF4-FFF2-40B4-BE49-F238E27FC236}">
                      <a16:creationId xmlns:a16="http://schemas.microsoft.com/office/drawing/2014/main" id="{045F2253-EF2F-62F2-2C7C-7D9C00B3E097}"/>
                    </a:ext>
                  </a:extLst>
                </p:cNvPr>
                <p:cNvSpPr/>
                <p:nvPr/>
              </p:nvSpPr>
              <p:spPr>
                <a:xfrm>
                  <a:off x="1238146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0" name="seg">
                  <a:extLst>
                    <a:ext uri="{FF2B5EF4-FFF2-40B4-BE49-F238E27FC236}">
                      <a16:creationId xmlns:a16="http://schemas.microsoft.com/office/drawing/2014/main" id="{A363DE16-4443-B8CC-61AD-7E5AC3A22C8B}"/>
                    </a:ext>
                  </a:extLst>
                </p:cNvPr>
                <p:cNvSpPr/>
                <p:nvPr/>
              </p:nvSpPr>
              <p:spPr>
                <a:xfrm>
                  <a:off x="120824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1" name="seg">
                  <a:extLst>
                    <a:ext uri="{FF2B5EF4-FFF2-40B4-BE49-F238E27FC236}">
                      <a16:creationId xmlns:a16="http://schemas.microsoft.com/office/drawing/2014/main" id="{F8FDAB61-FC5E-9A56-B697-B062795D8670}"/>
                    </a:ext>
                  </a:extLst>
                </p:cNvPr>
                <p:cNvSpPr/>
                <p:nvPr/>
              </p:nvSpPr>
              <p:spPr>
                <a:xfrm>
                  <a:off x="1238146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2" name="seg">
                  <a:extLst>
                    <a:ext uri="{FF2B5EF4-FFF2-40B4-BE49-F238E27FC236}">
                      <a16:creationId xmlns:a16="http://schemas.microsoft.com/office/drawing/2014/main" id="{FAA8FE0D-D097-28BE-086F-589B03E2C825}"/>
                    </a:ext>
                  </a:extLst>
                </p:cNvPr>
                <p:cNvSpPr/>
                <p:nvPr/>
              </p:nvSpPr>
              <p:spPr>
                <a:xfrm>
                  <a:off x="12579612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3" name="seg">
                  <a:extLst>
                    <a:ext uri="{FF2B5EF4-FFF2-40B4-BE49-F238E27FC236}">
                      <a16:creationId xmlns:a16="http://schemas.microsoft.com/office/drawing/2014/main" id="{5EADE3CA-2A07-03CF-A4BF-2479105353F9}"/>
                    </a:ext>
                  </a:extLst>
                </p:cNvPr>
                <p:cNvSpPr/>
                <p:nvPr/>
              </p:nvSpPr>
              <p:spPr>
                <a:xfrm>
                  <a:off x="12579612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4" name="seg">
                  <a:extLst>
                    <a:ext uri="{FF2B5EF4-FFF2-40B4-BE49-F238E27FC236}">
                      <a16:creationId xmlns:a16="http://schemas.microsoft.com/office/drawing/2014/main" id="{FD1D6535-4897-3965-7CAB-40313E004C86}"/>
                    </a:ext>
                  </a:extLst>
                </p:cNvPr>
                <p:cNvSpPr/>
                <p:nvPr/>
              </p:nvSpPr>
              <p:spPr>
                <a:xfrm>
                  <a:off x="12579612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5" name="seg">
                  <a:extLst>
                    <a:ext uri="{FF2B5EF4-FFF2-40B4-BE49-F238E27FC236}">
                      <a16:creationId xmlns:a16="http://schemas.microsoft.com/office/drawing/2014/main" id="{3A065F75-17B3-B4BF-BD84-E19AA95B7FAD}"/>
                    </a:ext>
                  </a:extLst>
                </p:cNvPr>
                <p:cNvSpPr/>
                <p:nvPr/>
              </p:nvSpPr>
              <p:spPr>
                <a:xfrm>
                  <a:off x="1251088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6" name="seg">
                  <a:extLst>
                    <a:ext uri="{FF2B5EF4-FFF2-40B4-BE49-F238E27FC236}">
                      <a16:creationId xmlns:a16="http://schemas.microsoft.com/office/drawing/2014/main" id="{F3EA16F3-5C33-6B8C-AAA7-F903B99E9F0B}"/>
                    </a:ext>
                  </a:extLst>
                </p:cNvPr>
                <p:cNvSpPr/>
                <p:nvPr/>
              </p:nvSpPr>
              <p:spPr>
                <a:xfrm>
                  <a:off x="1280988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7" name="seg">
                  <a:extLst>
                    <a:ext uri="{FF2B5EF4-FFF2-40B4-BE49-F238E27FC236}">
                      <a16:creationId xmlns:a16="http://schemas.microsoft.com/office/drawing/2014/main" id="{CE922E70-A07C-1830-885D-6424E6FF59E6}"/>
                    </a:ext>
                  </a:extLst>
                </p:cNvPr>
                <p:cNvSpPr/>
                <p:nvPr/>
              </p:nvSpPr>
              <p:spPr>
                <a:xfrm>
                  <a:off x="12510886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8" name="seg">
                  <a:extLst>
                    <a:ext uri="{FF2B5EF4-FFF2-40B4-BE49-F238E27FC236}">
                      <a16:creationId xmlns:a16="http://schemas.microsoft.com/office/drawing/2014/main" id="{6F34FBDE-CCD6-DA49-C791-0C3833ECC396}"/>
                    </a:ext>
                  </a:extLst>
                </p:cNvPr>
                <p:cNvSpPr/>
                <p:nvPr/>
              </p:nvSpPr>
              <p:spPr>
                <a:xfrm>
                  <a:off x="1280988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9" name="seg">
                  <a:extLst>
                    <a:ext uri="{FF2B5EF4-FFF2-40B4-BE49-F238E27FC236}">
                      <a16:creationId xmlns:a16="http://schemas.microsoft.com/office/drawing/2014/main" id="{C14327AE-9A6B-B459-204E-14994106E9BF}"/>
                    </a:ext>
                  </a:extLst>
                </p:cNvPr>
                <p:cNvSpPr/>
                <p:nvPr/>
              </p:nvSpPr>
              <p:spPr>
                <a:xfrm>
                  <a:off x="1312406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0" name="seg">
                  <a:extLst>
                    <a:ext uri="{FF2B5EF4-FFF2-40B4-BE49-F238E27FC236}">
                      <a16:creationId xmlns:a16="http://schemas.microsoft.com/office/drawing/2014/main" id="{8AE51EDA-25B5-7DB6-E8F1-A1FFC1191026}"/>
                    </a:ext>
                  </a:extLst>
                </p:cNvPr>
                <p:cNvSpPr/>
                <p:nvPr/>
              </p:nvSpPr>
              <p:spPr>
                <a:xfrm>
                  <a:off x="131240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1" name="seg">
                  <a:extLst>
                    <a:ext uri="{FF2B5EF4-FFF2-40B4-BE49-F238E27FC236}">
                      <a16:creationId xmlns:a16="http://schemas.microsoft.com/office/drawing/2014/main" id="{CE6BB1D2-3408-7B12-D634-E30A0BE831F5}"/>
                    </a:ext>
                  </a:extLst>
                </p:cNvPr>
                <p:cNvSpPr/>
                <p:nvPr/>
              </p:nvSpPr>
              <p:spPr>
                <a:xfrm>
                  <a:off x="1312406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2" name="seg">
                  <a:extLst>
                    <a:ext uri="{FF2B5EF4-FFF2-40B4-BE49-F238E27FC236}">
                      <a16:creationId xmlns:a16="http://schemas.microsoft.com/office/drawing/2014/main" id="{9D130931-1C4C-71C1-524B-7D45083215B4}"/>
                    </a:ext>
                  </a:extLst>
                </p:cNvPr>
                <p:cNvSpPr/>
                <p:nvPr/>
              </p:nvSpPr>
              <p:spPr>
                <a:xfrm>
                  <a:off x="1305533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3" name="seg">
                  <a:extLst>
                    <a:ext uri="{FF2B5EF4-FFF2-40B4-BE49-F238E27FC236}">
                      <a16:creationId xmlns:a16="http://schemas.microsoft.com/office/drawing/2014/main" id="{E5564F5F-DD72-F750-34BF-3254EDD5B7E8}"/>
                    </a:ext>
                  </a:extLst>
                </p:cNvPr>
                <p:cNvSpPr/>
                <p:nvPr/>
              </p:nvSpPr>
              <p:spPr>
                <a:xfrm>
                  <a:off x="133543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4" name="seg">
                  <a:extLst>
                    <a:ext uri="{FF2B5EF4-FFF2-40B4-BE49-F238E27FC236}">
                      <a16:creationId xmlns:a16="http://schemas.microsoft.com/office/drawing/2014/main" id="{23281E20-59DD-E215-D919-F31C344563BC}"/>
                    </a:ext>
                  </a:extLst>
                </p:cNvPr>
                <p:cNvSpPr/>
                <p:nvPr/>
              </p:nvSpPr>
              <p:spPr>
                <a:xfrm>
                  <a:off x="130553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5" name="seg">
                  <a:extLst>
                    <a:ext uri="{FF2B5EF4-FFF2-40B4-BE49-F238E27FC236}">
                      <a16:creationId xmlns:a16="http://schemas.microsoft.com/office/drawing/2014/main" id="{544EA64C-FE51-A2D3-DABD-7CFF51647313}"/>
                    </a:ext>
                  </a:extLst>
                </p:cNvPr>
                <p:cNvSpPr/>
                <p:nvPr/>
              </p:nvSpPr>
              <p:spPr>
                <a:xfrm>
                  <a:off x="133543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6" name="seg">
                  <a:extLst>
                    <a:ext uri="{FF2B5EF4-FFF2-40B4-BE49-F238E27FC236}">
                      <a16:creationId xmlns:a16="http://schemas.microsoft.com/office/drawing/2014/main" id="{D0756063-AE45-122F-5976-EBB198979110}"/>
                    </a:ext>
                  </a:extLst>
                </p:cNvPr>
                <p:cNvSpPr/>
                <p:nvPr/>
              </p:nvSpPr>
              <p:spPr>
                <a:xfrm>
                  <a:off x="1355248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7" name="seg">
                  <a:extLst>
                    <a:ext uri="{FF2B5EF4-FFF2-40B4-BE49-F238E27FC236}">
                      <a16:creationId xmlns:a16="http://schemas.microsoft.com/office/drawing/2014/main" id="{FEEE85D0-F6B1-F092-4288-CD4AFED5F8F5}"/>
                    </a:ext>
                  </a:extLst>
                </p:cNvPr>
                <p:cNvSpPr/>
                <p:nvPr/>
              </p:nvSpPr>
              <p:spPr>
                <a:xfrm>
                  <a:off x="1355248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8" name="seg">
                  <a:extLst>
                    <a:ext uri="{FF2B5EF4-FFF2-40B4-BE49-F238E27FC236}">
                      <a16:creationId xmlns:a16="http://schemas.microsoft.com/office/drawing/2014/main" id="{A177206F-7658-2DDC-838F-5CD511E35574}"/>
                    </a:ext>
                  </a:extLst>
                </p:cNvPr>
                <p:cNvSpPr/>
                <p:nvPr/>
              </p:nvSpPr>
              <p:spPr>
                <a:xfrm>
                  <a:off x="1355248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9" name="seg">
                  <a:extLst>
                    <a:ext uri="{FF2B5EF4-FFF2-40B4-BE49-F238E27FC236}">
                      <a16:creationId xmlns:a16="http://schemas.microsoft.com/office/drawing/2014/main" id="{2A1D534A-02EE-E63B-B73A-2ECB87831AEE}"/>
                    </a:ext>
                  </a:extLst>
                </p:cNvPr>
                <p:cNvSpPr/>
                <p:nvPr/>
              </p:nvSpPr>
              <p:spPr>
                <a:xfrm>
                  <a:off x="1348375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0" name="seg">
                  <a:extLst>
                    <a:ext uri="{FF2B5EF4-FFF2-40B4-BE49-F238E27FC236}">
                      <a16:creationId xmlns:a16="http://schemas.microsoft.com/office/drawing/2014/main" id="{1C8B4930-4684-1284-3081-CA0766493B81}"/>
                    </a:ext>
                  </a:extLst>
                </p:cNvPr>
                <p:cNvSpPr/>
                <p:nvPr/>
              </p:nvSpPr>
              <p:spPr>
                <a:xfrm>
                  <a:off x="1378275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1" name="seg">
                  <a:extLst>
                    <a:ext uri="{FF2B5EF4-FFF2-40B4-BE49-F238E27FC236}">
                      <a16:creationId xmlns:a16="http://schemas.microsoft.com/office/drawing/2014/main" id="{DB7CB2E8-03B8-012F-ED69-D7154AA5F394}"/>
                    </a:ext>
                  </a:extLst>
                </p:cNvPr>
                <p:cNvSpPr/>
                <p:nvPr/>
              </p:nvSpPr>
              <p:spPr>
                <a:xfrm>
                  <a:off x="1348375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2" name="seg">
                  <a:extLst>
                    <a:ext uri="{FF2B5EF4-FFF2-40B4-BE49-F238E27FC236}">
                      <a16:creationId xmlns:a16="http://schemas.microsoft.com/office/drawing/2014/main" id="{F041B6B3-586A-1784-A2C9-BC61A8E77A8E}"/>
                    </a:ext>
                  </a:extLst>
                </p:cNvPr>
                <p:cNvSpPr/>
                <p:nvPr/>
              </p:nvSpPr>
              <p:spPr>
                <a:xfrm>
                  <a:off x="1378275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3" name="dot">
                  <a:extLst>
                    <a:ext uri="{FF2B5EF4-FFF2-40B4-BE49-F238E27FC236}">
                      <a16:creationId xmlns:a16="http://schemas.microsoft.com/office/drawing/2014/main" id="{DAAA6A26-AC8B-C29E-CBE2-61A741550A94}"/>
                    </a:ext>
                  </a:extLst>
                </p:cNvPr>
                <p:cNvSpPr/>
                <p:nvPr/>
              </p:nvSpPr>
              <p:spPr>
                <a:xfrm>
                  <a:off x="12943769" y="8671062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4" name="커서 자리">
                  <a:extLst>
                    <a:ext uri="{FF2B5EF4-FFF2-40B4-BE49-F238E27FC236}">
                      <a16:creationId xmlns:a16="http://schemas.microsoft.com/office/drawing/2014/main" id="{D08E71A9-C13B-85A3-1652-7251E7C95C7F}"/>
                    </a:ext>
                  </a:extLst>
                </p:cNvPr>
                <p:cNvSpPr/>
                <p:nvPr/>
              </p:nvSpPr>
              <p:spPr>
                <a:xfrm>
                  <a:off x="1245733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550" name="행2 fnd_num">
                <a:extLst>
                  <a:ext uri="{FF2B5EF4-FFF2-40B4-BE49-F238E27FC236}">
                    <a16:creationId xmlns:a16="http://schemas.microsoft.com/office/drawing/2014/main" id="{FCEBD500-8074-0EF9-CFD2-5F1A8C9D83C0}"/>
                  </a:ext>
                </a:extLst>
              </p:cNvPr>
              <p:cNvSpPr/>
              <p:nvPr/>
            </p:nvSpPr>
            <p:spPr>
              <a:xfrm>
                <a:off x="5150054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551" name="행2 fnd_num">
                <a:extLst>
                  <a:ext uri="{FF2B5EF4-FFF2-40B4-BE49-F238E27FC236}">
                    <a16:creationId xmlns:a16="http://schemas.microsoft.com/office/drawing/2014/main" id="{E45D691A-FF3D-941D-1ABD-69FD87898FDA}"/>
                  </a:ext>
                </a:extLst>
              </p:cNvPr>
              <p:cNvSpPr/>
              <p:nvPr/>
            </p:nvSpPr>
            <p:spPr>
              <a:xfrm>
                <a:off x="5463339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552" name="행2 fnd_num">
                <a:extLst>
                  <a:ext uri="{FF2B5EF4-FFF2-40B4-BE49-F238E27FC236}">
                    <a16:creationId xmlns:a16="http://schemas.microsoft.com/office/drawing/2014/main" id="{B3F1CA72-8471-74AB-25B2-8A22B4F60CD2}"/>
                  </a:ext>
                </a:extLst>
              </p:cNvPr>
              <p:cNvSpPr/>
              <p:nvPr/>
            </p:nvSpPr>
            <p:spPr>
              <a:xfrm>
                <a:off x="5861471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553" name="행2 fnd_num">
                <a:extLst>
                  <a:ext uri="{FF2B5EF4-FFF2-40B4-BE49-F238E27FC236}">
                    <a16:creationId xmlns:a16="http://schemas.microsoft.com/office/drawing/2014/main" id="{9ACD1FA7-6F74-5A23-B42B-9DD269EA0E8F}"/>
                  </a:ext>
                </a:extLst>
              </p:cNvPr>
              <p:cNvSpPr/>
              <p:nvPr/>
            </p:nvSpPr>
            <p:spPr>
              <a:xfrm>
                <a:off x="6174756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509" name="행0 라벨">
              <a:extLst>
                <a:ext uri="{FF2B5EF4-FFF2-40B4-BE49-F238E27FC236}">
                  <a16:creationId xmlns:a16="http://schemas.microsoft.com/office/drawing/2014/main" id="{05B8F795-6E95-7096-038E-3A53378BB8E9}"/>
                </a:ext>
              </a:extLst>
            </p:cNvPr>
            <p:cNvSpPr txBox="1"/>
            <p:nvPr/>
          </p:nvSpPr>
          <p:spPr>
            <a:xfrm>
              <a:off x="2360939" y="4982561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9DAE2A24-3DDC-B0CB-3276-B18BF3154011}"/>
                </a:ext>
              </a:extLst>
            </p:cNvPr>
            <p:cNvGrpSpPr/>
            <p:nvPr/>
          </p:nvGrpSpPr>
          <p:grpSpPr>
            <a:xfrm>
              <a:off x="7463813" y="4922484"/>
              <a:ext cx="2098866" cy="1134451"/>
              <a:chOff x="7463813" y="4944255"/>
              <a:chExt cx="2098866" cy="1134451"/>
            </a:xfrm>
          </p:grpSpPr>
          <p:sp>
            <p:nvSpPr>
              <p:cNvPr id="511" name="행2 라벨">
                <a:extLst>
                  <a:ext uri="{FF2B5EF4-FFF2-40B4-BE49-F238E27FC236}">
                    <a16:creationId xmlns:a16="http://schemas.microsoft.com/office/drawing/2014/main" id="{A9AF2F17-9EDD-1E3D-0421-40760572FD23}"/>
                  </a:ext>
                </a:extLst>
              </p:cNvPr>
              <p:cNvSpPr txBox="1"/>
              <p:nvPr/>
            </p:nvSpPr>
            <p:spPr>
              <a:xfrm>
                <a:off x="7656995" y="4944255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_off 1</a:t>
                </a:r>
              </a:p>
            </p:txBody>
          </p:sp>
          <p:grpSp>
            <p:nvGrpSpPr>
              <p:cNvPr id="512" name="행2 FND">
                <a:extLst>
                  <a:ext uri="{FF2B5EF4-FFF2-40B4-BE49-F238E27FC236}">
                    <a16:creationId xmlns:a16="http://schemas.microsoft.com/office/drawing/2014/main" id="{2DA7E9B9-BE7A-F8B0-EC2F-22C6D9E7DD3A}"/>
                  </a:ext>
                </a:extLst>
              </p:cNvPr>
              <p:cNvGrpSpPr/>
              <p:nvPr/>
            </p:nvGrpSpPr>
            <p:grpSpPr>
              <a:xfrm>
                <a:off x="7885069" y="5178820"/>
                <a:ext cx="1638219" cy="606104"/>
                <a:chOff x="14767560" y="8028432"/>
                <a:chExt cx="2240280" cy="830064"/>
              </a:xfrm>
            </p:grpSpPr>
            <p:sp>
              <p:nvSpPr>
                <p:cNvPr id="518" name="FND 바탕">
                  <a:extLst>
                    <a:ext uri="{FF2B5EF4-FFF2-40B4-BE49-F238E27FC236}">
                      <a16:creationId xmlns:a16="http://schemas.microsoft.com/office/drawing/2014/main" id="{D39EEEED-D31F-9648-B59E-90335CB2DCCA}"/>
                    </a:ext>
                  </a:extLst>
                </p:cNvPr>
                <p:cNvSpPr/>
                <p:nvPr/>
              </p:nvSpPr>
              <p:spPr>
                <a:xfrm>
                  <a:off x="1476756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19" name="seg">
                  <a:extLst>
                    <a:ext uri="{FF2B5EF4-FFF2-40B4-BE49-F238E27FC236}">
                      <a16:creationId xmlns:a16="http://schemas.microsoft.com/office/drawing/2014/main" id="{C8B5B2EE-FB80-4637-F2E5-BC192B541289}"/>
                    </a:ext>
                  </a:extLst>
                </p:cNvPr>
                <p:cNvSpPr/>
                <p:nvPr/>
              </p:nvSpPr>
              <p:spPr>
                <a:xfrm>
                  <a:off x="1507727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0" name="seg">
                  <a:extLst>
                    <a:ext uri="{FF2B5EF4-FFF2-40B4-BE49-F238E27FC236}">
                      <a16:creationId xmlns:a16="http://schemas.microsoft.com/office/drawing/2014/main" id="{695132E6-E923-798B-7F52-B9120F781E52}"/>
                    </a:ext>
                  </a:extLst>
                </p:cNvPr>
                <p:cNvSpPr/>
                <p:nvPr/>
              </p:nvSpPr>
              <p:spPr>
                <a:xfrm>
                  <a:off x="1507727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1" name="seg">
                  <a:extLst>
                    <a:ext uri="{FF2B5EF4-FFF2-40B4-BE49-F238E27FC236}">
                      <a16:creationId xmlns:a16="http://schemas.microsoft.com/office/drawing/2014/main" id="{96088BE3-885E-7FB5-8BBF-70622CF6A6D3}"/>
                    </a:ext>
                  </a:extLst>
                </p:cNvPr>
                <p:cNvSpPr/>
                <p:nvPr/>
              </p:nvSpPr>
              <p:spPr>
                <a:xfrm>
                  <a:off x="1507727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2" name="seg">
                  <a:extLst>
                    <a:ext uri="{FF2B5EF4-FFF2-40B4-BE49-F238E27FC236}">
                      <a16:creationId xmlns:a16="http://schemas.microsoft.com/office/drawing/2014/main" id="{3130B53D-2080-663C-C187-24D532ADE461}"/>
                    </a:ext>
                  </a:extLst>
                </p:cNvPr>
                <p:cNvSpPr/>
                <p:nvPr/>
              </p:nvSpPr>
              <p:spPr>
                <a:xfrm>
                  <a:off x="1500854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3" name="seg">
                  <a:extLst>
                    <a:ext uri="{FF2B5EF4-FFF2-40B4-BE49-F238E27FC236}">
                      <a16:creationId xmlns:a16="http://schemas.microsoft.com/office/drawing/2014/main" id="{32CB8956-7AEA-8BF5-828C-A1F01EE45845}"/>
                    </a:ext>
                  </a:extLst>
                </p:cNvPr>
                <p:cNvSpPr/>
                <p:nvPr/>
              </p:nvSpPr>
              <p:spPr>
                <a:xfrm>
                  <a:off x="1530754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4" name="seg">
                  <a:extLst>
                    <a:ext uri="{FF2B5EF4-FFF2-40B4-BE49-F238E27FC236}">
                      <a16:creationId xmlns:a16="http://schemas.microsoft.com/office/drawing/2014/main" id="{2138C3D1-58C1-FFDE-4B32-54F8E9183F4B}"/>
                    </a:ext>
                  </a:extLst>
                </p:cNvPr>
                <p:cNvSpPr/>
                <p:nvPr/>
              </p:nvSpPr>
              <p:spPr>
                <a:xfrm>
                  <a:off x="1500854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5" name="seg">
                  <a:extLst>
                    <a:ext uri="{FF2B5EF4-FFF2-40B4-BE49-F238E27FC236}">
                      <a16:creationId xmlns:a16="http://schemas.microsoft.com/office/drawing/2014/main" id="{33742404-C1F0-0138-FC40-59D393413D09}"/>
                    </a:ext>
                  </a:extLst>
                </p:cNvPr>
                <p:cNvSpPr/>
                <p:nvPr/>
              </p:nvSpPr>
              <p:spPr>
                <a:xfrm>
                  <a:off x="1530754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6" name="seg">
                  <a:extLst>
                    <a:ext uri="{FF2B5EF4-FFF2-40B4-BE49-F238E27FC236}">
                      <a16:creationId xmlns:a16="http://schemas.microsoft.com/office/drawing/2014/main" id="{8E144528-BBC7-0965-F3C4-39DDB02729EA}"/>
                    </a:ext>
                  </a:extLst>
                </p:cNvPr>
                <p:cNvSpPr/>
                <p:nvPr/>
              </p:nvSpPr>
              <p:spPr>
                <a:xfrm>
                  <a:off x="155056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7" name="seg">
                  <a:extLst>
                    <a:ext uri="{FF2B5EF4-FFF2-40B4-BE49-F238E27FC236}">
                      <a16:creationId xmlns:a16="http://schemas.microsoft.com/office/drawing/2014/main" id="{FCA1BDFF-9C37-CEA6-4116-DDBBBF7CD31E}"/>
                    </a:ext>
                  </a:extLst>
                </p:cNvPr>
                <p:cNvSpPr/>
                <p:nvPr/>
              </p:nvSpPr>
              <p:spPr>
                <a:xfrm>
                  <a:off x="155056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8" name="seg">
                  <a:extLst>
                    <a:ext uri="{FF2B5EF4-FFF2-40B4-BE49-F238E27FC236}">
                      <a16:creationId xmlns:a16="http://schemas.microsoft.com/office/drawing/2014/main" id="{0CE69480-67E1-C9BC-CB42-1C15E1104849}"/>
                    </a:ext>
                  </a:extLst>
                </p:cNvPr>
                <p:cNvSpPr/>
                <p:nvPr/>
              </p:nvSpPr>
              <p:spPr>
                <a:xfrm>
                  <a:off x="155056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9" name="seg">
                  <a:extLst>
                    <a:ext uri="{FF2B5EF4-FFF2-40B4-BE49-F238E27FC236}">
                      <a16:creationId xmlns:a16="http://schemas.microsoft.com/office/drawing/2014/main" id="{259A2911-AB6C-CB35-EA30-A9BEA96B16D5}"/>
                    </a:ext>
                  </a:extLst>
                </p:cNvPr>
                <p:cNvSpPr/>
                <p:nvPr/>
              </p:nvSpPr>
              <p:spPr>
                <a:xfrm>
                  <a:off x="154369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0" name="seg">
                  <a:extLst>
                    <a:ext uri="{FF2B5EF4-FFF2-40B4-BE49-F238E27FC236}">
                      <a16:creationId xmlns:a16="http://schemas.microsoft.com/office/drawing/2014/main" id="{7328EDD4-23FD-8EED-12B5-10488175407E}"/>
                    </a:ext>
                  </a:extLst>
                </p:cNvPr>
                <p:cNvSpPr/>
                <p:nvPr/>
              </p:nvSpPr>
              <p:spPr>
                <a:xfrm>
                  <a:off x="15735968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1" name="seg">
                  <a:extLst>
                    <a:ext uri="{FF2B5EF4-FFF2-40B4-BE49-F238E27FC236}">
                      <a16:creationId xmlns:a16="http://schemas.microsoft.com/office/drawing/2014/main" id="{8E947685-D0AC-56CB-0F8F-C3DFA38E1432}"/>
                    </a:ext>
                  </a:extLst>
                </p:cNvPr>
                <p:cNvSpPr/>
                <p:nvPr/>
              </p:nvSpPr>
              <p:spPr>
                <a:xfrm>
                  <a:off x="154369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2" name="seg">
                  <a:extLst>
                    <a:ext uri="{FF2B5EF4-FFF2-40B4-BE49-F238E27FC236}">
                      <a16:creationId xmlns:a16="http://schemas.microsoft.com/office/drawing/2014/main" id="{E51105C8-A3F9-5F58-1F31-E695338397F3}"/>
                    </a:ext>
                  </a:extLst>
                </p:cNvPr>
                <p:cNvSpPr/>
                <p:nvPr/>
              </p:nvSpPr>
              <p:spPr>
                <a:xfrm>
                  <a:off x="1573596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3" name="seg">
                  <a:extLst>
                    <a:ext uri="{FF2B5EF4-FFF2-40B4-BE49-F238E27FC236}">
                      <a16:creationId xmlns:a16="http://schemas.microsoft.com/office/drawing/2014/main" id="{84E39AC4-9EF2-ED7E-91C9-41130E4DAB2F}"/>
                    </a:ext>
                  </a:extLst>
                </p:cNvPr>
                <p:cNvSpPr/>
                <p:nvPr/>
              </p:nvSpPr>
              <p:spPr>
                <a:xfrm>
                  <a:off x="1605014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4" name="seg">
                  <a:extLst>
                    <a:ext uri="{FF2B5EF4-FFF2-40B4-BE49-F238E27FC236}">
                      <a16:creationId xmlns:a16="http://schemas.microsoft.com/office/drawing/2014/main" id="{CB3A023A-873F-7327-DA5F-AC041A21E3E1}"/>
                    </a:ext>
                  </a:extLst>
                </p:cNvPr>
                <p:cNvSpPr/>
                <p:nvPr/>
              </p:nvSpPr>
              <p:spPr>
                <a:xfrm>
                  <a:off x="1605014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5" name="seg">
                  <a:extLst>
                    <a:ext uri="{FF2B5EF4-FFF2-40B4-BE49-F238E27FC236}">
                      <a16:creationId xmlns:a16="http://schemas.microsoft.com/office/drawing/2014/main" id="{383ED151-41FF-4182-EDC3-E650E9CEB12F}"/>
                    </a:ext>
                  </a:extLst>
                </p:cNvPr>
                <p:cNvSpPr/>
                <p:nvPr/>
              </p:nvSpPr>
              <p:spPr>
                <a:xfrm>
                  <a:off x="1605014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6" name="seg">
                  <a:extLst>
                    <a:ext uri="{FF2B5EF4-FFF2-40B4-BE49-F238E27FC236}">
                      <a16:creationId xmlns:a16="http://schemas.microsoft.com/office/drawing/2014/main" id="{7C41ECBF-74EA-A733-0E5B-967CDEAD38CB}"/>
                    </a:ext>
                  </a:extLst>
                </p:cNvPr>
                <p:cNvSpPr/>
                <p:nvPr/>
              </p:nvSpPr>
              <p:spPr>
                <a:xfrm>
                  <a:off x="1598141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7" name="seg">
                  <a:extLst>
                    <a:ext uri="{FF2B5EF4-FFF2-40B4-BE49-F238E27FC236}">
                      <a16:creationId xmlns:a16="http://schemas.microsoft.com/office/drawing/2014/main" id="{3B0AAB2C-8BFC-4238-40A1-06CC0E8E22A1}"/>
                    </a:ext>
                  </a:extLst>
                </p:cNvPr>
                <p:cNvSpPr/>
                <p:nvPr/>
              </p:nvSpPr>
              <p:spPr>
                <a:xfrm>
                  <a:off x="1628041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8" name="seg">
                  <a:extLst>
                    <a:ext uri="{FF2B5EF4-FFF2-40B4-BE49-F238E27FC236}">
                      <a16:creationId xmlns:a16="http://schemas.microsoft.com/office/drawing/2014/main" id="{FE30C289-DFD7-D26F-05BD-5F7E4D98DEBC}"/>
                    </a:ext>
                  </a:extLst>
                </p:cNvPr>
                <p:cNvSpPr/>
                <p:nvPr/>
              </p:nvSpPr>
              <p:spPr>
                <a:xfrm>
                  <a:off x="1598141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9" name="seg">
                  <a:extLst>
                    <a:ext uri="{FF2B5EF4-FFF2-40B4-BE49-F238E27FC236}">
                      <a16:creationId xmlns:a16="http://schemas.microsoft.com/office/drawing/2014/main" id="{AC37FF8E-BCEB-16A7-B568-5EE01EC445AA}"/>
                    </a:ext>
                  </a:extLst>
                </p:cNvPr>
                <p:cNvSpPr/>
                <p:nvPr/>
              </p:nvSpPr>
              <p:spPr>
                <a:xfrm>
                  <a:off x="1628041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0" name="seg">
                  <a:extLst>
                    <a:ext uri="{FF2B5EF4-FFF2-40B4-BE49-F238E27FC236}">
                      <a16:creationId xmlns:a16="http://schemas.microsoft.com/office/drawing/2014/main" id="{B6B1A80C-4E76-3A28-7B74-507BC495A068}"/>
                    </a:ext>
                  </a:extLst>
                </p:cNvPr>
                <p:cNvSpPr/>
                <p:nvPr/>
              </p:nvSpPr>
              <p:spPr>
                <a:xfrm>
                  <a:off x="1647856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1" name="seg">
                  <a:extLst>
                    <a:ext uri="{FF2B5EF4-FFF2-40B4-BE49-F238E27FC236}">
                      <a16:creationId xmlns:a16="http://schemas.microsoft.com/office/drawing/2014/main" id="{73F989F3-0C8C-68CA-EF2D-F8B58F4F062C}"/>
                    </a:ext>
                  </a:extLst>
                </p:cNvPr>
                <p:cNvSpPr/>
                <p:nvPr/>
              </p:nvSpPr>
              <p:spPr>
                <a:xfrm>
                  <a:off x="164785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2" name="seg">
                  <a:extLst>
                    <a:ext uri="{FF2B5EF4-FFF2-40B4-BE49-F238E27FC236}">
                      <a16:creationId xmlns:a16="http://schemas.microsoft.com/office/drawing/2014/main" id="{5E7574EA-B651-4931-8507-78BC884119E0}"/>
                    </a:ext>
                  </a:extLst>
                </p:cNvPr>
                <p:cNvSpPr/>
                <p:nvPr/>
              </p:nvSpPr>
              <p:spPr>
                <a:xfrm>
                  <a:off x="1647856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3" name="seg">
                  <a:extLst>
                    <a:ext uri="{FF2B5EF4-FFF2-40B4-BE49-F238E27FC236}">
                      <a16:creationId xmlns:a16="http://schemas.microsoft.com/office/drawing/2014/main" id="{E67E4892-BACF-1ABB-70BE-802AECB2A512}"/>
                    </a:ext>
                  </a:extLst>
                </p:cNvPr>
                <p:cNvSpPr/>
                <p:nvPr/>
              </p:nvSpPr>
              <p:spPr>
                <a:xfrm>
                  <a:off x="1640983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4" name="seg">
                  <a:extLst>
                    <a:ext uri="{FF2B5EF4-FFF2-40B4-BE49-F238E27FC236}">
                      <a16:creationId xmlns:a16="http://schemas.microsoft.com/office/drawing/2014/main" id="{EED7D8EB-DEE7-F6FD-F20A-24C153E76A71}"/>
                    </a:ext>
                  </a:extLst>
                </p:cNvPr>
                <p:cNvSpPr/>
                <p:nvPr/>
              </p:nvSpPr>
              <p:spPr>
                <a:xfrm>
                  <a:off x="167088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5" name="seg">
                  <a:extLst>
                    <a:ext uri="{FF2B5EF4-FFF2-40B4-BE49-F238E27FC236}">
                      <a16:creationId xmlns:a16="http://schemas.microsoft.com/office/drawing/2014/main" id="{17EA97C9-C953-9CD1-7484-4A812CF8F7AD}"/>
                    </a:ext>
                  </a:extLst>
                </p:cNvPr>
                <p:cNvSpPr/>
                <p:nvPr/>
              </p:nvSpPr>
              <p:spPr>
                <a:xfrm>
                  <a:off x="164098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6" name="seg">
                  <a:extLst>
                    <a:ext uri="{FF2B5EF4-FFF2-40B4-BE49-F238E27FC236}">
                      <a16:creationId xmlns:a16="http://schemas.microsoft.com/office/drawing/2014/main" id="{807BF60E-2E93-1DC5-8EF0-DB2773288C6C}"/>
                    </a:ext>
                  </a:extLst>
                </p:cNvPr>
                <p:cNvSpPr/>
                <p:nvPr/>
              </p:nvSpPr>
              <p:spPr>
                <a:xfrm>
                  <a:off x="167088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7" name="dot">
                  <a:extLst>
                    <a:ext uri="{FF2B5EF4-FFF2-40B4-BE49-F238E27FC236}">
                      <a16:creationId xmlns:a16="http://schemas.microsoft.com/office/drawing/2014/main" id="{F87007B7-E744-8A28-B3E1-CBFEDD19A37A}"/>
                    </a:ext>
                  </a:extLst>
                </p:cNvPr>
                <p:cNvSpPr/>
                <p:nvPr/>
              </p:nvSpPr>
              <p:spPr>
                <a:xfrm>
                  <a:off x="15869849" y="8671062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8" name="커서 자리">
                  <a:extLst>
                    <a:ext uri="{FF2B5EF4-FFF2-40B4-BE49-F238E27FC236}">
                      <a16:creationId xmlns:a16="http://schemas.microsoft.com/office/drawing/2014/main" id="{FF5AC892-2E06-034F-FDDB-88489851250E}"/>
                    </a:ext>
                  </a:extLst>
                </p:cNvPr>
                <p:cNvSpPr/>
                <p:nvPr/>
              </p:nvSpPr>
              <p:spPr>
                <a:xfrm>
                  <a:off x="1538341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513" name="행2 fnd_num">
                <a:extLst>
                  <a:ext uri="{FF2B5EF4-FFF2-40B4-BE49-F238E27FC236}">
                    <a16:creationId xmlns:a16="http://schemas.microsoft.com/office/drawing/2014/main" id="{AC7DF4C5-3F47-C419-58C6-25A92ACFC04B}"/>
                  </a:ext>
                </a:extLst>
              </p:cNvPr>
              <p:cNvSpPr/>
              <p:nvPr/>
            </p:nvSpPr>
            <p:spPr>
              <a:xfrm>
                <a:off x="8051409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514" name="행2 fnd_num">
                <a:extLst>
                  <a:ext uri="{FF2B5EF4-FFF2-40B4-BE49-F238E27FC236}">
                    <a16:creationId xmlns:a16="http://schemas.microsoft.com/office/drawing/2014/main" id="{336AF2EA-49D8-5338-22A2-E8D58E652BE3}"/>
                  </a:ext>
                </a:extLst>
              </p:cNvPr>
              <p:cNvSpPr/>
              <p:nvPr/>
            </p:nvSpPr>
            <p:spPr>
              <a:xfrm>
                <a:off x="8364694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515" name="행2 fnd_num">
                <a:extLst>
                  <a:ext uri="{FF2B5EF4-FFF2-40B4-BE49-F238E27FC236}">
                    <a16:creationId xmlns:a16="http://schemas.microsoft.com/office/drawing/2014/main" id="{9BBE9C14-BC0F-C192-F205-CEE9EB300F84}"/>
                  </a:ext>
                </a:extLst>
              </p:cNvPr>
              <p:cNvSpPr/>
              <p:nvPr/>
            </p:nvSpPr>
            <p:spPr>
              <a:xfrm>
                <a:off x="8762827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516" name="행2 fnd_num">
                <a:extLst>
                  <a:ext uri="{FF2B5EF4-FFF2-40B4-BE49-F238E27FC236}">
                    <a16:creationId xmlns:a16="http://schemas.microsoft.com/office/drawing/2014/main" id="{FF51FCB8-BD4B-4702-B2F3-E52C3790D280}"/>
                  </a:ext>
                </a:extLst>
              </p:cNvPr>
              <p:cNvSpPr/>
              <p:nvPr/>
            </p:nvSpPr>
            <p:spPr>
              <a:xfrm>
                <a:off x="9076112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cxnSp>
            <p:nvCxnSpPr>
              <p:cNvPr id="517" name="행2 화살표">
                <a:extLst>
                  <a:ext uri="{FF2B5EF4-FFF2-40B4-BE49-F238E27FC236}">
                    <a16:creationId xmlns:a16="http://schemas.microsoft.com/office/drawing/2014/main" id="{C154EBD5-3A01-59F2-8EA6-3F3B39CD019A}"/>
                  </a:ext>
                </a:extLst>
              </p:cNvPr>
              <p:cNvCxnSpPr/>
              <p:nvPr/>
            </p:nvCxnSpPr>
            <p:spPr>
              <a:xfrm>
                <a:off x="7463813" y="5481872"/>
                <a:ext cx="341017" cy="0"/>
              </a:xfrm>
              <a:prstGeom prst="line">
                <a:avLst/>
              </a:prstGeom>
              <a:ln w="28575">
                <a:solidFill>
                  <a:srgbClr val="8C8C8C"/>
                </a:solidFill>
                <a:tailEnd type="triangle" w="med" len="med"/>
              </a:ln>
            </p:spPr>
          </p:cxnSp>
        </p:grpSp>
      </p:grpSp>
      <p:sp>
        <p:nvSpPr>
          <p:cNvPr id="755" name="직사각형 754">
            <a:extLst>
              <a:ext uri="{FF2B5EF4-FFF2-40B4-BE49-F238E27FC236}">
                <a16:creationId xmlns:a16="http://schemas.microsoft.com/office/drawing/2014/main" id="{7E6E214C-2EFB-1E23-7B3F-EEB3EDA0902F}"/>
              </a:ext>
            </a:extLst>
          </p:cNvPr>
          <p:cNvSpPr/>
          <p:nvPr/>
        </p:nvSpPr>
        <p:spPr>
          <a:xfrm>
            <a:off x="2511329" y="8091478"/>
            <a:ext cx="1080023" cy="25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7" name="직사각형 756">
            <a:extLst>
              <a:ext uri="{FF2B5EF4-FFF2-40B4-BE49-F238E27FC236}">
                <a16:creationId xmlns:a16="http://schemas.microsoft.com/office/drawing/2014/main" id="{1A1AF4D5-C695-F5F3-47A4-5FA3065B64AE}"/>
              </a:ext>
            </a:extLst>
          </p:cNvPr>
          <p:cNvSpPr/>
          <p:nvPr/>
        </p:nvSpPr>
        <p:spPr>
          <a:xfrm>
            <a:off x="4157053" y="3534533"/>
            <a:ext cx="1037452" cy="313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8" name="직사각형 757">
            <a:extLst>
              <a:ext uri="{FF2B5EF4-FFF2-40B4-BE49-F238E27FC236}">
                <a16:creationId xmlns:a16="http://schemas.microsoft.com/office/drawing/2014/main" id="{555E7ABE-1D2F-8052-98EB-79E096DB03A0}"/>
              </a:ext>
            </a:extLst>
          </p:cNvPr>
          <p:cNvSpPr/>
          <p:nvPr/>
        </p:nvSpPr>
        <p:spPr>
          <a:xfrm>
            <a:off x="4053969" y="7596914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9" name="직사각형 758">
            <a:extLst>
              <a:ext uri="{FF2B5EF4-FFF2-40B4-BE49-F238E27FC236}">
                <a16:creationId xmlns:a16="http://schemas.microsoft.com/office/drawing/2014/main" id="{4C5A2AEB-719D-EDF7-DB2B-079E83075113}"/>
              </a:ext>
            </a:extLst>
          </p:cNvPr>
          <p:cNvSpPr/>
          <p:nvPr/>
        </p:nvSpPr>
        <p:spPr>
          <a:xfrm>
            <a:off x="4133294" y="5616290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40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" grpId="0" animBg="1"/>
      <p:bldP spid="757" grpId="0" animBg="1"/>
      <p:bldP spid="758" grpId="0" animBg="1"/>
      <p:bldP spid="7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03-2  스톱워치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조작법 — 버튼 · 스위치별 동작</a:t>
            </a:r>
            <a:endParaRPr lang="ko-KR" sz="3000" dirty="0"/>
          </a:p>
        </p:txBody>
      </p:sp>
      <p:sp>
        <p:nvSpPr>
          <p:cNvPr id="8" name="chip"/>
          <p:cNvSpPr/>
          <p:nvPr/>
        </p:nvSpPr>
        <p:spPr>
          <a:xfrm>
            <a:off x="609600" y="1860804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2286000" y="186080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 →  LD1</a:t>
            </a:r>
            <a:endParaRPr lang="ko-KR" sz="1350" dirty="0"/>
          </a:p>
        </p:txBody>
      </p:sp>
      <p:sp>
        <p:nvSpPr>
          <p:cNvPr id="10" name="shape"/>
          <p:cNvSpPr/>
          <p:nvPr/>
        </p:nvSpPr>
        <p:spPr>
          <a:xfrm>
            <a:off x="609600" y="2409444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"/>
          <p:cNvSpPr txBox="1"/>
          <p:nvPr/>
        </p:nvSpPr>
        <p:spPr>
          <a:xfrm>
            <a:off x="4367784" y="251917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2" name="shape"/>
          <p:cNvSpPr/>
          <p:nvPr/>
        </p:nvSpPr>
        <p:spPr>
          <a:xfrm>
            <a:off x="883920" y="2793492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3" name="text"/>
          <p:cNvSpPr txBox="1"/>
          <p:nvPr/>
        </p:nvSpPr>
        <p:spPr>
          <a:xfrm>
            <a:off x="883920" y="39182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SW1 = 0 → 초 . 1/100 초</a:t>
            </a:r>
            <a:endParaRPr lang="ko-KR" sz="1050" dirty="0"/>
          </a:p>
        </p:txBody>
      </p:sp>
      <p:sp>
        <p:nvSpPr>
          <p:cNvPr id="14" name="shape"/>
          <p:cNvSpPr/>
          <p:nvPr/>
        </p:nvSpPr>
        <p:spPr>
          <a:xfrm>
            <a:off x="4578096" y="27203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5" name="badge"/>
          <p:cNvSpPr/>
          <p:nvPr/>
        </p:nvSpPr>
        <p:spPr>
          <a:xfrm>
            <a:off x="4893564" y="25694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6" name="shape"/>
          <p:cNvSpPr/>
          <p:nvPr/>
        </p:nvSpPr>
        <p:spPr>
          <a:xfrm>
            <a:off x="41208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8" name="shape"/>
          <p:cNvSpPr/>
          <p:nvPr/>
        </p:nvSpPr>
        <p:spPr>
          <a:xfrm>
            <a:off x="45780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9" name="shape"/>
          <p:cNvSpPr/>
          <p:nvPr/>
        </p:nvSpPr>
        <p:spPr>
          <a:xfrm>
            <a:off x="50352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20" name="badge"/>
          <p:cNvSpPr/>
          <p:nvPr/>
        </p:nvSpPr>
        <p:spPr>
          <a:xfrm>
            <a:off x="53507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21" name="shape"/>
          <p:cNvSpPr/>
          <p:nvPr/>
        </p:nvSpPr>
        <p:spPr>
          <a:xfrm>
            <a:off x="4578096" y="36347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22" name="badge"/>
          <p:cNvSpPr/>
          <p:nvPr/>
        </p:nvSpPr>
        <p:spPr>
          <a:xfrm>
            <a:off x="4893564" y="34838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23" name="shape"/>
          <p:cNvSpPr/>
          <p:nvPr/>
        </p:nvSpPr>
        <p:spPr>
          <a:xfrm>
            <a:off x="88392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"/>
          <p:cNvSpPr/>
          <p:nvPr/>
        </p:nvSpPr>
        <p:spPr>
          <a:xfrm>
            <a:off x="88392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"/>
          <p:cNvSpPr/>
          <p:nvPr/>
        </p:nvSpPr>
        <p:spPr>
          <a:xfrm>
            <a:off x="91135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"/>
          <p:cNvSpPr/>
          <p:nvPr/>
        </p:nvSpPr>
        <p:spPr>
          <a:xfrm>
            <a:off x="118933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"/>
          <p:cNvSpPr/>
          <p:nvPr/>
        </p:nvSpPr>
        <p:spPr>
          <a:xfrm>
            <a:off x="118933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"/>
          <p:cNvSpPr/>
          <p:nvPr/>
        </p:nvSpPr>
        <p:spPr>
          <a:xfrm>
            <a:off x="121676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"/>
          <p:cNvSpPr/>
          <p:nvPr/>
        </p:nvSpPr>
        <p:spPr>
          <a:xfrm>
            <a:off x="149473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"/>
          <p:cNvSpPr/>
          <p:nvPr/>
        </p:nvSpPr>
        <p:spPr>
          <a:xfrm>
            <a:off x="149473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"/>
          <p:cNvSpPr/>
          <p:nvPr/>
        </p:nvSpPr>
        <p:spPr>
          <a:xfrm>
            <a:off x="152217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"/>
          <p:cNvSpPr/>
          <p:nvPr/>
        </p:nvSpPr>
        <p:spPr>
          <a:xfrm>
            <a:off x="180014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"/>
          <p:cNvSpPr/>
          <p:nvPr/>
        </p:nvSpPr>
        <p:spPr>
          <a:xfrm>
            <a:off x="180014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"/>
          <p:cNvSpPr/>
          <p:nvPr/>
        </p:nvSpPr>
        <p:spPr>
          <a:xfrm>
            <a:off x="182758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"/>
          <p:cNvSpPr/>
          <p:nvPr/>
        </p:nvSpPr>
        <p:spPr>
          <a:xfrm>
            <a:off x="210555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210555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"/>
          <p:cNvSpPr/>
          <p:nvPr/>
        </p:nvSpPr>
        <p:spPr>
          <a:xfrm>
            <a:off x="213299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"/>
          <p:cNvSpPr/>
          <p:nvPr/>
        </p:nvSpPr>
        <p:spPr>
          <a:xfrm>
            <a:off x="241096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"/>
          <p:cNvSpPr/>
          <p:nvPr/>
        </p:nvSpPr>
        <p:spPr>
          <a:xfrm>
            <a:off x="241096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"/>
          <p:cNvSpPr/>
          <p:nvPr/>
        </p:nvSpPr>
        <p:spPr>
          <a:xfrm>
            <a:off x="243840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"/>
          <p:cNvSpPr/>
          <p:nvPr/>
        </p:nvSpPr>
        <p:spPr>
          <a:xfrm>
            <a:off x="271637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"/>
          <p:cNvSpPr/>
          <p:nvPr/>
        </p:nvSpPr>
        <p:spPr>
          <a:xfrm>
            <a:off x="271637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"/>
          <p:cNvSpPr/>
          <p:nvPr/>
        </p:nvSpPr>
        <p:spPr>
          <a:xfrm>
            <a:off x="274381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"/>
          <p:cNvSpPr/>
          <p:nvPr/>
        </p:nvSpPr>
        <p:spPr>
          <a:xfrm>
            <a:off x="3021787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"/>
          <p:cNvSpPr/>
          <p:nvPr/>
        </p:nvSpPr>
        <p:spPr>
          <a:xfrm>
            <a:off x="302178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"/>
          <p:cNvSpPr/>
          <p:nvPr/>
        </p:nvSpPr>
        <p:spPr>
          <a:xfrm>
            <a:off x="304921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"/>
          <p:cNvSpPr/>
          <p:nvPr/>
        </p:nvSpPr>
        <p:spPr>
          <a:xfrm>
            <a:off x="3327197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"/>
          <p:cNvSpPr txBox="1"/>
          <p:nvPr/>
        </p:nvSpPr>
        <p:spPr>
          <a:xfrm>
            <a:off x="3190037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LD7</a:t>
            </a:r>
            <a:endParaRPr lang="ko-KR" sz="800" dirty="0"/>
          </a:p>
        </p:txBody>
      </p:sp>
      <p:sp>
        <p:nvSpPr>
          <p:cNvPr id="49" name="shape"/>
          <p:cNvSpPr/>
          <p:nvPr/>
        </p:nvSpPr>
        <p:spPr>
          <a:xfrm>
            <a:off x="332719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"/>
          <p:cNvSpPr/>
          <p:nvPr/>
        </p:nvSpPr>
        <p:spPr>
          <a:xfrm>
            <a:off x="335462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"/>
          <p:cNvSpPr/>
          <p:nvPr/>
        </p:nvSpPr>
        <p:spPr>
          <a:xfrm>
            <a:off x="363260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"/>
          <p:cNvSpPr/>
          <p:nvPr/>
        </p:nvSpPr>
        <p:spPr>
          <a:xfrm>
            <a:off x="363260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"/>
          <p:cNvSpPr/>
          <p:nvPr/>
        </p:nvSpPr>
        <p:spPr>
          <a:xfrm>
            <a:off x="366003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"/>
          <p:cNvSpPr/>
          <p:nvPr/>
        </p:nvSpPr>
        <p:spPr>
          <a:xfrm>
            <a:off x="393801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"/>
          <p:cNvSpPr/>
          <p:nvPr/>
        </p:nvSpPr>
        <p:spPr>
          <a:xfrm>
            <a:off x="393801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"/>
          <p:cNvSpPr/>
          <p:nvPr/>
        </p:nvSpPr>
        <p:spPr>
          <a:xfrm>
            <a:off x="396544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"/>
          <p:cNvSpPr/>
          <p:nvPr/>
        </p:nvSpPr>
        <p:spPr>
          <a:xfrm>
            <a:off x="424342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"/>
          <p:cNvSpPr/>
          <p:nvPr/>
        </p:nvSpPr>
        <p:spPr>
          <a:xfrm>
            <a:off x="424342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"/>
          <p:cNvSpPr/>
          <p:nvPr/>
        </p:nvSpPr>
        <p:spPr>
          <a:xfrm>
            <a:off x="427085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"/>
          <p:cNvSpPr txBox="1"/>
          <p:nvPr/>
        </p:nvSpPr>
        <p:spPr>
          <a:xfrm>
            <a:off x="4106266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61" name="text"/>
          <p:cNvSpPr txBox="1"/>
          <p:nvPr/>
        </p:nvSpPr>
        <p:spPr>
          <a:xfrm>
            <a:off x="4106266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sp>
        <p:nvSpPr>
          <p:cNvPr id="62" name="shape"/>
          <p:cNvSpPr/>
          <p:nvPr/>
        </p:nvSpPr>
        <p:spPr>
          <a:xfrm>
            <a:off x="4548835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"/>
          <p:cNvSpPr txBox="1"/>
          <p:nvPr/>
        </p:nvSpPr>
        <p:spPr>
          <a:xfrm>
            <a:off x="4411675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LD3</a:t>
            </a:r>
            <a:endParaRPr lang="ko-KR" sz="800" dirty="0"/>
          </a:p>
        </p:txBody>
      </p:sp>
      <p:sp>
        <p:nvSpPr>
          <p:cNvPr id="64" name="shape"/>
          <p:cNvSpPr/>
          <p:nvPr/>
        </p:nvSpPr>
        <p:spPr>
          <a:xfrm>
            <a:off x="454883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"/>
          <p:cNvSpPr/>
          <p:nvPr/>
        </p:nvSpPr>
        <p:spPr>
          <a:xfrm>
            <a:off x="457626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"/>
          <p:cNvSpPr/>
          <p:nvPr/>
        </p:nvSpPr>
        <p:spPr>
          <a:xfrm>
            <a:off x="4854245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"/>
          <p:cNvSpPr/>
          <p:nvPr/>
        </p:nvSpPr>
        <p:spPr>
          <a:xfrm>
            <a:off x="485424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"/>
          <p:cNvSpPr/>
          <p:nvPr/>
        </p:nvSpPr>
        <p:spPr>
          <a:xfrm>
            <a:off x="488167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"/>
          <p:cNvSpPr/>
          <p:nvPr/>
        </p:nvSpPr>
        <p:spPr>
          <a:xfrm>
            <a:off x="5159654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"/>
          <p:cNvSpPr txBox="1"/>
          <p:nvPr/>
        </p:nvSpPr>
        <p:spPr>
          <a:xfrm>
            <a:off x="5022494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LD1</a:t>
            </a:r>
            <a:endParaRPr lang="ko-KR" sz="800" dirty="0"/>
          </a:p>
        </p:txBody>
      </p:sp>
      <p:sp>
        <p:nvSpPr>
          <p:cNvPr id="71" name="shape"/>
          <p:cNvSpPr/>
          <p:nvPr/>
        </p:nvSpPr>
        <p:spPr>
          <a:xfrm>
            <a:off x="515994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"/>
          <p:cNvSpPr/>
          <p:nvPr/>
        </p:nvSpPr>
        <p:spPr>
          <a:xfrm>
            <a:off x="518737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"/>
          <p:cNvSpPr txBox="1"/>
          <p:nvPr/>
        </p:nvSpPr>
        <p:spPr>
          <a:xfrm>
            <a:off x="502249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</a:t>
            </a:r>
            <a:endParaRPr lang="ko-KR" sz="800" dirty="0"/>
          </a:p>
        </p:txBody>
      </p:sp>
      <p:sp>
        <p:nvSpPr>
          <p:cNvPr id="74" name="text"/>
          <p:cNvSpPr txBox="1"/>
          <p:nvPr/>
        </p:nvSpPr>
        <p:spPr>
          <a:xfrm>
            <a:off x="502249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0/1</a:t>
            </a:r>
            <a:endParaRPr lang="ko-KR" sz="800" dirty="0"/>
          </a:p>
        </p:txBody>
      </p:sp>
      <p:sp>
        <p:nvSpPr>
          <p:cNvPr id="75" name="shape"/>
          <p:cNvSpPr/>
          <p:nvPr/>
        </p:nvSpPr>
        <p:spPr>
          <a:xfrm>
            <a:off x="5465064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"/>
          <p:cNvSpPr/>
          <p:nvPr/>
        </p:nvSpPr>
        <p:spPr>
          <a:xfrm>
            <a:off x="5465064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"/>
          <p:cNvSpPr/>
          <p:nvPr/>
        </p:nvSpPr>
        <p:spPr>
          <a:xfrm>
            <a:off x="5492496" y="4640580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"/>
          <p:cNvSpPr txBox="1"/>
          <p:nvPr/>
        </p:nvSpPr>
        <p:spPr>
          <a:xfrm>
            <a:off x="532790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  <a:endParaRPr lang="ko-KR" sz="800" dirty="0"/>
          </a:p>
        </p:txBody>
      </p:sp>
      <p:sp>
        <p:nvSpPr>
          <p:cNvPr id="79" name="text"/>
          <p:cNvSpPr txBox="1"/>
          <p:nvPr/>
        </p:nvSpPr>
        <p:spPr>
          <a:xfrm>
            <a:off x="532790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graphicFrame>
        <p:nvGraphicFramePr>
          <p:cNvPr id="80" name="table"/>
          <p:cNvGraphicFramePr>
            <a:graphicFrameLocks noGrp="1"/>
          </p:cNvGraphicFramePr>
          <p:nvPr/>
        </p:nvGraphicFramePr>
        <p:xfrm>
          <a:off x="658368" y="575310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/ 정지 토글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→ 00:00:00.00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 ↔ Down 방향 전환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: 시간 저장 · 표시 고정 / 다시 → 실시간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0 : 초.1/100초 · 1 : 시.분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LD1 스톱워치 · LD7 LAP · LD3 / LD2 화면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/>
          <p:cNvSpPr txBox="1"/>
          <p:nvPr/>
        </p:nvSpPr>
        <p:spPr>
          <a:xfrm>
            <a:off x="16779240" y="93726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24</a:t>
            </a:r>
            <a:endParaRPr lang="ko-KR" sz="1100" dirty="0"/>
          </a:p>
        </p:txBody>
      </p: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44CFBDE2-352F-ABB5-3B2C-7071B0E361D7}"/>
              </a:ext>
            </a:extLst>
          </p:cNvPr>
          <p:cNvGrpSpPr/>
          <p:nvPr/>
        </p:nvGrpSpPr>
        <p:grpSpPr>
          <a:xfrm>
            <a:off x="1163238" y="2921343"/>
            <a:ext cx="2293092" cy="847829"/>
            <a:chOff x="8233715" y="4736955"/>
            <a:chExt cx="2860497" cy="994910"/>
          </a:xfrm>
        </p:grpSpPr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DF050E52-C496-46BB-B696-A20E6A30F4E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358CB31D-B7BE-FCD7-AFD1-EB3286B614B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406" name="그룹 405">
                <a:extLst>
                  <a:ext uri="{FF2B5EF4-FFF2-40B4-BE49-F238E27FC236}">
                    <a16:creationId xmlns:a16="http://schemas.microsoft.com/office/drawing/2014/main" id="{B9D40204-9883-06B5-AA4D-968F9E44C62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46" name="그룹 445">
                  <a:extLst>
                    <a:ext uri="{FF2B5EF4-FFF2-40B4-BE49-F238E27FC236}">
                      <a16:creationId xmlns:a16="http://schemas.microsoft.com/office/drawing/2014/main" id="{3B2987BB-F80E-1EA9-79AD-1D8D045511B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48" name="그룹 447">
                    <a:extLst>
                      <a:ext uri="{FF2B5EF4-FFF2-40B4-BE49-F238E27FC236}">
                        <a16:creationId xmlns:a16="http://schemas.microsoft.com/office/drawing/2014/main" id="{5E7F0E76-BC19-B637-D119-E9D93D44E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4" name="직사각형 453">
                      <a:extLst>
                        <a:ext uri="{FF2B5EF4-FFF2-40B4-BE49-F238E27FC236}">
                          <a16:creationId xmlns:a16="http://schemas.microsoft.com/office/drawing/2014/main" id="{388E7F34-48C8-7E72-366C-BA15C7066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5" name="직사각형 454">
                      <a:extLst>
                        <a:ext uri="{FF2B5EF4-FFF2-40B4-BE49-F238E27FC236}">
                          <a16:creationId xmlns:a16="http://schemas.microsoft.com/office/drawing/2014/main" id="{4D0C7785-B61D-5640-7201-DCFC974A071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6" name="직사각형 455">
                      <a:extLst>
                        <a:ext uri="{FF2B5EF4-FFF2-40B4-BE49-F238E27FC236}">
                          <a16:creationId xmlns:a16="http://schemas.microsoft.com/office/drawing/2014/main" id="{DF05F774-47F6-A575-1EB7-00C25A3FA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7" name="직사각형 456">
                      <a:extLst>
                        <a:ext uri="{FF2B5EF4-FFF2-40B4-BE49-F238E27FC236}">
                          <a16:creationId xmlns:a16="http://schemas.microsoft.com/office/drawing/2014/main" id="{C5ACAE0B-2721-2F03-6696-FAD48CBB69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49" name="그룹 448">
                    <a:extLst>
                      <a:ext uri="{FF2B5EF4-FFF2-40B4-BE49-F238E27FC236}">
                        <a16:creationId xmlns:a16="http://schemas.microsoft.com/office/drawing/2014/main" id="{22CC994D-11AB-F443-8DE9-CCEE2D48657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0" name="직사각형 449">
                      <a:extLst>
                        <a:ext uri="{FF2B5EF4-FFF2-40B4-BE49-F238E27FC236}">
                          <a16:creationId xmlns:a16="http://schemas.microsoft.com/office/drawing/2014/main" id="{01412232-CCD3-C32F-97E0-4ADB44FC2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1" name="직사각형 450">
                      <a:extLst>
                        <a:ext uri="{FF2B5EF4-FFF2-40B4-BE49-F238E27FC236}">
                          <a16:creationId xmlns:a16="http://schemas.microsoft.com/office/drawing/2014/main" id="{45A86F95-123C-CF3C-1B5A-24EB2CB4292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2" name="직사각형 451">
                      <a:extLst>
                        <a:ext uri="{FF2B5EF4-FFF2-40B4-BE49-F238E27FC236}">
                          <a16:creationId xmlns:a16="http://schemas.microsoft.com/office/drawing/2014/main" id="{6EE1267B-8372-A34D-1563-B99B126A1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3" name="직사각형 452">
                      <a:extLst>
                        <a:ext uri="{FF2B5EF4-FFF2-40B4-BE49-F238E27FC236}">
                          <a16:creationId xmlns:a16="http://schemas.microsoft.com/office/drawing/2014/main" id="{CB90D9C9-2B27-2CD2-BB9E-A08E96FFA5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47" name="직사각형 446">
                  <a:extLst>
                    <a:ext uri="{FF2B5EF4-FFF2-40B4-BE49-F238E27FC236}">
                      <a16:creationId xmlns:a16="http://schemas.microsoft.com/office/drawing/2014/main" id="{4D96245E-EDD2-CF0C-D987-1EEB0D96C3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37B0E8F5-B128-6FDF-DB23-A9A6E58EFB6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34" name="그룹 433">
                  <a:extLst>
                    <a:ext uri="{FF2B5EF4-FFF2-40B4-BE49-F238E27FC236}">
                      <a16:creationId xmlns:a16="http://schemas.microsoft.com/office/drawing/2014/main" id="{12A2F2BA-2EEA-1725-5FBF-57E78B510A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36" name="그룹 435">
                    <a:extLst>
                      <a:ext uri="{FF2B5EF4-FFF2-40B4-BE49-F238E27FC236}">
                        <a16:creationId xmlns:a16="http://schemas.microsoft.com/office/drawing/2014/main" id="{5D0D615D-F519-157B-7C14-1766DE0E4BC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2" name="직사각형 441">
                      <a:extLst>
                        <a:ext uri="{FF2B5EF4-FFF2-40B4-BE49-F238E27FC236}">
                          <a16:creationId xmlns:a16="http://schemas.microsoft.com/office/drawing/2014/main" id="{53C174B8-B504-9388-58CF-994A0783CD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3" name="직사각형 442">
                      <a:extLst>
                        <a:ext uri="{FF2B5EF4-FFF2-40B4-BE49-F238E27FC236}">
                          <a16:creationId xmlns:a16="http://schemas.microsoft.com/office/drawing/2014/main" id="{E758E522-3816-3EF2-1D75-79619BAEB24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4" name="직사각형 443">
                      <a:extLst>
                        <a:ext uri="{FF2B5EF4-FFF2-40B4-BE49-F238E27FC236}">
                          <a16:creationId xmlns:a16="http://schemas.microsoft.com/office/drawing/2014/main" id="{443DCFA6-0A72-4BFF-6FAD-F436E32AE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5" name="직사각형 444">
                      <a:extLst>
                        <a:ext uri="{FF2B5EF4-FFF2-40B4-BE49-F238E27FC236}">
                          <a16:creationId xmlns:a16="http://schemas.microsoft.com/office/drawing/2014/main" id="{F8695258-5BE2-F9DE-ADD8-550C475E87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37" name="그룹 436">
                    <a:extLst>
                      <a:ext uri="{FF2B5EF4-FFF2-40B4-BE49-F238E27FC236}">
                        <a16:creationId xmlns:a16="http://schemas.microsoft.com/office/drawing/2014/main" id="{568BA710-BBE2-F769-B817-7881C43DFEA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8" name="직사각형 437">
                      <a:extLst>
                        <a:ext uri="{FF2B5EF4-FFF2-40B4-BE49-F238E27FC236}">
                          <a16:creationId xmlns:a16="http://schemas.microsoft.com/office/drawing/2014/main" id="{E0ED5C38-BC21-AAF4-0CFF-5C2CD8D6C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9" name="직사각형 438">
                      <a:extLst>
                        <a:ext uri="{FF2B5EF4-FFF2-40B4-BE49-F238E27FC236}">
                          <a16:creationId xmlns:a16="http://schemas.microsoft.com/office/drawing/2014/main" id="{6061B2D0-2E6D-0A66-9166-E5F795D608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0" name="직사각형 439">
                      <a:extLst>
                        <a:ext uri="{FF2B5EF4-FFF2-40B4-BE49-F238E27FC236}">
                          <a16:creationId xmlns:a16="http://schemas.microsoft.com/office/drawing/2014/main" id="{8B97CC79-07B8-6B9B-ADD9-EE5D7E033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1" name="직사각형 440">
                      <a:extLst>
                        <a:ext uri="{FF2B5EF4-FFF2-40B4-BE49-F238E27FC236}">
                          <a16:creationId xmlns:a16="http://schemas.microsoft.com/office/drawing/2014/main" id="{F0131A5C-0F9A-9316-320C-A7B15896FD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35" name="직사각형 434">
                  <a:extLst>
                    <a:ext uri="{FF2B5EF4-FFF2-40B4-BE49-F238E27FC236}">
                      <a16:creationId xmlns:a16="http://schemas.microsoft.com/office/drawing/2014/main" id="{CDBCA972-9171-618D-3167-ECADFD67D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8" name="그룹 407">
                <a:extLst>
                  <a:ext uri="{FF2B5EF4-FFF2-40B4-BE49-F238E27FC236}">
                    <a16:creationId xmlns:a16="http://schemas.microsoft.com/office/drawing/2014/main" id="{2205FAAE-519F-0174-782A-B08911481F16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22" name="그룹 421">
                  <a:extLst>
                    <a:ext uri="{FF2B5EF4-FFF2-40B4-BE49-F238E27FC236}">
                      <a16:creationId xmlns:a16="http://schemas.microsoft.com/office/drawing/2014/main" id="{A50C216A-6493-8B51-B27A-0851AADA544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24" name="그룹 423">
                    <a:extLst>
                      <a:ext uri="{FF2B5EF4-FFF2-40B4-BE49-F238E27FC236}">
                        <a16:creationId xmlns:a16="http://schemas.microsoft.com/office/drawing/2014/main" id="{11BD7963-2909-0401-6324-D4454A3F2B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0" name="직사각형 429">
                      <a:extLst>
                        <a:ext uri="{FF2B5EF4-FFF2-40B4-BE49-F238E27FC236}">
                          <a16:creationId xmlns:a16="http://schemas.microsoft.com/office/drawing/2014/main" id="{22D6D348-AAD3-8A22-CD1B-94FEC9F81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1" name="직사각형 430">
                      <a:extLst>
                        <a:ext uri="{FF2B5EF4-FFF2-40B4-BE49-F238E27FC236}">
                          <a16:creationId xmlns:a16="http://schemas.microsoft.com/office/drawing/2014/main" id="{25C2F3A2-0FD5-7C3F-CFD8-B6717E5E0F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2" name="직사각형 431">
                      <a:extLst>
                        <a:ext uri="{FF2B5EF4-FFF2-40B4-BE49-F238E27FC236}">
                          <a16:creationId xmlns:a16="http://schemas.microsoft.com/office/drawing/2014/main" id="{52BD36E0-B095-28E7-58A7-B4C197C87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3" name="직사각형 432">
                      <a:extLst>
                        <a:ext uri="{FF2B5EF4-FFF2-40B4-BE49-F238E27FC236}">
                          <a16:creationId xmlns:a16="http://schemas.microsoft.com/office/drawing/2014/main" id="{92C05A20-D395-7C62-586D-8B8ADD55F8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25" name="그룹 424">
                    <a:extLst>
                      <a:ext uri="{FF2B5EF4-FFF2-40B4-BE49-F238E27FC236}">
                        <a16:creationId xmlns:a16="http://schemas.microsoft.com/office/drawing/2014/main" id="{E8557BD0-3E93-5B65-5915-032ECD9E841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6" name="직사각형 425">
                      <a:extLst>
                        <a:ext uri="{FF2B5EF4-FFF2-40B4-BE49-F238E27FC236}">
                          <a16:creationId xmlns:a16="http://schemas.microsoft.com/office/drawing/2014/main" id="{F476A110-E4B8-8281-2203-CAB9EC941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7" name="직사각형 426">
                      <a:extLst>
                        <a:ext uri="{FF2B5EF4-FFF2-40B4-BE49-F238E27FC236}">
                          <a16:creationId xmlns:a16="http://schemas.microsoft.com/office/drawing/2014/main" id="{FBDA06A1-5244-4625-9ACB-54FCFA56B8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8" name="직사각형 427">
                      <a:extLst>
                        <a:ext uri="{FF2B5EF4-FFF2-40B4-BE49-F238E27FC236}">
                          <a16:creationId xmlns:a16="http://schemas.microsoft.com/office/drawing/2014/main" id="{E174276A-F2B9-6EE3-943A-2DDBE36555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9" name="직사각형 428">
                      <a:extLst>
                        <a:ext uri="{FF2B5EF4-FFF2-40B4-BE49-F238E27FC236}">
                          <a16:creationId xmlns:a16="http://schemas.microsoft.com/office/drawing/2014/main" id="{C7F5F5A6-DFF4-18C3-AF09-CAA46ED6DE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28B27B39-A61B-B5C0-52C4-C898B21E0B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9" name="그룹 408">
                <a:extLst>
                  <a:ext uri="{FF2B5EF4-FFF2-40B4-BE49-F238E27FC236}">
                    <a16:creationId xmlns:a16="http://schemas.microsoft.com/office/drawing/2014/main" id="{0FA8F529-C997-831A-14AA-CA8893B538B5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10" name="그룹 409">
                  <a:extLst>
                    <a:ext uri="{FF2B5EF4-FFF2-40B4-BE49-F238E27FC236}">
                      <a16:creationId xmlns:a16="http://schemas.microsoft.com/office/drawing/2014/main" id="{A518B547-8C15-E091-082B-C400AC7D4B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12" name="그룹 411">
                    <a:extLst>
                      <a:ext uri="{FF2B5EF4-FFF2-40B4-BE49-F238E27FC236}">
                        <a16:creationId xmlns:a16="http://schemas.microsoft.com/office/drawing/2014/main" id="{B0EEDE2B-ADC7-FC10-88CE-0D3FBE39C0E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8" name="직사각형 417">
                      <a:extLst>
                        <a:ext uri="{FF2B5EF4-FFF2-40B4-BE49-F238E27FC236}">
                          <a16:creationId xmlns:a16="http://schemas.microsoft.com/office/drawing/2014/main" id="{408613A9-FBA6-85F8-AA6C-58689C6D8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9" name="직사각형 418">
                      <a:extLst>
                        <a:ext uri="{FF2B5EF4-FFF2-40B4-BE49-F238E27FC236}">
                          <a16:creationId xmlns:a16="http://schemas.microsoft.com/office/drawing/2014/main" id="{45EB3DE9-281B-F176-8B91-44F9093DB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0" name="직사각형 419">
                      <a:extLst>
                        <a:ext uri="{FF2B5EF4-FFF2-40B4-BE49-F238E27FC236}">
                          <a16:creationId xmlns:a16="http://schemas.microsoft.com/office/drawing/2014/main" id="{E951D4EE-FBA8-5D79-420A-8EB3F389F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1" name="직사각형 420">
                      <a:extLst>
                        <a:ext uri="{FF2B5EF4-FFF2-40B4-BE49-F238E27FC236}">
                          <a16:creationId xmlns:a16="http://schemas.microsoft.com/office/drawing/2014/main" id="{5EB1B863-F026-5F22-E7F2-047B34B945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13" name="그룹 412">
                    <a:extLst>
                      <a:ext uri="{FF2B5EF4-FFF2-40B4-BE49-F238E27FC236}">
                        <a16:creationId xmlns:a16="http://schemas.microsoft.com/office/drawing/2014/main" id="{90F1FD5C-3B3B-A219-0799-87B2814EF2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4" name="직사각형 413">
                      <a:extLst>
                        <a:ext uri="{FF2B5EF4-FFF2-40B4-BE49-F238E27FC236}">
                          <a16:creationId xmlns:a16="http://schemas.microsoft.com/office/drawing/2014/main" id="{C9938F1E-AF1A-47D8-0AC1-867593C219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5" name="직사각형 414">
                      <a:extLst>
                        <a:ext uri="{FF2B5EF4-FFF2-40B4-BE49-F238E27FC236}">
                          <a16:creationId xmlns:a16="http://schemas.microsoft.com/office/drawing/2014/main" id="{AB74B20D-A71B-6D40-CD01-CF9C2EAA14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6" name="직사각형 415">
                      <a:extLst>
                        <a:ext uri="{FF2B5EF4-FFF2-40B4-BE49-F238E27FC236}">
                          <a16:creationId xmlns:a16="http://schemas.microsoft.com/office/drawing/2014/main" id="{8CC059A6-0557-185F-ACF1-D280DBA54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7" name="직사각형 416">
                      <a:extLst>
                        <a:ext uri="{FF2B5EF4-FFF2-40B4-BE49-F238E27FC236}">
                          <a16:creationId xmlns:a16="http://schemas.microsoft.com/office/drawing/2014/main" id="{B5FF436B-5A20-4F7A-8DEB-B215B43BD4A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B84553C9-E672-79C1-38C5-A68129285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7" name="badge"/>
          <p:cNvSpPr/>
          <p:nvPr/>
        </p:nvSpPr>
        <p:spPr>
          <a:xfrm>
            <a:off x="44363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42DEF19C-4495-85A8-1919-C341E521BE3A}"/>
              </a:ext>
            </a:extLst>
          </p:cNvPr>
          <p:cNvGrpSpPr/>
          <p:nvPr/>
        </p:nvGrpSpPr>
        <p:grpSpPr>
          <a:xfrm>
            <a:off x="6995160" y="2349708"/>
            <a:ext cx="2293092" cy="847829"/>
            <a:chOff x="8233715" y="4736955"/>
            <a:chExt cx="2860497" cy="994910"/>
          </a:xfrm>
        </p:grpSpPr>
        <p:sp>
          <p:nvSpPr>
            <p:cNvPr id="520" name="직사각형 519">
              <a:extLst>
                <a:ext uri="{FF2B5EF4-FFF2-40B4-BE49-F238E27FC236}">
                  <a16:creationId xmlns:a16="http://schemas.microsoft.com/office/drawing/2014/main" id="{E3D42B4E-EF75-BCD4-D196-09E6EB71783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E82BDE9E-D8F5-FBE8-B9DF-09776F73657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22" name="그룹 521">
                <a:extLst>
                  <a:ext uri="{FF2B5EF4-FFF2-40B4-BE49-F238E27FC236}">
                    <a16:creationId xmlns:a16="http://schemas.microsoft.com/office/drawing/2014/main" id="{37DC9CCB-F080-EAA1-D6A2-588E5FB155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62" name="그룹 561">
                  <a:extLst>
                    <a:ext uri="{FF2B5EF4-FFF2-40B4-BE49-F238E27FC236}">
                      <a16:creationId xmlns:a16="http://schemas.microsoft.com/office/drawing/2014/main" id="{E0B09205-430B-C86A-512C-BDAF8BF4402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64" name="그룹 563">
                    <a:extLst>
                      <a:ext uri="{FF2B5EF4-FFF2-40B4-BE49-F238E27FC236}">
                        <a16:creationId xmlns:a16="http://schemas.microsoft.com/office/drawing/2014/main" id="{F9D8B342-EA67-A378-E62D-DB3BA4BC4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70" name="직사각형 569">
                      <a:extLst>
                        <a:ext uri="{FF2B5EF4-FFF2-40B4-BE49-F238E27FC236}">
                          <a16:creationId xmlns:a16="http://schemas.microsoft.com/office/drawing/2014/main" id="{3C6D1818-227D-DC69-7793-B402222489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1" name="직사각형 570">
                      <a:extLst>
                        <a:ext uri="{FF2B5EF4-FFF2-40B4-BE49-F238E27FC236}">
                          <a16:creationId xmlns:a16="http://schemas.microsoft.com/office/drawing/2014/main" id="{74742FB0-3CED-8405-6A7E-A5C0C79A26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2" name="직사각형 571">
                      <a:extLst>
                        <a:ext uri="{FF2B5EF4-FFF2-40B4-BE49-F238E27FC236}">
                          <a16:creationId xmlns:a16="http://schemas.microsoft.com/office/drawing/2014/main" id="{CE220A47-BE69-684F-2C7C-A6FA60751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3" name="직사각형 572">
                      <a:extLst>
                        <a:ext uri="{FF2B5EF4-FFF2-40B4-BE49-F238E27FC236}">
                          <a16:creationId xmlns:a16="http://schemas.microsoft.com/office/drawing/2014/main" id="{679A4118-0C67-6377-3ACF-1ED7BBAC53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65" name="그룹 564">
                    <a:extLst>
                      <a:ext uri="{FF2B5EF4-FFF2-40B4-BE49-F238E27FC236}">
                        <a16:creationId xmlns:a16="http://schemas.microsoft.com/office/drawing/2014/main" id="{FBE80E37-052E-28D3-3AE7-9AFDBA7EF5C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6" name="직사각형 565">
                      <a:extLst>
                        <a:ext uri="{FF2B5EF4-FFF2-40B4-BE49-F238E27FC236}">
                          <a16:creationId xmlns:a16="http://schemas.microsoft.com/office/drawing/2014/main" id="{D11AE236-1816-1D4A-1061-522E6ED412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7" name="직사각형 566">
                      <a:extLst>
                        <a:ext uri="{FF2B5EF4-FFF2-40B4-BE49-F238E27FC236}">
                          <a16:creationId xmlns:a16="http://schemas.microsoft.com/office/drawing/2014/main" id="{4E535D02-6C03-2808-4968-0ECC3F66DEB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8" name="직사각형 567">
                      <a:extLst>
                        <a:ext uri="{FF2B5EF4-FFF2-40B4-BE49-F238E27FC236}">
                          <a16:creationId xmlns:a16="http://schemas.microsoft.com/office/drawing/2014/main" id="{883D923A-1B1C-A3CF-8936-98069B314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9" name="직사각형 568">
                      <a:extLst>
                        <a:ext uri="{FF2B5EF4-FFF2-40B4-BE49-F238E27FC236}">
                          <a16:creationId xmlns:a16="http://schemas.microsoft.com/office/drawing/2014/main" id="{8AEA3178-E5DF-6779-FE32-65A73D28E00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63" name="직사각형 562">
                  <a:extLst>
                    <a:ext uri="{FF2B5EF4-FFF2-40B4-BE49-F238E27FC236}">
                      <a16:creationId xmlns:a16="http://schemas.microsoft.com/office/drawing/2014/main" id="{4AAD0551-261B-FC86-6FBB-6BD998EAFD1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3" name="그룹 522">
                <a:extLst>
                  <a:ext uri="{FF2B5EF4-FFF2-40B4-BE49-F238E27FC236}">
                    <a16:creationId xmlns:a16="http://schemas.microsoft.com/office/drawing/2014/main" id="{A04F8867-8D6F-BDEC-3660-7F9D62889DC0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50" name="그룹 549">
                  <a:extLst>
                    <a:ext uri="{FF2B5EF4-FFF2-40B4-BE49-F238E27FC236}">
                      <a16:creationId xmlns:a16="http://schemas.microsoft.com/office/drawing/2014/main" id="{0AD02DD1-0835-E9AB-F67A-2E4EB26947D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52" name="그룹 551">
                    <a:extLst>
                      <a:ext uri="{FF2B5EF4-FFF2-40B4-BE49-F238E27FC236}">
                        <a16:creationId xmlns:a16="http://schemas.microsoft.com/office/drawing/2014/main" id="{67B6CACF-68EA-284E-F8C7-8F69BE5731B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8" name="직사각형 557">
                      <a:extLst>
                        <a:ext uri="{FF2B5EF4-FFF2-40B4-BE49-F238E27FC236}">
                          <a16:creationId xmlns:a16="http://schemas.microsoft.com/office/drawing/2014/main" id="{7D851462-BB0A-4DD0-FA8C-A035B24F3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9" name="직사각형 558">
                      <a:extLst>
                        <a:ext uri="{FF2B5EF4-FFF2-40B4-BE49-F238E27FC236}">
                          <a16:creationId xmlns:a16="http://schemas.microsoft.com/office/drawing/2014/main" id="{837D7125-2CE6-FEC4-5E02-721F3DDE120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0" name="직사각형 559">
                      <a:extLst>
                        <a:ext uri="{FF2B5EF4-FFF2-40B4-BE49-F238E27FC236}">
                          <a16:creationId xmlns:a16="http://schemas.microsoft.com/office/drawing/2014/main" id="{3A47F008-2593-909D-2C64-E190E5092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1" name="직사각형 560">
                      <a:extLst>
                        <a:ext uri="{FF2B5EF4-FFF2-40B4-BE49-F238E27FC236}">
                          <a16:creationId xmlns:a16="http://schemas.microsoft.com/office/drawing/2014/main" id="{00333F88-F960-482B-C2AE-56FAFA84B2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53" name="그룹 552">
                    <a:extLst>
                      <a:ext uri="{FF2B5EF4-FFF2-40B4-BE49-F238E27FC236}">
                        <a16:creationId xmlns:a16="http://schemas.microsoft.com/office/drawing/2014/main" id="{846B8581-12EC-7503-E70F-4791DAD75DD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4" name="직사각형 553">
                      <a:extLst>
                        <a:ext uri="{FF2B5EF4-FFF2-40B4-BE49-F238E27FC236}">
                          <a16:creationId xmlns:a16="http://schemas.microsoft.com/office/drawing/2014/main" id="{46E1DF28-E90C-7173-7B59-A4FE5A97F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5" name="직사각형 554">
                      <a:extLst>
                        <a:ext uri="{FF2B5EF4-FFF2-40B4-BE49-F238E27FC236}">
                          <a16:creationId xmlns:a16="http://schemas.microsoft.com/office/drawing/2014/main" id="{2C120D52-2285-94E0-35BD-BE287720F4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6" name="직사각형 555">
                      <a:extLst>
                        <a:ext uri="{FF2B5EF4-FFF2-40B4-BE49-F238E27FC236}">
                          <a16:creationId xmlns:a16="http://schemas.microsoft.com/office/drawing/2014/main" id="{E3FD597A-47DC-8B23-CF6E-DD0F7379C5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7" name="직사각형 556">
                      <a:extLst>
                        <a:ext uri="{FF2B5EF4-FFF2-40B4-BE49-F238E27FC236}">
                          <a16:creationId xmlns:a16="http://schemas.microsoft.com/office/drawing/2014/main" id="{0A2A23FC-89A0-A825-DC8A-371AFDE3E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51" name="직사각형 550">
                  <a:extLst>
                    <a:ext uri="{FF2B5EF4-FFF2-40B4-BE49-F238E27FC236}">
                      <a16:creationId xmlns:a16="http://schemas.microsoft.com/office/drawing/2014/main" id="{247D0B61-0A50-B477-2B28-7767088B175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4" name="그룹 523">
                <a:extLst>
                  <a:ext uri="{FF2B5EF4-FFF2-40B4-BE49-F238E27FC236}">
                    <a16:creationId xmlns:a16="http://schemas.microsoft.com/office/drawing/2014/main" id="{751EBEBE-40A5-3F4C-D2B0-7DB4EDB6692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38" name="그룹 537">
                  <a:extLst>
                    <a:ext uri="{FF2B5EF4-FFF2-40B4-BE49-F238E27FC236}">
                      <a16:creationId xmlns:a16="http://schemas.microsoft.com/office/drawing/2014/main" id="{452917E4-C88E-EC4A-8F84-C68492F0841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0" name="그룹 539">
                    <a:extLst>
                      <a:ext uri="{FF2B5EF4-FFF2-40B4-BE49-F238E27FC236}">
                        <a16:creationId xmlns:a16="http://schemas.microsoft.com/office/drawing/2014/main" id="{15E61334-BB53-6B9C-9EFB-252A332027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6" name="직사각형 545">
                      <a:extLst>
                        <a:ext uri="{FF2B5EF4-FFF2-40B4-BE49-F238E27FC236}">
                          <a16:creationId xmlns:a16="http://schemas.microsoft.com/office/drawing/2014/main" id="{B9060E27-7430-687D-287C-6F82235ED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7" name="직사각형 546">
                      <a:extLst>
                        <a:ext uri="{FF2B5EF4-FFF2-40B4-BE49-F238E27FC236}">
                          <a16:creationId xmlns:a16="http://schemas.microsoft.com/office/drawing/2014/main" id="{6630706E-0FA7-2775-AE2A-16DB405A30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8" name="직사각형 547">
                      <a:extLst>
                        <a:ext uri="{FF2B5EF4-FFF2-40B4-BE49-F238E27FC236}">
                          <a16:creationId xmlns:a16="http://schemas.microsoft.com/office/drawing/2014/main" id="{E2754B57-F859-BC3F-D849-24DFC8255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9" name="직사각형 548">
                      <a:extLst>
                        <a:ext uri="{FF2B5EF4-FFF2-40B4-BE49-F238E27FC236}">
                          <a16:creationId xmlns:a16="http://schemas.microsoft.com/office/drawing/2014/main" id="{480585E5-8D07-D8D3-C5D3-9EDB48206B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41" name="그룹 540">
                    <a:extLst>
                      <a:ext uri="{FF2B5EF4-FFF2-40B4-BE49-F238E27FC236}">
                        <a16:creationId xmlns:a16="http://schemas.microsoft.com/office/drawing/2014/main" id="{DAD07DA5-321A-4A75-C173-6A6A9DBB23E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2" name="직사각형 541">
                      <a:extLst>
                        <a:ext uri="{FF2B5EF4-FFF2-40B4-BE49-F238E27FC236}">
                          <a16:creationId xmlns:a16="http://schemas.microsoft.com/office/drawing/2014/main" id="{E865A226-2609-4953-A2A9-45E90679E5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3" name="직사각형 542">
                      <a:extLst>
                        <a:ext uri="{FF2B5EF4-FFF2-40B4-BE49-F238E27FC236}">
                          <a16:creationId xmlns:a16="http://schemas.microsoft.com/office/drawing/2014/main" id="{18F365AB-8B41-7526-DA60-31C27AFF468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4" name="직사각형 543">
                      <a:extLst>
                        <a:ext uri="{FF2B5EF4-FFF2-40B4-BE49-F238E27FC236}">
                          <a16:creationId xmlns:a16="http://schemas.microsoft.com/office/drawing/2014/main" id="{77A24748-209B-236F-109D-6A47E29B98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5" name="직사각형 544">
                      <a:extLst>
                        <a:ext uri="{FF2B5EF4-FFF2-40B4-BE49-F238E27FC236}">
                          <a16:creationId xmlns:a16="http://schemas.microsoft.com/office/drawing/2014/main" id="{17695E95-1CF4-0834-D7E4-6222B2DC74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39" name="직사각형 538">
                  <a:extLst>
                    <a:ext uri="{FF2B5EF4-FFF2-40B4-BE49-F238E27FC236}">
                      <a16:creationId xmlns:a16="http://schemas.microsoft.com/office/drawing/2014/main" id="{FAEE25CA-AA73-C314-0C46-2CE6B5DA35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5" name="그룹 524">
                <a:extLst>
                  <a:ext uri="{FF2B5EF4-FFF2-40B4-BE49-F238E27FC236}">
                    <a16:creationId xmlns:a16="http://schemas.microsoft.com/office/drawing/2014/main" id="{9E82BFEC-348E-ABA6-1FFC-8C025AE079F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6" name="그룹 525">
                  <a:extLst>
                    <a:ext uri="{FF2B5EF4-FFF2-40B4-BE49-F238E27FC236}">
                      <a16:creationId xmlns:a16="http://schemas.microsoft.com/office/drawing/2014/main" id="{1983D97E-4A14-8826-5156-08463CFEC5D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8" name="그룹 527">
                    <a:extLst>
                      <a:ext uri="{FF2B5EF4-FFF2-40B4-BE49-F238E27FC236}">
                        <a16:creationId xmlns:a16="http://schemas.microsoft.com/office/drawing/2014/main" id="{527660E8-E5C7-4265-F8BE-B7F94E0F7C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4" name="직사각형 533">
                      <a:extLst>
                        <a:ext uri="{FF2B5EF4-FFF2-40B4-BE49-F238E27FC236}">
                          <a16:creationId xmlns:a16="http://schemas.microsoft.com/office/drawing/2014/main" id="{26D16B40-D934-6D45-3455-C27C9B45E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5" name="직사각형 534">
                      <a:extLst>
                        <a:ext uri="{FF2B5EF4-FFF2-40B4-BE49-F238E27FC236}">
                          <a16:creationId xmlns:a16="http://schemas.microsoft.com/office/drawing/2014/main" id="{E1625534-FEBF-2D0A-BA5D-D4829C3C0E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6" name="직사각형 535">
                      <a:extLst>
                        <a:ext uri="{FF2B5EF4-FFF2-40B4-BE49-F238E27FC236}">
                          <a16:creationId xmlns:a16="http://schemas.microsoft.com/office/drawing/2014/main" id="{9FAFB89C-8FEA-6596-4C5D-EE53D4A7A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7" name="직사각형 536">
                      <a:extLst>
                        <a:ext uri="{FF2B5EF4-FFF2-40B4-BE49-F238E27FC236}">
                          <a16:creationId xmlns:a16="http://schemas.microsoft.com/office/drawing/2014/main" id="{88BF45A3-86C7-CAE6-546C-D88B735F4DD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29" name="그룹 528">
                    <a:extLst>
                      <a:ext uri="{FF2B5EF4-FFF2-40B4-BE49-F238E27FC236}">
                        <a16:creationId xmlns:a16="http://schemas.microsoft.com/office/drawing/2014/main" id="{E3F9DA1C-BA4A-4995-B676-A00CFDF72FB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0" name="직사각형 529">
                      <a:extLst>
                        <a:ext uri="{FF2B5EF4-FFF2-40B4-BE49-F238E27FC236}">
                          <a16:creationId xmlns:a16="http://schemas.microsoft.com/office/drawing/2014/main" id="{C855896B-5674-D4D0-E947-986C7472D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1" name="직사각형 530">
                      <a:extLst>
                        <a:ext uri="{FF2B5EF4-FFF2-40B4-BE49-F238E27FC236}">
                          <a16:creationId xmlns:a16="http://schemas.microsoft.com/office/drawing/2014/main" id="{4884984A-EEBB-3960-A066-EE035C770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2" name="직사각형 531">
                      <a:extLst>
                        <a:ext uri="{FF2B5EF4-FFF2-40B4-BE49-F238E27FC236}">
                          <a16:creationId xmlns:a16="http://schemas.microsoft.com/office/drawing/2014/main" id="{A72DE995-D385-6CF2-FF61-8C92802A9D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3" name="직사각형 532">
                      <a:extLst>
                        <a:ext uri="{FF2B5EF4-FFF2-40B4-BE49-F238E27FC236}">
                          <a16:creationId xmlns:a16="http://schemas.microsoft.com/office/drawing/2014/main" id="{29BD287D-16AC-CFCE-B9B4-2BF86AF8DD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27" name="직사각형 526">
                  <a:extLst>
                    <a:ext uri="{FF2B5EF4-FFF2-40B4-BE49-F238E27FC236}">
                      <a16:creationId xmlns:a16="http://schemas.microsoft.com/office/drawing/2014/main" id="{4CEC4649-9690-BA86-6AF3-31A344674CD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75" name="shape">
            <a:extLst>
              <a:ext uri="{FF2B5EF4-FFF2-40B4-BE49-F238E27FC236}">
                <a16:creationId xmlns:a16="http://schemas.microsoft.com/office/drawing/2014/main" id="{773E5091-8281-5B40-9A29-E2E075DA662B}"/>
              </a:ext>
            </a:extLst>
          </p:cNvPr>
          <p:cNvSpPr/>
          <p:nvPr/>
        </p:nvSpPr>
        <p:spPr>
          <a:xfrm>
            <a:off x="9928888" y="26210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581" name="화살표: 아래쪽 580">
            <a:extLst>
              <a:ext uri="{FF2B5EF4-FFF2-40B4-BE49-F238E27FC236}">
                <a16:creationId xmlns:a16="http://schemas.microsoft.com/office/drawing/2014/main" id="{BA272FE2-4067-A2D8-C251-0C717208936A}"/>
              </a:ext>
            </a:extLst>
          </p:cNvPr>
          <p:cNvSpPr/>
          <p:nvPr/>
        </p:nvSpPr>
        <p:spPr>
          <a:xfrm>
            <a:off x="10008136" y="21717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2" name="그룹 581">
            <a:extLst>
              <a:ext uri="{FF2B5EF4-FFF2-40B4-BE49-F238E27FC236}">
                <a16:creationId xmlns:a16="http://schemas.microsoft.com/office/drawing/2014/main" id="{BE43B37C-862D-FB61-D75B-DB656BDB4F89}"/>
              </a:ext>
            </a:extLst>
          </p:cNvPr>
          <p:cNvGrpSpPr/>
          <p:nvPr/>
        </p:nvGrpSpPr>
        <p:grpSpPr>
          <a:xfrm>
            <a:off x="10945896" y="2357143"/>
            <a:ext cx="2293092" cy="847829"/>
            <a:chOff x="8233715" y="4736955"/>
            <a:chExt cx="2860497" cy="994910"/>
          </a:xfrm>
        </p:grpSpPr>
        <p:sp>
          <p:nvSpPr>
            <p:cNvPr id="583" name="직사각형 582">
              <a:extLst>
                <a:ext uri="{FF2B5EF4-FFF2-40B4-BE49-F238E27FC236}">
                  <a16:creationId xmlns:a16="http://schemas.microsoft.com/office/drawing/2014/main" id="{579EA17B-3D09-5070-38BC-BA2DB5EF8AE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84" name="그룹 583">
              <a:extLst>
                <a:ext uri="{FF2B5EF4-FFF2-40B4-BE49-F238E27FC236}">
                  <a16:creationId xmlns:a16="http://schemas.microsoft.com/office/drawing/2014/main" id="{53FDE6BE-78EA-5FC3-9D0C-DDEFF843C13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CE47E1E9-F46A-6F6E-42A9-6537EDA9B2A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25" name="그룹 624">
                  <a:extLst>
                    <a:ext uri="{FF2B5EF4-FFF2-40B4-BE49-F238E27FC236}">
                      <a16:creationId xmlns:a16="http://schemas.microsoft.com/office/drawing/2014/main" id="{B8386110-C3D2-9E98-BE86-79078266950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27" name="그룹 626">
                    <a:extLst>
                      <a:ext uri="{FF2B5EF4-FFF2-40B4-BE49-F238E27FC236}">
                        <a16:creationId xmlns:a16="http://schemas.microsoft.com/office/drawing/2014/main" id="{F329C74D-96B6-F79A-E71A-8EDB422CB1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33" name="직사각형 632">
                      <a:extLst>
                        <a:ext uri="{FF2B5EF4-FFF2-40B4-BE49-F238E27FC236}">
                          <a16:creationId xmlns:a16="http://schemas.microsoft.com/office/drawing/2014/main" id="{1EF87A69-DC64-D6B1-3EFE-D12D1948D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4" name="직사각형 633">
                      <a:extLst>
                        <a:ext uri="{FF2B5EF4-FFF2-40B4-BE49-F238E27FC236}">
                          <a16:creationId xmlns:a16="http://schemas.microsoft.com/office/drawing/2014/main" id="{A5F28A26-11DC-D132-6D48-5238A98338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5" name="직사각형 634">
                      <a:extLst>
                        <a:ext uri="{FF2B5EF4-FFF2-40B4-BE49-F238E27FC236}">
                          <a16:creationId xmlns:a16="http://schemas.microsoft.com/office/drawing/2014/main" id="{E6E79399-6098-14A4-3962-97A40B466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6" name="직사각형 635">
                      <a:extLst>
                        <a:ext uri="{FF2B5EF4-FFF2-40B4-BE49-F238E27FC236}">
                          <a16:creationId xmlns:a16="http://schemas.microsoft.com/office/drawing/2014/main" id="{04EDEE2F-29D3-7782-757C-EAF13C9518D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28" name="그룹 627">
                    <a:extLst>
                      <a:ext uri="{FF2B5EF4-FFF2-40B4-BE49-F238E27FC236}">
                        <a16:creationId xmlns:a16="http://schemas.microsoft.com/office/drawing/2014/main" id="{734F19CF-E0D9-2FB1-BDF9-3816F1D64FF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9" name="직사각형 628">
                      <a:extLst>
                        <a:ext uri="{FF2B5EF4-FFF2-40B4-BE49-F238E27FC236}">
                          <a16:creationId xmlns:a16="http://schemas.microsoft.com/office/drawing/2014/main" id="{4416D593-5CCD-7CE3-7BFB-3B41F3C06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0" name="직사각형 629">
                      <a:extLst>
                        <a:ext uri="{FF2B5EF4-FFF2-40B4-BE49-F238E27FC236}">
                          <a16:creationId xmlns:a16="http://schemas.microsoft.com/office/drawing/2014/main" id="{ADE2CCB3-4B21-0B5C-371C-AB37759838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1" name="직사각형 630">
                      <a:extLst>
                        <a:ext uri="{FF2B5EF4-FFF2-40B4-BE49-F238E27FC236}">
                          <a16:creationId xmlns:a16="http://schemas.microsoft.com/office/drawing/2014/main" id="{E4BFFC58-9DF0-E4E2-E483-1B819141D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2" name="직사각형 631">
                      <a:extLst>
                        <a:ext uri="{FF2B5EF4-FFF2-40B4-BE49-F238E27FC236}">
                          <a16:creationId xmlns:a16="http://schemas.microsoft.com/office/drawing/2014/main" id="{1316ACB5-BFE4-A5C1-E0EB-D163611717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26" name="직사각형 625">
                  <a:extLst>
                    <a:ext uri="{FF2B5EF4-FFF2-40B4-BE49-F238E27FC236}">
                      <a16:creationId xmlns:a16="http://schemas.microsoft.com/office/drawing/2014/main" id="{DB6E5A0D-B0A4-6905-862B-81FEF6DC55B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6" name="그룹 585">
                <a:extLst>
                  <a:ext uri="{FF2B5EF4-FFF2-40B4-BE49-F238E27FC236}">
                    <a16:creationId xmlns:a16="http://schemas.microsoft.com/office/drawing/2014/main" id="{1AF1B346-9566-22C9-C017-A3858A74CB8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13" name="그룹 612">
                  <a:extLst>
                    <a:ext uri="{FF2B5EF4-FFF2-40B4-BE49-F238E27FC236}">
                      <a16:creationId xmlns:a16="http://schemas.microsoft.com/office/drawing/2014/main" id="{690A23F1-51E1-4F3C-AE0E-009F77E211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15" name="그룹 614">
                    <a:extLst>
                      <a:ext uri="{FF2B5EF4-FFF2-40B4-BE49-F238E27FC236}">
                        <a16:creationId xmlns:a16="http://schemas.microsoft.com/office/drawing/2014/main" id="{0985CF21-477B-378C-1DDF-75A1F5DAAA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1" name="직사각형 620">
                      <a:extLst>
                        <a:ext uri="{FF2B5EF4-FFF2-40B4-BE49-F238E27FC236}">
                          <a16:creationId xmlns:a16="http://schemas.microsoft.com/office/drawing/2014/main" id="{7A44C292-A653-A2F3-2E86-CD8E307B90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2" name="직사각형 621">
                      <a:extLst>
                        <a:ext uri="{FF2B5EF4-FFF2-40B4-BE49-F238E27FC236}">
                          <a16:creationId xmlns:a16="http://schemas.microsoft.com/office/drawing/2014/main" id="{41C06851-3B8C-5113-E21F-B130F433359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3" name="직사각형 622">
                      <a:extLst>
                        <a:ext uri="{FF2B5EF4-FFF2-40B4-BE49-F238E27FC236}">
                          <a16:creationId xmlns:a16="http://schemas.microsoft.com/office/drawing/2014/main" id="{446879DD-B7C6-59B9-5B60-D70DB9A295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4" name="직사각형 623">
                      <a:extLst>
                        <a:ext uri="{FF2B5EF4-FFF2-40B4-BE49-F238E27FC236}">
                          <a16:creationId xmlns:a16="http://schemas.microsoft.com/office/drawing/2014/main" id="{C3CA5B45-EE4C-179F-5CA6-F37046A10E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16" name="그룹 615">
                    <a:extLst>
                      <a:ext uri="{FF2B5EF4-FFF2-40B4-BE49-F238E27FC236}">
                        <a16:creationId xmlns:a16="http://schemas.microsoft.com/office/drawing/2014/main" id="{9C53259A-021B-835E-B257-97769E3B7A7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17" name="직사각형 616">
                      <a:extLst>
                        <a:ext uri="{FF2B5EF4-FFF2-40B4-BE49-F238E27FC236}">
                          <a16:creationId xmlns:a16="http://schemas.microsoft.com/office/drawing/2014/main" id="{E075F2DC-ADFF-3292-AD39-7D5A058AC1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8" name="직사각형 617">
                      <a:extLst>
                        <a:ext uri="{FF2B5EF4-FFF2-40B4-BE49-F238E27FC236}">
                          <a16:creationId xmlns:a16="http://schemas.microsoft.com/office/drawing/2014/main" id="{755F6B0E-1984-0DC3-E0CD-292FAA0AD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9" name="직사각형 618">
                      <a:extLst>
                        <a:ext uri="{FF2B5EF4-FFF2-40B4-BE49-F238E27FC236}">
                          <a16:creationId xmlns:a16="http://schemas.microsoft.com/office/drawing/2014/main" id="{808D1D47-2514-5847-D310-BC7D53958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0" name="직사각형 619">
                      <a:extLst>
                        <a:ext uri="{FF2B5EF4-FFF2-40B4-BE49-F238E27FC236}">
                          <a16:creationId xmlns:a16="http://schemas.microsoft.com/office/drawing/2014/main" id="{99D6FC32-4F73-F46F-0EBB-5571D74C0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14" name="직사각형 613">
                  <a:extLst>
                    <a:ext uri="{FF2B5EF4-FFF2-40B4-BE49-F238E27FC236}">
                      <a16:creationId xmlns:a16="http://schemas.microsoft.com/office/drawing/2014/main" id="{17A3FC66-AF4C-0CA7-A415-D409E6AE5E6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7" name="그룹 586">
                <a:extLst>
                  <a:ext uri="{FF2B5EF4-FFF2-40B4-BE49-F238E27FC236}">
                    <a16:creationId xmlns:a16="http://schemas.microsoft.com/office/drawing/2014/main" id="{774EC40E-84A5-0DE3-9B20-87025993065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01" name="그룹 600">
                  <a:extLst>
                    <a:ext uri="{FF2B5EF4-FFF2-40B4-BE49-F238E27FC236}">
                      <a16:creationId xmlns:a16="http://schemas.microsoft.com/office/drawing/2014/main" id="{AFD6F2C3-3096-5F49-01C3-E7871F61F9F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03" name="그룹 602">
                    <a:extLst>
                      <a:ext uri="{FF2B5EF4-FFF2-40B4-BE49-F238E27FC236}">
                        <a16:creationId xmlns:a16="http://schemas.microsoft.com/office/drawing/2014/main" id="{47DC6EA0-E838-2031-A69D-5F28303F290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9" name="직사각형 608">
                      <a:extLst>
                        <a:ext uri="{FF2B5EF4-FFF2-40B4-BE49-F238E27FC236}">
                          <a16:creationId xmlns:a16="http://schemas.microsoft.com/office/drawing/2014/main" id="{17536531-8770-3962-52F0-774697FCB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0" name="직사각형 609">
                      <a:extLst>
                        <a:ext uri="{FF2B5EF4-FFF2-40B4-BE49-F238E27FC236}">
                          <a16:creationId xmlns:a16="http://schemas.microsoft.com/office/drawing/2014/main" id="{E6E9F2C7-094B-ABD2-A6D3-F44F0BF3D3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1" name="직사각형 610">
                      <a:extLst>
                        <a:ext uri="{FF2B5EF4-FFF2-40B4-BE49-F238E27FC236}">
                          <a16:creationId xmlns:a16="http://schemas.microsoft.com/office/drawing/2014/main" id="{1DB7BC66-BA14-866C-7A5E-A0EA663C4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2" name="직사각형 611">
                      <a:extLst>
                        <a:ext uri="{FF2B5EF4-FFF2-40B4-BE49-F238E27FC236}">
                          <a16:creationId xmlns:a16="http://schemas.microsoft.com/office/drawing/2014/main" id="{6327D121-B389-A3A0-A8A3-27EFD9FD0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04" name="그룹 603">
                    <a:extLst>
                      <a:ext uri="{FF2B5EF4-FFF2-40B4-BE49-F238E27FC236}">
                        <a16:creationId xmlns:a16="http://schemas.microsoft.com/office/drawing/2014/main" id="{4636B72F-7733-0BC7-2474-B3A9636549D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5" name="직사각형 604">
                      <a:extLst>
                        <a:ext uri="{FF2B5EF4-FFF2-40B4-BE49-F238E27FC236}">
                          <a16:creationId xmlns:a16="http://schemas.microsoft.com/office/drawing/2014/main" id="{E3BBE423-43F5-3736-2716-534CEED5A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6" name="직사각형 605">
                      <a:extLst>
                        <a:ext uri="{FF2B5EF4-FFF2-40B4-BE49-F238E27FC236}">
                          <a16:creationId xmlns:a16="http://schemas.microsoft.com/office/drawing/2014/main" id="{67B53B31-56FF-6374-307F-0D30BC2BB3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7" name="직사각형 606">
                      <a:extLst>
                        <a:ext uri="{FF2B5EF4-FFF2-40B4-BE49-F238E27FC236}">
                          <a16:creationId xmlns:a16="http://schemas.microsoft.com/office/drawing/2014/main" id="{51ED7277-FB70-2E49-E42D-6F03C9241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8" name="직사각형 607">
                      <a:extLst>
                        <a:ext uri="{FF2B5EF4-FFF2-40B4-BE49-F238E27FC236}">
                          <a16:creationId xmlns:a16="http://schemas.microsoft.com/office/drawing/2014/main" id="{358D3BB4-B6F6-A097-B212-4641B5AC86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02" name="직사각형 601">
                  <a:extLst>
                    <a:ext uri="{FF2B5EF4-FFF2-40B4-BE49-F238E27FC236}">
                      <a16:creationId xmlns:a16="http://schemas.microsoft.com/office/drawing/2014/main" id="{811EDCF3-4F16-0141-D53F-C9A95F3B2A7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8" name="그룹 587">
                <a:extLst>
                  <a:ext uri="{FF2B5EF4-FFF2-40B4-BE49-F238E27FC236}">
                    <a16:creationId xmlns:a16="http://schemas.microsoft.com/office/drawing/2014/main" id="{95B2F1E8-B0F1-9DBC-81D3-58A16A5197D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89" name="그룹 588">
                  <a:extLst>
                    <a:ext uri="{FF2B5EF4-FFF2-40B4-BE49-F238E27FC236}">
                      <a16:creationId xmlns:a16="http://schemas.microsoft.com/office/drawing/2014/main" id="{E4CF8F35-958E-C415-0152-F67FC2E8BDB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19515"/>
                  <a:chOff x="8377382" y="4544293"/>
                  <a:chExt cx="667506" cy="1219515"/>
                </a:xfrm>
              </p:grpSpPr>
              <p:grpSp>
                <p:nvGrpSpPr>
                  <p:cNvPr id="591" name="그룹 590">
                    <a:extLst>
                      <a:ext uri="{FF2B5EF4-FFF2-40B4-BE49-F238E27FC236}">
                        <a16:creationId xmlns:a16="http://schemas.microsoft.com/office/drawing/2014/main" id="{8EB0DDBF-2EBD-8171-4A85-B932D2CC9E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97" name="직사각형 596">
                      <a:extLst>
                        <a:ext uri="{FF2B5EF4-FFF2-40B4-BE49-F238E27FC236}">
                          <a16:creationId xmlns:a16="http://schemas.microsoft.com/office/drawing/2014/main" id="{2E3A0BAA-628C-AC43-7D5F-43832C864E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8" name="직사각형 597">
                      <a:extLst>
                        <a:ext uri="{FF2B5EF4-FFF2-40B4-BE49-F238E27FC236}">
                          <a16:creationId xmlns:a16="http://schemas.microsoft.com/office/drawing/2014/main" id="{8C5B68ED-DB6C-A3E7-E005-B12FA9095D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9" name="직사각형 598">
                      <a:extLst>
                        <a:ext uri="{FF2B5EF4-FFF2-40B4-BE49-F238E27FC236}">
                          <a16:creationId xmlns:a16="http://schemas.microsoft.com/office/drawing/2014/main" id="{1EFB0246-425B-45FC-A3FF-568BB62BB3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0" name="직사각형 599">
                      <a:extLst>
                        <a:ext uri="{FF2B5EF4-FFF2-40B4-BE49-F238E27FC236}">
                          <a16:creationId xmlns:a16="http://schemas.microsoft.com/office/drawing/2014/main" id="{AF20DD70-9FD0-95B5-DC43-FB979F537C8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92" name="그룹 591">
                    <a:extLst>
                      <a:ext uri="{FF2B5EF4-FFF2-40B4-BE49-F238E27FC236}">
                        <a16:creationId xmlns:a16="http://schemas.microsoft.com/office/drawing/2014/main" id="{D5019730-DFB5-C6D5-628E-D1796EDF83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593" name="직사각형 592">
                      <a:extLst>
                        <a:ext uri="{FF2B5EF4-FFF2-40B4-BE49-F238E27FC236}">
                          <a16:creationId xmlns:a16="http://schemas.microsoft.com/office/drawing/2014/main" id="{C2C13AD6-C5FC-C15D-6F3B-D60B64D883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4" name="직사각형 593">
                      <a:extLst>
                        <a:ext uri="{FF2B5EF4-FFF2-40B4-BE49-F238E27FC236}">
                          <a16:creationId xmlns:a16="http://schemas.microsoft.com/office/drawing/2014/main" id="{CA8F4196-4F0D-798B-20E1-B1230335C6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5" name="직사각형 594">
                      <a:extLst>
                        <a:ext uri="{FF2B5EF4-FFF2-40B4-BE49-F238E27FC236}">
                          <a16:creationId xmlns:a16="http://schemas.microsoft.com/office/drawing/2014/main" id="{D82F3DF5-243B-CA55-C4A0-31D322D2D3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6" name="직사각형 595">
                      <a:extLst>
                        <a:ext uri="{FF2B5EF4-FFF2-40B4-BE49-F238E27FC236}">
                          <a16:creationId xmlns:a16="http://schemas.microsoft.com/office/drawing/2014/main" id="{DC40607A-107D-E93C-7D3F-5BAC67BF98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90" name="직사각형 589">
                  <a:extLst>
                    <a:ext uri="{FF2B5EF4-FFF2-40B4-BE49-F238E27FC236}">
                      <a16:creationId xmlns:a16="http://schemas.microsoft.com/office/drawing/2014/main" id="{B53C282E-C5C7-521C-9745-34EDB94601B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637" name="그룹 636">
            <a:extLst>
              <a:ext uri="{FF2B5EF4-FFF2-40B4-BE49-F238E27FC236}">
                <a16:creationId xmlns:a16="http://schemas.microsoft.com/office/drawing/2014/main" id="{B2B91057-1008-B7D9-6655-E4ADD36257F6}"/>
              </a:ext>
            </a:extLst>
          </p:cNvPr>
          <p:cNvGrpSpPr/>
          <p:nvPr/>
        </p:nvGrpSpPr>
        <p:grpSpPr>
          <a:xfrm>
            <a:off x="7064268" y="3592322"/>
            <a:ext cx="2293092" cy="847829"/>
            <a:chOff x="8233715" y="4736955"/>
            <a:chExt cx="2860497" cy="994910"/>
          </a:xfrm>
        </p:grpSpPr>
        <p:sp>
          <p:nvSpPr>
            <p:cNvPr id="638" name="직사각형 637">
              <a:extLst>
                <a:ext uri="{FF2B5EF4-FFF2-40B4-BE49-F238E27FC236}">
                  <a16:creationId xmlns:a16="http://schemas.microsoft.com/office/drawing/2014/main" id="{4363B2C1-56B3-5BC3-C838-B82D3FF6110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639" name="그룹 638">
              <a:extLst>
                <a:ext uri="{FF2B5EF4-FFF2-40B4-BE49-F238E27FC236}">
                  <a16:creationId xmlns:a16="http://schemas.microsoft.com/office/drawing/2014/main" id="{E686F541-C14D-32C9-7C0A-554E50195A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640" name="그룹 639">
                <a:extLst>
                  <a:ext uri="{FF2B5EF4-FFF2-40B4-BE49-F238E27FC236}">
                    <a16:creationId xmlns:a16="http://schemas.microsoft.com/office/drawing/2014/main" id="{DD017473-8FA7-7C63-9E16-9A06EC56917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80" name="그룹 679">
                  <a:extLst>
                    <a:ext uri="{FF2B5EF4-FFF2-40B4-BE49-F238E27FC236}">
                      <a16:creationId xmlns:a16="http://schemas.microsoft.com/office/drawing/2014/main" id="{07964CFA-CFD2-C7AA-247C-69F69FF6802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82" name="그룹 681">
                    <a:extLst>
                      <a:ext uri="{FF2B5EF4-FFF2-40B4-BE49-F238E27FC236}">
                        <a16:creationId xmlns:a16="http://schemas.microsoft.com/office/drawing/2014/main" id="{115AF1CC-5457-69CC-3B4F-B5D2EB115E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8" name="직사각형 687">
                      <a:extLst>
                        <a:ext uri="{FF2B5EF4-FFF2-40B4-BE49-F238E27FC236}">
                          <a16:creationId xmlns:a16="http://schemas.microsoft.com/office/drawing/2014/main" id="{809B774B-1441-82E9-554E-CBCABC8CC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9" name="직사각형 688">
                      <a:extLst>
                        <a:ext uri="{FF2B5EF4-FFF2-40B4-BE49-F238E27FC236}">
                          <a16:creationId xmlns:a16="http://schemas.microsoft.com/office/drawing/2014/main" id="{72421373-F3A1-2700-BBEC-7E9702F9A5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0" name="직사각형 689">
                      <a:extLst>
                        <a:ext uri="{FF2B5EF4-FFF2-40B4-BE49-F238E27FC236}">
                          <a16:creationId xmlns:a16="http://schemas.microsoft.com/office/drawing/2014/main" id="{6325C64D-D34E-A499-208D-385CA5AF9B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1" name="직사각형 690">
                      <a:extLst>
                        <a:ext uri="{FF2B5EF4-FFF2-40B4-BE49-F238E27FC236}">
                          <a16:creationId xmlns:a16="http://schemas.microsoft.com/office/drawing/2014/main" id="{0EA280AF-D05A-595F-248E-94134748C2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83" name="그룹 682">
                    <a:extLst>
                      <a:ext uri="{FF2B5EF4-FFF2-40B4-BE49-F238E27FC236}">
                        <a16:creationId xmlns:a16="http://schemas.microsoft.com/office/drawing/2014/main" id="{30A3FC70-2B34-E31B-C936-957EC3DD225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4" name="직사각형 683">
                      <a:extLst>
                        <a:ext uri="{FF2B5EF4-FFF2-40B4-BE49-F238E27FC236}">
                          <a16:creationId xmlns:a16="http://schemas.microsoft.com/office/drawing/2014/main" id="{673F97B2-5E34-720F-6C97-9697C373C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5" name="직사각형 684">
                      <a:extLst>
                        <a:ext uri="{FF2B5EF4-FFF2-40B4-BE49-F238E27FC236}">
                          <a16:creationId xmlns:a16="http://schemas.microsoft.com/office/drawing/2014/main" id="{AB82A05B-6D59-E3A0-D753-A436ECF312A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6" name="직사각형 685">
                      <a:extLst>
                        <a:ext uri="{FF2B5EF4-FFF2-40B4-BE49-F238E27FC236}">
                          <a16:creationId xmlns:a16="http://schemas.microsoft.com/office/drawing/2014/main" id="{9F865B14-7907-529E-5413-0C12B8FDE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7" name="직사각형 686">
                      <a:extLst>
                        <a:ext uri="{FF2B5EF4-FFF2-40B4-BE49-F238E27FC236}">
                          <a16:creationId xmlns:a16="http://schemas.microsoft.com/office/drawing/2014/main" id="{FECBBD16-22D5-EB30-D278-DC79D01D7C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81" name="직사각형 680">
                  <a:extLst>
                    <a:ext uri="{FF2B5EF4-FFF2-40B4-BE49-F238E27FC236}">
                      <a16:creationId xmlns:a16="http://schemas.microsoft.com/office/drawing/2014/main" id="{AD2CAC2E-8AD6-2A4B-4EAA-4A2C8A7B44C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1" name="그룹 640">
                <a:extLst>
                  <a:ext uri="{FF2B5EF4-FFF2-40B4-BE49-F238E27FC236}">
                    <a16:creationId xmlns:a16="http://schemas.microsoft.com/office/drawing/2014/main" id="{4AF893E0-B5D0-6BAE-44B3-562F65CDD0C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F0F870FC-114F-AF4F-B19B-705D86F46D2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70" name="그룹 669">
                    <a:extLst>
                      <a:ext uri="{FF2B5EF4-FFF2-40B4-BE49-F238E27FC236}">
                        <a16:creationId xmlns:a16="http://schemas.microsoft.com/office/drawing/2014/main" id="{E87C8F7E-1A21-EB22-B993-54A3CDA48CB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6" name="직사각형 675">
                      <a:extLst>
                        <a:ext uri="{FF2B5EF4-FFF2-40B4-BE49-F238E27FC236}">
                          <a16:creationId xmlns:a16="http://schemas.microsoft.com/office/drawing/2014/main" id="{5024B959-D627-8827-33B2-73B49BE266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7" name="직사각형 676">
                      <a:extLst>
                        <a:ext uri="{FF2B5EF4-FFF2-40B4-BE49-F238E27FC236}">
                          <a16:creationId xmlns:a16="http://schemas.microsoft.com/office/drawing/2014/main" id="{FFEC2BB2-6FDF-8EC3-8B17-DC4DF4F044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8" name="직사각형 677">
                      <a:extLst>
                        <a:ext uri="{FF2B5EF4-FFF2-40B4-BE49-F238E27FC236}">
                          <a16:creationId xmlns:a16="http://schemas.microsoft.com/office/drawing/2014/main" id="{6CF5B7B9-F0A6-26BA-C80E-942F7D70C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9" name="직사각형 678">
                      <a:extLst>
                        <a:ext uri="{FF2B5EF4-FFF2-40B4-BE49-F238E27FC236}">
                          <a16:creationId xmlns:a16="http://schemas.microsoft.com/office/drawing/2014/main" id="{C5355D4A-A30F-D5A7-FB94-5C76F09DA0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71" name="그룹 670">
                    <a:extLst>
                      <a:ext uri="{FF2B5EF4-FFF2-40B4-BE49-F238E27FC236}">
                        <a16:creationId xmlns:a16="http://schemas.microsoft.com/office/drawing/2014/main" id="{6767633A-736A-A17D-E57F-2175D597195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2" name="직사각형 671">
                      <a:extLst>
                        <a:ext uri="{FF2B5EF4-FFF2-40B4-BE49-F238E27FC236}">
                          <a16:creationId xmlns:a16="http://schemas.microsoft.com/office/drawing/2014/main" id="{846FF3F3-8D28-8507-38FB-06FB23BC0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3" name="직사각형 672">
                      <a:extLst>
                        <a:ext uri="{FF2B5EF4-FFF2-40B4-BE49-F238E27FC236}">
                          <a16:creationId xmlns:a16="http://schemas.microsoft.com/office/drawing/2014/main" id="{EA628D7A-6AFD-1B1E-E1DE-771D4A64D5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4" name="직사각형 673">
                      <a:extLst>
                        <a:ext uri="{FF2B5EF4-FFF2-40B4-BE49-F238E27FC236}">
                          <a16:creationId xmlns:a16="http://schemas.microsoft.com/office/drawing/2014/main" id="{608189B2-5AA5-B1DE-491B-AF6B7BA30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5" name="직사각형 674">
                      <a:extLst>
                        <a:ext uri="{FF2B5EF4-FFF2-40B4-BE49-F238E27FC236}">
                          <a16:creationId xmlns:a16="http://schemas.microsoft.com/office/drawing/2014/main" id="{763AD793-0982-0E2E-D72C-DCA443E48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69" name="직사각형 668">
                  <a:extLst>
                    <a:ext uri="{FF2B5EF4-FFF2-40B4-BE49-F238E27FC236}">
                      <a16:creationId xmlns:a16="http://schemas.microsoft.com/office/drawing/2014/main" id="{6ABC42F8-BA9F-752B-A1A0-6D35F155FDF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2" name="그룹 641">
                <a:extLst>
                  <a:ext uri="{FF2B5EF4-FFF2-40B4-BE49-F238E27FC236}">
                    <a16:creationId xmlns:a16="http://schemas.microsoft.com/office/drawing/2014/main" id="{AE47DD7E-4203-22FC-FD41-14042F86EEC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56" name="그룹 655">
                  <a:extLst>
                    <a:ext uri="{FF2B5EF4-FFF2-40B4-BE49-F238E27FC236}">
                      <a16:creationId xmlns:a16="http://schemas.microsoft.com/office/drawing/2014/main" id="{455EAF03-27DD-78D8-EED9-BEEFCF50C8E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58" name="그룹 657">
                    <a:extLst>
                      <a:ext uri="{FF2B5EF4-FFF2-40B4-BE49-F238E27FC236}">
                        <a16:creationId xmlns:a16="http://schemas.microsoft.com/office/drawing/2014/main" id="{8883D792-A70D-F372-4556-BCFA01B4F50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4" name="직사각형 663">
                      <a:extLst>
                        <a:ext uri="{FF2B5EF4-FFF2-40B4-BE49-F238E27FC236}">
                          <a16:creationId xmlns:a16="http://schemas.microsoft.com/office/drawing/2014/main" id="{37B5A2AD-430C-AB3B-5F58-CE75E934E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5" name="직사각형 664">
                      <a:extLst>
                        <a:ext uri="{FF2B5EF4-FFF2-40B4-BE49-F238E27FC236}">
                          <a16:creationId xmlns:a16="http://schemas.microsoft.com/office/drawing/2014/main" id="{03E2BD6A-54C8-7375-DE12-81EFB0A393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6" name="직사각형 665">
                      <a:extLst>
                        <a:ext uri="{FF2B5EF4-FFF2-40B4-BE49-F238E27FC236}">
                          <a16:creationId xmlns:a16="http://schemas.microsoft.com/office/drawing/2014/main" id="{B6D9BA5B-B568-1F41-0BDA-2D94EC3636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7" name="직사각형 666">
                      <a:extLst>
                        <a:ext uri="{FF2B5EF4-FFF2-40B4-BE49-F238E27FC236}">
                          <a16:creationId xmlns:a16="http://schemas.microsoft.com/office/drawing/2014/main" id="{D371F75B-AA41-2977-E814-F976F787F0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59" name="그룹 658">
                    <a:extLst>
                      <a:ext uri="{FF2B5EF4-FFF2-40B4-BE49-F238E27FC236}">
                        <a16:creationId xmlns:a16="http://schemas.microsoft.com/office/drawing/2014/main" id="{DE644DE5-7AF9-E191-9B3E-166E38F3E6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0" name="직사각형 659">
                      <a:extLst>
                        <a:ext uri="{FF2B5EF4-FFF2-40B4-BE49-F238E27FC236}">
                          <a16:creationId xmlns:a16="http://schemas.microsoft.com/office/drawing/2014/main" id="{B9656CC5-8FC2-4FAE-D5DA-C4E1AA1C08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1" name="직사각형 660">
                      <a:extLst>
                        <a:ext uri="{FF2B5EF4-FFF2-40B4-BE49-F238E27FC236}">
                          <a16:creationId xmlns:a16="http://schemas.microsoft.com/office/drawing/2014/main" id="{F37998FC-1F50-4BB7-476E-0837EFBC370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2" name="직사각형 661">
                      <a:extLst>
                        <a:ext uri="{FF2B5EF4-FFF2-40B4-BE49-F238E27FC236}">
                          <a16:creationId xmlns:a16="http://schemas.microsoft.com/office/drawing/2014/main" id="{49B5A2B2-F238-9D5A-B897-05F1C55242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3" name="직사각형 662">
                      <a:extLst>
                        <a:ext uri="{FF2B5EF4-FFF2-40B4-BE49-F238E27FC236}">
                          <a16:creationId xmlns:a16="http://schemas.microsoft.com/office/drawing/2014/main" id="{9323E17D-7553-CDE3-5DD6-36773FC672A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57" name="직사각형 656">
                  <a:extLst>
                    <a:ext uri="{FF2B5EF4-FFF2-40B4-BE49-F238E27FC236}">
                      <a16:creationId xmlns:a16="http://schemas.microsoft.com/office/drawing/2014/main" id="{DC0C38B3-9895-07C2-627E-4123DA91BF0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3" name="그룹 642">
                <a:extLst>
                  <a:ext uri="{FF2B5EF4-FFF2-40B4-BE49-F238E27FC236}">
                    <a16:creationId xmlns:a16="http://schemas.microsoft.com/office/drawing/2014/main" id="{79B4F0E0-4814-1046-A832-5A4FB75934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44" name="그룹 643">
                  <a:extLst>
                    <a:ext uri="{FF2B5EF4-FFF2-40B4-BE49-F238E27FC236}">
                      <a16:creationId xmlns:a16="http://schemas.microsoft.com/office/drawing/2014/main" id="{6FD9FD99-537D-139A-9198-5DDDD3B83FD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46" name="그룹 645">
                    <a:extLst>
                      <a:ext uri="{FF2B5EF4-FFF2-40B4-BE49-F238E27FC236}">
                        <a16:creationId xmlns:a16="http://schemas.microsoft.com/office/drawing/2014/main" id="{FD83A19D-2E9B-7C0C-F883-25D80B642E5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52" name="직사각형 651">
                      <a:extLst>
                        <a:ext uri="{FF2B5EF4-FFF2-40B4-BE49-F238E27FC236}">
                          <a16:creationId xmlns:a16="http://schemas.microsoft.com/office/drawing/2014/main" id="{ED01CD31-1109-6382-74A8-0C1345A9D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3" name="직사각형 652">
                      <a:extLst>
                        <a:ext uri="{FF2B5EF4-FFF2-40B4-BE49-F238E27FC236}">
                          <a16:creationId xmlns:a16="http://schemas.microsoft.com/office/drawing/2014/main" id="{C85ECEDB-C0E2-0BFD-032D-0A061B1A1F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4" name="직사각형 653">
                      <a:extLst>
                        <a:ext uri="{FF2B5EF4-FFF2-40B4-BE49-F238E27FC236}">
                          <a16:creationId xmlns:a16="http://schemas.microsoft.com/office/drawing/2014/main" id="{7979E758-1376-6213-E2B5-E5DBBB085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5" name="직사각형 654">
                      <a:extLst>
                        <a:ext uri="{FF2B5EF4-FFF2-40B4-BE49-F238E27FC236}">
                          <a16:creationId xmlns:a16="http://schemas.microsoft.com/office/drawing/2014/main" id="{20E2BBE1-9F1C-A433-488C-DB26D18B575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47" name="그룹 646">
                    <a:extLst>
                      <a:ext uri="{FF2B5EF4-FFF2-40B4-BE49-F238E27FC236}">
                        <a16:creationId xmlns:a16="http://schemas.microsoft.com/office/drawing/2014/main" id="{4978C6E0-3E14-0118-6BBE-0D9D621BB0C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48" name="직사각형 647">
                      <a:extLst>
                        <a:ext uri="{FF2B5EF4-FFF2-40B4-BE49-F238E27FC236}">
                          <a16:creationId xmlns:a16="http://schemas.microsoft.com/office/drawing/2014/main" id="{376ADCAC-DB31-F9EC-3D5D-4557FBBD5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49" name="직사각형 648">
                      <a:extLst>
                        <a:ext uri="{FF2B5EF4-FFF2-40B4-BE49-F238E27FC236}">
                          <a16:creationId xmlns:a16="http://schemas.microsoft.com/office/drawing/2014/main" id="{D69A1604-1C24-CE7F-7643-35C232D54A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0" name="직사각형 649">
                      <a:extLst>
                        <a:ext uri="{FF2B5EF4-FFF2-40B4-BE49-F238E27FC236}">
                          <a16:creationId xmlns:a16="http://schemas.microsoft.com/office/drawing/2014/main" id="{9C143DD7-A8A3-A5A0-0E39-E73320FE04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1" name="직사각형 650">
                      <a:extLst>
                        <a:ext uri="{FF2B5EF4-FFF2-40B4-BE49-F238E27FC236}">
                          <a16:creationId xmlns:a16="http://schemas.microsoft.com/office/drawing/2014/main" id="{41276ABB-E72C-9620-F1D0-8F01BA188B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45" name="직사각형 644">
                  <a:extLst>
                    <a:ext uri="{FF2B5EF4-FFF2-40B4-BE49-F238E27FC236}">
                      <a16:creationId xmlns:a16="http://schemas.microsoft.com/office/drawing/2014/main" id="{662F2B5A-6C55-93D3-16E4-39AB68CC16E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750" name="shape">
            <a:extLst>
              <a:ext uri="{FF2B5EF4-FFF2-40B4-BE49-F238E27FC236}">
                <a16:creationId xmlns:a16="http://schemas.microsoft.com/office/drawing/2014/main" id="{FAE5FA0E-E866-E859-9F7D-65E90B664499}"/>
              </a:ext>
            </a:extLst>
          </p:cNvPr>
          <p:cNvSpPr/>
          <p:nvPr/>
        </p:nvSpPr>
        <p:spPr>
          <a:xfrm>
            <a:off x="9939528" y="3922861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693" name="화살표: 아래쪽 692">
            <a:extLst>
              <a:ext uri="{FF2B5EF4-FFF2-40B4-BE49-F238E27FC236}">
                <a16:creationId xmlns:a16="http://schemas.microsoft.com/office/drawing/2014/main" id="{8264D8A1-D243-E429-B50F-09EC853E33E6}"/>
              </a:ext>
            </a:extLst>
          </p:cNvPr>
          <p:cNvSpPr/>
          <p:nvPr/>
        </p:nvSpPr>
        <p:spPr>
          <a:xfrm>
            <a:off x="10012708" y="34671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1" name="그룹 750">
            <a:extLst>
              <a:ext uri="{FF2B5EF4-FFF2-40B4-BE49-F238E27FC236}">
                <a16:creationId xmlns:a16="http://schemas.microsoft.com/office/drawing/2014/main" id="{526CF56E-6E02-4E83-4DE2-F7DE5323A067}"/>
              </a:ext>
            </a:extLst>
          </p:cNvPr>
          <p:cNvGrpSpPr/>
          <p:nvPr/>
        </p:nvGrpSpPr>
        <p:grpSpPr>
          <a:xfrm>
            <a:off x="10957560" y="3585972"/>
            <a:ext cx="2293092" cy="847829"/>
            <a:chOff x="8233715" y="4736955"/>
            <a:chExt cx="2860497" cy="994910"/>
          </a:xfrm>
        </p:grpSpPr>
        <p:sp>
          <p:nvSpPr>
            <p:cNvPr id="752" name="직사각형 751">
              <a:extLst>
                <a:ext uri="{FF2B5EF4-FFF2-40B4-BE49-F238E27FC236}">
                  <a16:creationId xmlns:a16="http://schemas.microsoft.com/office/drawing/2014/main" id="{0627529A-ABA3-55AD-943F-29769672D22C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753" name="그룹 752">
              <a:extLst>
                <a:ext uri="{FF2B5EF4-FFF2-40B4-BE49-F238E27FC236}">
                  <a16:creationId xmlns:a16="http://schemas.microsoft.com/office/drawing/2014/main" id="{0797F089-D332-6722-D0FC-7EF71F7D03F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754" name="그룹 753">
                <a:extLst>
                  <a:ext uri="{FF2B5EF4-FFF2-40B4-BE49-F238E27FC236}">
                    <a16:creationId xmlns:a16="http://schemas.microsoft.com/office/drawing/2014/main" id="{E9FCC36B-2250-8951-855C-DE371A24F7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94" name="그룹 793">
                  <a:extLst>
                    <a:ext uri="{FF2B5EF4-FFF2-40B4-BE49-F238E27FC236}">
                      <a16:creationId xmlns:a16="http://schemas.microsoft.com/office/drawing/2014/main" id="{73529602-A5D6-08EF-E684-A8A3528A023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96" name="그룹 795">
                    <a:extLst>
                      <a:ext uri="{FF2B5EF4-FFF2-40B4-BE49-F238E27FC236}">
                        <a16:creationId xmlns:a16="http://schemas.microsoft.com/office/drawing/2014/main" id="{40F4FEF9-B0D5-F70C-5289-D10E821BAD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02" name="직사각형 801">
                      <a:extLst>
                        <a:ext uri="{FF2B5EF4-FFF2-40B4-BE49-F238E27FC236}">
                          <a16:creationId xmlns:a16="http://schemas.microsoft.com/office/drawing/2014/main" id="{5F404ACE-7B49-8B0F-6F11-5D6B79E49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3" name="직사각형 802">
                      <a:extLst>
                        <a:ext uri="{FF2B5EF4-FFF2-40B4-BE49-F238E27FC236}">
                          <a16:creationId xmlns:a16="http://schemas.microsoft.com/office/drawing/2014/main" id="{33B61B97-B144-7595-F711-0B49E1E4F0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4" name="직사각형 803">
                      <a:extLst>
                        <a:ext uri="{FF2B5EF4-FFF2-40B4-BE49-F238E27FC236}">
                          <a16:creationId xmlns:a16="http://schemas.microsoft.com/office/drawing/2014/main" id="{276E8D07-96EC-C8ED-0350-EBC98BF0C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5" name="직사각형 804">
                      <a:extLst>
                        <a:ext uri="{FF2B5EF4-FFF2-40B4-BE49-F238E27FC236}">
                          <a16:creationId xmlns:a16="http://schemas.microsoft.com/office/drawing/2014/main" id="{6B802EED-4DED-42B8-3364-EBADB2A803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97" name="그룹 796">
                    <a:extLst>
                      <a:ext uri="{FF2B5EF4-FFF2-40B4-BE49-F238E27FC236}">
                        <a16:creationId xmlns:a16="http://schemas.microsoft.com/office/drawing/2014/main" id="{DFA82657-BA0A-CC66-E6AF-6EDD0F85893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8" name="직사각형 797">
                      <a:extLst>
                        <a:ext uri="{FF2B5EF4-FFF2-40B4-BE49-F238E27FC236}">
                          <a16:creationId xmlns:a16="http://schemas.microsoft.com/office/drawing/2014/main" id="{32F24877-F68C-2734-F89A-CA0CBFB56C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9" name="직사각형 798">
                      <a:extLst>
                        <a:ext uri="{FF2B5EF4-FFF2-40B4-BE49-F238E27FC236}">
                          <a16:creationId xmlns:a16="http://schemas.microsoft.com/office/drawing/2014/main" id="{06A3700F-E766-8E47-6D87-985BA3BE69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0" name="직사각형 799">
                      <a:extLst>
                        <a:ext uri="{FF2B5EF4-FFF2-40B4-BE49-F238E27FC236}">
                          <a16:creationId xmlns:a16="http://schemas.microsoft.com/office/drawing/2014/main" id="{BD2CD132-F864-2BF2-5B49-34F2628E7F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1" name="직사각형 800">
                      <a:extLst>
                        <a:ext uri="{FF2B5EF4-FFF2-40B4-BE49-F238E27FC236}">
                          <a16:creationId xmlns:a16="http://schemas.microsoft.com/office/drawing/2014/main" id="{0149F1F8-6E8B-C27F-85F1-9661CDB00D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95" name="직사각형 794">
                  <a:extLst>
                    <a:ext uri="{FF2B5EF4-FFF2-40B4-BE49-F238E27FC236}">
                      <a16:creationId xmlns:a16="http://schemas.microsoft.com/office/drawing/2014/main" id="{08EC810D-6D4E-B40E-8665-DEB51063264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5" name="그룹 754">
                <a:extLst>
                  <a:ext uri="{FF2B5EF4-FFF2-40B4-BE49-F238E27FC236}">
                    <a16:creationId xmlns:a16="http://schemas.microsoft.com/office/drawing/2014/main" id="{90D1315A-0AB8-799C-EEEE-E5DCCE6B9BCD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82" name="그룹 781">
                  <a:extLst>
                    <a:ext uri="{FF2B5EF4-FFF2-40B4-BE49-F238E27FC236}">
                      <a16:creationId xmlns:a16="http://schemas.microsoft.com/office/drawing/2014/main" id="{164E7ACC-4D2B-7CF9-1B45-33C0591BB6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84" name="그룹 783">
                    <a:extLst>
                      <a:ext uri="{FF2B5EF4-FFF2-40B4-BE49-F238E27FC236}">
                        <a16:creationId xmlns:a16="http://schemas.microsoft.com/office/drawing/2014/main" id="{F54F82B7-D3CE-F3D1-59E9-07DDDFF100B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0" name="직사각형 789">
                      <a:extLst>
                        <a:ext uri="{FF2B5EF4-FFF2-40B4-BE49-F238E27FC236}">
                          <a16:creationId xmlns:a16="http://schemas.microsoft.com/office/drawing/2014/main" id="{5756B960-0955-BA62-22C4-512EA9E8C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1" name="직사각형 790">
                      <a:extLst>
                        <a:ext uri="{FF2B5EF4-FFF2-40B4-BE49-F238E27FC236}">
                          <a16:creationId xmlns:a16="http://schemas.microsoft.com/office/drawing/2014/main" id="{A275FD8A-69F2-6501-7543-A955199C78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2" name="직사각형 791">
                      <a:extLst>
                        <a:ext uri="{FF2B5EF4-FFF2-40B4-BE49-F238E27FC236}">
                          <a16:creationId xmlns:a16="http://schemas.microsoft.com/office/drawing/2014/main" id="{8B48FB8F-12CE-EBF9-00F1-13640D6D9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3" name="직사각형 792">
                      <a:extLst>
                        <a:ext uri="{FF2B5EF4-FFF2-40B4-BE49-F238E27FC236}">
                          <a16:creationId xmlns:a16="http://schemas.microsoft.com/office/drawing/2014/main" id="{EB9BDB59-B8E0-1DFE-358D-AD3B66576A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85" name="그룹 784">
                    <a:extLst>
                      <a:ext uri="{FF2B5EF4-FFF2-40B4-BE49-F238E27FC236}">
                        <a16:creationId xmlns:a16="http://schemas.microsoft.com/office/drawing/2014/main" id="{9A6E39DA-6AB8-8644-CA9F-1784D110CAB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86" name="직사각형 785">
                      <a:extLst>
                        <a:ext uri="{FF2B5EF4-FFF2-40B4-BE49-F238E27FC236}">
                          <a16:creationId xmlns:a16="http://schemas.microsoft.com/office/drawing/2014/main" id="{94B98F04-2CC6-341E-0A02-B8A7E2A2A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7" name="직사각형 786">
                      <a:extLst>
                        <a:ext uri="{FF2B5EF4-FFF2-40B4-BE49-F238E27FC236}">
                          <a16:creationId xmlns:a16="http://schemas.microsoft.com/office/drawing/2014/main" id="{C40B246A-82EB-BAC6-6971-0B48A313F3D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8" name="직사각형 787">
                      <a:extLst>
                        <a:ext uri="{FF2B5EF4-FFF2-40B4-BE49-F238E27FC236}">
                          <a16:creationId xmlns:a16="http://schemas.microsoft.com/office/drawing/2014/main" id="{7628D840-DEEC-6FEF-5A8C-A75ED3764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9" name="직사각형 788">
                      <a:extLst>
                        <a:ext uri="{FF2B5EF4-FFF2-40B4-BE49-F238E27FC236}">
                          <a16:creationId xmlns:a16="http://schemas.microsoft.com/office/drawing/2014/main" id="{9C31AAAF-8F1F-190A-0FBF-C912FB811D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83" name="직사각형 782">
                  <a:extLst>
                    <a:ext uri="{FF2B5EF4-FFF2-40B4-BE49-F238E27FC236}">
                      <a16:creationId xmlns:a16="http://schemas.microsoft.com/office/drawing/2014/main" id="{E8434380-6DFC-4386-774A-16A31090A0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FDBE9C47-7C47-4374-07B8-04B29F724F6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70" name="그룹 769">
                  <a:extLst>
                    <a:ext uri="{FF2B5EF4-FFF2-40B4-BE49-F238E27FC236}">
                      <a16:creationId xmlns:a16="http://schemas.microsoft.com/office/drawing/2014/main" id="{E10FDDD6-BAB8-F41B-75B0-B1246F1D8FB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72" name="그룹 771">
                    <a:extLst>
                      <a:ext uri="{FF2B5EF4-FFF2-40B4-BE49-F238E27FC236}">
                        <a16:creationId xmlns:a16="http://schemas.microsoft.com/office/drawing/2014/main" id="{14C867AA-8733-61EC-CFD9-9DFBE0368A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8" name="직사각형 777">
                      <a:extLst>
                        <a:ext uri="{FF2B5EF4-FFF2-40B4-BE49-F238E27FC236}">
                          <a16:creationId xmlns:a16="http://schemas.microsoft.com/office/drawing/2014/main" id="{2B97EA1D-0494-B45C-2204-494AC9199C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9" name="직사각형 778">
                      <a:extLst>
                        <a:ext uri="{FF2B5EF4-FFF2-40B4-BE49-F238E27FC236}">
                          <a16:creationId xmlns:a16="http://schemas.microsoft.com/office/drawing/2014/main" id="{A5E3335D-3CBB-7B11-C019-02ADD6CC0E3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0" name="직사각형 779">
                      <a:extLst>
                        <a:ext uri="{FF2B5EF4-FFF2-40B4-BE49-F238E27FC236}">
                          <a16:creationId xmlns:a16="http://schemas.microsoft.com/office/drawing/2014/main" id="{897F16B4-4D41-8F6E-2341-A2AF8672D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1" name="직사각형 780">
                      <a:extLst>
                        <a:ext uri="{FF2B5EF4-FFF2-40B4-BE49-F238E27FC236}">
                          <a16:creationId xmlns:a16="http://schemas.microsoft.com/office/drawing/2014/main" id="{8094248A-227A-F2D3-8046-8615252761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73" name="그룹 772">
                    <a:extLst>
                      <a:ext uri="{FF2B5EF4-FFF2-40B4-BE49-F238E27FC236}">
                        <a16:creationId xmlns:a16="http://schemas.microsoft.com/office/drawing/2014/main" id="{5FFD5CFF-5C08-A34D-B018-941E731562A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4" name="직사각형 773">
                      <a:extLst>
                        <a:ext uri="{FF2B5EF4-FFF2-40B4-BE49-F238E27FC236}">
                          <a16:creationId xmlns:a16="http://schemas.microsoft.com/office/drawing/2014/main" id="{FC59C607-0CAC-007D-7A64-0FC393DF85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5" name="직사각형 774">
                      <a:extLst>
                        <a:ext uri="{FF2B5EF4-FFF2-40B4-BE49-F238E27FC236}">
                          <a16:creationId xmlns:a16="http://schemas.microsoft.com/office/drawing/2014/main" id="{AC2A71C5-A620-8ABA-3955-FD3B818D29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6" name="직사각형 775">
                      <a:extLst>
                        <a:ext uri="{FF2B5EF4-FFF2-40B4-BE49-F238E27FC236}">
                          <a16:creationId xmlns:a16="http://schemas.microsoft.com/office/drawing/2014/main" id="{00B66ACF-A85A-24A6-F304-0789870EA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7" name="직사각형 776">
                      <a:extLst>
                        <a:ext uri="{FF2B5EF4-FFF2-40B4-BE49-F238E27FC236}">
                          <a16:creationId xmlns:a16="http://schemas.microsoft.com/office/drawing/2014/main" id="{64938F96-23E0-4DCF-4CE8-977CDE8ABC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71" name="직사각형 770">
                  <a:extLst>
                    <a:ext uri="{FF2B5EF4-FFF2-40B4-BE49-F238E27FC236}">
                      <a16:creationId xmlns:a16="http://schemas.microsoft.com/office/drawing/2014/main" id="{EDE833EA-68D5-2D5F-FCFC-DD7C09A176C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7" name="그룹 756">
                <a:extLst>
                  <a:ext uri="{FF2B5EF4-FFF2-40B4-BE49-F238E27FC236}">
                    <a16:creationId xmlns:a16="http://schemas.microsoft.com/office/drawing/2014/main" id="{28F31FA9-B49D-2C0C-1399-F189080E096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58" name="그룹 757">
                  <a:extLst>
                    <a:ext uri="{FF2B5EF4-FFF2-40B4-BE49-F238E27FC236}">
                      <a16:creationId xmlns:a16="http://schemas.microsoft.com/office/drawing/2014/main" id="{6097FFE3-312B-4C77-3C1E-824C62CF2A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60" name="그룹 759">
                    <a:extLst>
                      <a:ext uri="{FF2B5EF4-FFF2-40B4-BE49-F238E27FC236}">
                        <a16:creationId xmlns:a16="http://schemas.microsoft.com/office/drawing/2014/main" id="{B8A3E0BD-EC12-7AAB-F64E-34364ABE55E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6" name="직사각형 765">
                      <a:extLst>
                        <a:ext uri="{FF2B5EF4-FFF2-40B4-BE49-F238E27FC236}">
                          <a16:creationId xmlns:a16="http://schemas.microsoft.com/office/drawing/2014/main" id="{F847CCF2-2AEB-7177-7C9E-C5B43526A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7" name="직사각형 766">
                      <a:extLst>
                        <a:ext uri="{FF2B5EF4-FFF2-40B4-BE49-F238E27FC236}">
                          <a16:creationId xmlns:a16="http://schemas.microsoft.com/office/drawing/2014/main" id="{A117A635-453C-CDB0-3863-9D7B22345A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8" name="직사각형 767">
                      <a:extLst>
                        <a:ext uri="{FF2B5EF4-FFF2-40B4-BE49-F238E27FC236}">
                          <a16:creationId xmlns:a16="http://schemas.microsoft.com/office/drawing/2014/main" id="{EA1262FC-03B3-FC4B-5AD6-198233C98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9" name="직사각형 768">
                      <a:extLst>
                        <a:ext uri="{FF2B5EF4-FFF2-40B4-BE49-F238E27FC236}">
                          <a16:creationId xmlns:a16="http://schemas.microsoft.com/office/drawing/2014/main" id="{549FA859-9E02-9A90-7952-F695D4825F5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61" name="그룹 760">
                    <a:extLst>
                      <a:ext uri="{FF2B5EF4-FFF2-40B4-BE49-F238E27FC236}">
                        <a16:creationId xmlns:a16="http://schemas.microsoft.com/office/drawing/2014/main" id="{36540B01-28D8-238E-AF30-13B5C2E26CE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2" name="직사각형 761">
                      <a:extLst>
                        <a:ext uri="{FF2B5EF4-FFF2-40B4-BE49-F238E27FC236}">
                          <a16:creationId xmlns:a16="http://schemas.microsoft.com/office/drawing/2014/main" id="{36565706-91A7-6F9D-9062-E3BADBC85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3" name="직사각형 762">
                      <a:extLst>
                        <a:ext uri="{FF2B5EF4-FFF2-40B4-BE49-F238E27FC236}">
                          <a16:creationId xmlns:a16="http://schemas.microsoft.com/office/drawing/2014/main" id="{AF6D7030-84A0-715F-9869-783D43EE323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4" name="직사각형 763">
                      <a:extLst>
                        <a:ext uri="{FF2B5EF4-FFF2-40B4-BE49-F238E27FC236}">
                          <a16:creationId xmlns:a16="http://schemas.microsoft.com/office/drawing/2014/main" id="{515053A7-F0D7-D054-615C-D81951DD8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5" name="직사각형 764">
                      <a:extLst>
                        <a:ext uri="{FF2B5EF4-FFF2-40B4-BE49-F238E27FC236}">
                          <a16:creationId xmlns:a16="http://schemas.microsoft.com/office/drawing/2014/main" id="{36CA3090-9348-0FAA-C397-EB607539C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59" name="직사각형 758">
                  <a:extLst>
                    <a:ext uri="{FF2B5EF4-FFF2-40B4-BE49-F238E27FC236}">
                      <a16:creationId xmlns:a16="http://schemas.microsoft.com/office/drawing/2014/main" id="{E253649D-457B-AAB0-4D26-8D967435BB5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0832E5D7-6738-3DFB-0185-87EDE39F6A94}"/>
              </a:ext>
            </a:extLst>
          </p:cNvPr>
          <p:cNvGrpSpPr/>
          <p:nvPr/>
        </p:nvGrpSpPr>
        <p:grpSpPr>
          <a:xfrm>
            <a:off x="7064268" y="4881372"/>
            <a:ext cx="2293092" cy="847829"/>
            <a:chOff x="8233715" y="4736955"/>
            <a:chExt cx="2860497" cy="994910"/>
          </a:xfrm>
        </p:grpSpPr>
        <p:sp>
          <p:nvSpPr>
            <p:cNvPr id="807" name="직사각형 806">
              <a:extLst>
                <a:ext uri="{FF2B5EF4-FFF2-40B4-BE49-F238E27FC236}">
                  <a16:creationId xmlns:a16="http://schemas.microsoft.com/office/drawing/2014/main" id="{F4EF20EF-64FE-76D8-FCB3-325ED7982C95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08" name="그룹 807">
              <a:extLst>
                <a:ext uri="{FF2B5EF4-FFF2-40B4-BE49-F238E27FC236}">
                  <a16:creationId xmlns:a16="http://schemas.microsoft.com/office/drawing/2014/main" id="{95EEE9DA-F675-C419-5276-B4AA575FA90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09" name="그룹 808">
                <a:extLst>
                  <a:ext uri="{FF2B5EF4-FFF2-40B4-BE49-F238E27FC236}">
                    <a16:creationId xmlns:a16="http://schemas.microsoft.com/office/drawing/2014/main" id="{4BC2BC03-018B-F28C-7564-B1BE2A1906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49" name="그룹 848">
                  <a:extLst>
                    <a:ext uri="{FF2B5EF4-FFF2-40B4-BE49-F238E27FC236}">
                      <a16:creationId xmlns:a16="http://schemas.microsoft.com/office/drawing/2014/main" id="{F07AF1A6-7E6C-B6B2-76EA-AF01BDC4C68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51" name="그룹 850">
                    <a:extLst>
                      <a:ext uri="{FF2B5EF4-FFF2-40B4-BE49-F238E27FC236}">
                        <a16:creationId xmlns:a16="http://schemas.microsoft.com/office/drawing/2014/main" id="{AD639F0F-C75D-03E2-0C36-57B5414F75D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7" name="직사각형 856">
                      <a:extLst>
                        <a:ext uri="{FF2B5EF4-FFF2-40B4-BE49-F238E27FC236}">
                          <a16:creationId xmlns:a16="http://schemas.microsoft.com/office/drawing/2014/main" id="{BD041EFD-C843-F45B-D787-6C09735348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8" name="직사각형 857">
                      <a:extLst>
                        <a:ext uri="{FF2B5EF4-FFF2-40B4-BE49-F238E27FC236}">
                          <a16:creationId xmlns:a16="http://schemas.microsoft.com/office/drawing/2014/main" id="{C8FEF23A-D232-48F6-B092-30BE947DA7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9" name="직사각형 858">
                      <a:extLst>
                        <a:ext uri="{FF2B5EF4-FFF2-40B4-BE49-F238E27FC236}">
                          <a16:creationId xmlns:a16="http://schemas.microsoft.com/office/drawing/2014/main" id="{104B0082-0386-BB16-43C1-84285D682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60" name="직사각형 859">
                      <a:extLst>
                        <a:ext uri="{FF2B5EF4-FFF2-40B4-BE49-F238E27FC236}">
                          <a16:creationId xmlns:a16="http://schemas.microsoft.com/office/drawing/2014/main" id="{52A7F5D6-A3DE-E588-2590-46ECC78FEB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52" name="그룹 851">
                    <a:extLst>
                      <a:ext uri="{FF2B5EF4-FFF2-40B4-BE49-F238E27FC236}">
                        <a16:creationId xmlns:a16="http://schemas.microsoft.com/office/drawing/2014/main" id="{7E09363A-6D08-7A76-8B1D-1293B32615E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3" name="직사각형 852">
                      <a:extLst>
                        <a:ext uri="{FF2B5EF4-FFF2-40B4-BE49-F238E27FC236}">
                          <a16:creationId xmlns:a16="http://schemas.microsoft.com/office/drawing/2014/main" id="{2201C33B-05E1-2050-EF1C-7D1233B249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4" name="직사각형 853">
                      <a:extLst>
                        <a:ext uri="{FF2B5EF4-FFF2-40B4-BE49-F238E27FC236}">
                          <a16:creationId xmlns:a16="http://schemas.microsoft.com/office/drawing/2014/main" id="{C59C6F42-6740-BEF0-67AE-CCA65C391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5" name="직사각형 854">
                      <a:extLst>
                        <a:ext uri="{FF2B5EF4-FFF2-40B4-BE49-F238E27FC236}">
                          <a16:creationId xmlns:a16="http://schemas.microsoft.com/office/drawing/2014/main" id="{62490805-8FDE-1130-E04A-EFCC2BFC9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6" name="직사각형 855">
                      <a:extLst>
                        <a:ext uri="{FF2B5EF4-FFF2-40B4-BE49-F238E27FC236}">
                          <a16:creationId xmlns:a16="http://schemas.microsoft.com/office/drawing/2014/main" id="{CB26218E-7D0E-F0FA-8F74-42CFEA8906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50" name="직사각형 849">
                  <a:extLst>
                    <a:ext uri="{FF2B5EF4-FFF2-40B4-BE49-F238E27FC236}">
                      <a16:creationId xmlns:a16="http://schemas.microsoft.com/office/drawing/2014/main" id="{183304E5-B102-3D74-A283-EAACE8B6447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0" name="그룹 809">
                <a:extLst>
                  <a:ext uri="{FF2B5EF4-FFF2-40B4-BE49-F238E27FC236}">
                    <a16:creationId xmlns:a16="http://schemas.microsoft.com/office/drawing/2014/main" id="{C1B83099-A633-055A-E1DA-223804F90EE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37" name="그룹 836">
                  <a:extLst>
                    <a:ext uri="{FF2B5EF4-FFF2-40B4-BE49-F238E27FC236}">
                      <a16:creationId xmlns:a16="http://schemas.microsoft.com/office/drawing/2014/main" id="{6BD1271B-8CAB-E1AD-BDB5-43BC12F1AB3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39" name="그룹 838">
                    <a:extLst>
                      <a:ext uri="{FF2B5EF4-FFF2-40B4-BE49-F238E27FC236}">
                        <a16:creationId xmlns:a16="http://schemas.microsoft.com/office/drawing/2014/main" id="{468008E6-97CF-39E7-9631-82D39AC88DF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5" name="직사각형 844">
                      <a:extLst>
                        <a:ext uri="{FF2B5EF4-FFF2-40B4-BE49-F238E27FC236}">
                          <a16:creationId xmlns:a16="http://schemas.microsoft.com/office/drawing/2014/main" id="{0299EB33-53E1-D29F-B72F-5ADB9E387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6" name="직사각형 845">
                      <a:extLst>
                        <a:ext uri="{FF2B5EF4-FFF2-40B4-BE49-F238E27FC236}">
                          <a16:creationId xmlns:a16="http://schemas.microsoft.com/office/drawing/2014/main" id="{4B9006CE-FFB1-52C2-020E-836D8F22333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7" name="직사각형 846">
                      <a:extLst>
                        <a:ext uri="{FF2B5EF4-FFF2-40B4-BE49-F238E27FC236}">
                          <a16:creationId xmlns:a16="http://schemas.microsoft.com/office/drawing/2014/main" id="{E3625E2A-36EB-91D0-3D44-2F8744DFE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8" name="직사각형 847">
                      <a:extLst>
                        <a:ext uri="{FF2B5EF4-FFF2-40B4-BE49-F238E27FC236}">
                          <a16:creationId xmlns:a16="http://schemas.microsoft.com/office/drawing/2014/main" id="{FC415BFD-494A-F89D-4B78-D9C3D43DEF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40" name="그룹 839">
                    <a:extLst>
                      <a:ext uri="{FF2B5EF4-FFF2-40B4-BE49-F238E27FC236}">
                        <a16:creationId xmlns:a16="http://schemas.microsoft.com/office/drawing/2014/main" id="{64FE9B2F-9774-8FCD-B4BE-05E0D1DCE05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1" name="직사각형 840">
                      <a:extLst>
                        <a:ext uri="{FF2B5EF4-FFF2-40B4-BE49-F238E27FC236}">
                          <a16:creationId xmlns:a16="http://schemas.microsoft.com/office/drawing/2014/main" id="{7565BDB4-69F6-C0C4-8BDB-733E985C5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2" name="직사각형 841">
                      <a:extLst>
                        <a:ext uri="{FF2B5EF4-FFF2-40B4-BE49-F238E27FC236}">
                          <a16:creationId xmlns:a16="http://schemas.microsoft.com/office/drawing/2014/main" id="{75114801-DE3A-C0CA-3ACB-E3515F367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3" name="직사각형 842">
                      <a:extLst>
                        <a:ext uri="{FF2B5EF4-FFF2-40B4-BE49-F238E27FC236}">
                          <a16:creationId xmlns:a16="http://schemas.microsoft.com/office/drawing/2014/main" id="{B9F715B9-1739-4B3C-052F-2748C1CAE1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4" name="직사각형 843">
                      <a:extLst>
                        <a:ext uri="{FF2B5EF4-FFF2-40B4-BE49-F238E27FC236}">
                          <a16:creationId xmlns:a16="http://schemas.microsoft.com/office/drawing/2014/main" id="{4C263EEE-7BE9-CAD4-4B54-F4A2625A09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38" name="직사각형 837">
                  <a:extLst>
                    <a:ext uri="{FF2B5EF4-FFF2-40B4-BE49-F238E27FC236}">
                      <a16:creationId xmlns:a16="http://schemas.microsoft.com/office/drawing/2014/main" id="{E94C0D7A-FAE6-0D92-D25C-25DF86C62D5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1" name="그룹 810">
                <a:extLst>
                  <a:ext uri="{FF2B5EF4-FFF2-40B4-BE49-F238E27FC236}">
                    <a16:creationId xmlns:a16="http://schemas.microsoft.com/office/drawing/2014/main" id="{87E33B6D-14C6-895E-D05C-49BAAD946038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25" name="그룹 824">
                  <a:extLst>
                    <a:ext uri="{FF2B5EF4-FFF2-40B4-BE49-F238E27FC236}">
                      <a16:creationId xmlns:a16="http://schemas.microsoft.com/office/drawing/2014/main" id="{5C3E23C6-D80F-FE3B-1726-BE6F44F6DB0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27" name="그룹 826">
                    <a:extLst>
                      <a:ext uri="{FF2B5EF4-FFF2-40B4-BE49-F238E27FC236}">
                        <a16:creationId xmlns:a16="http://schemas.microsoft.com/office/drawing/2014/main" id="{598179D7-A3B8-79F0-FDCF-47AABA33C9A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33" name="직사각형 832">
                      <a:extLst>
                        <a:ext uri="{FF2B5EF4-FFF2-40B4-BE49-F238E27FC236}">
                          <a16:creationId xmlns:a16="http://schemas.microsoft.com/office/drawing/2014/main" id="{B288C36E-0EDD-B72E-19DE-BD9A57C93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4" name="직사각형 833">
                      <a:extLst>
                        <a:ext uri="{FF2B5EF4-FFF2-40B4-BE49-F238E27FC236}">
                          <a16:creationId xmlns:a16="http://schemas.microsoft.com/office/drawing/2014/main" id="{9CA9AB39-3E46-9086-3896-D99E549B7B3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5" name="직사각형 834">
                      <a:extLst>
                        <a:ext uri="{FF2B5EF4-FFF2-40B4-BE49-F238E27FC236}">
                          <a16:creationId xmlns:a16="http://schemas.microsoft.com/office/drawing/2014/main" id="{C4169CA3-8BBA-915E-45F0-B211949316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6" name="직사각형 835">
                      <a:extLst>
                        <a:ext uri="{FF2B5EF4-FFF2-40B4-BE49-F238E27FC236}">
                          <a16:creationId xmlns:a16="http://schemas.microsoft.com/office/drawing/2014/main" id="{5C829295-20EA-8120-E128-EB3294F573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28" name="그룹 827">
                    <a:extLst>
                      <a:ext uri="{FF2B5EF4-FFF2-40B4-BE49-F238E27FC236}">
                        <a16:creationId xmlns:a16="http://schemas.microsoft.com/office/drawing/2014/main" id="{2CDA9D66-B60C-E466-0345-544936255BB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9" name="직사각형 828">
                      <a:extLst>
                        <a:ext uri="{FF2B5EF4-FFF2-40B4-BE49-F238E27FC236}">
                          <a16:creationId xmlns:a16="http://schemas.microsoft.com/office/drawing/2014/main" id="{1BF60C1E-940E-3768-551C-64EBA2B911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0" name="직사각형 829">
                      <a:extLst>
                        <a:ext uri="{FF2B5EF4-FFF2-40B4-BE49-F238E27FC236}">
                          <a16:creationId xmlns:a16="http://schemas.microsoft.com/office/drawing/2014/main" id="{C4E250BA-678F-D68E-57A8-5EBB1ED585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1" name="직사각형 830">
                      <a:extLst>
                        <a:ext uri="{FF2B5EF4-FFF2-40B4-BE49-F238E27FC236}">
                          <a16:creationId xmlns:a16="http://schemas.microsoft.com/office/drawing/2014/main" id="{F7E24EDC-F9B3-CB36-BDEA-9AFC8F54C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2" name="직사각형 831">
                      <a:extLst>
                        <a:ext uri="{FF2B5EF4-FFF2-40B4-BE49-F238E27FC236}">
                          <a16:creationId xmlns:a16="http://schemas.microsoft.com/office/drawing/2014/main" id="{CC2E2989-C9D3-384B-4C16-AC0A17A0CB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26" name="직사각형 825">
                  <a:extLst>
                    <a:ext uri="{FF2B5EF4-FFF2-40B4-BE49-F238E27FC236}">
                      <a16:creationId xmlns:a16="http://schemas.microsoft.com/office/drawing/2014/main" id="{E77D978D-66A1-FAB4-5421-98809A86EC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2" name="그룹 811">
                <a:extLst>
                  <a:ext uri="{FF2B5EF4-FFF2-40B4-BE49-F238E27FC236}">
                    <a16:creationId xmlns:a16="http://schemas.microsoft.com/office/drawing/2014/main" id="{AC646957-843E-FEC2-1D31-CE9FC6DE36A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13" name="그룹 812">
                  <a:extLst>
                    <a:ext uri="{FF2B5EF4-FFF2-40B4-BE49-F238E27FC236}">
                      <a16:creationId xmlns:a16="http://schemas.microsoft.com/office/drawing/2014/main" id="{6BDEF3B4-7867-66B6-A0AB-6F67CDA0114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15" name="그룹 814">
                    <a:extLst>
                      <a:ext uri="{FF2B5EF4-FFF2-40B4-BE49-F238E27FC236}">
                        <a16:creationId xmlns:a16="http://schemas.microsoft.com/office/drawing/2014/main" id="{779232D0-402C-926C-873F-BC3ECB563E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1" name="직사각형 820">
                      <a:extLst>
                        <a:ext uri="{FF2B5EF4-FFF2-40B4-BE49-F238E27FC236}">
                          <a16:creationId xmlns:a16="http://schemas.microsoft.com/office/drawing/2014/main" id="{C52BBACD-DE73-6B8A-1803-628CC6A91C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2" name="직사각형 821">
                      <a:extLst>
                        <a:ext uri="{FF2B5EF4-FFF2-40B4-BE49-F238E27FC236}">
                          <a16:creationId xmlns:a16="http://schemas.microsoft.com/office/drawing/2014/main" id="{869FE755-8C6C-7F4D-0356-9D12DB7C5EF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3" name="직사각형 822">
                      <a:extLst>
                        <a:ext uri="{FF2B5EF4-FFF2-40B4-BE49-F238E27FC236}">
                          <a16:creationId xmlns:a16="http://schemas.microsoft.com/office/drawing/2014/main" id="{2422DAD2-9351-E521-64C9-F9FB054FB7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4" name="직사각형 823">
                      <a:extLst>
                        <a:ext uri="{FF2B5EF4-FFF2-40B4-BE49-F238E27FC236}">
                          <a16:creationId xmlns:a16="http://schemas.microsoft.com/office/drawing/2014/main" id="{D9B7939A-06A4-9F90-AACE-85E3FE84BC4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16" name="그룹 815">
                    <a:extLst>
                      <a:ext uri="{FF2B5EF4-FFF2-40B4-BE49-F238E27FC236}">
                        <a16:creationId xmlns:a16="http://schemas.microsoft.com/office/drawing/2014/main" id="{5145C8DC-BDFC-6D1D-3107-B52A87CB901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17" name="직사각형 816">
                      <a:extLst>
                        <a:ext uri="{FF2B5EF4-FFF2-40B4-BE49-F238E27FC236}">
                          <a16:creationId xmlns:a16="http://schemas.microsoft.com/office/drawing/2014/main" id="{DEAC2BAE-7CCF-3471-D9B1-D1AEEE039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8" name="직사각형 817">
                      <a:extLst>
                        <a:ext uri="{FF2B5EF4-FFF2-40B4-BE49-F238E27FC236}">
                          <a16:creationId xmlns:a16="http://schemas.microsoft.com/office/drawing/2014/main" id="{A6D7C719-7761-6077-7187-980B06B0D37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9" name="직사각형 818">
                      <a:extLst>
                        <a:ext uri="{FF2B5EF4-FFF2-40B4-BE49-F238E27FC236}">
                          <a16:creationId xmlns:a16="http://schemas.microsoft.com/office/drawing/2014/main" id="{40F77F9F-759C-A5BD-EB45-213533E4BE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0" name="직사각형 819">
                      <a:extLst>
                        <a:ext uri="{FF2B5EF4-FFF2-40B4-BE49-F238E27FC236}">
                          <a16:creationId xmlns:a16="http://schemas.microsoft.com/office/drawing/2014/main" id="{83EBF066-CD7D-97E2-01EF-0A0EB9C1F0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14" name="직사각형 813">
                  <a:extLst>
                    <a:ext uri="{FF2B5EF4-FFF2-40B4-BE49-F238E27FC236}">
                      <a16:creationId xmlns:a16="http://schemas.microsoft.com/office/drawing/2014/main" id="{1ECDC6BC-17CE-2C8B-EF36-673ED216BF7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862" name="shape">
            <a:extLst>
              <a:ext uri="{FF2B5EF4-FFF2-40B4-BE49-F238E27FC236}">
                <a16:creationId xmlns:a16="http://schemas.microsoft.com/office/drawing/2014/main" id="{C3C199CB-F157-CD27-0640-483DBE41694A}"/>
              </a:ext>
            </a:extLst>
          </p:cNvPr>
          <p:cNvSpPr/>
          <p:nvPr/>
        </p:nvSpPr>
        <p:spPr>
          <a:xfrm>
            <a:off x="9942263" y="522274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865" name="화살표: 아래쪽 864">
            <a:extLst>
              <a:ext uri="{FF2B5EF4-FFF2-40B4-BE49-F238E27FC236}">
                <a16:creationId xmlns:a16="http://schemas.microsoft.com/office/drawing/2014/main" id="{F7A960F7-2549-64DE-8198-575871356F66}"/>
              </a:ext>
            </a:extLst>
          </p:cNvPr>
          <p:cNvSpPr/>
          <p:nvPr/>
        </p:nvSpPr>
        <p:spPr>
          <a:xfrm>
            <a:off x="10012708" y="4764024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6" name="그룹 865">
            <a:extLst>
              <a:ext uri="{FF2B5EF4-FFF2-40B4-BE49-F238E27FC236}">
                <a16:creationId xmlns:a16="http://schemas.microsoft.com/office/drawing/2014/main" id="{BCEED20C-74C2-15CC-8B2D-D61A2DBD9A02}"/>
              </a:ext>
            </a:extLst>
          </p:cNvPr>
          <p:cNvGrpSpPr/>
          <p:nvPr/>
        </p:nvGrpSpPr>
        <p:grpSpPr>
          <a:xfrm>
            <a:off x="10957560" y="4881372"/>
            <a:ext cx="2293092" cy="847829"/>
            <a:chOff x="8233715" y="4736955"/>
            <a:chExt cx="2860497" cy="994910"/>
          </a:xfrm>
        </p:grpSpPr>
        <p:sp>
          <p:nvSpPr>
            <p:cNvPr id="867" name="직사각형 866">
              <a:extLst>
                <a:ext uri="{FF2B5EF4-FFF2-40B4-BE49-F238E27FC236}">
                  <a16:creationId xmlns:a16="http://schemas.microsoft.com/office/drawing/2014/main" id="{3AF887CC-5AEC-2A7B-DEFB-4F555971EB2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68" name="그룹 867">
              <a:extLst>
                <a:ext uri="{FF2B5EF4-FFF2-40B4-BE49-F238E27FC236}">
                  <a16:creationId xmlns:a16="http://schemas.microsoft.com/office/drawing/2014/main" id="{5FA6578D-A4F3-CCAA-4229-2A49DDD8E82B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69" name="그룹 868">
                <a:extLst>
                  <a:ext uri="{FF2B5EF4-FFF2-40B4-BE49-F238E27FC236}">
                    <a16:creationId xmlns:a16="http://schemas.microsoft.com/office/drawing/2014/main" id="{78F9D97D-1610-5F59-C823-543FC8B43D37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09" name="그룹 908">
                  <a:extLst>
                    <a:ext uri="{FF2B5EF4-FFF2-40B4-BE49-F238E27FC236}">
                      <a16:creationId xmlns:a16="http://schemas.microsoft.com/office/drawing/2014/main" id="{8607910C-DDF2-6763-DBEA-42B1D708392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11" name="그룹 910">
                    <a:extLst>
                      <a:ext uri="{FF2B5EF4-FFF2-40B4-BE49-F238E27FC236}">
                        <a16:creationId xmlns:a16="http://schemas.microsoft.com/office/drawing/2014/main" id="{3CE24273-F2AF-8AEA-8B95-201E03AB16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7" name="직사각형 916">
                      <a:extLst>
                        <a:ext uri="{FF2B5EF4-FFF2-40B4-BE49-F238E27FC236}">
                          <a16:creationId xmlns:a16="http://schemas.microsoft.com/office/drawing/2014/main" id="{4F5E2AA8-B31F-5703-CBED-49511062D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8" name="직사각형 917">
                      <a:extLst>
                        <a:ext uri="{FF2B5EF4-FFF2-40B4-BE49-F238E27FC236}">
                          <a16:creationId xmlns:a16="http://schemas.microsoft.com/office/drawing/2014/main" id="{590DB4B4-3B6A-F481-0B33-9FBBE7B2AC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9" name="직사각형 918">
                      <a:extLst>
                        <a:ext uri="{FF2B5EF4-FFF2-40B4-BE49-F238E27FC236}">
                          <a16:creationId xmlns:a16="http://schemas.microsoft.com/office/drawing/2014/main" id="{656503E2-2F35-38AF-6D7C-05A2C5CAFE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20" name="직사각형 919">
                      <a:extLst>
                        <a:ext uri="{FF2B5EF4-FFF2-40B4-BE49-F238E27FC236}">
                          <a16:creationId xmlns:a16="http://schemas.microsoft.com/office/drawing/2014/main" id="{73F98F22-F58F-C544-4AAF-65ECD4B772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12" name="그룹 911">
                    <a:extLst>
                      <a:ext uri="{FF2B5EF4-FFF2-40B4-BE49-F238E27FC236}">
                        <a16:creationId xmlns:a16="http://schemas.microsoft.com/office/drawing/2014/main" id="{911F39E5-99E4-0CA1-6698-EF6CEC6D5B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3" name="직사각형 912">
                      <a:extLst>
                        <a:ext uri="{FF2B5EF4-FFF2-40B4-BE49-F238E27FC236}">
                          <a16:creationId xmlns:a16="http://schemas.microsoft.com/office/drawing/2014/main" id="{6D348655-DDE2-4760-6AB9-240BDC414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4" name="직사각형 913">
                      <a:extLst>
                        <a:ext uri="{FF2B5EF4-FFF2-40B4-BE49-F238E27FC236}">
                          <a16:creationId xmlns:a16="http://schemas.microsoft.com/office/drawing/2014/main" id="{9E526D8A-92CC-46DD-BD74-62CA5A864B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5" name="직사각형 914">
                      <a:extLst>
                        <a:ext uri="{FF2B5EF4-FFF2-40B4-BE49-F238E27FC236}">
                          <a16:creationId xmlns:a16="http://schemas.microsoft.com/office/drawing/2014/main" id="{33806FF5-C62F-56DD-62B9-17619DACDE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6" name="직사각형 915">
                      <a:extLst>
                        <a:ext uri="{FF2B5EF4-FFF2-40B4-BE49-F238E27FC236}">
                          <a16:creationId xmlns:a16="http://schemas.microsoft.com/office/drawing/2014/main" id="{B566746D-232B-123D-0D35-9AF276E15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10" name="직사각형 909">
                  <a:extLst>
                    <a:ext uri="{FF2B5EF4-FFF2-40B4-BE49-F238E27FC236}">
                      <a16:creationId xmlns:a16="http://schemas.microsoft.com/office/drawing/2014/main" id="{2AEFAE27-DCB3-F0E1-6E29-5624CD6F904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0" name="그룹 869">
                <a:extLst>
                  <a:ext uri="{FF2B5EF4-FFF2-40B4-BE49-F238E27FC236}">
                    <a16:creationId xmlns:a16="http://schemas.microsoft.com/office/drawing/2014/main" id="{F071BF09-F3C6-71C2-83B9-675DD144B61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97" name="그룹 896">
                  <a:extLst>
                    <a:ext uri="{FF2B5EF4-FFF2-40B4-BE49-F238E27FC236}">
                      <a16:creationId xmlns:a16="http://schemas.microsoft.com/office/drawing/2014/main" id="{652BE6E5-95B2-F480-1C26-9E02FA5D191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99" name="그룹 898">
                    <a:extLst>
                      <a:ext uri="{FF2B5EF4-FFF2-40B4-BE49-F238E27FC236}">
                        <a16:creationId xmlns:a16="http://schemas.microsoft.com/office/drawing/2014/main" id="{A6D9EBB6-83B3-45E8-B538-D38EFA5595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5" name="직사각형 904">
                      <a:extLst>
                        <a:ext uri="{FF2B5EF4-FFF2-40B4-BE49-F238E27FC236}">
                          <a16:creationId xmlns:a16="http://schemas.microsoft.com/office/drawing/2014/main" id="{1C0B370D-DD70-26BF-83FE-F692DF56DB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6" name="직사각형 905">
                      <a:extLst>
                        <a:ext uri="{FF2B5EF4-FFF2-40B4-BE49-F238E27FC236}">
                          <a16:creationId xmlns:a16="http://schemas.microsoft.com/office/drawing/2014/main" id="{E04E5950-21A8-24DC-6891-8101B3E5D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7" name="직사각형 906">
                      <a:extLst>
                        <a:ext uri="{FF2B5EF4-FFF2-40B4-BE49-F238E27FC236}">
                          <a16:creationId xmlns:a16="http://schemas.microsoft.com/office/drawing/2014/main" id="{8EAD5B96-B3A5-98FC-C0EF-664FB5719C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8" name="직사각형 907">
                      <a:extLst>
                        <a:ext uri="{FF2B5EF4-FFF2-40B4-BE49-F238E27FC236}">
                          <a16:creationId xmlns:a16="http://schemas.microsoft.com/office/drawing/2014/main" id="{130F9E53-1D63-465D-C566-B5A960DBB6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00" name="그룹 899">
                    <a:extLst>
                      <a:ext uri="{FF2B5EF4-FFF2-40B4-BE49-F238E27FC236}">
                        <a16:creationId xmlns:a16="http://schemas.microsoft.com/office/drawing/2014/main" id="{01751842-26B0-AB3C-861F-9C1C681224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1" name="직사각형 900">
                      <a:extLst>
                        <a:ext uri="{FF2B5EF4-FFF2-40B4-BE49-F238E27FC236}">
                          <a16:creationId xmlns:a16="http://schemas.microsoft.com/office/drawing/2014/main" id="{C3A1610F-43C0-E3B5-5E33-E13F2BA211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2" name="직사각형 901">
                      <a:extLst>
                        <a:ext uri="{FF2B5EF4-FFF2-40B4-BE49-F238E27FC236}">
                          <a16:creationId xmlns:a16="http://schemas.microsoft.com/office/drawing/2014/main" id="{354D3D7D-65A3-271B-E1E3-780D9ACA45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3" name="직사각형 902">
                      <a:extLst>
                        <a:ext uri="{FF2B5EF4-FFF2-40B4-BE49-F238E27FC236}">
                          <a16:creationId xmlns:a16="http://schemas.microsoft.com/office/drawing/2014/main" id="{AA9CD9CF-3DB7-BA8A-F525-803061957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4" name="직사각형 903">
                      <a:extLst>
                        <a:ext uri="{FF2B5EF4-FFF2-40B4-BE49-F238E27FC236}">
                          <a16:creationId xmlns:a16="http://schemas.microsoft.com/office/drawing/2014/main" id="{AC5F174B-64BE-53BC-4DE3-B712FDF202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98" name="직사각형 897">
                  <a:extLst>
                    <a:ext uri="{FF2B5EF4-FFF2-40B4-BE49-F238E27FC236}">
                      <a16:creationId xmlns:a16="http://schemas.microsoft.com/office/drawing/2014/main" id="{35CF7631-65E4-A805-8AAD-9581E585368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1" name="그룹 870">
                <a:extLst>
                  <a:ext uri="{FF2B5EF4-FFF2-40B4-BE49-F238E27FC236}">
                    <a16:creationId xmlns:a16="http://schemas.microsoft.com/office/drawing/2014/main" id="{CD3D2312-4D2A-3116-40F1-6B650277B9F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85" name="그룹 884">
                  <a:extLst>
                    <a:ext uri="{FF2B5EF4-FFF2-40B4-BE49-F238E27FC236}">
                      <a16:creationId xmlns:a16="http://schemas.microsoft.com/office/drawing/2014/main" id="{D03860E0-847E-F808-ECBF-3D5FA4328D3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87" name="그룹 886">
                    <a:extLst>
                      <a:ext uri="{FF2B5EF4-FFF2-40B4-BE49-F238E27FC236}">
                        <a16:creationId xmlns:a16="http://schemas.microsoft.com/office/drawing/2014/main" id="{A3F8D754-C663-28D9-6847-9738D5D092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93" name="직사각형 892">
                      <a:extLst>
                        <a:ext uri="{FF2B5EF4-FFF2-40B4-BE49-F238E27FC236}">
                          <a16:creationId xmlns:a16="http://schemas.microsoft.com/office/drawing/2014/main" id="{955DE925-41D5-190F-2726-DFAD0B82A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4" name="직사각형 893">
                      <a:extLst>
                        <a:ext uri="{FF2B5EF4-FFF2-40B4-BE49-F238E27FC236}">
                          <a16:creationId xmlns:a16="http://schemas.microsoft.com/office/drawing/2014/main" id="{F412E406-552F-1F7D-647B-66092431659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5" name="직사각형 894">
                      <a:extLst>
                        <a:ext uri="{FF2B5EF4-FFF2-40B4-BE49-F238E27FC236}">
                          <a16:creationId xmlns:a16="http://schemas.microsoft.com/office/drawing/2014/main" id="{9234E92E-5A14-C7B7-9352-978FCDB09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6" name="직사각형 895">
                      <a:extLst>
                        <a:ext uri="{FF2B5EF4-FFF2-40B4-BE49-F238E27FC236}">
                          <a16:creationId xmlns:a16="http://schemas.microsoft.com/office/drawing/2014/main" id="{E677E055-2930-C64A-605B-D5EA59195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88" name="그룹 887">
                    <a:extLst>
                      <a:ext uri="{FF2B5EF4-FFF2-40B4-BE49-F238E27FC236}">
                        <a16:creationId xmlns:a16="http://schemas.microsoft.com/office/drawing/2014/main" id="{C4D9A144-FB44-36E8-5AE2-215D94739C4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9" name="직사각형 888">
                      <a:extLst>
                        <a:ext uri="{FF2B5EF4-FFF2-40B4-BE49-F238E27FC236}">
                          <a16:creationId xmlns:a16="http://schemas.microsoft.com/office/drawing/2014/main" id="{B965F0D3-9F15-7372-998E-7565EA2353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0" name="직사각형 889">
                      <a:extLst>
                        <a:ext uri="{FF2B5EF4-FFF2-40B4-BE49-F238E27FC236}">
                          <a16:creationId xmlns:a16="http://schemas.microsoft.com/office/drawing/2014/main" id="{966869E8-BF77-6B00-24F8-0F595B52EA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1" name="직사각형 890">
                      <a:extLst>
                        <a:ext uri="{FF2B5EF4-FFF2-40B4-BE49-F238E27FC236}">
                          <a16:creationId xmlns:a16="http://schemas.microsoft.com/office/drawing/2014/main" id="{9CE08938-3B37-5A82-A985-EE2A3EDC2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2" name="직사각형 891">
                      <a:extLst>
                        <a:ext uri="{FF2B5EF4-FFF2-40B4-BE49-F238E27FC236}">
                          <a16:creationId xmlns:a16="http://schemas.microsoft.com/office/drawing/2014/main" id="{C4141CE4-6405-3930-17BC-E87956864E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86" name="직사각형 885">
                  <a:extLst>
                    <a:ext uri="{FF2B5EF4-FFF2-40B4-BE49-F238E27FC236}">
                      <a16:creationId xmlns:a16="http://schemas.microsoft.com/office/drawing/2014/main" id="{B07F11FF-34A6-D039-720A-C30CAFD3CB9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2" name="그룹 871">
                <a:extLst>
                  <a:ext uri="{FF2B5EF4-FFF2-40B4-BE49-F238E27FC236}">
                    <a16:creationId xmlns:a16="http://schemas.microsoft.com/office/drawing/2014/main" id="{3F6075B3-57BD-5493-7491-34710566116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73" name="그룹 872">
                  <a:extLst>
                    <a:ext uri="{FF2B5EF4-FFF2-40B4-BE49-F238E27FC236}">
                      <a16:creationId xmlns:a16="http://schemas.microsoft.com/office/drawing/2014/main" id="{14EA9F32-C067-2B8E-2E3C-C8C45D791D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75" name="그룹 874">
                    <a:extLst>
                      <a:ext uri="{FF2B5EF4-FFF2-40B4-BE49-F238E27FC236}">
                        <a16:creationId xmlns:a16="http://schemas.microsoft.com/office/drawing/2014/main" id="{C31B7604-E15E-0F44-3931-DE7615F20EF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1" name="직사각형 880">
                      <a:extLst>
                        <a:ext uri="{FF2B5EF4-FFF2-40B4-BE49-F238E27FC236}">
                          <a16:creationId xmlns:a16="http://schemas.microsoft.com/office/drawing/2014/main" id="{8F773C53-CE28-4CF7-474F-6C2937C62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2" name="직사각형 881">
                      <a:extLst>
                        <a:ext uri="{FF2B5EF4-FFF2-40B4-BE49-F238E27FC236}">
                          <a16:creationId xmlns:a16="http://schemas.microsoft.com/office/drawing/2014/main" id="{C63239E1-4106-973C-9DD9-B81A233EC2F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3" name="직사각형 882">
                      <a:extLst>
                        <a:ext uri="{FF2B5EF4-FFF2-40B4-BE49-F238E27FC236}">
                          <a16:creationId xmlns:a16="http://schemas.microsoft.com/office/drawing/2014/main" id="{DC93D809-7A30-3D57-BA04-FDB29B2417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4" name="직사각형 883">
                      <a:extLst>
                        <a:ext uri="{FF2B5EF4-FFF2-40B4-BE49-F238E27FC236}">
                          <a16:creationId xmlns:a16="http://schemas.microsoft.com/office/drawing/2014/main" id="{0884F28D-09F8-0CF4-E3E9-BB744384998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76" name="그룹 875">
                    <a:extLst>
                      <a:ext uri="{FF2B5EF4-FFF2-40B4-BE49-F238E27FC236}">
                        <a16:creationId xmlns:a16="http://schemas.microsoft.com/office/drawing/2014/main" id="{5A7B000F-7F4A-345C-9E81-9DFF50E5811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77" name="직사각형 876">
                      <a:extLst>
                        <a:ext uri="{FF2B5EF4-FFF2-40B4-BE49-F238E27FC236}">
                          <a16:creationId xmlns:a16="http://schemas.microsoft.com/office/drawing/2014/main" id="{F8BC7C95-0936-F44D-2A3E-3136D1F89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8" name="직사각형 877">
                      <a:extLst>
                        <a:ext uri="{FF2B5EF4-FFF2-40B4-BE49-F238E27FC236}">
                          <a16:creationId xmlns:a16="http://schemas.microsoft.com/office/drawing/2014/main" id="{9749AF44-5D6B-18A5-2A43-C02A747B2B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9" name="직사각형 878">
                      <a:extLst>
                        <a:ext uri="{FF2B5EF4-FFF2-40B4-BE49-F238E27FC236}">
                          <a16:creationId xmlns:a16="http://schemas.microsoft.com/office/drawing/2014/main" id="{6425F6CF-B73A-EA29-D9F9-48778BBBF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0" name="직사각형 879">
                      <a:extLst>
                        <a:ext uri="{FF2B5EF4-FFF2-40B4-BE49-F238E27FC236}">
                          <a16:creationId xmlns:a16="http://schemas.microsoft.com/office/drawing/2014/main" id="{774CAF78-9A31-2E7D-46AC-A56E15A4E47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74" name="직사각형 873">
                  <a:extLst>
                    <a:ext uri="{FF2B5EF4-FFF2-40B4-BE49-F238E27FC236}">
                      <a16:creationId xmlns:a16="http://schemas.microsoft.com/office/drawing/2014/main" id="{6DF1DBCF-FD79-9883-1CF9-0B8DBA58908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922" name="shape">
            <a:extLst>
              <a:ext uri="{FF2B5EF4-FFF2-40B4-BE49-F238E27FC236}">
                <a16:creationId xmlns:a16="http://schemas.microsoft.com/office/drawing/2014/main" id="{1F66C524-F19F-D0F3-428A-8390D81D24FE}"/>
              </a:ext>
            </a:extLst>
          </p:cNvPr>
          <p:cNvSpPr/>
          <p:nvPr/>
        </p:nvSpPr>
        <p:spPr>
          <a:xfrm>
            <a:off x="13926312" y="5259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924" name="화살표: 아래쪽 923">
            <a:extLst>
              <a:ext uri="{FF2B5EF4-FFF2-40B4-BE49-F238E27FC236}">
                <a16:creationId xmlns:a16="http://schemas.microsoft.com/office/drawing/2014/main" id="{38C581A9-5FFB-AE8D-1682-F0E4A944588D}"/>
              </a:ext>
            </a:extLst>
          </p:cNvPr>
          <p:cNvSpPr/>
          <p:nvPr/>
        </p:nvSpPr>
        <p:spPr>
          <a:xfrm>
            <a:off x="14005560" y="48100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87699B44-9721-F80E-556F-F4522C1F866E}"/>
              </a:ext>
            </a:extLst>
          </p:cNvPr>
          <p:cNvGrpSpPr/>
          <p:nvPr/>
        </p:nvGrpSpPr>
        <p:grpSpPr>
          <a:xfrm>
            <a:off x="14767560" y="4881372"/>
            <a:ext cx="2293092" cy="847829"/>
            <a:chOff x="8233715" y="4736955"/>
            <a:chExt cx="2860497" cy="994910"/>
          </a:xfrm>
        </p:grpSpPr>
        <p:sp>
          <p:nvSpPr>
            <p:cNvPr id="926" name="직사각형 925">
              <a:extLst>
                <a:ext uri="{FF2B5EF4-FFF2-40B4-BE49-F238E27FC236}">
                  <a16:creationId xmlns:a16="http://schemas.microsoft.com/office/drawing/2014/main" id="{D0C67954-661B-7440-9F00-31A4EF96D066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927" name="그룹 926">
              <a:extLst>
                <a:ext uri="{FF2B5EF4-FFF2-40B4-BE49-F238E27FC236}">
                  <a16:creationId xmlns:a16="http://schemas.microsoft.com/office/drawing/2014/main" id="{DC2308E7-18E5-725D-6E27-BC5C8F902EB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928" name="그룹 927">
                <a:extLst>
                  <a:ext uri="{FF2B5EF4-FFF2-40B4-BE49-F238E27FC236}">
                    <a16:creationId xmlns:a16="http://schemas.microsoft.com/office/drawing/2014/main" id="{F482DBCC-E692-6DDE-C13E-BE13F40D62C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68" name="그룹 967">
                  <a:extLst>
                    <a:ext uri="{FF2B5EF4-FFF2-40B4-BE49-F238E27FC236}">
                      <a16:creationId xmlns:a16="http://schemas.microsoft.com/office/drawing/2014/main" id="{344454DC-DBF1-14F9-0BCE-E926AD7234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70" name="그룹 969">
                    <a:extLst>
                      <a:ext uri="{FF2B5EF4-FFF2-40B4-BE49-F238E27FC236}">
                        <a16:creationId xmlns:a16="http://schemas.microsoft.com/office/drawing/2014/main" id="{F98CE5E2-A906-A96E-74D4-33EC96A71D6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6" name="직사각형 975">
                      <a:extLst>
                        <a:ext uri="{FF2B5EF4-FFF2-40B4-BE49-F238E27FC236}">
                          <a16:creationId xmlns:a16="http://schemas.microsoft.com/office/drawing/2014/main" id="{77E56D5B-B97A-32AB-5537-F99C7ED3C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7" name="직사각형 976">
                      <a:extLst>
                        <a:ext uri="{FF2B5EF4-FFF2-40B4-BE49-F238E27FC236}">
                          <a16:creationId xmlns:a16="http://schemas.microsoft.com/office/drawing/2014/main" id="{AFECDD87-CC21-73F3-5008-FBD422EE4F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8" name="직사각형 977">
                      <a:extLst>
                        <a:ext uri="{FF2B5EF4-FFF2-40B4-BE49-F238E27FC236}">
                          <a16:creationId xmlns:a16="http://schemas.microsoft.com/office/drawing/2014/main" id="{0929AD04-D934-6DDD-D4FF-69EAE061B9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9" name="직사각형 978">
                      <a:extLst>
                        <a:ext uri="{FF2B5EF4-FFF2-40B4-BE49-F238E27FC236}">
                          <a16:creationId xmlns:a16="http://schemas.microsoft.com/office/drawing/2014/main" id="{26631871-365F-A85F-CD5D-0AAB91614F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71" name="그룹 970">
                    <a:extLst>
                      <a:ext uri="{FF2B5EF4-FFF2-40B4-BE49-F238E27FC236}">
                        <a16:creationId xmlns:a16="http://schemas.microsoft.com/office/drawing/2014/main" id="{52557575-B8DD-0712-DA28-BF21086A49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2" name="직사각형 971">
                      <a:extLst>
                        <a:ext uri="{FF2B5EF4-FFF2-40B4-BE49-F238E27FC236}">
                          <a16:creationId xmlns:a16="http://schemas.microsoft.com/office/drawing/2014/main" id="{67573B0E-EB17-1E5E-A24E-08DC2F36AA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3" name="직사각형 972">
                      <a:extLst>
                        <a:ext uri="{FF2B5EF4-FFF2-40B4-BE49-F238E27FC236}">
                          <a16:creationId xmlns:a16="http://schemas.microsoft.com/office/drawing/2014/main" id="{FAFA9426-37DC-318B-A00B-C553D39E480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4" name="직사각형 973">
                      <a:extLst>
                        <a:ext uri="{FF2B5EF4-FFF2-40B4-BE49-F238E27FC236}">
                          <a16:creationId xmlns:a16="http://schemas.microsoft.com/office/drawing/2014/main" id="{453CBA63-998F-7A8C-D4D0-E57FFE415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5" name="직사각형 974">
                      <a:extLst>
                        <a:ext uri="{FF2B5EF4-FFF2-40B4-BE49-F238E27FC236}">
                          <a16:creationId xmlns:a16="http://schemas.microsoft.com/office/drawing/2014/main" id="{5785C825-4B1D-BE34-F684-A1DB3DBB04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69" name="직사각형 968">
                  <a:extLst>
                    <a:ext uri="{FF2B5EF4-FFF2-40B4-BE49-F238E27FC236}">
                      <a16:creationId xmlns:a16="http://schemas.microsoft.com/office/drawing/2014/main" id="{07B74689-2757-B92B-C311-70F9CA7CA1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2DA8CFFC-4FCF-4A5C-B428-B993766F199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56" name="그룹 955">
                  <a:extLst>
                    <a:ext uri="{FF2B5EF4-FFF2-40B4-BE49-F238E27FC236}">
                      <a16:creationId xmlns:a16="http://schemas.microsoft.com/office/drawing/2014/main" id="{78817C4F-057E-E3BA-9664-B5F45FBC39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58" name="그룹 957">
                    <a:extLst>
                      <a:ext uri="{FF2B5EF4-FFF2-40B4-BE49-F238E27FC236}">
                        <a16:creationId xmlns:a16="http://schemas.microsoft.com/office/drawing/2014/main" id="{DB2A05F4-BDC2-C7BB-3345-C171F4D411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4" name="직사각형 963">
                      <a:extLst>
                        <a:ext uri="{FF2B5EF4-FFF2-40B4-BE49-F238E27FC236}">
                          <a16:creationId xmlns:a16="http://schemas.microsoft.com/office/drawing/2014/main" id="{258A4965-63C5-304C-83C8-843CA66691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5" name="직사각형 964">
                      <a:extLst>
                        <a:ext uri="{FF2B5EF4-FFF2-40B4-BE49-F238E27FC236}">
                          <a16:creationId xmlns:a16="http://schemas.microsoft.com/office/drawing/2014/main" id="{31AF8CB0-1B9B-B44F-2DA6-21390BC658A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6" name="직사각형 965">
                      <a:extLst>
                        <a:ext uri="{FF2B5EF4-FFF2-40B4-BE49-F238E27FC236}">
                          <a16:creationId xmlns:a16="http://schemas.microsoft.com/office/drawing/2014/main" id="{29777733-FDDA-EA64-DB02-407E34B0A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7" name="직사각형 966">
                      <a:extLst>
                        <a:ext uri="{FF2B5EF4-FFF2-40B4-BE49-F238E27FC236}">
                          <a16:creationId xmlns:a16="http://schemas.microsoft.com/office/drawing/2014/main" id="{57A226D7-D69C-A097-43D3-0B75141179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59" name="그룹 958">
                    <a:extLst>
                      <a:ext uri="{FF2B5EF4-FFF2-40B4-BE49-F238E27FC236}">
                        <a16:creationId xmlns:a16="http://schemas.microsoft.com/office/drawing/2014/main" id="{D4B80914-6982-F8F9-7A77-D91CF17155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0" name="직사각형 959">
                      <a:extLst>
                        <a:ext uri="{FF2B5EF4-FFF2-40B4-BE49-F238E27FC236}">
                          <a16:creationId xmlns:a16="http://schemas.microsoft.com/office/drawing/2014/main" id="{55E4CD62-B571-A5B0-6609-54DC5FDFF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1" name="직사각형 960">
                      <a:extLst>
                        <a:ext uri="{FF2B5EF4-FFF2-40B4-BE49-F238E27FC236}">
                          <a16:creationId xmlns:a16="http://schemas.microsoft.com/office/drawing/2014/main" id="{1125F7E5-09DD-E06F-4F7A-35908E833E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2" name="직사각형 961">
                      <a:extLst>
                        <a:ext uri="{FF2B5EF4-FFF2-40B4-BE49-F238E27FC236}">
                          <a16:creationId xmlns:a16="http://schemas.microsoft.com/office/drawing/2014/main" id="{E58CA8B2-AA4E-2F22-0A1D-DD2DE8D90F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3" name="직사각형 962">
                      <a:extLst>
                        <a:ext uri="{FF2B5EF4-FFF2-40B4-BE49-F238E27FC236}">
                          <a16:creationId xmlns:a16="http://schemas.microsoft.com/office/drawing/2014/main" id="{40382868-4773-9377-0533-4FB6D5678C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57" name="직사각형 956">
                  <a:extLst>
                    <a:ext uri="{FF2B5EF4-FFF2-40B4-BE49-F238E27FC236}">
                      <a16:creationId xmlns:a16="http://schemas.microsoft.com/office/drawing/2014/main" id="{BE9A49AB-4863-377A-9FC5-24516A8A6D7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0" name="그룹 929">
                <a:extLst>
                  <a:ext uri="{FF2B5EF4-FFF2-40B4-BE49-F238E27FC236}">
                    <a16:creationId xmlns:a16="http://schemas.microsoft.com/office/drawing/2014/main" id="{519CD61D-A8B1-741F-9D11-7A5EFC6C826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44" name="그룹 943">
                  <a:extLst>
                    <a:ext uri="{FF2B5EF4-FFF2-40B4-BE49-F238E27FC236}">
                      <a16:creationId xmlns:a16="http://schemas.microsoft.com/office/drawing/2014/main" id="{4C83D6C4-2E97-3131-5B3E-E49CCDB45C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6" name="그룹 945">
                    <a:extLst>
                      <a:ext uri="{FF2B5EF4-FFF2-40B4-BE49-F238E27FC236}">
                        <a16:creationId xmlns:a16="http://schemas.microsoft.com/office/drawing/2014/main" id="{B0068F56-5848-96A4-790E-EDD2704992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52" name="직사각형 951">
                      <a:extLst>
                        <a:ext uri="{FF2B5EF4-FFF2-40B4-BE49-F238E27FC236}">
                          <a16:creationId xmlns:a16="http://schemas.microsoft.com/office/drawing/2014/main" id="{E1220E43-CF5C-DF8B-7A0A-21F4B20024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3" name="직사각형 952">
                      <a:extLst>
                        <a:ext uri="{FF2B5EF4-FFF2-40B4-BE49-F238E27FC236}">
                          <a16:creationId xmlns:a16="http://schemas.microsoft.com/office/drawing/2014/main" id="{1B173875-37AA-EE4A-2B9D-33C2BED38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4" name="직사각형 953">
                      <a:extLst>
                        <a:ext uri="{FF2B5EF4-FFF2-40B4-BE49-F238E27FC236}">
                          <a16:creationId xmlns:a16="http://schemas.microsoft.com/office/drawing/2014/main" id="{8470CD26-D539-47B2-1529-08FCABF9E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5" name="직사각형 954">
                      <a:extLst>
                        <a:ext uri="{FF2B5EF4-FFF2-40B4-BE49-F238E27FC236}">
                          <a16:creationId xmlns:a16="http://schemas.microsoft.com/office/drawing/2014/main" id="{EF973A4B-3A79-AC18-94DC-38B110F282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47" name="그룹 946">
                    <a:extLst>
                      <a:ext uri="{FF2B5EF4-FFF2-40B4-BE49-F238E27FC236}">
                        <a16:creationId xmlns:a16="http://schemas.microsoft.com/office/drawing/2014/main" id="{E4109BFB-CE07-7305-BFA6-E7C8B2362A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48" name="직사각형 947">
                      <a:extLst>
                        <a:ext uri="{FF2B5EF4-FFF2-40B4-BE49-F238E27FC236}">
                          <a16:creationId xmlns:a16="http://schemas.microsoft.com/office/drawing/2014/main" id="{CC7C3768-5B41-E73A-0C8F-3971ED0188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9" name="직사각형 948">
                      <a:extLst>
                        <a:ext uri="{FF2B5EF4-FFF2-40B4-BE49-F238E27FC236}">
                          <a16:creationId xmlns:a16="http://schemas.microsoft.com/office/drawing/2014/main" id="{7285084B-DD1F-2E07-1037-20B561D5AC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0" name="직사각형 949">
                      <a:extLst>
                        <a:ext uri="{FF2B5EF4-FFF2-40B4-BE49-F238E27FC236}">
                          <a16:creationId xmlns:a16="http://schemas.microsoft.com/office/drawing/2014/main" id="{4BBA1A8E-2590-0268-9425-729CD2316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1" name="직사각형 950">
                      <a:extLst>
                        <a:ext uri="{FF2B5EF4-FFF2-40B4-BE49-F238E27FC236}">
                          <a16:creationId xmlns:a16="http://schemas.microsoft.com/office/drawing/2014/main" id="{CA309DE8-B94D-EC8C-3572-732D433578E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45" name="직사각형 944">
                  <a:extLst>
                    <a:ext uri="{FF2B5EF4-FFF2-40B4-BE49-F238E27FC236}">
                      <a16:creationId xmlns:a16="http://schemas.microsoft.com/office/drawing/2014/main" id="{F37766FA-C01C-CC96-CA53-9BA0A857A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1" name="그룹 930">
                <a:extLst>
                  <a:ext uri="{FF2B5EF4-FFF2-40B4-BE49-F238E27FC236}">
                    <a16:creationId xmlns:a16="http://schemas.microsoft.com/office/drawing/2014/main" id="{9305079D-D7C5-A820-E693-221920A0538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8738C257-ED64-FB0A-65C1-03F7CCB8DE9B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934" name="그룹 933">
                    <a:extLst>
                      <a:ext uri="{FF2B5EF4-FFF2-40B4-BE49-F238E27FC236}">
                        <a16:creationId xmlns:a16="http://schemas.microsoft.com/office/drawing/2014/main" id="{EF819C21-63F9-345A-F719-49A7A9C75C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940" name="직사각형 939">
                      <a:extLst>
                        <a:ext uri="{FF2B5EF4-FFF2-40B4-BE49-F238E27FC236}">
                          <a16:creationId xmlns:a16="http://schemas.microsoft.com/office/drawing/2014/main" id="{7988E59C-8432-78F0-4C08-A00FF78FD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1" name="직사각형 940">
                      <a:extLst>
                        <a:ext uri="{FF2B5EF4-FFF2-40B4-BE49-F238E27FC236}">
                          <a16:creationId xmlns:a16="http://schemas.microsoft.com/office/drawing/2014/main" id="{B640C960-C22A-B84B-4861-3B177E10D9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2" name="직사각형 941">
                      <a:extLst>
                        <a:ext uri="{FF2B5EF4-FFF2-40B4-BE49-F238E27FC236}">
                          <a16:creationId xmlns:a16="http://schemas.microsoft.com/office/drawing/2014/main" id="{00BC223E-12C9-7BAA-97B0-E1097B51B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3" name="직사각형 942">
                      <a:extLst>
                        <a:ext uri="{FF2B5EF4-FFF2-40B4-BE49-F238E27FC236}">
                          <a16:creationId xmlns:a16="http://schemas.microsoft.com/office/drawing/2014/main" id="{F5472562-DB60-C0AA-5340-EC9E605D01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35" name="그룹 934">
                    <a:extLst>
                      <a:ext uri="{FF2B5EF4-FFF2-40B4-BE49-F238E27FC236}">
                        <a16:creationId xmlns:a16="http://schemas.microsoft.com/office/drawing/2014/main" id="{48195DEC-7693-1CEE-1333-AE921D081F6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936" name="직사각형 935">
                      <a:extLst>
                        <a:ext uri="{FF2B5EF4-FFF2-40B4-BE49-F238E27FC236}">
                          <a16:creationId xmlns:a16="http://schemas.microsoft.com/office/drawing/2014/main" id="{AFDC73D3-D738-7B5F-8BD4-EFD65701B1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7" name="직사각형 936">
                      <a:extLst>
                        <a:ext uri="{FF2B5EF4-FFF2-40B4-BE49-F238E27FC236}">
                          <a16:creationId xmlns:a16="http://schemas.microsoft.com/office/drawing/2014/main" id="{6C13F211-38F5-84AF-4E82-607FC0306D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8" name="직사각형 937">
                      <a:extLst>
                        <a:ext uri="{FF2B5EF4-FFF2-40B4-BE49-F238E27FC236}">
                          <a16:creationId xmlns:a16="http://schemas.microsoft.com/office/drawing/2014/main" id="{920F5899-4BE6-6602-C61A-8197E9AA54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9" name="직사각형 938">
                      <a:extLst>
                        <a:ext uri="{FF2B5EF4-FFF2-40B4-BE49-F238E27FC236}">
                          <a16:creationId xmlns:a16="http://schemas.microsoft.com/office/drawing/2014/main" id="{2081035B-CA47-56CD-3EDF-5F54AC7E67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33" name="직사각형 932">
                  <a:extLst>
                    <a:ext uri="{FF2B5EF4-FFF2-40B4-BE49-F238E27FC236}">
                      <a16:creationId xmlns:a16="http://schemas.microsoft.com/office/drawing/2014/main" id="{58B67406-F923-6CFC-F194-961B523D7CE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035" name="그룹 1034">
            <a:extLst>
              <a:ext uri="{FF2B5EF4-FFF2-40B4-BE49-F238E27FC236}">
                <a16:creationId xmlns:a16="http://schemas.microsoft.com/office/drawing/2014/main" id="{49DDC494-EF87-4B8D-C17F-447431A3B4F7}"/>
              </a:ext>
            </a:extLst>
          </p:cNvPr>
          <p:cNvGrpSpPr/>
          <p:nvPr/>
        </p:nvGrpSpPr>
        <p:grpSpPr>
          <a:xfrm>
            <a:off x="7071360" y="6167143"/>
            <a:ext cx="2293092" cy="847829"/>
            <a:chOff x="8233715" y="4736955"/>
            <a:chExt cx="2860497" cy="994910"/>
          </a:xfrm>
        </p:grpSpPr>
        <p:sp>
          <p:nvSpPr>
            <p:cNvPr id="1036" name="직사각형 1035">
              <a:extLst>
                <a:ext uri="{FF2B5EF4-FFF2-40B4-BE49-F238E27FC236}">
                  <a16:creationId xmlns:a16="http://schemas.microsoft.com/office/drawing/2014/main" id="{F82448EA-41AE-CBF4-12D8-5F53B98B9258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37" name="그룹 1036">
              <a:extLst>
                <a:ext uri="{FF2B5EF4-FFF2-40B4-BE49-F238E27FC236}">
                  <a16:creationId xmlns:a16="http://schemas.microsoft.com/office/drawing/2014/main" id="{53CBB2E2-BD64-92E7-571E-49B27BB58AA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EE8FF174-919B-09D1-E158-3E0D16F8375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78" name="그룹 1077">
                  <a:extLst>
                    <a:ext uri="{FF2B5EF4-FFF2-40B4-BE49-F238E27FC236}">
                      <a16:creationId xmlns:a16="http://schemas.microsoft.com/office/drawing/2014/main" id="{753729E0-2A65-067C-F1E9-024EE08239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80" name="그룹 1079">
                    <a:extLst>
                      <a:ext uri="{FF2B5EF4-FFF2-40B4-BE49-F238E27FC236}">
                        <a16:creationId xmlns:a16="http://schemas.microsoft.com/office/drawing/2014/main" id="{9656534B-645E-BF78-014B-28C055F059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6" name="직사각형 1085">
                      <a:extLst>
                        <a:ext uri="{FF2B5EF4-FFF2-40B4-BE49-F238E27FC236}">
                          <a16:creationId xmlns:a16="http://schemas.microsoft.com/office/drawing/2014/main" id="{0DA06E7B-4598-922A-F50A-2517F7C85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7" name="직사각형 1086">
                      <a:extLst>
                        <a:ext uri="{FF2B5EF4-FFF2-40B4-BE49-F238E27FC236}">
                          <a16:creationId xmlns:a16="http://schemas.microsoft.com/office/drawing/2014/main" id="{6EB7A533-8E6F-4137-1239-8BA95DE59D2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8" name="직사각형 1087">
                      <a:extLst>
                        <a:ext uri="{FF2B5EF4-FFF2-40B4-BE49-F238E27FC236}">
                          <a16:creationId xmlns:a16="http://schemas.microsoft.com/office/drawing/2014/main" id="{512CA32E-C662-C4F3-29BA-BCF0FF3EF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9" name="직사각형 1088">
                      <a:extLst>
                        <a:ext uri="{FF2B5EF4-FFF2-40B4-BE49-F238E27FC236}">
                          <a16:creationId xmlns:a16="http://schemas.microsoft.com/office/drawing/2014/main" id="{F9B30268-A5C8-356D-D0BA-D0D5C92615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81" name="그룹 1080">
                    <a:extLst>
                      <a:ext uri="{FF2B5EF4-FFF2-40B4-BE49-F238E27FC236}">
                        <a16:creationId xmlns:a16="http://schemas.microsoft.com/office/drawing/2014/main" id="{A139F5E0-2528-04B9-3BCC-FF33D534BD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2" name="직사각형 1081">
                      <a:extLst>
                        <a:ext uri="{FF2B5EF4-FFF2-40B4-BE49-F238E27FC236}">
                          <a16:creationId xmlns:a16="http://schemas.microsoft.com/office/drawing/2014/main" id="{EFB7AB86-CA5A-C110-F3F0-7BBB7AB90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3" name="직사각형 1082">
                      <a:extLst>
                        <a:ext uri="{FF2B5EF4-FFF2-40B4-BE49-F238E27FC236}">
                          <a16:creationId xmlns:a16="http://schemas.microsoft.com/office/drawing/2014/main" id="{F9FF6E19-DB95-8F48-8827-C62267A4C6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4" name="직사각형 1083">
                      <a:extLst>
                        <a:ext uri="{FF2B5EF4-FFF2-40B4-BE49-F238E27FC236}">
                          <a16:creationId xmlns:a16="http://schemas.microsoft.com/office/drawing/2014/main" id="{7F0C6C9F-499A-B0D8-64FB-5D3BCB0CF1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5" name="직사각형 1084">
                      <a:extLst>
                        <a:ext uri="{FF2B5EF4-FFF2-40B4-BE49-F238E27FC236}">
                          <a16:creationId xmlns:a16="http://schemas.microsoft.com/office/drawing/2014/main" id="{5AFBDD12-F3E5-4FF6-B335-C5FC19FDBB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79" name="직사각형 1078">
                  <a:extLst>
                    <a:ext uri="{FF2B5EF4-FFF2-40B4-BE49-F238E27FC236}">
                      <a16:creationId xmlns:a16="http://schemas.microsoft.com/office/drawing/2014/main" id="{A15C3797-3893-BB0D-81A5-7A2B14C720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FE532D9F-6474-0364-6A2F-1E71C11B015C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66" name="그룹 1065">
                  <a:extLst>
                    <a:ext uri="{FF2B5EF4-FFF2-40B4-BE49-F238E27FC236}">
                      <a16:creationId xmlns:a16="http://schemas.microsoft.com/office/drawing/2014/main" id="{2A778BC8-4AD4-82B0-2D09-7CEF7222AD9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2B8A70E7-880C-586F-7A3A-3404AEB23C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4" name="직사각형 1073">
                      <a:extLst>
                        <a:ext uri="{FF2B5EF4-FFF2-40B4-BE49-F238E27FC236}">
                          <a16:creationId xmlns:a16="http://schemas.microsoft.com/office/drawing/2014/main" id="{9C4DB737-4C03-72C3-7BCE-F4C6F45B9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5" name="직사각형 1074">
                      <a:extLst>
                        <a:ext uri="{FF2B5EF4-FFF2-40B4-BE49-F238E27FC236}">
                          <a16:creationId xmlns:a16="http://schemas.microsoft.com/office/drawing/2014/main" id="{E53ACDB2-2E7A-E94A-DDCA-CCBD9E02F6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6" name="직사각형 1075">
                      <a:extLst>
                        <a:ext uri="{FF2B5EF4-FFF2-40B4-BE49-F238E27FC236}">
                          <a16:creationId xmlns:a16="http://schemas.microsoft.com/office/drawing/2014/main" id="{826CB0DB-B14F-A035-5620-563EFDBBC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7" name="직사각형 1076">
                      <a:extLst>
                        <a:ext uri="{FF2B5EF4-FFF2-40B4-BE49-F238E27FC236}">
                          <a16:creationId xmlns:a16="http://schemas.microsoft.com/office/drawing/2014/main" id="{231B92CB-2294-3D67-EB48-FD35A8056E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69" name="그룹 1068">
                    <a:extLst>
                      <a:ext uri="{FF2B5EF4-FFF2-40B4-BE49-F238E27FC236}">
                        <a16:creationId xmlns:a16="http://schemas.microsoft.com/office/drawing/2014/main" id="{C22ACDA0-D891-C1AF-4E26-73C171E3C04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0" name="직사각형 1069">
                      <a:extLst>
                        <a:ext uri="{FF2B5EF4-FFF2-40B4-BE49-F238E27FC236}">
                          <a16:creationId xmlns:a16="http://schemas.microsoft.com/office/drawing/2014/main" id="{B0F5CF78-588B-6A7E-7AB6-6F466D7C78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1" name="직사각형 1070">
                      <a:extLst>
                        <a:ext uri="{FF2B5EF4-FFF2-40B4-BE49-F238E27FC236}">
                          <a16:creationId xmlns:a16="http://schemas.microsoft.com/office/drawing/2014/main" id="{DE3F231E-C4A4-0CFD-65B5-4F3DF693EB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2" name="직사각형 1071">
                      <a:extLst>
                        <a:ext uri="{FF2B5EF4-FFF2-40B4-BE49-F238E27FC236}">
                          <a16:creationId xmlns:a16="http://schemas.microsoft.com/office/drawing/2014/main" id="{005045EA-05B0-F633-27DE-7D00B6EA3A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3" name="직사각형 1072">
                      <a:extLst>
                        <a:ext uri="{FF2B5EF4-FFF2-40B4-BE49-F238E27FC236}">
                          <a16:creationId xmlns:a16="http://schemas.microsoft.com/office/drawing/2014/main" id="{ED11AB09-627C-B929-BD6D-320323B721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67" name="직사각형 1066">
                  <a:extLst>
                    <a:ext uri="{FF2B5EF4-FFF2-40B4-BE49-F238E27FC236}">
                      <a16:creationId xmlns:a16="http://schemas.microsoft.com/office/drawing/2014/main" id="{C55D2520-6ADD-B424-3717-0255BB599CA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0" name="그룹 1039">
                <a:extLst>
                  <a:ext uri="{FF2B5EF4-FFF2-40B4-BE49-F238E27FC236}">
                    <a16:creationId xmlns:a16="http://schemas.microsoft.com/office/drawing/2014/main" id="{11106AF5-D648-41D0-871E-73973FA8AEC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54" name="그룹 1053">
                  <a:extLst>
                    <a:ext uri="{FF2B5EF4-FFF2-40B4-BE49-F238E27FC236}">
                      <a16:creationId xmlns:a16="http://schemas.microsoft.com/office/drawing/2014/main" id="{8D271945-F9FE-5FEB-2E01-1E096C21CA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56" name="그룹 1055">
                    <a:extLst>
                      <a:ext uri="{FF2B5EF4-FFF2-40B4-BE49-F238E27FC236}">
                        <a16:creationId xmlns:a16="http://schemas.microsoft.com/office/drawing/2014/main" id="{BFCD075B-FAC2-CC5C-B871-FFF1C205F85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62" name="직사각형 1061">
                      <a:extLst>
                        <a:ext uri="{FF2B5EF4-FFF2-40B4-BE49-F238E27FC236}">
                          <a16:creationId xmlns:a16="http://schemas.microsoft.com/office/drawing/2014/main" id="{74EF2935-7F60-5817-45DE-DE479D721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3" name="직사각형 1062">
                      <a:extLst>
                        <a:ext uri="{FF2B5EF4-FFF2-40B4-BE49-F238E27FC236}">
                          <a16:creationId xmlns:a16="http://schemas.microsoft.com/office/drawing/2014/main" id="{159E6159-117C-AFBE-2353-4172976F2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4" name="직사각형 1063">
                      <a:extLst>
                        <a:ext uri="{FF2B5EF4-FFF2-40B4-BE49-F238E27FC236}">
                          <a16:creationId xmlns:a16="http://schemas.microsoft.com/office/drawing/2014/main" id="{EA1A11CB-E9B9-D61A-9520-69E03A9D71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5" name="직사각형 1064">
                      <a:extLst>
                        <a:ext uri="{FF2B5EF4-FFF2-40B4-BE49-F238E27FC236}">
                          <a16:creationId xmlns:a16="http://schemas.microsoft.com/office/drawing/2014/main" id="{23A448FC-2566-2E24-C799-C222FE407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57" name="그룹 1056">
                    <a:extLst>
                      <a:ext uri="{FF2B5EF4-FFF2-40B4-BE49-F238E27FC236}">
                        <a16:creationId xmlns:a16="http://schemas.microsoft.com/office/drawing/2014/main" id="{8EAB9664-3095-5263-5182-32A54402EB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8" name="직사각형 1057">
                      <a:extLst>
                        <a:ext uri="{FF2B5EF4-FFF2-40B4-BE49-F238E27FC236}">
                          <a16:creationId xmlns:a16="http://schemas.microsoft.com/office/drawing/2014/main" id="{1FA62F72-B2FF-F57E-2A6D-C910234C0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9" name="직사각형 1058">
                      <a:extLst>
                        <a:ext uri="{FF2B5EF4-FFF2-40B4-BE49-F238E27FC236}">
                          <a16:creationId xmlns:a16="http://schemas.microsoft.com/office/drawing/2014/main" id="{5C845B49-9FE2-0A54-38F2-782AEFE62C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0" name="직사각형 1059">
                      <a:extLst>
                        <a:ext uri="{FF2B5EF4-FFF2-40B4-BE49-F238E27FC236}">
                          <a16:creationId xmlns:a16="http://schemas.microsoft.com/office/drawing/2014/main" id="{5AC2ADD3-4591-7C8E-C186-7DC24948A5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1" name="직사각형 1060">
                      <a:extLst>
                        <a:ext uri="{FF2B5EF4-FFF2-40B4-BE49-F238E27FC236}">
                          <a16:creationId xmlns:a16="http://schemas.microsoft.com/office/drawing/2014/main" id="{D6A9B2E8-E513-E393-C8F7-1A98733DF3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55" name="직사각형 1054">
                  <a:extLst>
                    <a:ext uri="{FF2B5EF4-FFF2-40B4-BE49-F238E27FC236}">
                      <a16:creationId xmlns:a16="http://schemas.microsoft.com/office/drawing/2014/main" id="{C8F915C9-E9E0-9D46-231D-E8759CF3F59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1" name="그룹 1040">
                <a:extLst>
                  <a:ext uri="{FF2B5EF4-FFF2-40B4-BE49-F238E27FC236}">
                    <a16:creationId xmlns:a16="http://schemas.microsoft.com/office/drawing/2014/main" id="{DF16E743-6FF5-9AD7-2108-28F01A47414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2" name="그룹 1041">
                  <a:extLst>
                    <a:ext uri="{FF2B5EF4-FFF2-40B4-BE49-F238E27FC236}">
                      <a16:creationId xmlns:a16="http://schemas.microsoft.com/office/drawing/2014/main" id="{E41364ED-D071-297A-6D86-39E7E28DE0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44" name="그룹 1043">
                    <a:extLst>
                      <a:ext uri="{FF2B5EF4-FFF2-40B4-BE49-F238E27FC236}">
                        <a16:creationId xmlns:a16="http://schemas.microsoft.com/office/drawing/2014/main" id="{790C52EB-477B-A1D2-957A-3ECBBE76E0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0" name="직사각형 1049">
                      <a:extLst>
                        <a:ext uri="{FF2B5EF4-FFF2-40B4-BE49-F238E27FC236}">
                          <a16:creationId xmlns:a16="http://schemas.microsoft.com/office/drawing/2014/main" id="{857C486E-1D80-59E7-5347-102877EA0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1" name="직사각형 1050">
                      <a:extLst>
                        <a:ext uri="{FF2B5EF4-FFF2-40B4-BE49-F238E27FC236}">
                          <a16:creationId xmlns:a16="http://schemas.microsoft.com/office/drawing/2014/main" id="{F7AD56DB-E0C1-5BCF-A289-78A79789A7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2" name="직사각형 1051">
                      <a:extLst>
                        <a:ext uri="{FF2B5EF4-FFF2-40B4-BE49-F238E27FC236}">
                          <a16:creationId xmlns:a16="http://schemas.microsoft.com/office/drawing/2014/main" id="{AD25CDA9-C1A9-1414-8FB7-4180FCCDB0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3" name="직사각형 1052">
                      <a:extLst>
                        <a:ext uri="{FF2B5EF4-FFF2-40B4-BE49-F238E27FC236}">
                          <a16:creationId xmlns:a16="http://schemas.microsoft.com/office/drawing/2014/main" id="{D75F9D50-F5C2-4B21-FF09-800310AA99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45" name="그룹 1044">
                    <a:extLst>
                      <a:ext uri="{FF2B5EF4-FFF2-40B4-BE49-F238E27FC236}">
                        <a16:creationId xmlns:a16="http://schemas.microsoft.com/office/drawing/2014/main" id="{3F122C94-8C1E-800B-9420-4BFDBEFF3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46" name="직사각형 1045">
                      <a:extLst>
                        <a:ext uri="{FF2B5EF4-FFF2-40B4-BE49-F238E27FC236}">
                          <a16:creationId xmlns:a16="http://schemas.microsoft.com/office/drawing/2014/main" id="{C8394A16-1F06-CB6A-9FF4-FCA7B322C6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7" name="직사각형 1046">
                      <a:extLst>
                        <a:ext uri="{FF2B5EF4-FFF2-40B4-BE49-F238E27FC236}">
                          <a16:creationId xmlns:a16="http://schemas.microsoft.com/office/drawing/2014/main" id="{77143ABF-A05A-C1F1-8B01-DF2C2F9B79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8" name="직사각형 1047">
                      <a:extLst>
                        <a:ext uri="{FF2B5EF4-FFF2-40B4-BE49-F238E27FC236}">
                          <a16:creationId xmlns:a16="http://schemas.microsoft.com/office/drawing/2014/main" id="{9B8BC602-883A-64F2-BC98-B751BE13A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9" name="직사각형 1048">
                      <a:extLst>
                        <a:ext uri="{FF2B5EF4-FFF2-40B4-BE49-F238E27FC236}">
                          <a16:creationId xmlns:a16="http://schemas.microsoft.com/office/drawing/2014/main" id="{D72F69D6-B780-BDF6-F412-85D5738AA6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43" name="직사각형 1042">
                  <a:extLst>
                    <a:ext uri="{FF2B5EF4-FFF2-40B4-BE49-F238E27FC236}">
                      <a16:creationId xmlns:a16="http://schemas.microsoft.com/office/drawing/2014/main" id="{969D658A-2794-8DD0-6082-80DC400B2F3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091" name="shape">
            <a:extLst>
              <a:ext uri="{FF2B5EF4-FFF2-40B4-BE49-F238E27FC236}">
                <a16:creationId xmlns:a16="http://schemas.microsoft.com/office/drawing/2014/main" id="{86B97247-26B1-9F9A-8079-E6B9EEB84A66}"/>
              </a:ext>
            </a:extLst>
          </p:cNvPr>
          <p:cNvSpPr/>
          <p:nvPr/>
        </p:nvSpPr>
        <p:spPr>
          <a:xfrm>
            <a:off x="9963912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092" name="화살표: 아래쪽 1091">
            <a:extLst>
              <a:ext uri="{FF2B5EF4-FFF2-40B4-BE49-F238E27FC236}">
                <a16:creationId xmlns:a16="http://schemas.microsoft.com/office/drawing/2014/main" id="{CE54656F-3141-709B-8B4C-2375840543B1}"/>
              </a:ext>
            </a:extLst>
          </p:cNvPr>
          <p:cNvSpPr/>
          <p:nvPr/>
        </p:nvSpPr>
        <p:spPr>
          <a:xfrm>
            <a:off x="10043160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93" name="그룹 1092">
            <a:extLst>
              <a:ext uri="{FF2B5EF4-FFF2-40B4-BE49-F238E27FC236}">
                <a16:creationId xmlns:a16="http://schemas.microsoft.com/office/drawing/2014/main" id="{90C6E8FE-31FF-EF63-1443-090296A665FC}"/>
              </a:ext>
            </a:extLst>
          </p:cNvPr>
          <p:cNvGrpSpPr/>
          <p:nvPr/>
        </p:nvGrpSpPr>
        <p:grpSpPr>
          <a:xfrm>
            <a:off x="11026668" y="6167143"/>
            <a:ext cx="2293092" cy="847829"/>
            <a:chOff x="8233715" y="4736955"/>
            <a:chExt cx="2860497" cy="994910"/>
          </a:xfrm>
        </p:grpSpPr>
        <p:sp>
          <p:nvSpPr>
            <p:cNvPr id="1094" name="직사각형 1093">
              <a:extLst>
                <a:ext uri="{FF2B5EF4-FFF2-40B4-BE49-F238E27FC236}">
                  <a16:creationId xmlns:a16="http://schemas.microsoft.com/office/drawing/2014/main" id="{D410DF34-B64B-1E54-B885-43FD400D541B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95" name="그룹 1094">
              <a:extLst>
                <a:ext uri="{FF2B5EF4-FFF2-40B4-BE49-F238E27FC236}">
                  <a16:creationId xmlns:a16="http://schemas.microsoft.com/office/drawing/2014/main" id="{386F4318-7790-2F8B-5777-CBF5CD3B310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9AA9C2D-9C51-8C63-1D19-41E9E0D408FF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36" name="그룹 1135">
                  <a:extLst>
                    <a:ext uri="{FF2B5EF4-FFF2-40B4-BE49-F238E27FC236}">
                      <a16:creationId xmlns:a16="http://schemas.microsoft.com/office/drawing/2014/main" id="{C2B1CBB5-812E-C5C9-4AB9-114C19BA8F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38" name="그룹 1137">
                    <a:extLst>
                      <a:ext uri="{FF2B5EF4-FFF2-40B4-BE49-F238E27FC236}">
                        <a16:creationId xmlns:a16="http://schemas.microsoft.com/office/drawing/2014/main" id="{E6BE33D0-2F76-4E1A-1BAA-21568EB894A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4" name="직사각형 1143">
                      <a:extLst>
                        <a:ext uri="{FF2B5EF4-FFF2-40B4-BE49-F238E27FC236}">
                          <a16:creationId xmlns:a16="http://schemas.microsoft.com/office/drawing/2014/main" id="{EE2C4318-F29B-2F42-8A6E-0013FCEACA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5" name="직사각형 1144">
                      <a:extLst>
                        <a:ext uri="{FF2B5EF4-FFF2-40B4-BE49-F238E27FC236}">
                          <a16:creationId xmlns:a16="http://schemas.microsoft.com/office/drawing/2014/main" id="{0D3333D2-C20A-CEED-AB91-A8CC7BE7FE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6" name="직사각형 1145">
                      <a:extLst>
                        <a:ext uri="{FF2B5EF4-FFF2-40B4-BE49-F238E27FC236}">
                          <a16:creationId xmlns:a16="http://schemas.microsoft.com/office/drawing/2014/main" id="{B9252D52-F101-45F1-BB7F-201153DB5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7" name="직사각형 1146">
                      <a:extLst>
                        <a:ext uri="{FF2B5EF4-FFF2-40B4-BE49-F238E27FC236}">
                          <a16:creationId xmlns:a16="http://schemas.microsoft.com/office/drawing/2014/main" id="{E7529EA7-ACBD-FB02-1FD9-CFFDFB9414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39" name="그룹 1138">
                    <a:extLst>
                      <a:ext uri="{FF2B5EF4-FFF2-40B4-BE49-F238E27FC236}">
                        <a16:creationId xmlns:a16="http://schemas.microsoft.com/office/drawing/2014/main" id="{4B47B887-85D8-C0B7-9D11-947B477A197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0" name="직사각형 1139">
                      <a:extLst>
                        <a:ext uri="{FF2B5EF4-FFF2-40B4-BE49-F238E27FC236}">
                          <a16:creationId xmlns:a16="http://schemas.microsoft.com/office/drawing/2014/main" id="{1F1D2355-E3C8-1126-587F-9489B164B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1" name="직사각형 1140">
                      <a:extLst>
                        <a:ext uri="{FF2B5EF4-FFF2-40B4-BE49-F238E27FC236}">
                          <a16:creationId xmlns:a16="http://schemas.microsoft.com/office/drawing/2014/main" id="{8CE615CA-8D04-0EF5-44AF-645C998AB4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2" name="직사각형 1141">
                      <a:extLst>
                        <a:ext uri="{FF2B5EF4-FFF2-40B4-BE49-F238E27FC236}">
                          <a16:creationId xmlns:a16="http://schemas.microsoft.com/office/drawing/2014/main" id="{6764E18E-A6EC-646D-E8A4-CCCCB4C62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3" name="직사각형 1142">
                      <a:extLst>
                        <a:ext uri="{FF2B5EF4-FFF2-40B4-BE49-F238E27FC236}">
                          <a16:creationId xmlns:a16="http://schemas.microsoft.com/office/drawing/2014/main" id="{E6F97440-3ADE-DDF0-3C95-01553A7EAB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37" name="직사각형 1136">
                  <a:extLst>
                    <a:ext uri="{FF2B5EF4-FFF2-40B4-BE49-F238E27FC236}">
                      <a16:creationId xmlns:a16="http://schemas.microsoft.com/office/drawing/2014/main" id="{905DE905-4D0B-6347-0108-A590ECA2E7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BB8BDF90-3207-68AF-294B-F1651490ED2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24" name="그룹 1123">
                  <a:extLst>
                    <a:ext uri="{FF2B5EF4-FFF2-40B4-BE49-F238E27FC236}">
                      <a16:creationId xmlns:a16="http://schemas.microsoft.com/office/drawing/2014/main" id="{C20AB20A-0D24-CC15-95F3-D2A75720BD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26" name="그룹 1125">
                    <a:extLst>
                      <a:ext uri="{FF2B5EF4-FFF2-40B4-BE49-F238E27FC236}">
                        <a16:creationId xmlns:a16="http://schemas.microsoft.com/office/drawing/2014/main" id="{48AC2CEE-F2A4-E421-EF2A-2AE2C321884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32" name="직사각형 1131">
                      <a:extLst>
                        <a:ext uri="{FF2B5EF4-FFF2-40B4-BE49-F238E27FC236}">
                          <a16:creationId xmlns:a16="http://schemas.microsoft.com/office/drawing/2014/main" id="{83A2B03A-5273-0A66-E33C-522ABDF115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3" name="직사각형 1132">
                      <a:extLst>
                        <a:ext uri="{FF2B5EF4-FFF2-40B4-BE49-F238E27FC236}">
                          <a16:creationId xmlns:a16="http://schemas.microsoft.com/office/drawing/2014/main" id="{3EDBFFB2-374A-3E93-9F8D-B68C0C34E8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4" name="직사각형 1133">
                      <a:extLst>
                        <a:ext uri="{FF2B5EF4-FFF2-40B4-BE49-F238E27FC236}">
                          <a16:creationId xmlns:a16="http://schemas.microsoft.com/office/drawing/2014/main" id="{C3BA7FC0-6894-5788-A786-F5D4990628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5" name="직사각형 1134">
                      <a:extLst>
                        <a:ext uri="{FF2B5EF4-FFF2-40B4-BE49-F238E27FC236}">
                          <a16:creationId xmlns:a16="http://schemas.microsoft.com/office/drawing/2014/main" id="{7360149D-B9C2-89DF-6B4A-F521DD3A3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227290D1-A5E3-F41C-9E80-D76ECE7E451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8" name="직사각형 1127">
                      <a:extLst>
                        <a:ext uri="{FF2B5EF4-FFF2-40B4-BE49-F238E27FC236}">
                          <a16:creationId xmlns:a16="http://schemas.microsoft.com/office/drawing/2014/main" id="{16DCA055-5E81-6A84-5DD6-B23432D55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9" name="직사각형 1128">
                      <a:extLst>
                        <a:ext uri="{FF2B5EF4-FFF2-40B4-BE49-F238E27FC236}">
                          <a16:creationId xmlns:a16="http://schemas.microsoft.com/office/drawing/2014/main" id="{9F9F9A15-689C-9785-8C91-CDD1FA4997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0" name="직사각형 1129">
                      <a:extLst>
                        <a:ext uri="{FF2B5EF4-FFF2-40B4-BE49-F238E27FC236}">
                          <a16:creationId xmlns:a16="http://schemas.microsoft.com/office/drawing/2014/main" id="{DE738875-9B15-D459-E376-7A72C4CFD2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1" name="직사각형 1130">
                      <a:extLst>
                        <a:ext uri="{FF2B5EF4-FFF2-40B4-BE49-F238E27FC236}">
                          <a16:creationId xmlns:a16="http://schemas.microsoft.com/office/drawing/2014/main" id="{880526E9-DBC1-94F7-E6BB-85F53FAD8B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25" name="직사각형 1124">
                  <a:extLst>
                    <a:ext uri="{FF2B5EF4-FFF2-40B4-BE49-F238E27FC236}">
                      <a16:creationId xmlns:a16="http://schemas.microsoft.com/office/drawing/2014/main" id="{F8E06420-5A36-A520-E3E4-056F2E384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A2FDA7E5-8849-98A2-0B0C-225A71ED7E1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12" name="그룹 1111">
                  <a:extLst>
                    <a:ext uri="{FF2B5EF4-FFF2-40B4-BE49-F238E27FC236}">
                      <a16:creationId xmlns:a16="http://schemas.microsoft.com/office/drawing/2014/main" id="{B16BE65A-3D4D-7F82-E8DB-44E49BCC6A6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14" name="그룹 1113">
                    <a:extLst>
                      <a:ext uri="{FF2B5EF4-FFF2-40B4-BE49-F238E27FC236}">
                        <a16:creationId xmlns:a16="http://schemas.microsoft.com/office/drawing/2014/main" id="{FAB13115-DD6F-F78D-308E-768EAD2080E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0" name="직사각형 1119">
                      <a:extLst>
                        <a:ext uri="{FF2B5EF4-FFF2-40B4-BE49-F238E27FC236}">
                          <a16:creationId xmlns:a16="http://schemas.microsoft.com/office/drawing/2014/main" id="{02940D3F-B2D0-CA6D-CBDF-ACBE020B3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1" name="직사각형 1120">
                      <a:extLst>
                        <a:ext uri="{FF2B5EF4-FFF2-40B4-BE49-F238E27FC236}">
                          <a16:creationId xmlns:a16="http://schemas.microsoft.com/office/drawing/2014/main" id="{10639715-800D-9B5F-E23F-F701381A09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2" name="직사각형 1121">
                      <a:extLst>
                        <a:ext uri="{FF2B5EF4-FFF2-40B4-BE49-F238E27FC236}">
                          <a16:creationId xmlns:a16="http://schemas.microsoft.com/office/drawing/2014/main" id="{BF866478-3259-CE03-FCDF-7E7E5E119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3" name="직사각형 1122">
                      <a:extLst>
                        <a:ext uri="{FF2B5EF4-FFF2-40B4-BE49-F238E27FC236}">
                          <a16:creationId xmlns:a16="http://schemas.microsoft.com/office/drawing/2014/main" id="{74368168-F352-04FE-8645-C295D23C8E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15" name="그룹 1114">
                    <a:extLst>
                      <a:ext uri="{FF2B5EF4-FFF2-40B4-BE49-F238E27FC236}">
                        <a16:creationId xmlns:a16="http://schemas.microsoft.com/office/drawing/2014/main" id="{C0EB40D8-EB8A-FECF-A749-43D259D3480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16" name="직사각형 1115">
                      <a:extLst>
                        <a:ext uri="{FF2B5EF4-FFF2-40B4-BE49-F238E27FC236}">
                          <a16:creationId xmlns:a16="http://schemas.microsoft.com/office/drawing/2014/main" id="{0829BB44-4AF9-276F-CEF8-337E5BEC63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7" name="직사각형 1116">
                      <a:extLst>
                        <a:ext uri="{FF2B5EF4-FFF2-40B4-BE49-F238E27FC236}">
                          <a16:creationId xmlns:a16="http://schemas.microsoft.com/office/drawing/2014/main" id="{B9C74F17-2F32-D0F0-AEED-9E7F6D4A69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8" name="직사각형 1117">
                      <a:extLst>
                        <a:ext uri="{FF2B5EF4-FFF2-40B4-BE49-F238E27FC236}">
                          <a16:creationId xmlns:a16="http://schemas.microsoft.com/office/drawing/2014/main" id="{A11CD45E-16AE-B3C5-4EC1-30CD5F50B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9" name="직사각형 1118">
                      <a:extLst>
                        <a:ext uri="{FF2B5EF4-FFF2-40B4-BE49-F238E27FC236}">
                          <a16:creationId xmlns:a16="http://schemas.microsoft.com/office/drawing/2014/main" id="{81AD8773-5F49-785C-F7BC-93988F5032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13" name="직사각형 1112">
                  <a:extLst>
                    <a:ext uri="{FF2B5EF4-FFF2-40B4-BE49-F238E27FC236}">
                      <a16:creationId xmlns:a16="http://schemas.microsoft.com/office/drawing/2014/main" id="{70CCBE8A-E080-E424-7E5B-0F1A8FC8A8F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3069E406-0AA9-15A7-1117-19C8E53D01CA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00" name="그룹 1099">
                  <a:extLst>
                    <a:ext uri="{FF2B5EF4-FFF2-40B4-BE49-F238E27FC236}">
                      <a16:creationId xmlns:a16="http://schemas.microsoft.com/office/drawing/2014/main" id="{AFFFCAE2-FEAD-C4D5-B92A-79EC5262F6D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02" name="그룹 1101">
                    <a:extLst>
                      <a:ext uri="{FF2B5EF4-FFF2-40B4-BE49-F238E27FC236}">
                        <a16:creationId xmlns:a16="http://schemas.microsoft.com/office/drawing/2014/main" id="{4C9ED52C-B40B-E6AC-D748-2AC084372D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8" name="직사각형 1107">
                      <a:extLst>
                        <a:ext uri="{FF2B5EF4-FFF2-40B4-BE49-F238E27FC236}">
                          <a16:creationId xmlns:a16="http://schemas.microsoft.com/office/drawing/2014/main" id="{2C430E50-D292-FC2D-C916-8DCC79EC4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9" name="직사각형 1108">
                      <a:extLst>
                        <a:ext uri="{FF2B5EF4-FFF2-40B4-BE49-F238E27FC236}">
                          <a16:creationId xmlns:a16="http://schemas.microsoft.com/office/drawing/2014/main" id="{D145504E-4D8D-6A7A-13F0-78414E1CA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0" name="직사각형 1109">
                      <a:extLst>
                        <a:ext uri="{FF2B5EF4-FFF2-40B4-BE49-F238E27FC236}">
                          <a16:creationId xmlns:a16="http://schemas.microsoft.com/office/drawing/2014/main" id="{A8CE6B49-4103-0E34-2493-6E81692BDA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1" name="직사각형 1110">
                      <a:extLst>
                        <a:ext uri="{FF2B5EF4-FFF2-40B4-BE49-F238E27FC236}">
                          <a16:creationId xmlns:a16="http://schemas.microsoft.com/office/drawing/2014/main" id="{D5E1F6FA-5C54-25F1-CF2F-8636181BB96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03" name="그룹 1102">
                    <a:extLst>
                      <a:ext uri="{FF2B5EF4-FFF2-40B4-BE49-F238E27FC236}">
                        <a16:creationId xmlns:a16="http://schemas.microsoft.com/office/drawing/2014/main" id="{0F3117D5-AD5B-BB45-EA31-85DC79844C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4" name="직사각형 1103">
                      <a:extLst>
                        <a:ext uri="{FF2B5EF4-FFF2-40B4-BE49-F238E27FC236}">
                          <a16:creationId xmlns:a16="http://schemas.microsoft.com/office/drawing/2014/main" id="{5B515E34-0C6D-3800-3D81-1EB89E63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5" name="직사각형 1104">
                      <a:extLst>
                        <a:ext uri="{FF2B5EF4-FFF2-40B4-BE49-F238E27FC236}">
                          <a16:creationId xmlns:a16="http://schemas.microsoft.com/office/drawing/2014/main" id="{2E5B3ACC-DB26-D684-30EE-A2733B086C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6" name="직사각형 1105">
                      <a:extLst>
                        <a:ext uri="{FF2B5EF4-FFF2-40B4-BE49-F238E27FC236}">
                          <a16:creationId xmlns:a16="http://schemas.microsoft.com/office/drawing/2014/main" id="{83B4E198-7A89-F7A4-3BB3-4EDE7F54A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7" name="직사각형 1106">
                      <a:extLst>
                        <a:ext uri="{FF2B5EF4-FFF2-40B4-BE49-F238E27FC236}">
                          <a16:creationId xmlns:a16="http://schemas.microsoft.com/office/drawing/2014/main" id="{9681385A-1648-7310-44AB-F10EA15762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01" name="직사각형 1100">
                  <a:extLst>
                    <a:ext uri="{FF2B5EF4-FFF2-40B4-BE49-F238E27FC236}">
                      <a16:creationId xmlns:a16="http://schemas.microsoft.com/office/drawing/2014/main" id="{80957F20-F2A7-4CF8-E99D-EF5B5618472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149" name="shape">
            <a:extLst>
              <a:ext uri="{FF2B5EF4-FFF2-40B4-BE49-F238E27FC236}">
                <a16:creationId xmlns:a16="http://schemas.microsoft.com/office/drawing/2014/main" id="{EA06E909-D586-9484-E2EF-E6252D830EED}"/>
              </a:ext>
            </a:extLst>
          </p:cNvPr>
          <p:cNvSpPr/>
          <p:nvPr/>
        </p:nvSpPr>
        <p:spPr>
          <a:xfrm>
            <a:off x="13929360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151" name="화살표: 아래쪽 1150">
            <a:extLst>
              <a:ext uri="{FF2B5EF4-FFF2-40B4-BE49-F238E27FC236}">
                <a16:creationId xmlns:a16="http://schemas.microsoft.com/office/drawing/2014/main" id="{4AF641D7-CCFC-E380-D2D9-8188FE5787B9}"/>
              </a:ext>
            </a:extLst>
          </p:cNvPr>
          <p:cNvSpPr/>
          <p:nvPr/>
        </p:nvSpPr>
        <p:spPr>
          <a:xfrm>
            <a:off x="14008608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3C16AE56-BD26-A4D7-030C-D0DA6614F4B5}"/>
              </a:ext>
            </a:extLst>
          </p:cNvPr>
          <p:cNvGrpSpPr/>
          <p:nvPr/>
        </p:nvGrpSpPr>
        <p:grpSpPr>
          <a:xfrm>
            <a:off x="14800218" y="6100572"/>
            <a:ext cx="2293092" cy="847829"/>
            <a:chOff x="8233715" y="4736955"/>
            <a:chExt cx="2860497" cy="994910"/>
          </a:xfrm>
        </p:grpSpPr>
        <p:sp>
          <p:nvSpPr>
            <p:cNvPr id="1153" name="직사각형 1152">
              <a:extLst>
                <a:ext uri="{FF2B5EF4-FFF2-40B4-BE49-F238E27FC236}">
                  <a16:creationId xmlns:a16="http://schemas.microsoft.com/office/drawing/2014/main" id="{200BCF00-4CF2-4194-4AB7-C9080084D4B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154" name="그룹 1153">
              <a:extLst>
                <a:ext uri="{FF2B5EF4-FFF2-40B4-BE49-F238E27FC236}">
                  <a16:creationId xmlns:a16="http://schemas.microsoft.com/office/drawing/2014/main" id="{1ABC289E-CAA9-3122-B49D-C26D3AF35C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55" name="그룹 1154">
                <a:extLst>
                  <a:ext uri="{FF2B5EF4-FFF2-40B4-BE49-F238E27FC236}">
                    <a16:creationId xmlns:a16="http://schemas.microsoft.com/office/drawing/2014/main" id="{57C7548F-28CE-37A7-3749-EEA74C700AE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95" name="그룹 1194">
                  <a:extLst>
                    <a:ext uri="{FF2B5EF4-FFF2-40B4-BE49-F238E27FC236}">
                      <a16:creationId xmlns:a16="http://schemas.microsoft.com/office/drawing/2014/main" id="{313872E7-E28D-6C2D-C636-F229FC4F952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97" name="그룹 1196">
                    <a:extLst>
                      <a:ext uri="{FF2B5EF4-FFF2-40B4-BE49-F238E27FC236}">
                        <a16:creationId xmlns:a16="http://schemas.microsoft.com/office/drawing/2014/main" id="{B833EEE8-D6FE-7A8D-FD23-6A319B39C9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3" name="직사각형 1202">
                      <a:extLst>
                        <a:ext uri="{FF2B5EF4-FFF2-40B4-BE49-F238E27FC236}">
                          <a16:creationId xmlns:a16="http://schemas.microsoft.com/office/drawing/2014/main" id="{5AED041C-A56F-9995-6D9A-C95C4624D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4" name="직사각형 1203">
                      <a:extLst>
                        <a:ext uri="{FF2B5EF4-FFF2-40B4-BE49-F238E27FC236}">
                          <a16:creationId xmlns:a16="http://schemas.microsoft.com/office/drawing/2014/main" id="{8B927200-E9C5-36D5-5009-CB6299652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5" name="직사각형 1204">
                      <a:extLst>
                        <a:ext uri="{FF2B5EF4-FFF2-40B4-BE49-F238E27FC236}">
                          <a16:creationId xmlns:a16="http://schemas.microsoft.com/office/drawing/2014/main" id="{07627439-4720-4E6D-5A7D-EC7930E54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6" name="직사각형 1205">
                      <a:extLst>
                        <a:ext uri="{FF2B5EF4-FFF2-40B4-BE49-F238E27FC236}">
                          <a16:creationId xmlns:a16="http://schemas.microsoft.com/office/drawing/2014/main" id="{AC22812E-64EA-EC34-7840-5BF6E3CEE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98" name="그룹 1197">
                    <a:extLst>
                      <a:ext uri="{FF2B5EF4-FFF2-40B4-BE49-F238E27FC236}">
                        <a16:creationId xmlns:a16="http://schemas.microsoft.com/office/drawing/2014/main" id="{99891351-CD19-ABEA-4C3E-B4450608D2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9" name="직사각형 1198">
                      <a:extLst>
                        <a:ext uri="{FF2B5EF4-FFF2-40B4-BE49-F238E27FC236}">
                          <a16:creationId xmlns:a16="http://schemas.microsoft.com/office/drawing/2014/main" id="{A89672C2-4B22-8E43-CEAB-DA6B9F3F5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0" name="직사각형 1199">
                      <a:extLst>
                        <a:ext uri="{FF2B5EF4-FFF2-40B4-BE49-F238E27FC236}">
                          <a16:creationId xmlns:a16="http://schemas.microsoft.com/office/drawing/2014/main" id="{41B439F0-FA1B-6E6E-76B8-BB508CE54B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1" name="직사각형 1200">
                      <a:extLst>
                        <a:ext uri="{FF2B5EF4-FFF2-40B4-BE49-F238E27FC236}">
                          <a16:creationId xmlns:a16="http://schemas.microsoft.com/office/drawing/2014/main" id="{E1B8F307-C461-BEE1-A1D5-3D94437A9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2" name="직사각형 1201">
                      <a:extLst>
                        <a:ext uri="{FF2B5EF4-FFF2-40B4-BE49-F238E27FC236}">
                          <a16:creationId xmlns:a16="http://schemas.microsoft.com/office/drawing/2014/main" id="{F24B6402-EB26-2F7C-40A1-9B631105D1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96" name="직사각형 1195">
                  <a:extLst>
                    <a:ext uri="{FF2B5EF4-FFF2-40B4-BE49-F238E27FC236}">
                      <a16:creationId xmlns:a16="http://schemas.microsoft.com/office/drawing/2014/main" id="{377ABC6E-A0DC-072F-B515-C1102C3B8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6" name="그룹 1155">
                <a:extLst>
                  <a:ext uri="{FF2B5EF4-FFF2-40B4-BE49-F238E27FC236}">
                    <a16:creationId xmlns:a16="http://schemas.microsoft.com/office/drawing/2014/main" id="{79950969-8277-B42B-7288-2096EFB7746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3" name="그룹 1182">
                  <a:extLst>
                    <a:ext uri="{FF2B5EF4-FFF2-40B4-BE49-F238E27FC236}">
                      <a16:creationId xmlns:a16="http://schemas.microsoft.com/office/drawing/2014/main" id="{BD13F287-611F-F6BD-8D35-6572E44C109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5" name="그룹 1184">
                    <a:extLst>
                      <a:ext uri="{FF2B5EF4-FFF2-40B4-BE49-F238E27FC236}">
                        <a16:creationId xmlns:a16="http://schemas.microsoft.com/office/drawing/2014/main" id="{94561513-EF51-5C33-3905-E8033E725A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1" name="직사각형 1190">
                      <a:extLst>
                        <a:ext uri="{FF2B5EF4-FFF2-40B4-BE49-F238E27FC236}">
                          <a16:creationId xmlns:a16="http://schemas.microsoft.com/office/drawing/2014/main" id="{8E29C450-750E-A126-40DC-CF7C54E93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2" name="직사각형 1191">
                      <a:extLst>
                        <a:ext uri="{FF2B5EF4-FFF2-40B4-BE49-F238E27FC236}">
                          <a16:creationId xmlns:a16="http://schemas.microsoft.com/office/drawing/2014/main" id="{791E3F0B-0AEE-B048-9134-0645AD1390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3" name="직사각형 1192">
                      <a:extLst>
                        <a:ext uri="{FF2B5EF4-FFF2-40B4-BE49-F238E27FC236}">
                          <a16:creationId xmlns:a16="http://schemas.microsoft.com/office/drawing/2014/main" id="{8E23C1EB-920C-67DD-F42C-32AD0A46D6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4" name="직사각형 1193">
                      <a:extLst>
                        <a:ext uri="{FF2B5EF4-FFF2-40B4-BE49-F238E27FC236}">
                          <a16:creationId xmlns:a16="http://schemas.microsoft.com/office/drawing/2014/main" id="{35A55BFB-B486-BA48-7611-CB105647FF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86" name="그룹 1185">
                    <a:extLst>
                      <a:ext uri="{FF2B5EF4-FFF2-40B4-BE49-F238E27FC236}">
                        <a16:creationId xmlns:a16="http://schemas.microsoft.com/office/drawing/2014/main" id="{B712BAB5-682B-A789-3BA5-C5F870A654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87" name="직사각형 1186">
                      <a:extLst>
                        <a:ext uri="{FF2B5EF4-FFF2-40B4-BE49-F238E27FC236}">
                          <a16:creationId xmlns:a16="http://schemas.microsoft.com/office/drawing/2014/main" id="{9D84E703-43C1-9D27-8324-744E4FDF58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8" name="직사각형 1187">
                      <a:extLst>
                        <a:ext uri="{FF2B5EF4-FFF2-40B4-BE49-F238E27FC236}">
                          <a16:creationId xmlns:a16="http://schemas.microsoft.com/office/drawing/2014/main" id="{D547AC55-2A87-7B3C-E623-5255A96BA88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9" name="직사각형 1188">
                      <a:extLst>
                        <a:ext uri="{FF2B5EF4-FFF2-40B4-BE49-F238E27FC236}">
                          <a16:creationId xmlns:a16="http://schemas.microsoft.com/office/drawing/2014/main" id="{17379DFE-EE82-5201-AD53-DF2B2BC75F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0" name="직사각형 1189">
                      <a:extLst>
                        <a:ext uri="{FF2B5EF4-FFF2-40B4-BE49-F238E27FC236}">
                          <a16:creationId xmlns:a16="http://schemas.microsoft.com/office/drawing/2014/main" id="{F9D1E0BB-BD68-7FC8-9CD8-CF763F158BF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84" name="직사각형 1183">
                  <a:extLst>
                    <a:ext uri="{FF2B5EF4-FFF2-40B4-BE49-F238E27FC236}">
                      <a16:creationId xmlns:a16="http://schemas.microsoft.com/office/drawing/2014/main" id="{CEF35E03-4BBC-FE2E-0132-66E444C9346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7" name="그룹 1156">
                <a:extLst>
                  <a:ext uri="{FF2B5EF4-FFF2-40B4-BE49-F238E27FC236}">
                    <a16:creationId xmlns:a16="http://schemas.microsoft.com/office/drawing/2014/main" id="{B31A9E35-39D4-3434-CA40-14D9C858524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71" name="그룹 1170">
                  <a:extLst>
                    <a:ext uri="{FF2B5EF4-FFF2-40B4-BE49-F238E27FC236}">
                      <a16:creationId xmlns:a16="http://schemas.microsoft.com/office/drawing/2014/main" id="{24548C77-A967-CDFE-9DBE-CACEC92562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73" name="그룹 1172">
                    <a:extLst>
                      <a:ext uri="{FF2B5EF4-FFF2-40B4-BE49-F238E27FC236}">
                        <a16:creationId xmlns:a16="http://schemas.microsoft.com/office/drawing/2014/main" id="{C574A02D-C48F-3E84-47FD-217E2A5DAD7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9" name="직사각형 1178">
                      <a:extLst>
                        <a:ext uri="{FF2B5EF4-FFF2-40B4-BE49-F238E27FC236}">
                          <a16:creationId xmlns:a16="http://schemas.microsoft.com/office/drawing/2014/main" id="{EFEA42F6-8777-19F4-7607-C6E8ACC4B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0" name="직사각형 1179">
                      <a:extLst>
                        <a:ext uri="{FF2B5EF4-FFF2-40B4-BE49-F238E27FC236}">
                          <a16:creationId xmlns:a16="http://schemas.microsoft.com/office/drawing/2014/main" id="{80A3CB0D-D090-405C-61C7-D73D0C7B8A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1" name="직사각형 1180">
                      <a:extLst>
                        <a:ext uri="{FF2B5EF4-FFF2-40B4-BE49-F238E27FC236}">
                          <a16:creationId xmlns:a16="http://schemas.microsoft.com/office/drawing/2014/main" id="{9F77FF03-5B45-B10F-62B2-3270E78BE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2" name="직사각형 1181">
                      <a:extLst>
                        <a:ext uri="{FF2B5EF4-FFF2-40B4-BE49-F238E27FC236}">
                          <a16:creationId xmlns:a16="http://schemas.microsoft.com/office/drawing/2014/main" id="{825B8C61-7393-3EBB-C2F6-05BB2E12B3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74" name="그룹 1173">
                    <a:extLst>
                      <a:ext uri="{FF2B5EF4-FFF2-40B4-BE49-F238E27FC236}">
                        <a16:creationId xmlns:a16="http://schemas.microsoft.com/office/drawing/2014/main" id="{779F10C8-FC35-3523-3B92-D1E5496C84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5" name="직사각형 1174">
                      <a:extLst>
                        <a:ext uri="{FF2B5EF4-FFF2-40B4-BE49-F238E27FC236}">
                          <a16:creationId xmlns:a16="http://schemas.microsoft.com/office/drawing/2014/main" id="{B79EF5E8-CBA7-B84C-E838-1FB9F9452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6" name="직사각형 1175">
                      <a:extLst>
                        <a:ext uri="{FF2B5EF4-FFF2-40B4-BE49-F238E27FC236}">
                          <a16:creationId xmlns:a16="http://schemas.microsoft.com/office/drawing/2014/main" id="{B4F9A2A2-D147-A02E-8016-B41C827698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7" name="직사각형 1176">
                      <a:extLst>
                        <a:ext uri="{FF2B5EF4-FFF2-40B4-BE49-F238E27FC236}">
                          <a16:creationId xmlns:a16="http://schemas.microsoft.com/office/drawing/2014/main" id="{690AD531-21A1-97DC-30DC-9570D46FE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8" name="직사각형 1177">
                      <a:extLst>
                        <a:ext uri="{FF2B5EF4-FFF2-40B4-BE49-F238E27FC236}">
                          <a16:creationId xmlns:a16="http://schemas.microsoft.com/office/drawing/2014/main" id="{02BF9C1F-1929-F3BC-824E-7BC8999F45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72" name="직사각형 1171">
                  <a:extLst>
                    <a:ext uri="{FF2B5EF4-FFF2-40B4-BE49-F238E27FC236}">
                      <a16:creationId xmlns:a16="http://schemas.microsoft.com/office/drawing/2014/main" id="{7F68C178-E148-BF91-7942-956D10FD5E2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8" name="그룹 1157">
                <a:extLst>
                  <a:ext uri="{FF2B5EF4-FFF2-40B4-BE49-F238E27FC236}">
                    <a16:creationId xmlns:a16="http://schemas.microsoft.com/office/drawing/2014/main" id="{2D2CA487-EB36-AE8C-FF08-7547DEC588F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59" name="그룹 1158">
                  <a:extLst>
                    <a:ext uri="{FF2B5EF4-FFF2-40B4-BE49-F238E27FC236}">
                      <a16:creationId xmlns:a16="http://schemas.microsoft.com/office/drawing/2014/main" id="{AD1ACD0C-51AB-813E-07ED-B442310D217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61" name="그룹 1160">
                    <a:extLst>
                      <a:ext uri="{FF2B5EF4-FFF2-40B4-BE49-F238E27FC236}">
                        <a16:creationId xmlns:a16="http://schemas.microsoft.com/office/drawing/2014/main" id="{6899A2CC-BE41-39B2-3CA0-9778CC211A7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7" name="직사각형 1166">
                      <a:extLst>
                        <a:ext uri="{FF2B5EF4-FFF2-40B4-BE49-F238E27FC236}">
                          <a16:creationId xmlns:a16="http://schemas.microsoft.com/office/drawing/2014/main" id="{36C9E5FC-CE98-017D-0A00-4972C4CEB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8" name="직사각형 1167">
                      <a:extLst>
                        <a:ext uri="{FF2B5EF4-FFF2-40B4-BE49-F238E27FC236}">
                          <a16:creationId xmlns:a16="http://schemas.microsoft.com/office/drawing/2014/main" id="{5C04A6AF-206B-C83C-4E92-316ABE6064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9" name="직사각형 1168">
                      <a:extLst>
                        <a:ext uri="{FF2B5EF4-FFF2-40B4-BE49-F238E27FC236}">
                          <a16:creationId xmlns:a16="http://schemas.microsoft.com/office/drawing/2014/main" id="{14CD6590-EA07-23FA-0373-AC83FB1A4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0" name="직사각형 1169">
                      <a:extLst>
                        <a:ext uri="{FF2B5EF4-FFF2-40B4-BE49-F238E27FC236}">
                          <a16:creationId xmlns:a16="http://schemas.microsoft.com/office/drawing/2014/main" id="{D9BDE18E-D701-95C2-01EA-220ECB07D8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62" name="그룹 1161">
                    <a:extLst>
                      <a:ext uri="{FF2B5EF4-FFF2-40B4-BE49-F238E27FC236}">
                        <a16:creationId xmlns:a16="http://schemas.microsoft.com/office/drawing/2014/main" id="{1B85EF80-E634-8D62-D844-3278987168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3" name="직사각형 1162">
                      <a:extLst>
                        <a:ext uri="{FF2B5EF4-FFF2-40B4-BE49-F238E27FC236}">
                          <a16:creationId xmlns:a16="http://schemas.microsoft.com/office/drawing/2014/main" id="{A6C0DEF9-9110-C9EC-F4B4-6A31304FDD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4" name="직사각형 1163">
                      <a:extLst>
                        <a:ext uri="{FF2B5EF4-FFF2-40B4-BE49-F238E27FC236}">
                          <a16:creationId xmlns:a16="http://schemas.microsoft.com/office/drawing/2014/main" id="{00ABC913-87FC-806A-8B9C-3D01DE2ECB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5" name="직사각형 1164">
                      <a:extLst>
                        <a:ext uri="{FF2B5EF4-FFF2-40B4-BE49-F238E27FC236}">
                          <a16:creationId xmlns:a16="http://schemas.microsoft.com/office/drawing/2014/main" id="{18153736-C873-D09A-C642-8FE68A1BC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6" name="직사각형 1165">
                      <a:extLst>
                        <a:ext uri="{FF2B5EF4-FFF2-40B4-BE49-F238E27FC236}">
                          <a16:creationId xmlns:a16="http://schemas.microsoft.com/office/drawing/2014/main" id="{ADD1343B-AF7C-F857-300E-25BB94CE39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60" name="직사각형 1159">
                  <a:extLst>
                    <a:ext uri="{FF2B5EF4-FFF2-40B4-BE49-F238E27FC236}">
                      <a16:creationId xmlns:a16="http://schemas.microsoft.com/office/drawing/2014/main" id="{829FD1D0-8FFA-E0E3-85FA-0970E65F54E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320" name="그룹 1319">
            <a:extLst>
              <a:ext uri="{FF2B5EF4-FFF2-40B4-BE49-F238E27FC236}">
                <a16:creationId xmlns:a16="http://schemas.microsoft.com/office/drawing/2014/main" id="{91E99A69-965F-1EA9-76EB-86E00328B9BC}"/>
              </a:ext>
            </a:extLst>
          </p:cNvPr>
          <p:cNvGrpSpPr/>
          <p:nvPr/>
        </p:nvGrpSpPr>
        <p:grpSpPr>
          <a:xfrm>
            <a:off x="10881360" y="7167372"/>
            <a:ext cx="2457907" cy="292608"/>
            <a:chOff x="8839200" y="7505700"/>
            <a:chExt cx="2457907" cy="292608"/>
          </a:xfrm>
        </p:grpSpPr>
        <p:sp>
          <p:nvSpPr>
            <p:cNvPr id="1232" name="shape">
              <a:extLst>
                <a:ext uri="{FF2B5EF4-FFF2-40B4-BE49-F238E27FC236}">
                  <a16:creationId xmlns:a16="http://schemas.microsoft.com/office/drawing/2014/main" id="{312C898E-89AB-D4A4-F097-96323BC9D0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4" name="text">
              <a:extLst>
                <a:ext uri="{FF2B5EF4-FFF2-40B4-BE49-F238E27FC236}">
                  <a16:creationId xmlns:a16="http://schemas.microsoft.com/office/drawing/2014/main" id="{68EE92A1-38C3-F6E7-7A62-AB7DA78793FE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/>
            </a:p>
          </p:txBody>
        </p:sp>
        <p:sp>
          <p:nvSpPr>
            <p:cNvPr id="1236" name="shape">
              <a:extLst>
                <a:ext uri="{FF2B5EF4-FFF2-40B4-BE49-F238E27FC236}">
                  <a16:creationId xmlns:a16="http://schemas.microsoft.com/office/drawing/2014/main" id="{15DFC4C9-0C59-3152-196F-E5B0F8744C79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8" name="shape">
              <a:extLst>
                <a:ext uri="{FF2B5EF4-FFF2-40B4-BE49-F238E27FC236}">
                  <a16:creationId xmlns:a16="http://schemas.microsoft.com/office/drawing/2014/main" id="{2668DA1F-9C3B-82C4-3305-78051C6E8E7B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0" name="shape">
              <a:extLst>
                <a:ext uri="{FF2B5EF4-FFF2-40B4-BE49-F238E27FC236}">
                  <a16:creationId xmlns:a16="http://schemas.microsoft.com/office/drawing/2014/main" id="{3874359C-B063-EF90-AEFA-18BCAC270267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2" name="shape">
              <a:extLst>
                <a:ext uri="{FF2B5EF4-FFF2-40B4-BE49-F238E27FC236}">
                  <a16:creationId xmlns:a16="http://schemas.microsoft.com/office/drawing/2014/main" id="{3284F923-DE97-9453-EF33-80B6784A534C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4" name="text">
              <a:extLst>
                <a:ext uri="{FF2B5EF4-FFF2-40B4-BE49-F238E27FC236}">
                  <a16:creationId xmlns:a16="http://schemas.microsoft.com/office/drawing/2014/main" id="{558701D3-8C4A-8AF9-025E-DC3BC8C299D6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246" name="shape">
              <a:extLst>
                <a:ext uri="{FF2B5EF4-FFF2-40B4-BE49-F238E27FC236}">
                  <a16:creationId xmlns:a16="http://schemas.microsoft.com/office/drawing/2014/main" id="{5C9BAF38-1647-9452-6A62-86E9EA2E1B97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8" name="shape">
              <a:extLst>
                <a:ext uri="{FF2B5EF4-FFF2-40B4-BE49-F238E27FC236}">
                  <a16:creationId xmlns:a16="http://schemas.microsoft.com/office/drawing/2014/main" id="{E8FD4CD7-5C85-27F4-4E84-141F844C2B44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0" name="text">
              <a:extLst>
                <a:ext uri="{FF2B5EF4-FFF2-40B4-BE49-F238E27FC236}">
                  <a16:creationId xmlns:a16="http://schemas.microsoft.com/office/drawing/2014/main" id="{BC345B37-EC16-3EBB-1C1A-70CD039F82A3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252" name="shape">
              <a:extLst>
                <a:ext uri="{FF2B5EF4-FFF2-40B4-BE49-F238E27FC236}">
                  <a16:creationId xmlns:a16="http://schemas.microsoft.com/office/drawing/2014/main" id="{95A5C615-23C5-3079-0A1C-63152B1326AB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21" name="그룹 1320">
            <a:extLst>
              <a:ext uri="{FF2B5EF4-FFF2-40B4-BE49-F238E27FC236}">
                <a16:creationId xmlns:a16="http://schemas.microsoft.com/office/drawing/2014/main" id="{E0E4A4DD-BBD6-5A66-1AE5-8DD31F57C517}"/>
              </a:ext>
            </a:extLst>
          </p:cNvPr>
          <p:cNvGrpSpPr/>
          <p:nvPr/>
        </p:nvGrpSpPr>
        <p:grpSpPr>
          <a:xfrm>
            <a:off x="14615160" y="7167372"/>
            <a:ext cx="2457907" cy="292608"/>
            <a:chOff x="8839200" y="7505700"/>
            <a:chExt cx="2457907" cy="292608"/>
          </a:xfrm>
        </p:grpSpPr>
        <p:sp>
          <p:nvSpPr>
            <p:cNvPr id="1322" name="shape">
              <a:extLst>
                <a:ext uri="{FF2B5EF4-FFF2-40B4-BE49-F238E27FC236}">
                  <a16:creationId xmlns:a16="http://schemas.microsoft.com/office/drawing/2014/main" id="{B0F48BFF-7267-DC35-D9C5-2285EBE598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3" name="text">
              <a:extLst>
                <a:ext uri="{FF2B5EF4-FFF2-40B4-BE49-F238E27FC236}">
                  <a16:creationId xmlns:a16="http://schemas.microsoft.com/office/drawing/2014/main" id="{16A5A598-E71D-0E21-C1A6-7D0C3395E7F7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24" name="shape">
              <a:extLst>
                <a:ext uri="{FF2B5EF4-FFF2-40B4-BE49-F238E27FC236}">
                  <a16:creationId xmlns:a16="http://schemas.microsoft.com/office/drawing/2014/main" id="{90E0FE40-F78A-094E-D82B-0FA87AB5AAE8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5" name="shape">
              <a:extLst>
                <a:ext uri="{FF2B5EF4-FFF2-40B4-BE49-F238E27FC236}">
                  <a16:creationId xmlns:a16="http://schemas.microsoft.com/office/drawing/2014/main" id="{77094808-CFCE-C507-5B57-211E48CD8000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6" name="shape">
              <a:extLst>
                <a:ext uri="{FF2B5EF4-FFF2-40B4-BE49-F238E27FC236}">
                  <a16:creationId xmlns:a16="http://schemas.microsoft.com/office/drawing/2014/main" id="{C8D42344-ABAD-D1FC-DEF2-ADCD9F56E86C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7" name="shape">
              <a:extLst>
                <a:ext uri="{FF2B5EF4-FFF2-40B4-BE49-F238E27FC236}">
                  <a16:creationId xmlns:a16="http://schemas.microsoft.com/office/drawing/2014/main" id="{5253624A-54D9-A8E3-1454-65B202A934B5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8" name="text">
              <a:extLst>
                <a:ext uri="{FF2B5EF4-FFF2-40B4-BE49-F238E27FC236}">
                  <a16:creationId xmlns:a16="http://schemas.microsoft.com/office/drawing/2014/main" id="{0E1B9B1D-BEFF-8D20-3A3A-E6545DACDB5D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29" name="shape">
              <a:extLst>
                <a:ext uri="{FF2B5EF4-FFF2-40B4-BE49-F238E27FC236}">
                  <a16:creationId xmlns:a16="http://schemas.microsoft.com/office/drawing/2014/main" id="{EDE07F05-6845-7791-228E-FA9248FD34A0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0" name="shape">
              <a:extLst>
                <a:ext uri="{FF2B5EF4-FFF2-40B4-BE49-F238E27FC236}">
                  <a16:creationId xmlns:a16="http://schemas.microsoft.com/office/drawing/2014/main" id="{353EB801-B3B6-8CB2-EF88-B9082F0D0F9D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1" name="text">
              <a:extLst>
                <a:ext uri="{FF2B5EF4-FFF2-40B4-BE49-F238E27FC236}">
                  <a16:creationId xmlns:a16="http://schemas.microsoft.com/office/drawing/2014/main" id="{7B8CC4E2-06A3-5BD5-99BB-487698244847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32" name="shape">
              <a:extLst>
                <a:ext uri="{FF2B5EF4-FFF2-40B4-BE49-F238E27FC236}">
                  <a16:creationId xmlns:a16="http://schemas.microsoft.com/office/drawing/2014/main" id="{56D2CAC0-2D13-C108-BE54-13EC94E37E63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3" name="그룹 1332">
            <a:extLst>
              <a:ext uri="{FF2B5EF4-FFF2-40B4-BE49-F238E27FC236}">
                <a16:creationId xmlns:a16="http://schemas.microsoft.com/office/drawing/2014/main" id="{57A95D1D-8D8B-1E9C-838E-D5291017DE3C}"/>
              </a:ext>
            </a:extLst>
          </p:cNvPr>
          <p:cNvGrpSpPr/>
          <p:nvPr/>
        </p:nvGrpSpPr>
        <p:grpSpPr>
          <a:xfrm>
            <a:off x="6995160" y="7167372"/>
            <a:ext cx="2457907" cy="292608"/>
            <a:chOff x="8839200" y="7505700"/>
            <a:chExt cx="2457907" cy="292608"/>
          </a:xfrm>
        </p:grpSpPr>
        <p:sp>
          <p:nvSpPr>
            <p:cNvPr id="1334" name="shape">
              <a:extLst>
                <a:ext uri="{FF2B5EF4-FFF2-40B4-BE49-F238E27FC236}">
                  <a16:creationId xmlns:a16="http://schemas.microsoft.com/office/drawing/2014/main" id="{2B0188CB-5FB5-EA5C-84CE-A5ABD0C4D0AA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" name="text">
              <a:extLst>
                <a:ext uri="{FF2B5EF4-FFF2-40B4-BE49-F238E27FC236}">
                  <a16:creationId xmlns:a16="http://schemas.microsoft.com/office/drawing/2014/main" id="{784B0569-9B70-3D4C-DE0C-796D678F2E05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36" name="shape">
              <a:extLst>
                <a:ext uri="{FF2B5EF4-FFF2-40B4-BE49-F238E27FC236}">
                  <a16:creationId xmlns:a16="http://schemas.microsoft.com/office/drawing/2014/main" id="{653B9BB0-BD15-5ECB-1850-695901EF1617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7" name="shape">
              <a:extLst>
                <a:ext uri="{FF2B5EF4-FFF2-40B4-BE49-F238E27FC236}">
                  <a16:creationId xmlns:a16="http://schemas.microsoft.com/office/drawing/2014/main" id="{94AC46E6-BB1F-3A85-EAE4-BD6D877A3AC5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8" name="shape">
              <a:extLst>
                <a:ext uri="{FF2B5EF4-FFF2-40B4-BE49-F238E27FC236}">
                  <a16:creationId xmlns:a16="http://schemas.microsoft.com/office/drawing/2014/main" id="{643084EB-446D-F812-8F2E-A53B7C9061AF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9" name="shape">
              <a:extLst>
                <a:ext uri="{FF2B5EF4-FFF2-40B4-BE49-F238E27FC236}">
                  <a16:creationId xmlns:a16="http://schemas.microsoft.com/office/drawing/2014/main" id="{6A2294D5-3578-618D-85DF-32AB6DB6BE83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0" name="text">
              <a:extLst>
                <a:ext uri="{FF2B5EF4-FFF2-40B4-BE49-F238E27FC236}">
                  <a16:creationId xmlns:a16="http://schemas.microsoft.com/office/drawing/2014/main" id="{2B7407D5-E2FB-B5FA-9F12-BBEEB82CBA42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41" name="shape">
              <a:extLst>
                <a:ext uri="{FF2B5EF4-FFF2-40B4-BE49-F238E27FC236}">
                  <a16:creationId xmlns:a16="http://schemas.microsoft.com/office/drawing/2014/main" id="{CA13C017-ED8F-8FF2-6C89-E30720C003E1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2" name="shape">
              <a:extLst>
                <a:ext uri="{FF2B5EF4-FFF2-40B4-BE49-F238E27FC236}">
                  <a16:creationId xmlns:a16="http://schemas.microsoft.com/office/drawing/2014/main" id="{6A7826FF-D80F-5209-F15F-4D2A0BD40C22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3" name="text">
              <a:extLst>
                <a:ext uri="{FF2B5EF4-FFF2-40B4-BE49-F238E27FC236}">
                  <a16:creationId xmlns:a16="http://schemas.microsoft.com/office/drawing/2014/main" id="{8ADCB984-08E3-0022-D3D5-E6B3D660EA25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44" name="shape">
              <a:extLst>
                <a:ext uri="{FF2B5EF4-FFF2-40B4-BE49-F238E27FC236}">
                  <a16:creationId xmlns:a16="http://schemas.microsoft.com/office/drawing/2014/main" id="{9707294E-A0D6-8401-06EE-0DE6E9E8ACEE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cxnSp>
        <p:nvCxnSpPr>
          <p:cNvPr id="1346" name="직선 연결선 1345">
            <a:extLst>
              <a:ext uri="{FF2B5EF4-FFF2-40B4-BE49-F238E27FC236}">
                <a16:creationId xmlns:a16="http://schemas.microsoft.com/office/drawing/2014/main" id="{A50206DE-2C1F-17FE-CEA6-553F138AB37D}"/>
              </a:ext>
            </a:extLst>
          </p:cNvPr>
          <p:cNvCxnSpPr>
            <a:cxnSpLocks/>
          </p:cNvCxnSpPr>
          <p:nvPr/>
        </p:nvCxnSpPr>
        <p:spPr>
          <a:xfrm flipV="1">
            <a:off x="11229019" y="7167372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직선 연결선 1348">
            <a:extLst>
              <a:ext uri="{FF2B5EF4-FFF2-40B4-BE49-F238E27FC236}">
                <a16:creationId xmlns:a16="http://schemas.microsoft.com/office/drawing/2014/main" id="{40C4EC9D-EA16-908C-E79B-ADF5598140F8}"/>
              </a:ext>
            </a:extLst>
          </p:cNvPr>
          <p:cNvCxnSpPr>
            <a:cxnSpLocks/>
          </p:cNvCxnSpPr>
          <p:nvPr/>
        </p:nvCxnSpPr>
        <p:spPr>
          <a:xfrm flipH="1" flipV="1">
            <a:off x="10902793" y="7161417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 1350">
            <a:extLst>
              <a:ext uri="{FF2B5EF4-FFF2-40B4-BE49-F238E27FC236}">
                <a16:creationId xmlns:a16="http://schemas.microsoft.com/office/drawing/2014/main" id="{4EB258EA-AB4D-1C91-A8C7-1C74CF8B86A7}"/>
              </a:ext>
            </a:extLst>
          </p:cNvPr>
          <p:cNvCxnSpPr>
            <a:cxnSpLocks/>
          </p:cNvCxnSpPr>
          <p:nvPr/>
        </p:nvCxnSpPr>
        <p:spPr>
          <a:xfrm flipV="1">
            <a:off x="11109960" y="7091172"/>
            <a:ext cx="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0" name="그룹 1359">
            <a:extLst>
              <a:ext uri="{FF2B5EF4-FFF2-40B4-BE49-F238E27FC236}">
                <a16:creationId xmlns:a16="http://schemas.microsoft.com/office/drawing/2014/main" id="{8BCBD769-FAF3-9036-C26C-D4D203E89C1B}"/>
              </a:ext>
            </a:extLst>
          </p:cNvPr>
          <p:cNvGrpSpPr/>
          <p:nvPr/>
        </p:nvGrpSpPr>
        <p:grpSpPr>
          <a:xfrm>
            <a:off x="6484620" y="8005572"/>
            <a:ext cx="509016" cy="671901"/>
            <a:chOff x="6263348" y="5219700"/>
            <a:chExt cx="457200" cy="603504"/>
          </a:xfrm>
        </p:grpSpPr>
        <p:grpSp>
          <p:nvGrpSpPr>
            <p:cNvPr id="1359" name="그룹 1358">
              <a:extLst>
                <a:ext uri="{FF2B5EF4-FFF2-40B4-BE49-F238E27FC236}">
                  <a16:creationId xmlns:a16="http://schemas.microsoft.com/office/drawing/2014/main" id="{76ECF604-2D18-99FB-59DC-BF6B43A88BE4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354" name="shape">
                <a:extLst>
                  <a:ext uri="{FF2B5EF4-FFF2-40B4-BE49-F238E27FC236}">
                    <a16:creationId xmlns:a16="http://schemas.microsoft.com/office/drawing/2014/main" id="{B57D7B95-5BA0-EF22-C972-8F5B4A9F4AC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356" name="shape">
                <a:extLst>
                  <a:ext uri="{FF2B5EF4-FFF2-40B4-BE49-F238E27FC236}">
                    <a16:creationId xmlns:a16="http://schemas.microsoft.com/office/drawing/2014/main" id="{6C58BDA1-3F55-7F81-6872-29C7BDFB4FD7}"/>
                  </a:ext>
                </a:extLst>
              </p:cNvPr>
              <p:cNvSpPr/>
              <p:nvPr/>
            </p:nvSpPr>
            <p:spPr>
              <a:xfrm>
                <a:off x="6428232" y="5420868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358" name="text">
              <a:extLst>
                <a:ext uri="{FF2B5EF4-FFF2-40B4-BE49-F238E27FC236}">
                  <a16:creationId xmlns:a16="http://schemas.microsoft.com/office/drawing/2014/main" id="{1B107EB1-3838-10CA-0372-786D28C03DC2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grpSp>
        <p:nvGrpSpPr>
          <p:cNvPr id="1361" name="그룹 1360">
            <a:extLst>
              <a:ext uri="{FF2B5EF4-FFF2-40B4-BE49-F238E27FC236}">
                <a16:creationId xmlns:a16="http://schemas.microsoft.com/office/drawing/2014/main" id="{24B8C258-EF65-844B-290A-EC19E50BEBA3}"/>
              </a:ext>
            </a:extLst>
          </p:cNvPr>
          <p:cNvGrpSpPr/>
          <p:nvPr/>
        </p:nvGrpSpPr>
        <p:grpSpPr>
          <a:xfrm>
            <a:off x="7071360" y="7853172"/>
            <a:ext cx="2293092" cy="847829"/>
            <a:chOff x="8233715" y="4736955"/>
            <a:chExt cx="2860497" cy="994910"/>
          </a:xfrm>
        </p:grpSpPr>
        <p:sp>
          <p:nvSpPr>
            <p:cNvPr id="1362" name="직사각형 1361">
              <a:extLst>
                <a:ext uri="{FF2B5EF4-FFF2-40B4-BE49-F238E27FC236}">
                  <a16:creationId xmlns:a16="http://schemas.microsoft.com/office/drawing/2014/main" id="{5B280BE6-1B08-0937-7E4C-60094EB2635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363" name="그룹 1362">
              <a:extLst>
                <a:ext uri="{FF2B5EF4-FFF2-40B4-BE49-F238E27FC236}">
                  <a16:creationId xmlns:a16="http://schemas.microsoft.com/office/drawing/2014/main" id="{1FE56FCC-9C48-C68F-A5C4-8098091411D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364" name="그룹 1363">
                <a:extLst>
                  <a:ext uri="{FF2B5EF4-FFF2-40B4-BE49-F238E27FC236}">
                    <a16:creationId xmlns:a16="http://schemas.microsoft.com/office/drawing/2014/main" id="{9F488344-8242-437A-89B0-DE500730EE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04" name="그룹 1403">
                  <a:extLst>
                    <a:ext uri="{FF2B5EF4-FFF2-40B4-BE49-F238E27FC236}">
                      <a16:creationId xmlns:a16="http://schemas.microsoft.com/office/drawing/2014/main" id="{1CF0F147-9828-C451-45AD-C6937157627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06" name="그룹 1405">
                    <a:extLst>
                      <a:ext uri="{FF2B5EF4-FFF2-40B4-BE49-F238E27FC236}">
                        <a16:creationId xmlns:a16="http://schemas.microsoft.com/office/drawing/2014/main" id="{7AF9BB84-09FE-E690-785D-3E30C18A98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12" name="직사각형 1411">
                      <a:extLst>
                        <a:ext uri="{FF2B5EF4-FFF2-40B4-BE49-F238E27FC236}">
                          <a16:creationId xmlns:a16="http://schemas.microsoft.com/office/drawing/2014/main" id="{2FFCECCB-B711-38EA-5322-A619C2384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3" name="직사각형 1412">
                      <a:extLst>
                        <a:ext uri="{FF2B5EF4-FFF2-40B4-BE49-F238E27FC236}">
                          <a16:creationId xmlns:a16="http://schemas.microsoft.com/office/drawing/2014/main" id="{5FD2154A-6808-9C4F-1C63-FCCBB9D9A2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4" name="직사각형 1413">
                      <a:extLst>
                        <a:ext uri="{FF2B5EF4-FFF2-40B4-BE49-F238E27FC236}">
                          <a16:creationId xmlns:a16="http://schemas.microsoft.com/office/drawing/2014/main" id="{FE4A3FD2-31EF-3D05-AB29-7160F38E4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5" name="직사각형 1414">
                      <a:extLst>
                        <a:ext uri="{FF2B5EF4-FFF2-40B4-BE49-F238E27FC236}">
                          <a16:creationId xmlns:a16="http://schemas.microsoft.com/office/drawing/2014/main" id="{90B7A6B0-C1BF-ADA4-7E86-B5A8B76DA51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07" name="그룹 1406">
                    <a:extLst>
                      <a:ext uri="{FF2B5EF4-FFF2-40B4-BE49-F238E27FC236}">
                        <a16:creationId xmlns:a16="http://schemas.microsoft.com/office/drawing/2014/main" id="{F7335E97-1DAB-9AC0-9DCA-81D69CF5237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8" name="직사각형 1407">
                      <a:extLst>
                        <a:ext uri="{FF2B5EF4-FFF2-40B4-BE49-F238E27FC236}">
                          <a16:creationId xmlns:a16="http://schemas.microsoft.com/office/drawing/2014/main" id="{C228E6F5-6CA3-7C57-8597-4AA2AC770E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9" name="직사각형 1408">
                      <a:extLst>
                        <a:ext uri="{FF2B5EF4-FFF2-40B4-BE49-F238E27FC236}">
                          <a16:creationId xmlns:a16="http://schemas.microsoft.com/office/drawing/2014/main" id="{9AC2577A-200C-FB7F-0877-20ABFCBCA1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0" name="직사각형 1409">
                      <a:extLst>
                        <a:ext uri="{FF2B5EF4-FFF2-40B4-BE49-F238E27FC236}">
                          <a16:creationId xmlns:a16="http://schemas.microsoft.com/office/drawing/2014/main" id="{C1ADC740-47DE-3625-62CC-4B52E5F7F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1" name="직사각형 1410">
                      <a:extLst>
                        <a:ext uri="{FF2B5EF4-FFF2-40B4-BE49-F238E27FC236}">
                          <a16:creationId xmlns:a16="http://schemas.microsoft.com/office/drawing/2014/main" id="{4A891C78-23B2-C892-43A9-CC4B7039C9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05" name="직사각형 1404">
                  <a:extLst>
                    <a:ext uri="{FF2B5EF4-FFF2-40B4-BE49-F238E27FC236}">
                      <a16:creationId xmlns:a16="http://schemas.microsoft.com/office/drawing/2014/main" id="{0A865F80-1D81-24A2-89C9-1A12025446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5" name="그룹 1364">
                <a:extLst>
                  <a:ext uri="{FF2B5EF4-FFF2-40B4-BE49-F238E27FC236}">
                    <a16:creationId xmlns:a16="http://schemas.microsoft.com/office/drawing/2014/main" id="{9B505AF3-933F-C38A-923B-5A06F4565716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92" name="그룹 1391">
                  <a:extLst>
                    <a:ext uri="{FF2B5EF4-FFF2-40B4-BE49-F238E27FC236}">
                      <a16:creationId xmlns:a16="http://schemas.microsoft.com/office/drawing/2014/main" id="{6200205D-88C9-E092-68ED-D341D724C79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94" name="그룹 1393">
                    <a:extLst>
                      <a:ext uri="{FF2B5EF4-FFF2-40B4-BE49-F238E27FC236}">
                        <a16:creationId xmlns:a16="http://schemas.microsoft.com/office/drawing/2014/main" id="{0BC5CAB8-27DD-2176-24BB-EB4120BB0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0" name="직사각형 1399">
                      <a:extLst>
                        <a:ext uri="{FF2B5EF4-FFF2-40B4-BE49-F238E27FC236}">
                          <a16:creationId xmlns:a16="http://schemas.microsoft.com/office/drawing/2014/main" id="{E62E85F4-DB4C-91D9-D9B9-95F88BA55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1" name="직사각형 1400">
                      <a:extLst>
                        <a:ext uri="{FF2B5EF4-FFF2-40B4-BE49-F238E27FC236}">
                          <a16:creationId xmlns:a16="http://schemas.microsoft.com/office/drawing/2014/main" id="{C78B82DF-0FD0-B4AB-BFF0-8F3ABF67FA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2" name="직사각형 1401">
                      <a:extLst>
                        <a:ext uri="{FF2B5EF4-FFF2-40B4-BE49-F238E27FC236}">
                          <a16:creationId xmlns:a16="http://schemas.microsoft.com/office/drawing/2014/main" id="{4983E83D-E3E8-D221-028B-9C0A3342B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3" name="직사각형 1402">
                      <a:extLst>
                        <a:ext uri="{FF2B5EF4-FFF2-40B4-BE49-F238E27FC236}">
                          <a16:creationId xmlns:a16="http://schemas.microsoft.com/office/drawing/2014/main" id="{9442AA6A-5459-7B5C-E179-E577FCBD3CD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95" name="그룹 1394">
                    <a:extLst>
                      <a:ext uri="{FF2B5EF4-FFF2-40B4-BE49-F238E27FC236}">
                        <a16:creationId xmlns:a16="http://schemas.microsoft.com/office/drawing/2014/main" id="{5B261EEF-C431-D6E1-24B1-6708D471FB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96" name="직사각형 1395">
                      <a:extLst>
                        <a:ext uri="{FF2B5EF4-FFF2-40B4-BE49-F238E27FC236}">
                          <a16:creationId xmlns:a16="http://schemas.microsoft.com/office/drawing/2014/main" id="{2C7340C4-D34F-F23F-713B-F7A7970B59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7" name="직사각형 1396">
                      <a:extLst>
                        <a:ext uri="{FF2B5EF4-FFF2-40B4-BE49-F238E27FC236}">
                          <a16:creationId xmlns:a16="http://schemas.microsoft.com/office/drawing/2014/main" id="{CB82D5C3-EEB6-5457-4457-D3767D19C0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8" name="직사각형 1397">
                      <a:extLst>
                        <a:ext uri="{FF2B5EF4-FFF2-40B4-BE49-F238E27FC236}">
                          <a16:creationId xmlns:a16="http://schemas.microsoft.com/office/drawing/2014/main" id="{D66A9313-3181-FD1A-E92A-CC589B683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9" name="직사각형 1398">
                      <a:extLst>
                        <a:ext uri="{FF2B5EF4-FFF2-40B4-BE49-F238E27FC236}">
                          <a16:creationId xmlns:a16="http://schemas.microsoft.com/office/drawing/2014/main" id="{2DDB6F34-F650-CB98-FF43-F1649CB2D1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93" name="직사각형 1392">
                  <a:extLst>
                    <a:ext uri="{FF2B5EF4-FFF2-40B4-BE49-F238E27FC236}">
                      <a16:creationId xmlns:a16="http://schemas.microsoft.com/office/drawing/2014/main" id="{76DA7032-3645-BEF4-E44E-12278334B00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6" name="그룹 1365">
                <a:extLst>
                  <a:ext uri="{FF2B5EF4-FFF2-40B4-BE49-F238E27FC236}">
                    <a16:creationId xmlns:a16="http://schemas.microsoft.com/office/drawing/2014/main" id="{95BC4CB6-C7BE-0B61-D0A1-E66062E34D64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80" name="그룹 1379">
                  <a:extLst>
                    <a:ext uri="{FF2B5EF4-FFF2-40B4-BE49-F238E27FC236}">
                      <a16:creationId xmlns:a16="http://schemas.microsoft.com/office/drawing/2014/main" id="{EBDB7DA5-F516-0205-7473-D30A7D2F29D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82" name="그룹 1381">
                    <a:extLst>
                      <a:ext uri="{FF2B5EF4-FFF2-40B4-BE49-F238E27FC236}">
                        <a16:creationId xmlns:a16="http://schemas.microsoft.com/office/drawing/2014/main" id="{5559D970-EF85-5186-1A98-75ABF1FD5B8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8" name="직사각형 1387">
                      <a:extLst>
                        <a:ext uri="{FF2B5EF4-FFF2-40B4-BE49-F238E27FC236}">
                          <a16:creationId xmlns:a16="http://schemas.microsoft.com/office/drawing/2014/main" id="{DB72A184-300B-8F24-07B3-6B4836F6E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9" name="직사각형 1388">
                      <a:extLst>
                        <a:ext uri="{FF2B5EF4-FFF2-40B4-BE49-F238E27FC236}">
                          <a16:creationId xmlns:a16="http://schemas.microsoft.com/office/drawing/2014/main" id="{0B88C048-2A65-9A9C-7987-1F040538718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0" name="직사각형 1389">
                      <a:extLst>
                        <a:ext uri="{FF2B5EF4-FFF2-40B4-BE49-F238E27FC236}">
                          <a16:creationId xmlns:a16="http://schemas.microsoft.com/office/drawing/2014/main" id="{A4887501-56AA-FA8D-16AB-685952ABE1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1" name="직사각형 1390">
                      <a:extLst>
                        <a:ext uri="{FF2B5EF4-FFF2-40B4-BE49-F238E27FC236}">
                          <a16:creationId xmlns:a16="http://schemas.microsoft.com/office/drawing/2014/main" id="{3D4BFC1C-89DB-04D9-4EA6-ACED5346B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83" name="그룹 1382">
                    <a:extLst>
                      <a:ext uri="{FF2B5EF4-FFF2-40B4-BE49-F238E27FC236}">
                        <a16:creationId xmlns:a16="http://schemas.microsoft.com/office/drawing/2014/main" id="{2ADC605D-E323-76F5-9E7D-8A4324D0F1F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4" name="직사각형 1383">
                      <a:extLst>
                        <a:ext uri="{FF2B5EF4-FFF2-40B4-BE49-F238E27FC236}">
                          <a16:creationId xmlns:a16="http://schemas.microsoft.com/office/drawing/2014/main" id="{41E86C66-83DE-7ABC-7E3E-D400CEBA1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5" name="직사각형 1384">
                      <a:extLst>
                        <a:ext uri="{FF2B5EF4-FFF2-40B4-BE49-F238E27FC236}">
                          <a16:creationId xmlns:a16="http://schemas.microsoft.com/office/drawing/2014/main" id="{B0429CF7-256C-C6D6-0822-F87D60FB61D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6" name="직사각형 1385">
                      <a:extLst>
                        <a:ext uri="{FF2B5EF4-FFF2-40B4-BE49-F238E27FC236}">
                          <a16:creationId xmlns:a16="http://schemas.microsoft.com/office/drawing/2014/main" id="{CF66CFAB-4088-41DE-E023-FF3618106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7" name="직사각형 1386">
                      <a:extLst>
                        <a:ext uri="{FF2B5EF4-FFF2-40B4-BE49-F238E27FC236}">
                          <a16:creationId xmlns:a16="http://schemas.microsoft.com/office/drawing/2014/main" id="{01FE9E77-53A2-813A-76B0-E44D771BE8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81" name="직사각형 1380">
                  <a:extLst>
                    <a:ext uri="{FF2B5EF4-FFF2-40B4-BE49-F238E27FC236}">
                      <a16:creationId xmlns:a16="http://schemas.microsoft.com/office/drawing/2014/main" id="{17AD4919-F0EF-6102-6BC7-C4003A3F10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7" name="그룹 1366">
                <a:extLst>
                  <a:ext uri="{FF2B5EF4-FFF2-40B4-BE49-F238E27FC236}">
                    <a16:creationId xmlns:a16="http://schemas.microsoft.com/office/drawing/2014/main" id="{61C4462A-52AC-704B-12DE-A180ABB0F80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1368" name="그룹 1367">
                  <a:extLst>
                    <a:ext uri="{FF2B5EF4-FFF2-40B4-BE49-F238E27FC236}">
                      <a16:creationId xmlns:a16="http://schemas.microsoft.com/office/drawing/2014/main" id="{358EF3BE-AE69-40A4-F7A0-4C5AB92DE2E7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1370" name="그룹 1369">
                    <a:extLst>
                      <a:ext uri="{FF2B5EF4-FFF2-40B4-BE49-F238E27FC236}">
                        <a16:creationId xmlns:a16="http://schemas.microsoft.com/office/drawing/2014/main" id="{7775DA71-9B87-2AAD-C82A-52350EFE01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1376" name="직사각형 1375">
                      <a:extLst>
                        <a:ext uri="{FF2B5EF4-FFF2-40B4-BE49-F238E27FC236}">
                          <a16:creationId xmlns:a16="http://schemas.microsoft.com/office/drawing/2014/main" id="{615D9EA4-1DD4-391C-D7F1-21E51ADB1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7" name="직사각형 1376">
                      <a:extLst>
                        <a:ext uri="{FF2B5EF4-FFF2-40B4-BE49-F238E27FC236}">
                          <a16:creationId xmlns:a16="http://schemas.microsoft.com/office/drawing/2014/main" id="{E4A956EB-4EBE-7F3D-414E-B18E9C9C73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8" name="직사각형 1377">
                      <a:extLst>
                        <a:ext uri="{FF2B5EF4-FFF2-40B4-BE49-F238E27FC236}">
                          <a16:creationId xmlns:a16="http://schemas.microsoft.com/office/drawing/2014/main" id="{CCC58A4C-3BD3-6C18-9530-D070372337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9" name="직사각형 1378">
                      <a:extLst>
                        <a:ext uri="{FF2B5EF4-FFF2-40B4-BE49-F238E27FC236}">
                          <a16:creationId xmlns:a16="http://schemas.microsoft.com/office/drawing/2014/main" id="{303753F0-9DF7-2C96-0DD3-D383D6F31B8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71" name="그룹 1370">
                    <a:extLst>
                      <a:ext uri="{FF2B5EF4-FFF2-40B4-BE49-F238E27FC236}">
                        <a16:creationId xmlns:a16="http://schemas.microsoft.com/office/drawing/2014/main" id="{B67021BC-4F87-7A54-CDA1-D408891618D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1372" name="직사각형 1371">
                      <a:extLst>
                        <a:ext uri="{FF2B5EF4-FFF2-40B4-BE49-F238E27FC236}">
                          <a16:creationId xmlns:a16="http://schemas.microsoft.com/office/drawing/2014/main" id="{17C414F5-A82E-6795-614C-FB18807844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3" name="직사각형 1372">
                      <a:extLst>
                        <a:ext uri="{FF2B5EF4-FFF2-40B4-BE49-F238E27FC236}">
                          <a16:creationId xmlns:a16="http://schemas.microsoft.com/office/drawing/2014/main" id="{DE661522-786D-3AA0-8CC3-897C9E8B2B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4" name="직사각형 1373">
                      <a:extLst>
                        <a:ext uri="{FF2B5EF4-FFF2-40B4-BE49-F238E27FC236}">
                          <a16:creationId xmlns:a16="http://schemas.microsoft.com/office/drawing/2014/main" id="{4AAD5988-FF9E-0CE5-4CB8-87D2D915E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5" name="직사각형 1374">
                      <a:extLst>
                        <a:ext uri="{FF2B5EF4-FFF2-40B4-BE49-F238E27FC236}">
                          <a16:creationId xmlns:a16="http://schemas.microsoft.com/office/drawing/2014/main" id="{46AC8AB9-6869-0229-2FC6-A31E262F71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69" name="직사각형 1368">
                  <a:extLst>
                    <a:ext uri="{FF2B5EF4-FFF2-40B4-BE49-F238E27FC236}">
                      <a16:creationId xmlns:a16="http://schemas.microsoft.com/office/drawing/2014/main" id="{6165FB87-745F-561A-3FDB-30B2D17BE8E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421" name="그룹 1420">
            <a:extLst>
              <a:ext uri="{FF2B5EF4-FFF2-40B4-BE49-F238E27FC236}">
                <a16:creationId xmlns:a16="http://schemas.microsoft.com/office/drawing/2014/main" id="{D196D6CF-750A-5408-6DEE-71ABAF34303B}"/>
              </a:ext>
            </a:extLst>
          </p:cNvPr>
          <p:cNvGrpSpPr/>
          <p:nvPr/>
        </p:nvGrpSpPr>
        <p:grpSpPr>
          <a:xfrm>
            <a:off x="9894390" y="8005572"/>
            <a:ext cx="509016" cy="671901"/>
            <a:chOff x="6263348" y="5219700"/>
            <a:chExt cx="457200" cy="603504"/>
          </a:xfrm>
        </p:grpSpPr>
        <p:grpSp>
          <p:nvGrpSpPr>
            <p:cNvPr id="1422" name="그룹 1421">
              <a:extLst>
                <a:ext uri="{FF2B5EF4-FFF2-40B4-BE49-F238E27FC236}">
                  <a16:creationId xmlns:a16="http://schemas.microsoft.com/office/drawing/2014/main" id="{14F9C22D-8984-B1DD-54B8-DEAADD4E8C3C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424" name="shape">
                <a:extLst>
                  <a:ext uri="{FF2B5EF4-FFF2-40B4-BE49-F238E27FC236}">
                    <a16:creationId xmlns:a16="http://schemas.microsoft.com/office/drawing/2014/main" id="{7E25E3AC-BB42-5580-7432-18452A2CE04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425" name="shape">
                <a:extLst>
                  <a:ext uri="{FF2B5EF4-FFF2-40B4-BE49-F238E27FC236}">
                    <a16:creationId xmlns:a16="http://schemas.microsoft.com/office/drawing/2014/main" id="{361806C3-9895-547D-B929-E689C74BBEFE}"/>
                  </a:ext>
                </a:extLst>
              </p:cNvPr>
              <p:cNvSpPr/>
              <p:nvPr/>
            </p:nvSpPr>
            <p:spPr>
              <a:xfrm>
                <a:off x="6428232" y="5258763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423" name="text">
              <a:extLst>
                <a:ext uri="{FF2B5EF4-FFF2-40B4-BE49-F238E27FC236}">
                  <a16:creationId xmlns:a16="http://schemas.microsoft.com/office/drawing/2014/main" id="{6ADF730F-FF0D-3D7A-0BE6-3CA7DB927EEE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sp>
        <p:nvSpPr>
          <p:cNvPr id="1426" name="TextBox 1425">
            <a:extLst>
              <a:ext uri="{FF2B5EF4-FFF2-40B4-BE49-F238E27FC236}">
                <a16:creationId xmlns:a16="http://schemas.microsoft.com/office/drawing/2014/main" id="{49814FEA-D5D2-7599-F620-70409D655AB0}"/>
              </a:ext>
            </a:extLst>
          </p:cNvPr>
          <p:cNvSpPr txBox="1"/>
          <p:nvPr/>
        </p:nvSpPr>
        <p:spPr>
          <a:xfrm>
            <a:off x="7604760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sec / msec</a:t>
            </a:r>
            <a:endParaRPr lang="ko-KR" altLang="en-US" sz="2000"/>
          </a:p>
        </p:txBody>
      </p:sp>
      <p:sp>
        <p:nvSpPr>
          <p:cNvPr id="1487" name="TextBox 1486">
            <a:extLst>
              <a:ext uri="{FF2B5EF4-FFF2-40B4-BE49-F238E27FC236}">
                <a16:creationId xmlns:a16="http://schemas.microsoft.com/office/drawing/2014/main" id="{C1B530B3-83AA-436E-24BD-E59ED211FA29}"/>
              </a:ext>
            </a:extLst>
          </p:cNvPr>
          <p:cNvSpPr txBox="1"/>
          <p:nvPr/>
        </p:nvSpPr>
        <p:spPr>
          <a:xfrm>
            <a:off x="11563616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Hour / min</a:t>
            </a:r>
            <a:endParaRPr lang="ko-KR" altLang="en-US" sz="2000"/>
          </a:p>
        </p:txBody>
      </p:sp>
      <p:grpSp>
        <p:nvGrpSpPr>
          <p:cNvPr id="1488" name="그룹 1487">
            <a:extLst>
              <a:ext uri="{FF2B5EF4-FFF2-40B4-BE49-F238E27FC236}">
                <a16:creationId xmlns:a16="http://schemas.microsoft.com/office/drawing/2014/main" id="{F742D989-B54D-322E-976C-7C9F640ADA95}"/>
              </a:ext>
            </a:extLst>
          </p:cNvPr>
          <p:cNvGrpSpPr/>
          <p:nvPr/>
        </p:nvGrpSpPr>
        <p:grpSpPr>
          <a:xfrm>
            <a:off x="11041908" y="7877071"/>
            <a:ext cx="2293092" cy="847829"/>
            <a:chOff x="8233715" y="4736955"/>
            <a:chExt cx="2860497" cy="994910"/>
          </a:xfrm>
        </p:grpSpPr>
        <p:sp>
          <p:nvSpPr>
            <p:cNvPr id="1489" name="직사각형 1488">
              <a:extLst>
                <a:ext uri="{FF2B5EF4-FFF2-40B4-BE49-F238E27FC236}">
                  <a16:creationId xmlns:a16="http://schemas.microsoft.com/office/drawing/2014/main" id="{F2498CD8-DFCB-21A0-9D96-DEB8DD0CD17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490" name="그룹 1489">
              <a:extLst>
                <a:ext uri="{FF2B5EF4-FFF2-40B4-BE49-F238E27FC236}">
                  <a16:creationId xmlns:a16="http://schemas.microsoft.com/office/drawing/2014/main" id="{0EFC3CB7-11EF-05E7-7D0A-42DFFD822C3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491" name="그룹 1490">
                <a:extLst>
                  <a:ext uri="{FF2B5EF4-FFF2-40B4-BE49-F238E27FC236}">
                    <a16:creationId xmlns:a16="http://schemas.microsoft.com/office/drawing/2014/main" id="{123A103E-C6D9-BA10-9585-32909E72FB9E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31" name="그룹 1530">
                  <a:extLst>
                    <a:ext uri="{FF2B5EF4-FFF2-40B4-BE49-F238E27FC236}">
                      <a16:creationId xmlns:a16="http://schemas.microsoft.com/office/drawing/2014/main" id="{2524548F-AA93-FAB5-CCB1-D2A0E286F31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33" name="그룹 1532">
                    <a:extLst>
                      <a:ext uri="{FF2B5EF4-FFF2-40B4-BE49-F238E27FC236}">
                        <a16:creationId xmlns:a16="http://schemas.microsoft.com/office/drawing/2014/main" id="{15DC4C83-BFC7-91D8-AFA2-E34A2D7B1DE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9" name="직사각형 1538">
                      <a:extLst>
                        <a:ext uri="{FF2B5EF4-FFF2-40B4-BE49-F238E27FC236}">
                          <a16:creationId xmlns:a16="http://schemas.microsoft.com/office/drawing/2014/main" id="{80281BAE-AAD4-6FC5-E2DC-52056DCE6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0" name="직사각형 1539">
                      <a:extLst>
                        <a:ext uri="{FF2B5EF4-FFF2-40B4-BE49-F238E27FC236}">
                          <a16:creationId xmlns:a16="http://schemas.microsoft.com/office/drawing/2014/main" id="{46A354D8-4A83-6D7F-5755-1D64ED5A6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1" name="직사각형 1540">
                      <a:extLst>
                        <a:ext uri="{FF2B5EF4-FFF2-40B4-BE49-F238E27FC236}">
                          <a16:creationId xmlns:a16="http://schemas.microsoft.com/office/drawing/2014/main" id="{1565E794-DE24-23D2-507B-6218BBC34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2" name="직사각형 1541">
                      <a:extLst>
                        <a:ext uri="{FF2B5EF4-FFF2-40B4-BE49-F238E27FC236}">
                          <a16:creationId xmlns:a16="http://schemas.microsoft.com/office/drawing/2014/main" id="{2F9CBC4D-5D46-930E-262A-6932A15898D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34" name="그룹 1533">
                    <a:extLst>
                      <a:ext uri="{FF2B5EF4-FFF2-40B4-BE49-F238E27FC236}">
                        <a16:creationId xmlns:a16="http://schemas.microsoft.com/office/drawing/2014/main" id="{0EDDE656-B23B-B3A7-2353-124BAB0ACE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5" name="직사각형 1534">
                      <a:extLst>
                        <a:ext uri="{FF2B5EF4-FFF2-40B4-BE49-F238E27FC236}">
                          <a16:creationId xmlns:a16="http://schemas.microsoft.com/office/drawing/2014/main" id="{C5EED76A-284C-D6DE-B361-AC9F96722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6" name="직사각형 1535">
                      <a:extLst>
                        <a:ext uri="{FF2B5EF4-FFF2-40B4-BE49-F238E27FC236}">
                          <a16:creationId xmlns:a16="http://schemas.microsoft.com/office/drawing/2014/main" id="{30281F5B-AF81-9BA0-E004-B434B8D2BE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7" name="직사각형 1536">
                      <a:extLst>
                        <a:ext uri="{FF2B5EF4-FFF2-40B4-BE49-F238E27FC236}">
                          <a16:creationId xmlns:a16="http://schemas.microsoft.com/office/drawing/2014/main" id="{771E0567-A764-773B-5D23-4471B16BB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8" name="직사각형 1537">
                      <a:extLst>
                        <a:ext uri="{FF2B5EF4-FFF2-40B4-BE49-F238E27FC236}">
                          <a16:creationId xmlns:a16="http://schemas.microsoft.com/office/drawing/2014/main" id="{7FF7E04E-E280-3544-37D6-CD38C4D0C62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32" name="직사각형 1531">
                  <a:extLst>
                    <a:ext uri="{FF2B5EF4-FFF2-40B4-BE49-F238E27FC236}">
                      <a16:creationId xmlns:a16="http://schemas.microsoft.com/office/drawing/2014/main" id="{A4C4D68D-8E48-8C39-9048-2D684B1E09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2" name="그룹 1491">
                <a:extLst>
                  <a:ext uri="{FF2B5EF4-FFF2-40B4-BE49-F238E27FC236}">
                    <a16:creationId xmlns:a16="http://schemas.microsoft.com/office/drawing/2014/main" id="{D2651E50-8EFC-26B7-F148-66684C8C72C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19" name="그룹 1518">
                  <a:extLst>
                    <a:ext uri="{FF2B5EF4-FFF2-40B4-BE49-F238E27FC236}">
                      <a16:creationId xmlns:a16="http://schemas.microsoft.com/office/drawing/2014/main" id="{9365EFA9-6E76-6290-1D9F-7096394747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21" name="그룹 1520">
                    <a:extLst>
                      <a:ext uri="{FF2B5EF4-FFF2-40B4-BE49-F238E27FC236}">
                        <a16:creationId xmlns:a16="http://schemas.microsoft.com/office/drawing/2014/main" id="{938E1D75-81F0-6836-6E14-AA4EE71374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7" name="직사각형 1526">
                      <a:extLst>
                        <a:ext uri="{FF2B5EF4-FFF2-40B4-BE49-F238E27FC236}">
                          <a16:creationId xmlns:a16="http://schemas.microsoft.com/office/drawing/2014/main" id="{955092BE-AA35-2D03-E60F-F28EFEF0A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8" name="직사각형 1527">
                      <a:extLst>
                        <a:ext uri="{FF2B5EF4-FFF2-40B4-BE49-F238E27FC236}">
                          <a16:creationId xmlns:a16="http://schemas.microsoft.com/office/drawing/2014/main" id="{7C93FCEF-5ECF-93B3-6C6C-7DBBE15AB2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9" name="직사각형 1528">
                      <a:extLst>
                        <a:ext uri="{FF2B5EF4-FFF2-40B4-BE49-F238E27FC236}">
                          <a16:creationId xmlns:a16="http://schemas.microsoft.com/office/drawing/2014/main" id="{42EA4131-5989-7F9B-1B3B-CD165ABF3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0" name="직사각형 1529">
                      <a:extLst>
                        <a:ext uri="{FF2B5EF4-FFF2-40B4-BE49-F238E27FC236}">
                          <a16:creationId xmlns:a16="http://schemas.microsoft.com/office/drawing/2014/main" id="{AD3FFBF6-28D9-88C0-8D53-9A638B3583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22" name="그룹 1521">
                    <a:extLst>
                      <a:ext uri="{FF2B5EF4-FFF2-40B4-BE49-F238E27FC236}">
                        <a16:creationId xmlns:a16="http://schemas.microsoft.com/office/drawing/2014/main" id="{99B875BE-EBB0-51E0-C426-1D70E0FF29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3" name="직사각형 1522">
                      <a:extLst>
                        <a:ext uri="{FF2B5EF4-FFF2-40B4-BE49-F238E27FC236}">
                          <a16:creationId xmlns:a16="http://schemas.microsoft.com/office/drawing/2014/main" id="{64CBE41F-815E-3AD6-6C12-2C73F6302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4" name="직사각형 1523">
                      <a:extLst>
                        <a:ext uri="{FF2B5EF4-FFF2-40B4-BE49-F238E27FC236}">
                          <a16:creationId xmlns:a16="http://schemas.microsoft.com/office/drawing/2014/main" id="{2F15DD49-E9C3-759A-0BB2-AC80840AB0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5" name="직사각형 1524">
                      <a:extLst>
                        <a:ext uri="{FF2B5EF4-FFF2-40B4-BE49-F238E27FC236}">
                          <a16:creationId xmlns:a16="http://schemas.microsoft.com/office/drawing/2014/main" id="{AB796588-AF6F-37ED-19ED-4625F320D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6" name="직사각형 1525">
                      <a:extLst>
                        <a:ext uri="{FF2B5EF4-FFF2-40B4-BE49-F238E27FC236}">
                          <a16:creationId xmlns:a16="http://schemas.microsoft.com/office/drawing/2014/main" id="{547AC6E1-EF3A-EAF8-A371-B24AEDFD72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20" name="직사각형 1519">
                  <a:extLst>
                    <a:ext uri="{FF2B5EF4-FFF2-40B4-BE49-F238E27FC236}">
                      <a16:creationId xmlns:a16="http://schemas.microsoft.com/office/drawing/2014/main" id="{A2C0A46A-8084-3659-7B2E-3A9DCAC410D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3" name="그룹 1492">
                <a:extLst>
                  <a:ext uri="{FF2B5EF4-FFF2-40B4-BE49-F238E27FC236}">
                    <a16:creationId xmlns:a16="http://schemas.microsoft.com/office/drawing/2014/main" id="{B79D3598-088F-CE20-5D00-AAA71E722C71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07" name="그룹 1506">
                  <a:extLst>
                    <a:ext uri="{FF2B5EF4-FFF2-40B4-BE49-F238E27FC236}">
                      <a16:creationId xmlns:a16="http://schemas.microsoft.com/office/drawing/2014/main" id="{C620ECB0-2330-CCFC-3E9F-2060EE9A224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09" name="그룹 1508">
                    <a:extLst>
                      <a:ext uri="{FF2B5EF4-FFF2-40B4-BE49-F238E27FC236}">
                        <a16:creationId xmlns:a16="http://schemas.microsoft.com/office/drawing/2014/main" id="{09DDDA60-26FD-558E-8765-758283F01C3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5" name="직사각형 1514">
                      <a:extLst>
                        <a:ext uri="{FF2B5EF4-FFF2-40B4-BE49-F238E27FC236}">
                          <a16:creationId xmlns:a16="http://schemas.microsoft.com/office/drawing/2014/main" id="{BD2BF891-4C9E-EDF3-C502-B45015F7A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6" name="직사각형 1515">
                      <a:extLst>
                        <a:ext uri="{FF2B5EF4-FFF2-40B4-BE49-F238E27FC236}">
                          <a16:creationId xmlns:a16="http://schemas.microsoft.com/office/drawing/2014/main" id="{8B624C48-01AC-FFA7-AE96-3C9180AE33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7" name="직사각형 1516">
                      <a:extLst>
                        <a:ext uri="{FF2B5EF4-FFF2-40B4-BE49-F238E27FC236}">
                          <a16:creationId xmlns:a16="http://schemas.microsoft.com/office/drawing/2014/main" id="{075A1AF4-8DC6-1DA1-C372-D0859A7A2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8" name="직사각형 1517">
                      <a:extLst>
                        <a:ext uri="{FF2B5EF4-FFF2-40B4-BE49-F238E27FC236}">
                          <a16:creationId xmlns:a16="http://schemas.microsoft.com/office/drawing/2014/main" id="{A1069BE0-DB63-8D33-1D5F-B5DEA0E5A1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10" name="그룹 1509">
                    <a:extLst>
                      <a:ext uri="{FF2B5EF4-FFF2-40B4-BE49-F238E27FC236}">
                        <a16:creationId xmlns:a16="http://schemas.microsoft.com/office/drawing/2014/main" id="{62384CD3-80B2-9C2A-474F-1475F8EBBF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1" name="직사각형 1510">
                      <a:extLst>
                        <a:ext uri="{FF2B5EF4-FFF2-40B4-BE49-F238E27FC236}">
                          <a16:creationId xmlns:a16="http://schemas.microsoft.com/office/drawing/2014/main" id="{1EAD3828-49F3-86A9-23A3-B1AB93EF9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2" name="직사각형 1511">
                      <a:extLst>
                        <a:ext uri="{FF2B5EF4-FFF2-40B4-BE49-F238E27FC236}">
                          <a16:creationId xmlns:a16="http://schemas.microsoft.com/office/drawing/2014/main" id="{C5971051-3DC3-690F-BDA1-994F094301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3" name="직사각형 1512">
                      <a:extLst>
                        <a:ext uri="{FF2B5EF4-FFF2-40B4-BE49-F238E27FC236}">
                          <a16:creationId xmlns:a16="http://schemas.microsoft.com/office/drawing/2014/main" id="{68645547-A7A7-7E24-CBA0-11BF27731C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4" name="직사각형 1513">
                      <a:extLst>
                        <a:ext uri="{FF2B5EF4-FFF2-40B4-BE49-F238E27FC236}">
                          <a16:creationId xmlns:a16="http://schemas.microsoft.com/office/drawing/2014/main" id="{F40E8FC8-E736-0D35-FCF2-0489859F33F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08" name="직사각형 1507">
                  <a:extLst>
                    <a:ext uri="{FF2B5EF4-FFF2-40B4-BE49-F238E27FC236}">
                      <a16:creationId xmlns:a16="http://schemas.microsoft.com/office/drawing/2014/main" id="{39E6B2C5-263A-AB94-C4FA-67047DDAD02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4" name="그룹 1493">
                <a:extLst>
                  <a:ext uri="{FF2B5EF4-FFF2-40B4-BE49-F238E27FC236}">
                    <a16:creationId xmlns:a16="http://schemas.microsoft.com/office/drawing/2014/main" id="{9ED1A417-D191-2068-6320-95691B81F5E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95" name="그룹 1494">
                  <a:extLst>
                    <a:ext uri="{FF2B5EF4-FFF2-40B4-BE49-F238E27FC236}">
                      <a16:creationId xmlns:a16="http://schemas.microsoft.com/office/drawing/2014/main" id="{9AAC067D-EABF-41D7-8E17-739124F8B2E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97" name="그룹 1496">
                    <a:extLst>
                      <a:ext uri="{FF2B5EF4-FFF2-40B4-BE49-F238E27FC236}">
                        <a16:creationId xmlns:a16="http://schemas.microsoft.com/office/drawing/2014/main" id="{D1B00E7B-C340-D63C-82AA-CCC3D1705D3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3" name="직사각형 1502">
                      <a:extLst>
                        <a:ext uri="{FF2B5EF4-FFF2-40B4-BE49-F238E27FC236}">
                          <a16:creationId xmlns:a16="http://schemas.microsoft.com/office/drawing/2014/main" id="{16B77126-2B04-4FA6-7717-592D0B198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4" name="직사각형 1503">
                      <a:extLst>
                        <a:ext uri="{FF2B5EF4-FFF2-40B4-BE49-F238E27FC236}">
                          <a16:creationId xmlns:a16="http://schemas.microsoft.com/office/drawing/2014/main" id="{799065E3-DCE9-0264-54C4-8C1B8631D0B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5" name="직사각형 1504">
                      <a:extLst>
                        <a:ext uri="{FF2B5EF4-FFF2-40B4-BE49-F238E27FC236}">
                          <a16:creationId xmlns:a16="http://schemas.microsoft.com/office/drawing/2014/main" id="{66E1C223-F1CD-6080-7995-4FC9CF731D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6" name="직사각형 1505">
                      <a:extLst>
                        <a:ext uri="{FF2B5EF4-FFF2-40B4-BE49-F238E27FC236}">
                          <a16:creationId xmlns:a16="http://schemas.microsoft.com/office/drawing/2014/main" id="{3E449227-1C6A-CAAE-6177-4798B9D40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98" name="그룹 1497">
                    <a:extLst>
                      <a:ext uri="{FF2B5EF4-FFF2-40B4-BE49-F238E27FC236}">
                        <a16:creationId xmlns:a16="http://schemas.microsoft.com/office/drawing/2014/main" id="{9ADD19E8-E00C-241F-6EDC-BA44F21BEF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99" name="직사각형 1498">
                      <a:extLst>
                        <a:ext uri="{FF2B5EF4-FFF2-40B4-BE49-F238E27FC236}">
                          <a16:creationId xmlns:a16="http://schemas.microsoft.com/office/drawing/2014/main" id="{DEF8E2B5-2C6F-8275-D430-5F5C79D9E9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0" name="직사각형 1499">
                      <a:extLst>
                        <a:ext uri="{FF2B5EF4-FFF2-40B4-BE49-F238E27FC236}">
                          <a16:creationId xmlns:a16="http://schemas.microsoft.com/office/drawing/2014/main" id="{AED4DEC6-E22E-D0AF-293E-F48F02B07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1" name="직사각형 1500">
                      <a:extLst>
                        <a:ext uri="{FF2B5EF4-FFF2-40B4-BE49-F238E27FC236}">
                          <a16:creationId xmlns:a16="http://schemas.microsoft.com/office/drawing/2014/main" id="{DC240C1C-D1C3-81CA-FD43-F711E32AF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2" name="직사각형 1501">
                      <a:extLst>
                        <a:ext uri="{FF2B5EF4-FFF2-40B4-BE49-F238E27FC236}">
                          <a16:creationId xmlns:a16="http://schemas.microsoft.com/office/drawing/2014/main" id="{B5A24617-1DA9-86FF-AD6E-5C1632A6B6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96" name="직사각형 1495">
                  <a:extLst>
                    <a:ext uri="{FF2B5EF4-FFF2-40B4-BE49-F238E27FC236}">
                      <a16:creationId xmlns:a16="http://schemas.microsoft.com/office/drawing/2014/main" id="{B31D2A6F-3B0A-D101-6CCE-AD93ADFB2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· L · U 기본 동작 3 개 + D 버튼 LAP 2 개 — 버튼마다 한 시나리오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416052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 정지 · 재실행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R → 정지 → R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w_sw_run_stop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값 유지, 재실행 후 증가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 정지 중 초기화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로 정지 → L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w_sw_clear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Clear 펄스 → 16 → 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  감소 방향 전환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U → R 로 실행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w_sw_down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Down 1 → 5 · 4 · … · 0 감소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저장 · 표시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중 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o_sw_lap · save_msec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카운터 증가, 표시 21 유지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해제 · 현재 값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중 D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save_msec · w_disp_msec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저장값 11 유지, 표시 17 (현재)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812280"/>
            <a:ext cx="16605504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1188720" y="6903720"/>
            <a:ext cx="16002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규칙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실행 중 L · U 입력 무시 (STOP 에서만 동작) · D 는 화면에 보낼 값만 바꾸고 내부 측정은 계속</a:t>
            </a:r>
            <a:endParaRPr lang="ko-KR" sz="15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담당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 — LAP 구현 및 버튼 동작 검증</a:t>
            </a:r>
            <a:endParaRPr lang="ko-KR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시나리오 3 의 99 → 5 구간은 감소를 짧게 보이기 위한 검증용 프리로드</a:t>
            </a:r>
            <a:endParaRPr lang="ko-KR" sz="1150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lang="ko-KR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: R 버튼 — 정지 · 재실행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값 유지, 재실행 후 카운터 증가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입력으로 정지한 뒤 다시 R 입력으로 실행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3780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3780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0007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0007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62350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62350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272309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1.  스톱워치 R 버튼 정지 · 재실행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26</a:t>
            </a:r>
            <a:endParaRPr lang="ko-KR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2 : L 버튼 — 정지 중 초기화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신호 발생 후 시간 값 16 → 0 초기화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로 정지한 뒤 L 입력으로 시간 초기화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593141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593141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55411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55411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17682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17682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5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468880"/>
            <a:ext cx="16605504" cy="292936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2.  스톱워치 L 버튼 정지 중 초기화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27</a:t>
            </a:r>
            <a:endParaRPr lang="ko-KR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 : U 버튼 — 감소 방향 전환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Down 신호 활성화 후 카운터 감소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정지 중 U 입력 후 R 로 실행하여 감소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50998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50998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1326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1326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7553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7553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978402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3.  스톱워치 U 버튼 감소 방향 전환 (99 → 5 는 검증용 프리로드)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28</a:t>
            </a:r>
            <a:endParaRPr lang="ko-KR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LAP 기능 코드 설계 — 저장 · 출력 선택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입력마다 LAP 토글, 켤 때만 저장 · 출력은 LAP 상태로 선택</a:t>
            </a:r>
            <a:endParaRPr lang="ko-KR" sz="1900" dirty="0"/>
          </a:p>
        </p:txBody>
      </p:sp>
      <p:sp>
        <p:nvSpPr>
          <p:cNvPr id="8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1063746" y="2909140"/>
            <a:ext cx="9550640" cy="4933352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10999160" y="2909140"/>
            <a:ext cx="6225093" cy="210251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1173682" y="2194560"/>
            <a:ext cx="9207092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11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11205289" y="2194560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2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1201166" y="3046560"/>
            <a:ext cx="9619350" cy="48371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lang="ko-KR" sz="2489" b="0">
              <a:solidFill>
                <a:srgbClr val="262626"/>
              </a:solidFill>
              <a:latin typeface="Consolas"/>
              <a:ea typeface="Consolas"/>
              <a:cs typeface="Consolas"/>
            </a:endParaRP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3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11205289" y="3115269"/>
            <a:ext cx="5909029" cy="16490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11205289" y="5382687"/>
            <a:ext cx="5909029" cy="11543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5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11205289" y="6880558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6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1228649" y="8172299"/>
            <a:ext cx="15665798" cy="6183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7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11205289" y="7485202"/>
            <a:ext cx="5909029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1228649" y="9024298"/>
            <a:ext cx="15665798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29</a:t>
            </a:r>
            <a:endParaRPr lang="ko-KR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LAP — 시간 저장 · 표시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카운터는 증가, 표시값은 21 유지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측정 중 D 버튼 입력 후 시간 저장과 표시 유지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6348754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6348754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971460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971460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59416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59416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3764046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4.  스톱워치 LAP 시간 저장 · 표시 유지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lang="ko-K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 : LAP — 해제 · 현재 값 표시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 대신 현재 카운터 값 17 표시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LAP 상태에서 D 버튼 재입력 후 현재 값 복귀 확인</a:t>
            </a:r>
            <a:endParaRPr lang="ko-KR" sz="1500" dirty="0"/>
          </a:p>
        </p:txBody>
      </p:sp>
      <p:sp>
        <p:nvSpPr>
          <p:cNvPr id="9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1645577" y="2983145"/>
            <a:ext cx="15048738" cy="3243262"/>
          </a:xfrm>
          <a:prstGeom prst="rect">
            <a:avLst/>
          </a:prstGeom>
          <a:solidFill>
            <a:srgbClr val="F4F7FA"/>
          </a:solidFill>
          <a:ln w="12973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1710442" y="660262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2553691" y="660262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1710442" y="7225333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2553691" y="7225333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4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1710442" y="784803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2553691" y="784803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16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4081855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5.  스톱워치 LAP 해제 · 현재 값 복귀  — Vivado xsim 파형</a:t>
            </a:r>
            <a:endParaRPr lang="ko-KR" sz="1150" dirty="0"/>
          </a:p>
        </p:txBody>
      </p:sp>
      <p:sp>
        <p:nvSpPr>
          <p:cNvPr id="1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31</a:t>
            </a:r>
            <a:endParaRPr lang="ko-KR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2707-A562-4586-5D4E-E1EB2B93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B5CA25FD-26F0-FA42-0B6B-98279EA8E1CA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255CC4FD-9E16-FB54-D37E-1AA93A2CEFC9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C6E541C-65E6-2E14-7E15-EEA137F903DB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D85156A-FF4D-D018-3BF3-AE80CE6C0C88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조작법 — 버튼 · 스위치별 동작</a:t>
            </a:r>
            <a:endParaRPr lang="ko-KR" sz="3000" dirty="0"/>
          </a:p>
        </p:txBody>
      </p:sp>
      <p:sp>
        <p:nvSpPr>
          <p:cNvPr id="157" name="chip">
            <a:extLst>
              <a:ext uri="{FF2B5EF4-FFF2-40B4-BE49-F238E27FC236}">
                <a16:creationId xmlns:a16="http://schemas.microsoft.com/office/drawing/2014/main" id="{B20DC217-38E1-CAC2-3541-3109BE87D9C0}"/>
              </a:ext>
            </a:extLst>
          </p:cNvPr>
          <p:cNvSpPr/>
          <p:nvPr/>
        </p:nvSpPr>
        <p:spPr>
          <a:xfrm>
            <a:off x="612648" y="1869948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158" name="text">
            <a:extLst>
              <a:ext uri="{FF2B5EF4-FFF2-40B4-BE49-F238E27FC236}">
                <a16:creationId xmlns:a16="http://schemas.microsoft.com/office/drawing/2014/main" id="{A2A50168-8EFC-0E48-90F8-F63C2BF66663}"/>
              </a:ext>
            </a:extLst>
          </p:cNvPr>
          <p:cNvSpPr txBox="1"/>
          <p:nvPr/>
        </p:nvSpPr>
        <p:spPr>
          <a:xfrm>
            <a:off x="1709928" y="1869948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(우선)  →  LD5 · 진행 중 LD6</a:t>
            </a:r>
            <a:endParaRPr lang="ko-KR" sz="1350" dirty="0"/>
          </a:p>
        </p:txBody>
      </p:sp>
      <p:sp>
        <p:nvSpPr>
          <p:cNvPr id="159" name="shape">
            <a:extLst>
              <a:ext uri="{FF2B5EF4-FFF2-40B4-BE49-F238E27FC236}">
                <a16:creationId xmlns:a16="http://schemas.microsoft.com/office/drawing/2014/main" id="{50F9E654-B461-73F6-DF42-1744FFA5DE5D}"/>
              </a:ext>
            </a:extLst>
          </p:cNvPr>
          <p:cNvSpPr/>
          <p:nvPr/>
        </p:nvSpPr>
        <p:spPr>
          <a:xfrm>
            <a:off x="612648" y="2418588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">
            <a:extLst>
              <a:ext uri="{FF2B5EF4-FFF2-40B4-BE49-F238E27FC236}">
                <a16:creationId xmlns:a16="http://schemas.microsoft.com/office/drawing/2014/main" id="{67631576-C8AB-2174-5E9F-EFD82418E6AF}"/>
              </a:ext>
            </a:extLst>
          </p:cNvPr>
          <p:cNvSpPr txBox="1"/>
          <p:nvPr/>
        </p:nvSpPr>
        <p:spPr>
          <a:xfrm>
            <a:off x="4370832" y="252831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61" name="shape">
            <a:extLst>
              <a:ext uri="{FF2B5EF4-FFF2-40B4-BE49-F238E27FC236}">
                <a16:creationId xmlns:a16="http://schemas.microsoft.com/office/drawing/2014/main" id="{5CE7308F-BE72-0726-41A1-3A3ADA10010F}"/>
              </a:ext>
            </a:extLst>
          </p:cNvPr>
          <p:cNvSpPr/>
          <p:nvPr/>
        </p:nvSpPr>
        <p:spPr>
          <a:xfrm>
            <a:off x="886968" y="2802636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62" name="text">
            <a:extLst>
              <a:ext uri="{FF2B5EF4-FFF2-40B4-BE49-F238E27FC236}">
                <a16:creationId xmlns:a16="http://schemas.microsoft.com/office/drawing/2014/main" id="{B0FA7951-E861-DA65-131F-FB1ACF2FED24}"/>
              </a:ext>
            </a:extLst>
          </p:cNvPr>
          <p:cNvSpPr txBox="1"/>
          <p:nvPr/>
        </p:nvSpPr>
        <p:spPr>
          <a:xfrm>
            <a:off x="886968" y="392734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분 . 초 고정 (MM.SS)</a:t>
            </a:r>
            <a:endParaRPr lang="ko-KR" sz="1050" dirty="0"/>
          </a:p>
        </p:txBody>
      </p:sp>
      <p:sp>
        <p:nvSpPr>
          <p:cNvPr id="163" name="shape">
            <a:extLst>
              <a:ext uri="{FF2B5EF4-FFF2-40B4-BE49-F238E27FC236}">
                <a16:creationId xmlns:a16="http://schemas.microsoft.com/office/drawing/2014/main" id="{E3DD777F-0AA5-3E35-0A22-7FE8C5751BEF}"/>
              </a:ext>
            </a:extLst>
          </p:cNvPr>
          <p:cNvSpPr/>
          <p:nvPr/>
        </p:nvSpPr>
        <p:spPr>
          <a:xfrm>
            <a:off x="4581144" y="27294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64" name="badge">
            <a:extLst>
              <a:ext uri="{FF2B5EF4-FFF2-40B4-BE49-F238E27FC236}">
                <a16:creationId xmlns:a16="http://schemas.microsoft.com/office/drawing/2014/main" id="{42EECD29-33BA-D9F3-FB5C-CC7AF5711CFE}"/>
              </a:ext>
            </a:extLst>
          </p:cNvPr>
          <p:cNvSpPr/>
          <p:nvPr/>
        </p:nvSpPr>
        <p:spPr>
          <a:xfrm>
            <a:off x="4896612" y="25786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165" name="shape">
            <a:extLst>
              <a:ext uri="{FF2B5EF4-FFF2-40B4-BE49-F238E27FC236}">
                <a16:creationId xmlns:a16="http://schemas.microsoft.com/office/drawing/2014/main" id="{2F79AE9D-5386-1E28-6595-6B4FD239C0D8}"/>
              </a:ext>
            </a:extLst>
          </p:cNvPr>
          <p:cNvSpPr/>
          <p:nvPr/>
        </p:nvSpPr>
        <p:spPr>
          <a:xfrm>
            <a:off x="41239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66" name="badge">
            <a:extLst>
              <a:ext uri="{FF2B5EF4-FFF2-40B4-BE49-F238E27FC236}">
                <a16:creationId xmlns:a16="http://schemas.microsoft.com/office/drawing/2014/main" id="{FE52BE4F-1976-B16D-C6B3-F8D7D6B6D75B}"/>
              </a:ext>
            </a:extLst>
          </p:cNvPr>
          <p:cNvSpPr/>
          <p:nvPr/>
        </p:nvSpPr>
        <p:spPr>
          <a:xfrm>
            <a:off x="44394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167" name="shape">
            <a:extLst>
              <a:ext uri="{FF2B5EF4-FFF2-40B4-BE49-F238E27FC236}">
                <a16:creationId xmlns:a16="http://schemas.microsoft.com/office/drawing/2014/main" id="{026B3DD6-59C4-17C6-8249-8F40B076BAF7}"/>
              </a:ext>
            </a:extLst>
          </p:cNvPr>
          <p:cNvSpPr/>
          <p:nvPr/>
        </p:nvSpPr>
        <p:spPr>
          <a:xfrm>
            <a:off x="45811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68" name="shape">
            <a:extLst>
              <a:ext uri="{FF2B5EF4-FFF2-40B4-BE49-F238E27FC236}">
                <a16:creationId xmlns:a16="http://schemas.microsoft.com/office/drawing/2014/main" id="{0A1225E6-31AD-6698-C65B-9873A78FF203}"/>
              </a:ext>
            </a:extLst>
          </p:cNvPr>
          <p:cNvSpPr/>
          <p:nvPr/>
        </p:nvSpPr>
        <p:spPr>
          <a:xfrm>
            <a:off x="50383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169" name="badge">
            <a:extLst>
              <a:ext uri="{FF2B5EF4-FFF2-40B4-BE49-F238E27FC236}">
                <a16:creationId xmlns:a16="http://schemas.microsoft.com/office/drawing/2014/main" id="{CE692A33-B5C8-C523-B08B-0888141813EC}"/>
              </a:ext>
            </a:extLst>
          </p:cNvPr>
          <p:cNvSpPr/>
          <p:nvPr/>
        </p:nvSpPr>
        <p:spPr>
          <a:xfrm>
            <a:off x="53538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170" name="shape">
            <a:extLst>
              <a:ext uri="{FF2B5EF4-FFF2-40B4-BE49-F238E27FC236}">
                <a16:creationId xmlns:a16="http://schemas.microsoft.com/office/drawing/2014/main" id="{F5CF90F5-941F-06F6-F9DB-389CE42EAB67}"/>
              </a:ext>
            </a:extLst>
          </p:cNvPr>
          <p:cNvSpPr/>
          <p:nvPr/>
        </p:nvSpPr>
        <p:spPr>
          <a:xfrm>
            <a:off x="4581144" y="36438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71" name="badge">
            <a:extLst>
              <a:ext uri="{FF2B5EF4-FFF2-40B4-BE49-F238E27FC236}">
                <a16:creationId xmlns:a16="http://schemas.microsoft.com/office/drawing/2014/main" id="{8D7CBD26-9D34-3C40-BE20-103F1878A233}"/>
              </a:ext>
            </a:extLst>
          </p:cNvPr>
          <p:cNvSpPr/>
          <p:nvPr/>
        </p:nvSpPr>
        <p:spPr>
          <a:xfrm>
            <a:off x="4896612" y="34930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72" name="shape">
            <a:extLst>
              <a:ext uri="{FF2B5EF4-FFF2-40B4-BE49-F238E27FC236}">
                <a16:creationId xmlns:a16="http://schemas.microsoft.com/office/drawing/2014/main" id="{62DDFDD3-7036-0695-8E91-EBE2C1770866}"/>
              </a:ext>
            </a:extLst>
          </p:cNvPr>
          <p:cNvSpPr/>
          <p:nvPr/>
        </p:nvSpPr>
        <p:spPr>
          <a:xfrm>
            <a:off x="88696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">
            <a:extLst>
              <a:ext uri="{FF2B5EF4-FFF2-40B4-BE49-F238E27FC236}">
                <a16:creationId xmlns:a16="http://schemas.microsoft.com/office/drawing/2014/main" id="{A80269BF-851A-86C8-28EC-8DE0847403CA}"/>
              </a:ext>
            </a:extLst>
          </p:cNvPr>
          <p:cNvSpPr/>
          <p:nvPr/>
        </p:nvSpPr>
        <p:spPr>
          <a:xfrm>
            <a:off x="88696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">
            <a:extLst>
              <a:ext uri="{FF2B5EF4-FFF2-40B4-BE49-F238E27FC236}">
                <a16:creationId xmlns:a16="http://schemas.microsoft.com/office/drawing/2014/main" id="{31135321-2F2A-D3B1-678F-938A97934BB5}"/>
              </a:ext>
            </a:extLst>
          </p:cNvPr>
          <p:cNvSpPr/>
          <p:nvPr/>
        </p:nvSpPr>
        <p:spPr>
          <a:xfrm>
            <a:off x="91440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">
            <a:extLst>
              <a:ext uri="{FF2B5EF4-FFF2-40B4-BE49-F238E27FC236}">
                <a16:creationId xmlns:a16="http://schemas.microsoft.com/office/drawing/2014/main" id="{06D55F51-8543-18DA-5B4F-E231601605D7}"/>
              </a:ext>
            </a:extLst>
          </p:cNvPr>
          <p:cNvSpPr/>
          <p:nvPr/>
        </p:nvSpPr>
        <p:spPr>
          <a:xfrm>
            <a:off x="119237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">
            <a:extLst>
              <a:ext uri="{FF2B5EF4-FFF2-40B4-BE49-F238E27FC236}">
                <a16:creationId xmlns:a16="http://schemas.microsoft.com/office/drawing/2014/main" id="{C156ABFD-911B-C5C6-896E-792BD723E7E8}"/>
              </a:ext>
            </a:extLst>
          </p:cNvPr>
          <p:cNvSpPr/>
          <p:nvPr/>
        </p:nvSpPr>
        <p:spPr>
          <a:xfrm>
            <a:off x="119237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">
            <a:extLst>
              <a:ext uri="{FF2B5EF4-FFF2-40B4-BE49-F238E27FC236}">
                <a16:creationId xmlns:a16="http://schemas.microsoft.com/office/drawing/2014/main" id="{02EC28F9-07C2-2D88-016B-E1CF46D24AB8}"/>
              </a:ext>
            </a:extLst>
          </p:cNvPr>
          <p:cNvSpPr/>
          <p:nvPr/>
        </p:nvSpPr>
        <p:spPr>
          <a:xfrm>
            <a:off x="121981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">
            <a:extLst>
              <a:ext uri="{FF2B5EF4-FFF2-40B4-BE49-F238E27FC236}">
                <a16:creationId xmlns:a16="http://schemas.microsoft.com/office/drawing/2014/main" id="{E69CD6EA-570D-C6E5-0CDA-70A1B6BB292D}"/>
              </a:ext>
            </a:extLst>
          </p:cNvPr>
          <p:cNvSpPr/>
          <p:nvPr/>
        </p:nvSpPr>
        <p:spPr>
          <a:xfrm>
            <a:off x="149778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">
            <a:extLst>
              <a:ext uri="{FF2B5EF4-FFF2-40B4-BE49-F238E27FC236}">
                <a16:creationId xmlns:a16="http://schemas.microsoft.com/office/drawing/2014/main" id="{84BFBC04-18C1-0BFB-2615-DBD41CBF4C1B}"/>
              </a:ext>
            </a:extLst>
          </p:cNvPr>
          <p:cNvSpPr/>
          <p:nvPr/>
        </p:nvSpPr>
        <p:spPr>
          <a:xfrm>
            <a:off x="149778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">
            <a:extLst>
              <a:ext uri="{FF2B5EF4-FFF2-40B4-BE49-F238E27FC236}">
                <a16:creationId xmlns:a16="http://schemas.microsoft.com/office/drawing/2014/main" id="{42AAF1F5-012D-912D-5387-C03C5AF347E8}"/>
              </a:ext>
            </a:extLst>
          </p:cNvPr>
          <p:cNvSpPr/>
          <p:nvPr/>
        </p:nvSpPr>
        <p:spPr>
          <a:xfrm>
            <a:off x="152521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">
            <a:extLst>
              <a:ext uri="{FF2B5EF4-FFF2-40B4-BE49-F238E27FC236}">
                <a16:creationId xmlns:a16="http://schemas.microsoft.com/office/drawing/2014/main" id="{538FAA54-0F6F-4900-1391-179B92610EA0}"/>
              </a:ext>
            </a:extLst>
          </p:cNvPr>
          <p:cNvSpPr/>
          <p:nvPr/>
        </p:nvSpPr>
        <p:spPr>
          <a:xfrm>
            <a:off x="180319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">
            <a:extLst>
              <a:ext uri="{FF2B5EF4-FFF2-40B4-BE49-F238E27FC236}">
                <a16:creationId xmlns:a16="http://schemas.microsoft.com/office/drawing/2014/main" id="{055FCECE-8858-8D9B-D8A8-2C5181E3BDD5}"/>
              </a:ext>
            </a:extLst>
          </p:cNvPr>
          <p:cNvSpPr/>
          <p:nvPr/>
        </p:nvSpPr>
        <p:spPr>
          <a:xfrm>
            <a:off x="180319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">
            <a:extLst>
              <a:ext uri="{FF2B5EF4-FFF2-40B4-BE49-F238E27FC236}">
                <a16:creationId xmlns:a16="http://schemas.microsoft.com/office/drawing/2014/main" id="{6FEFD998-3064-E3D0-D26D-83A48150E275}"/>
              </a:ext>
            </a:extLst>
          </p:cNvPr>
          <p:cNvSpPr/>
          <p:nvPr/>
        </p:nvSpPr>
        <p:spPr>
          <a:xfrm>
            <a:off x="183062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">
            <a:extLst>
              <a:ext uri="{FF2B5EF4-FFF2-40B4-BE49-F238E27FC236}">
                <a16:creationId xmlns:a16="http://schemas.microsoft.com/office/drawing/2014/main" id="{372B57A0-B1BB-E64C-EC51-0F380BD2B3DF}"/>
              </a:ext>
            </a:extLst>
          </p:cNvPr>
          <p:cNvSpPr/>
          <p:nvPr/>
        </p:nvSpPr>
        <p:spPr>
          <a:xfrm>
            <a:off x="210860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">
            <a:extLst>
              <a:ext uri="{FF2B5EF4-FFF2-40B4-BE49-F238E27FC236}">
                <a16:creationId xmlns:a16="http://schemas.microsoft.com/office/drawing/2014/main" id="{019492E5-0088-FDB8-21A0-F6C40B6A2E07}"/>
              </a:ext>
            </a:extLst>
          </p:cNvPr>
          <p:cNvSpPr/>
          <p:nvPr/>
        </p:nvSpPr>
        <p:spPr>
          <a:xfrm>
            <a:off x="210860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">
            <a:extLst>
              <a:ext uri="{FF2B5EF4-FFF2-40B4-BE49-F238E27FC236}">
                <a16:creationId xmlns:a16="http://schemas.microsoft.com/office/drawing/2014/main" id="{EAD5721B-796E-4B6A-FE7F-08C0907E175F}"/>
              </a:ext>
            </a:extLst>
          </p:cNvPr>
          <p:cNvSpPr/>
          <p:nvPr/>
        </p:nvSpPr>
        <p:spPr>
          <a:xfrm>
            <a:off x="213603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">
            <a:extLst>
              <a:ext uri="{FF2B5EF4-FFF2-40B4-BE49-F238E27FC236}">
                <a16:creationId xmlns:a16="http://schemas.microsoft.com/office/drawing/2014/main" id="{BAC138A4-CBD9-97DC-8342-024FE794299B}"/>
              </a:ext>
            </a:extLst>
          </p:cNvPr>
          <p:cNvSpPr/>
          <p:nvPr/>
        </p:nvSpPr>
        <p:spPr>
          <a:xfrm>
            <a:off x="241401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">
            <a:extLst>
              <a:ext uri="{FF2B5EF4-FFF2-40B4-BE49-F238E27FC236}">
                <a16:creationId xmlns:a16="http://schemas.microsoft.com/office/drawing/2014/main" id="{792C87AD-8625-87CD-6A3C-7B3B94B8CF6D}"/>
              </a:ext>
            </a:extLst>
          </p:cNvPr>
          <p:cNvSpPr/>
          <p:nvPr/>
        </p:nvSpPr>
        <p:spPr>
          <a:xfrm>
            <a:off x="241401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">
            <a:extLst>
              <a:ext uri="{FF2B5EF4-FFF2-40B4-BE49-F238E27FC236}">
                <a16:creationId xmlns:a16="http://schemas.microsoft.com/office/drawing/2014/main" id="{55150609-EB85-F1C3-AEC7-C046A195DB71}"/>
              </a:ext>
            </a:extLst>
          </p:cNvPr>
          <p:cNvSpPr/>
          <p:nvPr/>
        </p:nvSpPr>
        <p:spPr>
          <a:xfrm>
            <a:off x="244144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">
            <a:extLst>
              <a:ext uri="{FF2B5EF4-FFF2-40B4-BE49-F238E27FC236}">
                <a16:creationId xmlns:a16="http://schemas.microsoft.com/office/drawing/2014/main" id="{E5371A11-A320-38D5-BAA3-766E316A90C6}"/>
              </a:ext>
            </a:extLst>
          </p:cNvPr>
          <p:cNvSpPr/>
          <p:nvPr/>
        </p:nvSpPr>
        <p:spPr>
          <a:xfrm>
            <a:off x="271942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">
            <a:extLst>
              <a:ext uri="{FF2B5EF4-FFF2-40B4-BE49-F238E27FC236}">
                <a16:creationId xmlns:a16="http://schemas.microsoft.com/office/drawing/2014/main" id="{0B7D8915-56D0-CE65-1D8F-0540001FC916}"/>
              </a:ext>
            </a:extLst>
          </p:cNvPr>
          <p:cNvSpPr/>
          <p:nvPr/>
        </p:nvSpPr>
        <p:spPr>
          <a:xfrm>
            <a:off x="271942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">
            <a:extLst>
              <a:ext uri="{FF2B5EF4-FFF2-40B4-BE49-F238E27FC236}">
                <a16:creationId xmlns:a16="http://schemas.microsoft.com/office/drawing/2014/main" id="{9DBAC6C5-5861-08E0-3FE5-30EE727FE51F}"/>
              </a:ext>
            </a:extLst>
          </p:cNvPr>
          <p:cNvSpPr/>
          <p:nvPr/>
        </p:nvSpPr>
        <p:spPr>
          <a:xfrm>
            <a:off x="274685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">
            <a:extLst>
              <a:ext uri="{FF2B5EF4-FFF2-40B4-BE49-F238E27FC236}">
                <a16:creationId xmlns:a16="http://schemas.microsoft.com/office/drawing/2014/main" id="{7CFEE9D3-3345-7D60-B38C-49F0DBD701B3}"/>
              </a:ext>
            </a:extLst>
          </p:cNvPr>
          <p:cNvSpPr/>
          <p:nvPr/>
        </p:nvSpPr>
        <p:spPr>
          <a:xfrm>
            <a:off x="302483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">
            <a:extLst>
              <a:ext uri="{FF2B5EF4-FFF2-40B4-BE49-F238E27FC236}">
                <a16:creationId xmlns:a16="http://schemas.microsoft.com/office/drawing/2014/main" id="{24812230-A995-6005-7DF9-03FE18E38914}"/>
              </a:ext>
            </a:extLst>
          </p:cNvPr>
          <p:cNvSpPr/>
          <p:nvPr/>
        </p:nvSpPr>
        <p:spPr>
          <a:xfrm>
            <a:off x="302483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">
            <a:extLst>
              <a:ext uri="{FF2B5EF4-FFF2-40B4-BE49-F238E27FC236}">
                <a16:creationId xmlns:a16="http://schemas.microsoft.com/office/drawing/2014/main" id="{D918C9D4-58BE-EE96-3753-2923AA1BFE46}"/>
              </a:ext>
            </a:extLst>
          </p:cNvPr>
          <p:cNvSpPr/>
          <p:nvPr/>
        </p:nvSpPr>
        <p:spPr>
          <a:xfrm>
            <a:off x="305226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B2F1C87A-3609-30C8-B279-3DEAC3894898}"/>
              </a:ext>
            </a:extLst>
          </p:cNvPr>
          <p:cNvSpPr/>
          <p:nvPr/>
        </p:nvSpPr>
        <p:spPr>
          <a:xfrm>
            <a:off x="333024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5C55B1A3-1480-531E-30C0-B64309A8E575}"/>
              </a:ext>
            </a:extLst>
          </p:cNvPr>
          <p:cNvSpPr/>
          <p:nvPr/>
        </p:nvSpPr>
        <p:spPr>
          <a:xfrm>
            <a:off x="333024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98AEECA0-B025-6F9B-9C2F-C1E8FC96B319}"/>
              </a:ext>
            </a:extLst>
          </p:cNvPr>
          <p:cNvSpPr/>
          <p:nvPr/>
        </p:nvSpPr>
        <p:spPr>
          <a:xfrm>
            <a:off x="335767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5FAADD6F-E0A8-2A68-03E5-0964E37C12F3}"/>
              </a:ext>
            </a:extLst>
          </p:cNvPr>
          <p:cNvSpPr/>
          <p:nvPr/>
        </p:nvSpPr>
        <p:spPr>
          <a:xfrm>
            <a:off x="363565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">
            <a:extLst>
              <a:ext uri="{FF2B5EF4-FFF2-40B4-BE49-F238E27FC236}">
                <a16:creationId xmlns:a16="http://schemas.microsoft.com/office/drawing/2014/main" id="{8C9BA81C-80D9-2F79-33A7-EFC8DC3BD123}"/>
              </a:ext>
            </a:extLst>
          </p:cNvPr>
          <p:cNvSpPr txBox="1"/>
          <p:nvPr/>
        </p:nvSpPr>
        <p:spPr>
          <a:xfrm>
            <a:off x="349849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LD6</a:t>
            </a:r>
            <a:endParaRPr lang="ko-KR" sz="800" dirty="0"/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48375F33-CAC6-3D19-9495-E4ED60FFBB6B}"/>
              </a:ext>
            </a:extLst>
          </p:cNvPr>
          <p:cNvSpPr/>
          <p:nvPr/>
        </p:nvSpPr>
        <p:spPr>
          <a:xfrm>
            <a:off x="363565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16EBCABF-6047-F672-75F5-B7B638FFF24F}"/>
              </a:ext>
            </a:extLst>
          </p:cNvPr>
          <p:cNvSpPr/>
          <p:nvPr/>
        </p:nvSpPr>
        <p:spPr>
          <a:xfrm>
            <a:off x="366308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">
            <a:extLst>
              <a:ext uri="{FF2B5EF4-FFF2-40B4-BE49-F238E27FC236}">
                <a16:creationId xmlns:a16="http://schemas.microsoft.com/office/drawing/2014/main" id="{86058DE2-9DF5-69D3-E15E-764325EFB99D}"/>
              </a:ext>
            </a:extLst>
          </p:cNvPr>
          <p:cNvSpPr/>
          <p:nvPr/>
        </p:nvSpPr>
        <p:spPr>
          <a:xfrm>
            <a:off x="394106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">
            <a:extLst>
              <a:ext uri="{FF2B5EF4-FFF2-40B4-BE49-F238E27FC236}">
                <a16:creationId xmlns:a16="http://schemas.microsoft.com/office/drawing/2014/main" id="{58025ACB-8F73-4667-840B-949E79E42E3B}"/>
              </a:ext>
            </a:extLst>
          </p:cNvPr>
          <p:cNvSpPr txBox="1"/>
          <p:nvPr/>
        </p:nvSpPr>
        <p:spPr>
          <a:xfrm>
            <a:off x="380390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LD5</a:t>
            </a:r>
            <a:endParaRPr lang="ko-KR" sz="800" dirty="0"/>
          </a:p>
        </p:txBody>
      </p:sp>
      <p:sp>
        <p:nvSpPr>
          <p:cNvPr id="205" name="shape">
            <a:extLst>
              <a:ext uri="{FF2B5EF4-FFF2-40B4-BE49-F238E27FC236}">
                <a16:creationId xmlns:a16="http://schemas.microsoft.com/office/drawing/2014/main" id="{E3CF13C5-2CCA-B33B-A8CC-73083A2D7F94}"/>
              </a:ext>
            </a:extLst>
          </p:cNvPr>
          <p:cNvSpPr/>
          <p:nvPr/>
        </p:nvSpPr>
        <p:spPr>
          <a:xfrm>
            <a:off x="394106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E9B5D7EC-09A2-6670-4527-648D32A90BD2}"/>
              </a:ext>
            </a:extLst>
          </p:cNvPr>
          <p:cNvSpPr/>
          <p:nvPr/>
        </p:nvSpPr>
        <p:spPr>
          <a:xfrm>
            <a:off x="396849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473B5E14-3A31-F682-3D8D-FF787C0A03C1}"/>
              </a:ext>
            </a:extLst>
          </p:cNvPr>
          <p:cNvSpPr/>
          <p:nvPr/>
        </p:nvSpPr>
        <p:spPr>
          <a:xfrm>
            <a:off x="4246474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">
            <a:extLst>
              <a:ext uri="{FF2B5EF4-FFF2-40B4-BE49-F238E27FC236}">
                <a16:creationId xmlns:a16="http://schemas.microsoft.com/office/drawing/2014/main" id="{E7745205-6245-AD15-3858-306FF0A79D6E}"/>
              </a:ext>
            </a:extLst>
          </p:cNvPr>
          <p:cNvSpPr/>
          <p:nvPr/>
        </p:nvSpPr>
        <p:spPr>
          <a:xfrm>
            <a:off x="4246474" y="4613148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">
            <a:extLst>
              <a:ext uri="{FF2B5EF4-FFF2-40B4-BE49-F238E27FC236}">
                <a16:creationId xmlns:a16="http://schemas.microsoft.com/office/drawing/2014/main" id="{24485062-4B7E-35C3-B9EE-5F8A7C1DAFA1}"/>
              </a:ext>
            </a:extLst>
          </p:cNvPr>
          <p:cNvSpPr/>
          <p:nvPr/>
        </p:nvSpPr>
        <p:spPr>
          <a:xfrm>
            <a:off x="4273906" y="4649724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text">
            <a:extLst>
              <a:ext uri="{FF2B5EF4-FFF2-40B4-BE49-F238E27FC236}">
                <a16:creationId xmlns:a16="http://schemas.microsoft.com/office/drawing/2014/main" id="{C9288FAA-0123-4003-B104-56130B6DD5D0}"/>
              </a:ext>
            </a:extLst>
          </p:cNvPr>
          <p:cNvSpPr txBox="1"/>
          <p:nvPr/>
        </p:nvSpPr>
        <p:spPr>
          <a:xfrm>
            <a:off x="4109314" y="50337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211" name="text">
            <a:extLst>
              <a:ext uri="{FF2B5EF4-FFF2-40B4-BE49-F238E27FC236}">
                <a16:creationId xmlns:a16="http://schemas.microsoft.com/office/drawing/2014/main" id="{E3B9FEB0-AB6D-50F2-EC74-18B1393AF1D8}"/>
              </a:ext>
            </a:extLst>
          </p:cNvPr>
          <p:cNvSpPr txBox="1"/>
          <p:nvPr/>
        </p:nvSpPr>
        <p:spPr>
          <a:xfrm>
            <a:off x="4109314" y="52166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212" name="shape">
            <a:extLst>
              <a:ext uri="{FF2B5EF4-FFF2-40B4-BE49-F238E27FC236}">
                <a16:creationId xmlns:a16="http://schemas.microsoft.com/office/drawing/2014/main" id="{F1262EB6-3114-536D-04CF-01E25CFC20E8}"/>
              </a:ext>
            </a:extLst>
          </p:cNvPr>
          <p:cNvSpPr/>
          <p:nvPr/>
        </p:nvSpPr>
        <p:spPr>
          <a:xfrm>
            <a:off x="455188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">
            <a:extLst>
              <a:ext uri="{FF2B5EF4-FFF2-40B4-BE49-F238E27FC236}">
                <a16:creationId xmlns:a16="http://schemas.microsoft.com/office/drawing/2014/main" id="{D15785C7-FA40-EB90-60DF-61DABA0CA3DD}"/>
              </a:ext>
            </a:extLst>
          </p:cNvPr>
          <p:cNvSpPr/>
          <p:nvPr/>
        </p:nvSpPr>
        <p:spPr>
          <a:xfrm>
            <a:off x="455188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">
            <a:extLst>
              <a:ext uri="{FF2B5EF4-FFF2-40B4-BE49-F238E27FC236}">
                <a16:creationId xmlns:a16="http://schemas.microsoft.com/office/drawing/2014/main" id="{2746C112-C4BB-E3A2-2320-8996389D85B9}"/>
              </a:ext>
            </a:extLst>
          </p:cNvPr>
          <p:cNvSpPr/>
          <p:nvPr/>
        </p:nvSpPr>
        <p:spPr>
          <a:xfrm>
            <a:off x="457931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">
            <a:extLst>
              <a:ext uri="{FF2B5EF4-FFF2-40B4-BE49-F238E27FC236}">
                <a16:creationId xmlns:a16="http://schemas.microsoft.com/office/drawing/2014/main" id="{EF81ADA3-E1D5-B494-2972-DE42283D697B}"/>
              </a:ext>
            </a:extLst>
          </p:cNvPr>
          <p:cNvSpPr/>
          <p:nvPr/>
        </p:nvSpPr>
        <p:spPr>
          <a:xfrm>
            <a:off x="485729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6F405C6D-31D6-0C04-F969-5FCCEAAD591C}"/>
              </a:ext>
            </a:extLst>
          </p:cNvPr>
          <p:cNvSpPr/>
          <p:nvPr/>
        </p:nvSpPr>
        <p:spPr>
          <a:xfrm>
            <a:off x="485729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AD36A10-E6D6-F979-2C4A-DCB5B7DF7526}"/>
              </a:ext>
            </a:extLst>
          </p:cNvPr>
          <p:cNvSpPr/>
          <p:nvPr/>
        </p:nvSpPr>
        <p:spPr>
          <a:xfrm>
            <a:off x="488472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AC9B460-F375-4F6B-05E8-311CD400E45D}"/>
              </a:ext>
            </a:extLst>
          </p:cNvPr>
          <p:cNvSpPr/>
          <p:nvPr/>
        </p:nvSpPr>
        <p:spPr>
          <a:xfrm>
            <a:off x="516270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BEF3F77-3994-E495-D03A-BFEAE10C3EA7}"/>
              </a:ext>
            </a:extLst>
          </p:cNvPr>
          <p:cNvSpPr/>
          <p:nvPr/>
        </p:nvSpPr>
        <p:spPr>
          <a:xfrm>
            <a:off x="516270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737D3427-6E25-CAC9-59DD-30A8097E480F}"/>
              </a:ext>
            </a:extLst>
          </p:cNvPr>
          <p:cNvSpPr/>
          <p:nvPr/>
        </p:nvSpPr>
        <p:spPr>
          <a:xfrm>
            <a:off x="519013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11326BA2-8ECC-23C1-1777-AD3C87503541}"/>
              </a:ext>
            </a:extLst>
          </p:cNvPr>
          <p:cNvSpPr/>
          <p:nvPr/>
        </p:nvSpPr>
        <p:spPr>
          <a:xfrm>
            <a:off x="546811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562164C1-070B-8F42-3937-5715257769E8}"/>
              </a:ext>
            </a:extLst>
          </p:cNvPr>
          <p:cNvSpPr/>
          <p:nvPr/>
        </p:nvSpPr>
        <p:spPr>
          <a:xfrm>
            <a:off x="546811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">
            <a:extLst>
              <a:ext uri="{FF2B5EF4-FFF2-40B4-BE49-F238E27FC236}">
                <a16:creationId xmlns:a16="http://schemas.microsoft.com/office/drawing/2014/main" id="{467B5F2D-1FB8-77CE-034E-9E65ED88AD00}"/>
              </a:ext>
            </a:extLst>
          </p:cNvPr>
          <p:cNvSpPr/>
          <p:nvPr/>
        </p:nvSpPr>
        <p:spPr>
          <a:xfrm>
            <a:off x="549554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4" name="table">
            <a:extLst>
              <a:ext uri="{FF2B5EF4-FFF2-40B4-BE49-F238E27FC236}">
                <a16:creationId xmlns:a16="http://schemas.microsoft.com/office/drawing/2014/main" id="{1A0AA0B1-330B-49B1-E9B2-46B89EF4668C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초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 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분 (상한 59 : 59)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(0 이면 무시) · 진행 중 취소 → 0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ALARM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도달 → LED 16 개 0.5 s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끄기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 중 아무 버튼 → SET (값 유지)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43FF1022-5A5D-7EC3-5556-195FB809148F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32</a:t>
            </a:r>
            <a:endParaRPr lang="ko-KR" sz="1100" dirty="0"/>
          </a:p>
        </p:txBody>
      </p: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5AF275EF-DA79-10B8-B2EF-28A581C8A994}"/>
              </a:ext>
            </a:extLst>
          </p:cNvPr>
          <p:cNvGrpSpPr/>
          <p:nvPr/>
        </p:nvGrpSpPr>
        <p:grpSpPr>
          <a:xfrm>
            <a:off x="1196766" y="2924028"/>
            <a:ext cx="2491314" cy="1492161"/>
            <a:chOff x="9251896" y="330849"/>
            <a:chExt cx="3107767" cy="1751021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543519CA-93FD-7FE7-0CA1-A399180D829A}"/>
                </a:ext>
              </a:extLst>
            </p:cNvPr>
            <p:cNvGrpSpPr/>
            <p:nvPr/>
          </p:nvGrpSpPr>
          <p:grpSpPr>
            <a:xfrm>
              <a:off x="9251896" y="330849"/>
              <a:ext cx="2860497" cy="994910"/>
              <a:chOff x="8233715" y="4736955"/>
              <a:chExt cx="2860497" cy="994910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E865B84C-2040-B46B-691F-FAD2A3BCB21D}"/>
                  </a:ext>
                </a:extLst>
              </p:cNvPr>
              <p:cNvSpPr/>
              <p:nvPr/>
            </p:nvSpPr>
            <p:spPr>
              <a:xfrm>
                <a:off x="8233715" y="4736955"/>
                <a:ext cx="2860497" cy="99491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348" name="그룹 347">
                <a:extLst>
                  <a:ext uri="{FF2B5EF4-FFF2-40B4-BE49-F238E27FC236}">
                    <a16:creationId xmlns:a16="http://schemas.microsoft.com/office/drawing/2014/main" id="{9A04AA99-B113-DDF4-39AA-FABEDDDE8F62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349" name="그룹 348">
                  <a:extLst>
                    <a:ext uri="{FF2B5EF4-FFF2-40B4-BE49-F238E27FC236}">
                      <a16:creationId xmlns:a16="http://schemas.microsoft.com/office/drawing/2014/main" id="{5B0D8EDE-56A5-3684-A993-23889E3A65F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89" name="그룹 388">
                    <a:extLst>
                      <a:ext uri="{FF2B5EF4-FFF2-40B4-BE49-F238E27FC236}">
                        <a16:creationId xmlns:a16="http://schemas.microsoft.com/office/drawing/2014/main" id="{5B6A132C-9B56-2B86-4E18-81C8BBEDF024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91" name="그룹 390">
                      <a:extLst>
                        <a:ext uri="{FF2B5EF4-FFF2-40B4-BE49-F238E27FC236}">
                          <a16:creationId xmlns:a16="http://schemas.microsoft.com/office/drawing/2014/main" id="{4E90DC00-29EE-57EB-D0F3-8BF9566E9B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EEE2575E-2EB2-8EFF-EAE6-647E3C766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8" name="직사각형 397">
                        <a:extLst>
                          <a:ext uri="{FF2B5EF4-FFF2-40B4-BE49-F238E27FC236}">
                            <a16:creationId xmlns:a16="http://schemas.microsoft.com/office/drawing/2014/main" id="{8222AD59-EB97-0FA5-DEE1-0982C69FE1C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116397FF-4F5D-B3BC-DB5D-D6446750F0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0" name="직사각형 399">
                        <a:extLst>
                          <a:ext uri="{FF2B5EF4-FFF2-40B4-BE49-F238E27FC236}">
                            <a16:creationId xmlns:a16="http://schemas.microsoft.com/office/drawing/2014/main" id="{CCE95286-CEB7-75FB-88D4-33C69DA3AEA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92" name="그룹 391">
                      <a:extLst>
                        <a:ext uri="{FF2B5EF4-FFF2-40B4-BE49-F238E27FC236}">
                          <a16:creationId xmlns:a16="http://schemas.microsoft.com/office/drawing/2014/main" id="{F06086A3-C04C-C31F-9CD4-F8B0FEB460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3" name="직사각형 392">
                        <a:extLst>
                          <a:ext uri="{FF2B5EF4-FFF2-40B4-BE49-F238E27FC236}">
                            <a16:creationId xmlns:a16="http://schemas.microsoft.com/office/drawing/2014/main" id="{54B60627-187C-C3B3-5B66-6CC63D0776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4" name="직사각형 393">
                        <a:extLst>
                          <a:ext uri="{FF2B5EF4-FFF2-40B4-BE49-F238E27FC236}">
                            <a16:creationId xmlns:a16="http://schemas.microsoft.com/office/drawing/2014/main" id="{7686EE5E-3282-84EB-BECA-72A3156005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10F3723D-42C4-9633-3DFD-783EF9E4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6" name="직사각형 395">
                        <a:extLst>
                          <a:ext uri="{FF2B5EF4-FFF2-40B4-BE49-F238E27FC236}">
                            <a16:creationId xmlns:a16="http://schemas.microsoft.com/office/drawing/2014/main" id="{722E30DF-A620-191A-F5B7-DE9FB88F05D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90" name="직사각형 389">
                    <a:extLst>
                      <a:ext uri="{FF2B5EF4-FFF2-40B4-BE49-F238E27FC236}">
                        <a16:creationId xmlns:a16="http://schemas.microsoft.com/office/drawing/2014/main" id="{E271E891-7609-0E1B-9EDD-0B840D7801A3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0" name="그룹 349">
                  <a:extLst>
                    <a:ext uri="{FF2B5EF4-FFF2-40B4-BE49-F238E27FC236}">
                      <a16:creationId xmlns:a16="http://schemas.microsoft.com/office/drawing/2014/main" id="{ACD33069-C3E1-57C0-C0ED-80E22C5415EF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77" name="그룹 376">
                    <a:extLst>
                      <a:ext uri="{FF2B5EF4-FFF2-40B4-BE49-F238E27FC236}">
                        <a16:creationId xmlns:a16="http://schemas.microsoft.com/office/drawing/2014/main" id="{FF98632E-A705-9ED4-9CF1-856BF9D4430B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79" name="그룹 378">
                      <a:extLst>
                        <a:ext uri="{FF2B5EF4-FFF2-40B4-BE49-F238E27FC236}">
                          <a16:creationId xmlns:a16="http://schemas.microsoft.com/office/drawing/2014/main" id="{51763B1D-886B-F470-D07E-2D3BC9AFA9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5" name="직사각형 384">
                        <a:extLst>
                          <a:ext uri="{FF2B5EF4-FFF2-40B4-BE49-F238E27FC236}">
                            <a16:creationId xmlns:a16="http://schemas.microsoft.com/office/drawing/2014/main" id="{DB3F98E8-1AB2-9D97-B0A8-412CBAD5E0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6" name="직사각형 385">
                        <a:extLst>
                          <a:ext uri="{FF2B5EF4-FFF2-40B4-BE49-F238E27FC236}">
                            <a16:creationId xmlns:a16="http://schemas.microsoft.com/office/drawing/2014/main" id="{7DF9EB90-EC8E-3A7E-4479-16C60415089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7" name="직사각형 386">
                        <a:extLst>
                          <a:ext uri="{FF2B5EF4-FFF2-40B4-BE49-F238E27FC236}">
                            <a16:creationId xmlns:a16="http://schemas.microsoft.com/office/drawing/2014/main" id="{94D12A6A-F7D4-6D61-3974-68ED007203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8" name="직사각형 387">
                        <a:extLst>
                          <a:ext uri="{FF2B5EF4-FFF2-40B4-BE49-F238E27FC236}">
                            <a16:creationId xmlns:a16="http://schemas.microsoft.com/office/drawing/2014/main" id="{2CBA56D6-9A21-216B-89C6-36EFD56EB7B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80" name="그룹 379">
                      <a:extLst>
                        <a:ext uri="{FF2B5EF4-FFF2-40B4-BE49-F238E27FC236}">
                          <a16:creationId xmlns:a16="http://schemas.microsoft.com/office/drawing/2014/main" id="{C6F84FA8-CB3B-9D4C-CEE5-E5FF55B137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1" name="직사각형 380">
                        <a:extLst>
                          <a:ext uri="{FF2B5EF4-FFF2-40B4-BE49-F238E27FC236}">
                            <a16:creationId xmlns:a16="http://schemas.microsoft.com/office/drawing/2014/main" id="{3AD0A0AB-0C34-9C0B-6EF4-7B7118E42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2" name="직사각형 381">
                        <a:extLst>
                          <a:ext uri="{FF2B5EF4-FFF2-40B4-BE49-F238E27FC236}">
                            <a16:creationId xmlns:a16="http://schemas.microsoft.com/office/drawing/2014/main" id="{D4130B65-838F-DE6D-8C74-824AA4CECF7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3" name="직사각형 382">
                        <a:extLst>
                          <a:ext uri="{FF2B5EF4-FFF2-40B4-BE49-F238E27FC236}">
                            <a16:creationId xmlns:a16="http://schemas.microsoft.com/office/drawing/2014/main" id="{D29408CB-BD7F-4DAC-DECF-EA1363BF9A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4" name="직사각형 383">
                        <a:extLst>
                          <a:ext uri="{FF2B5EF4-FFF2-40B4-BE49-F238E27FC236}">
                            <a16:creationId xmlns:a16="http://schemas.microsoft.com/office/drawing/2014/main" id="{06BCCD2F-1AE0-88AA-DC37-E754D1E632C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78" name="직사각형 377">
                    <a:extLst>
                      <a:ext uri="{FF2B5EF4-FFF2-40B4-BE49-F238E27FC236}">
                        <a16:creationId xmlns:a16="http://schemas.microsoft.com/office/drawing/2014/main" id="{E45C68F3-BD16-33AE-BE84-FF44AAF671C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1" name="그룹 350">
                  <a:extLst>
                    <a:ext uri="{FF2B5EF4-FFF2-40B4-BE49-F238E27FC236}">
                      <a16:creationId xmlns:a16="http://schemas.microsoft.com/office/drawing/2014/main" id="{8BDAFE78-14E6-D5AD-CD4E-640B1FB15880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65" name="그룹 364">
                    <a:extLst>
                      <a:ext uri="{FF2B5EF4-FFF2-40B4-BE49-F238E27FC236}">
                        <a16:creationId xmlns:a16="http://schemas.microsoft.com/office/drawing/2014/main" id="{3935C6B2-E29D-4725-E82C-03A241EE4D03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67" name="그룹 366">
                      <a:extLst>
                        <a:ext uri="{FF2B5EF4-FFF2-40B4-BE49-F238E27FC236}">
                          <a16:creationId xmlns:a16="http://schemas.microsoft.com/office/drawing/2014/main" id="{090B7B5C-B270-6F4B-2FFD-AFD0AA254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73" name="직사각형 372">
                        <a:extLst>
                          <a:ext uri="{FF2B5EF4-FFF2-40B4-BE49-F238E27FC236}">
                            <a16:creationId xmlns:a16="http://schemas.microsoft.com/office/drawing/2014/main" id="{92F762F8-B1B4-8C6D-6B07-98EE2C268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4" name="직사각형 373">
                        <a:extLst>
                          <a:ext uri="{FF2B5EF4-FFF2-40B4-BE49-F238E27FC236}">
                            <a16:creationId xmlns:a16="http://schemas.microsoft.com/office/drawing/2014/main" id="{C7E52593-B8AF-A482-9B7D-F468D7194AF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5" name="직사각형 374">
                        <a:extLst>
                          <a:ext uri="{FF2B5EF4-FFF2-40B4-BE49-F238E27FC236}">
                            <a16:creationId xmlns:a16="http://schemas.microsoft.com/office/drawing/2014/main" id="{A0309F2E-286A-2E32-1426-607847BC4A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6" name="직사각형 375">
                        <a:extLst>
                          <a:ext uri="{FF2B5EF4-FFF2-40B4-BE49-F238E27FC236}">
                            <a16:creationId xmlns:a16="http://schemas.microsoft.com/office/drawing/2014/main" id="{4746AFFC-2821-E3B1-035B-63C62A78E26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68" name="그룹 367">
                      <a:extLst>
                        <a:ext uri="{FF2B5EF4-FFF2-40B4-BE49-F238E27FC236}">
                          <a16:creationId xmlns:a16="http://schemas.microsoft.com/office/drawing/2014/main" id="{7E158A1A-D7D6-2BA3-DCE2-D0B12BCC96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9" name="직사각형 368">
                        <a:extLst>
                          <a:ext uri="{FF2B5EF4-FFF2-40B4-BE49-F238E27FC236}">
                            <a16:creationId xmlns:a16="http://schemas.microsoft.com/office/drawing/2014/main" id="{4A238E74-05E1-D7D9-CF1A-491AACFD5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0" name="직사각형 369">
                        <a:extLst>
                          <a:ext uri="{FF2B5EF4-FFF2-40B4-BE49-F238E27FC236}">
                            <a16:creationId xmlns:a16="http://schemas.microsoft.com/office/drawing/2014/main" id="{6C6ACA7E-04CA-F5D9-4F1A-3CB2625ECE0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1" name="직사각형 370">
                        <a:extLst>
                          <a:ext uri="{FF2B5EF4-FFF2-40B4-BE49-F238E27FC236}">
                            <a16:creationId xmlns:a16="http://schemas.microsoft.com/office/drawing/2014/main" id="{08F8ED54-AEB4-B4EA-5516-C43BE7EEE2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2" name="직사각형 371">
                        <a:extLst>
                          <a:ext uri="{FF2B5EF4-FFF2-40B4-BE49-F238E27FC236}">
                            <a16:creationId xmlns:a16="http://schemas.microsoft.com/office/drawing/2014/main" id="{EBE29B36-C93D-AFB5-0E1D-5FA1592A5B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66" name="직사각형 365">
                    <a:extLst>
                      <a:ext uri="{FF2B5EF4-FFF2-40B4-BE49-F238E27FC236}">
                        <a16:creationId xmlns:a16="http://schemas.microsoft.com/office/drawing/2014/main" id="{019587D7-0BF5-A8E0-D428-9B8A29DA9426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2" name="그룹 351">
                  <a:extLst>
                    <a:ext uri="{FF2B5EF4-FFF2-40B4-BE49-F238E27FC236}">
                      <a16:creationId xmlns:a16="http://schemas.microsoft.com/office/drawing/2014/main" id="{17C1D984-1218-B140-3B24-5D00A19F563A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53" name="그룹 352">
                    <a:extLst>
                      <a:ext uri="{FF2B5EF4-FFF2-40B4-BE49-F238E27FC236}">
                        <a16:creationId xmlns:a16="http://schemas.microsoft.com/office/drawing/2014/main" id="{BD83768B-DB4A-1D1B-04B7-6E69CBBF2A8D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55" name="그룹 354">
                      <a:extLst>
                        <a:ext uri="{FF2B5EF4-FFF2-40B4-BE49-F238E27FC236}">
                          <a16:creationId xmlns:a16="http://schemas.microsoft.com/office/drawing/2014/main" id="{E5689D1F-B005-0CBF-703C-6A4498935B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1" name="직사각형 360">
                        <a:extLst>
                          <a:ext uri="{FF2B5EF4-FFF2-40B4-BE49-F238E27FC236}">
                            <a16:creationId xmlns:a16="http://schemas.microsoft.com/office/drawing/2014/main" id="{756AA0A8-396B-ED82-CCEF-6C495D866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2" name="직사각형 361">
                        <a:extLst>
                          <a:ext uri="{FF2B5EF4-FFF2-40B4-BE49-F238E27FC236}">
                            <a16:creationId xmlns:a16="http://schemas.microsoft.com/office/drawing/2014/main" id="{46082FDE-B863-A9D5-E002-753CD3F8CCD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3" name="직사각형 362">
                        <a:extLst>
                          <a:ext uri="{FF2B5EF4-FFF2-40B4-BE49-F238E27FC236}">
                            <a16:creationId xmlns:a16="http://schemas.microsoft.com/office/drawing/2014/main" id="{E9A9EA99-F723-9A65-6106-FB66A2D2F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4" name="직사각형 363">
                        <a:extLst>
                          <a:ext uri="{FF2B5EF4-FFF2-40B4-BE49-F238E27FC236}">
                            <a16:creationId xmlns:a16="http://schemas.microsoft.com/office/drawing/2014/main" id="{F0C12581-64B0-0BBF-4FD7-B560EA930AE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56" name="그룹 355">
                      <a:extLst>
                        <a:ext uri="{FF2B5EF4-FFF2-40B4-BE49-F238E27FC236}">
                          <a16:creationId xmlns:a16="http://schemas.microsoft.com/office/drawing/2014/main" id="{7C5515C5-2169-A12B-0CA5-A3C4218F7D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57" name="직사각형 356">
                        <a:extLst>
                          <a:ext uri="{FF2B5EF4-FFF2-40B4-BE49-F238E27FC236}">
                            <a16:creationId xmlns:a16="http://schemas.microsoft.com/office/drawing/2014/main" id="{A0627AAB-DB72-3C2C-8045-1CCDB5B9F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8" name="직사각형 357">
                        <a:extLst>
                          <a:ext uri="{FF2B5EF4-FFF2-40B4-BE49-F238E27FC236}">
                            <a16:creationId xmlns:a16="http://schemas.microsoft.com/office/drawing/2014/main" id="{ACB0ECE8-ACFA-8F5B-119C-47D353FE984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9" name="직사각형 358">
                        <a:extLst>
                          <a:ext uri="{FF2B5EF4-FFF2-40B4-BE49-F238E27FC236}">
                            <a16:creationId xmlns:a16="http://schemas.microsoft.com/office/drawing/2014/main" id="{7E19A05C-DF53-C1C4-3C1E-9661C6FAC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0" name="직사각형 359">
                        <a:extLst>
                          <a:ext uri="{FF2B5EF4-FFF2-40B4-BE49-F238E27FC236}">
                            <a16:creationId xmlns:a16="http://schemas.microsoft.com/office/drawing/2014/main" id="{56F4BC2E-9D70-0402-0317-BA9ED93EA0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54" name="직사각형 353">
                    <a:extLst>
                      <a:ext uri="{FF2B5EF4-FFF2-40B4-BE49-F238E27FC236}">
                        <a16:creationId xmlns:a16="http://schemas.microsoft.com/office/drawing/2014/main" id="{FDAE2227-D953-BDF7-7784-9CA367AF772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</p:grpSp>
      <p:sp>
        <p:nvSpPr>
          <p:cNvPr id="50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분 . 초 고정 (MM.SS)</a:t>
            </a:r>
          </a:p>
        </p:txBody>
      </p:sp>
      <p:sp>
        <p:nvSpPr>
          <p:cNvPr id="502" name="상태 SET"/>
          <p:cNvSpPr/>
          <p:nvPr/>
        </p:nvSpPr>
        <p:spPr>
          <a:xfrm>
            <a:off x="1065276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503" name="범례 SET"/>
          <p:cNvSpPr txBox="1"/>
          <p:nvPr/>
        </p:nvSpPr>
        <p:spPr>
          <a:xfrm>
            <a:off x="1143914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504" name="상태 RUN"/>
          <p:cNvSpPr/>
          <p:nvPr/>
        </p:nvSpPr>
        <p:spPr>
          <a:xfrm>
            <a:off x="1252728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505" name="범례 RUN"/>
          <p:cNvSpPr txBox="1"/>
          <p:nvPr/>
        </p:nvSpPr>
        <p:spPr>
          <a:xfrm>
            <a:off x="1331366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감소 중</a:t>
            </a:r>
          </a:p>
        </p:txBody>
      </p:sp>
      <p:sp>
        <p:nvSpPr>
          <p:cNvPr id="506" name="상태 ALARM"/>
          <p:cNvSpPr/>
          <p:nvPr/>
        </p:nvSpPr>
        <p:spPr>
          <a:xfrm>
            <a:off x="1440180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507" name="범례 ALARM"/>
          <p:cNvSpPr txBox="1"/>
          <p:nvPr/>
        </p:nvSpPr>
        <p:spPr>
          <a:xfrm>
            <a:off x="1518818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</a:t>
            </a:r>
          </a:p>
        </p:txBody>
      </p:sp>
      <p:grpSp>
        <p:nvGrpSpPr>
          <p:cNvPr id="534" name="FND 00:00"/>
          <p:cNvGrpSpPr/>
          <p:nvPr/>
        </p:nvGrpSpPr>
        <p:grpSpPr>
          <a:xfrm>
            <a:off x="7040880" y="2450592"/>
            <a:ext cx="2295144" cy="850392"/>
            <a:chOff x="7040880" y="2450592"/>
            <a:chExt cx="2295144" cy="850392"/>
          </a:xfrm>
        </p:grpSpPr>
        <p:sp>
          <p:nvSpPr>
            <p:cNvPr id="508" name="FND bg"/>
            <p:cNvSpPr/>
            <p:nvPr/>
          </p:nvSpPr>
          <p:spPr>
            <a:xfrm>
              <a:off x="70408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09" name="seg 0"/>
            <p:cNvSpPr/>
            <p:nvPr/>
          </p:nvSpPr>
          <p:spPr>
            <a:xfrm>
              <a:off x="73581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0" name="seg 0"/>
            <p:cNvSpPr/>
            <p:nvPr/>
          </p:nvSpPr>
          <p:spPr>
            <a:xfrm>
              <a:off x="75940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1" name="seg 0"/>
            <p:cNvSpPr/>
            <p:nvPr/>
          </p:nvSpPr>
          <p:spPr>
            <a:xfrm>
              <a:off x="75940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2" name="seg 0"/>
            <p:cNvSpPr/>
            <p:nvPr/>
          </p:nvSpPr>
          <p:spPr>
            <a:xfrm>
              <a:off x="73581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3" name="seg 0"/>
            <p:cNvSpPr/>
            <p:nvPr/>
          </p:nvSpPr>
          <p:spPr>
            <a:xfrm>
              <a:off x="72877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4" name="seg 0"/>
            <p:cNvSpPr/>
            <p:nvPr/>
          </p:nvSpPr>
          <p:spPr>
            <a:xfrm>
              <a:off x="72877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5" name="seg 1"/>
            <p:cNvSpPr/>
            <p:nvPr/>
          </p:nvSpPr>
          <p:spPr>
            <a:xfrm>
              <a:off x="77970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6" name="seg 1"/>
            <p:cNvSpPr/>
            <p:nvPr/>
          </p:nvSpPr>
          <p:spPr>
            <a:xfrm>
              <a:off x="80330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7" name="seg 1"/>
            <p:cNvSpPr/>
            <p:nvPr/>
          </p:nvSpPr>
          <p:spPr>
            <a:xfrm>
              <a:off x="80330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8" name="seg 1"/>
            <p:cNvSpPr/>
            <p:nvPr/>
          </p:nvSpPr>
          <p:spPr>
            <a:xfrm>
              <a:off x="77970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9" name="seg 1"/>
            <p:cNvSpPr/>
            <p:nvPr/>
          </p:nvSpPr>
          <p:spPr>
            <a:xfrm>
              <a:off x="77266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0" name="seg 1"/>
            <p:cNvSpPr/>
            <p:nvPr/>
          </p:nvSpPr>
          <p:spPr>
            <a:xfrm>
              <a:off x="77266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1" name="seg 2"/>
            <p:cNvSpPr/>
            <p:nvPr/>
          </p:nvSpPr>
          <p:spPr>
            <a:xfrm>
              <a:off x="8354873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2" name="seg 2"/>
            <p:cNvSpPr/>
            <p:nvPr/>
          </p:nvSpPr>
          <p:spPr>
            <a:xfrm>
              <a:off x="85907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3" name="seg 2"/>
            <p:cNvSpPr/>
            <p:nvPr/>
          </p:nvSpPr>
          <p:spPr>
            <a:xfrm>
              <a:off x="85907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4" name="seg 2"/>
            <p:cNvSpPr/>
            <p:nvPr/>
          </p:nvSpPr>
          <p:spPr>
            <a:xfrm>
              <a:off x="8354873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5" name="seg 2"/>
            <p:cNvSpPr/>
            <p:nvPr/>
          </p:nvSpPr>
          <p:spPr>
            <a:xfrm>
              <a:off x="828446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6" name="seg 2"/>
            <p:cNvSpPr/>
            <p:nvPr/>
          </p:nvSpPr>
          <p:spPr>
            <a:xfrm>
              <a:off x="828446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7" name="seg 3"/>
            <p:cNvSpPr/>
            <p:nvPr/>
          </p:nvSpPr>
          <p:spPr>
            <a:xfrm>
              <a:off x="87937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8" name="seg 3"/>
            <p:cNvSpPr/>
            <p:nvPr/>
          </p:nvSpPr>
          <p:spPr>
            <a:xfrm>
              <a:off x="90297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9" name="seg 3"/>
            <p:cNvSpPr/>
            <p:nvPr/>
          </p:nvSpPr>
          <p:spPr>
            <a:xfrm>
              <a:off x="90297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0" name="seg 3"/>
            <p:cNvSpPr/>
            <p:nvPr/>
          </p:nvSpPr>
          <p:spPr>
            <a:xfrm>
              <a:off x="87937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1" name="seg 3"/>
            <p:cNvSpPr/>
            <p:nvPr/>
          </p:nvSpPr>
          <p:spPr>
            <a:xfrm>
              <a:off x="87233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2" name="seg 3"/>
            <p:cNvSpPr/>
            <p:nvPr/>
          </p:nvSpPr>
          <p:spPr>
            <a:xfrm>
              <a:off x="87233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3" name="dot"/>
            <p:cNvSpPr/>
            <p:nvPr/>
          </p:nvSpPr>
          <p:spPr>
            <a:xfrm>
              <a:off x="81701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35" name="화살표: 아래쪽"/>
          <p:cNvSpPr/>
          <p:nvPr/>
        </p:nvSpPr>
        <p:spPr>
          <a:xfrm>
            <a:off x="100172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" name="버튼 U"/>
          <p:cNvSpPr/>
          <p:nvPr/>
        </p:nvSpPr>
        <p:spPr>
          <a:xfrm>
            <a:off x="99395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537" name="라벨"/>
          <p:cNvSpPr txBox="1"/>
          <p:nvPr/>
        </p:nvSpPr>
        <p:spPr>
          <a:xfrm>
            <a:off x="93543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초</a:t>
            </a:r>
          </a:p>
        </p:txBody>
      </p:sp>
      <p:grpSp>
        <p:nvGrpSpPr>
          <p:cNvPr id="560" name="FND 00:10"/>
          <p:cNvGrpSpPr/>
          <p:nvPr/>
        </p:nvGrpSpPr>
        <p:grpSpPr>
          <a:xfrm>
            <a:off x="10927080" y="2450592"/>
            <a:ext cx="2295144" cy="850392"/>
            <a:chOff x="10927080" y="2450592"/>
            <a:chExt cx="2295144" cy="850392"/>
          </a:xfrm>
        </p:grpSpPr>
        <p:sp>
          <p:nvSpPr>
            <p:cNvPr id="538" name="FND bg"/>
            <p:cNvSpPr/>
            <p:nvPr/>
          </p:nvSpPr>
          <p:spPr>
            <a:xfrm>
              <a:off x="109270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9" name="seg 0"/>
            <p:cNvSpPr/>
            <p:nvPr/>
          </p:nvSpPr>
          <p:spPr>
            <a:xfrm>
              <a:off x="112443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0" name="seg 0"/>
            <p:cNvSpPr/>
            <p:nvPr/>
          </p:nvSpPr>
          <p:spPr>
            <a:xfrm>
              <a:off x="114802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1" name="seg 0"/>
            <p:cNvSpPr/>
            <p:nvPr/>
          </p:nvSpPr>
          <p:spPr>
            <a:xfrm>
              <a:off x="114802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2" name="seg 0"/>
            <p:cNvSpPr/>
            <p:nvPr/>
          </p:nvSpPr>
          <p:spPr>
            <a:xfrm>
              <a:off x="112443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3" name="seg 0"/>
            <p:cNvSpPr/>
            <p:nvPr/>
          </p:nvSpPr>
          <p:spPr>
            <a:xfrm>
              <a:off x="111739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4" name="seg 0"/>
            <p:cNvSpPr/>
            <p:nvPr/>
          </p:nvSpPr>
          <p:spPr>
            <a:xfrm>
              <a:off x="111739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5" name="seg 1"/>
            <p:cNvSpPr/>
            <p:nvPr/>
          </p:nvSpPr>
          <p:spPr>
            <a:xfrm>
              <a:off x="116832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6" name="seg 1"/>
            <p:cNvSpPr/>
            <p:nvPr/>
          </p:nvSpPr>
          <p:spPr>
            <a:xfrm>
              <a:off x="119192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7" name="seg 1"/>
            <p:cNvSpPr/>
            <p:nvPr/>
          </p:nvSpPr>
          <p:spPr>
            <a:xfrm>
              <a:off x="119192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8" name="seg 1"/>
            <p:cNvSpPr/>
            <p:nvPr/>
          </p:nvSpPr>
          <p:spPr>
            <a:xfrm>
              <a:off x="116832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9" name="seg 1"/>
            <p:cNvSpPr/>
            <p:nvPr/>
          </p:nvSpPr>
          <p:spPr>
            <a:xfrm>
              <a:off x="116128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0" name="seg 1"/>
            <p:cNvSpPr/>
            <p:nvPr/>
          </p:nvSpPr>
          <p:spPr>
            <a:xfrm>
              <a:off x="116128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1" name="seg 2"/>
            <p:cNvSpPr/>
            <p:nvPr/>
          </p:nvSpPr>
          <p:spPr>
            <a:xfrm>
              <a:off x="124769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2" name="seg 2"/>
            <p:cNvSpPr/>
            <p:nvPr/>
          </p:nvSpPr>
          <p:spPr>
            <a:xfrm>
              <a:off x="124769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3" name="seg 3"/>
            <p:cNvSpPr/>
            <p:nvPr/>
          </p:nvSpPr>
          <p:spPr>
            <a:xfrm>
              <a:off x="126799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4" name="seg 3"/>
            <p:cNvSpPr/>
            <p:nvPr/>
          </p:nvSpPr>
          <p:spPr>
            <a:xfrm>
              <a:off x="129159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5" name="seg 3"/>
            <p:cNvSpPr/>
            <p:nvPr/>
          </p:nvSpPr>
          <p:spPr>
            <a:xfrm>
              <a:off x="129159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6" name="seg 3"/>
            <p:cNvSpPr/>
            <p:nvPr/>
          </p:nvSpPr>
          <p:spPr>
            <a:xfrm>
              <a:off x="126799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7" name="seg 3"/>
            <p:cNvSpPr/>
            <p:nvPr/>
          </p:nvSpPr>
          <p:spPr>
            <a:xfrm>
              <a:off x="126095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8" name="seg 3"/>
            <p:cNvSpPr/>
            <p:nvPr/>
          </p:nvSpPr>
          <p:spPr>
            <a:xfrm>
              <a:off x="126095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9" name="dot"/>
            <p:cNvSpPr/>
            <p:nvPr/>
          </p:nvSpPr>
          <p:spPr>
            <a:xfrm>
              <a:off x="120563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61" name="화살표: 아래쪽"/>
          <p:cNvSpPr/>
          <p:nvPr/>
        </p:nvSpPr>
        <p:spPr>
          <a:xfrm>
            <a:off x="139034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2" name="버튼 R"/>
          <p:cNvSpPr/>
          <p:nvPr/>
        </p:nvSpPr>
        <p:spPr>
          <a:xfrm>
            <a:off x="138257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563" name="라벨"/>
          <p:cNvSpPr txBox="1"/>
          <p:nvPr/>
        </p:nvSpPr>
        <p:spPr>
          <a:xfrm>
            <a:off x="132405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 분</a:t>
            </a:r>
          </a:p>
        </p:txBody>
      </p:sp>
      <p:grpSp>
        <p:nvGrpSpPr>
          <p:cNvPr id="582" name="FND 01:10"/>
          <p:cNvGrpSpPr/>
          <p:nvPr/>
        </p:nvGrpSpPr>
        <p:grpSpPr>
          <a:xfrm>
            <a:off x="14813280" y="2450592"/>
            <a:ext cx="2295144" cy="850392"/>
            <a:chOff x="14813280" y="2450592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148132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151305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153664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0"/>
            <p:cNvSpPr/>
            <p:nvPr/>
          </p:nvSpPr>
          <p:spPr>
            <a:xfrm>
              <a:off x="153664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0"/>
            <p:cNvSpPr/>
            <p:nvPr/>
          </p:nvSpPr>
          <p:spPr>
            <a:xfrm>
              <a:off x="151305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0"/>
            <p:cNvSpPr/>
            <p:nvPr/>
          </p:nvSpPr>
          <p:spPr>
            <a:xfrm>
              <a:off x="150601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0"/>
            <p:cNvSpPr/>
            <p:nvPr/>
          </p:nvSpPr>
          <p:spPr>
            <a:xfrm>
              <a:off x="150601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158054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1"/>
            <p:cNvSpPr/>
            <p:nvPr/>
          </p:nvSpPr>
          <p:spPr>
            <a:xfrm>
              <a:off x="158054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163631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163631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3"/>
            <p:cNvSpPr/>
            <p:nvPr/>
          </p:nvSpPr>
          <p:spPr>
            <a:xfrm>
              <a:off x="165661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3"/>
            <p:cNvSpPr/>
            <p:nvPr/>
          </p:nvSpPr>
          <p:spPr>
            <a:xfrm>
              <a:off x="168021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3"/>
            <p:cNvSpPr/>
            <p:nvPr/>
          </p:nvSpPr>
          <p:spPr>
            <a:xfrm>
              <a:off x="168021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165661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164957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164957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dot"/>
            <p:cNvSpPr/>
            <p:nvPr/>
          </p:nvSpPr>
          <p:spPr>
            <a:xfrm>
              <a:off x="159425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01" name="FND 01:10"/>
          <p:cNvGrpSpPr/>
          <p:nvPr/>
        </p:nvGrpSpPr>
        <p:grpSpPr>
          <a:xfrm>
            <a:off x="7040880" y="3776472"/>
            <a:ext cx="2295144" cy="850392"/>
            <a:chOff x="7040880" y="3776472"/>
            <a:chExt cx="2295144" cy="850392"/>
          </a:xfrm>
        </p:grpSpPr>
        <p:sp>
          <p:nvSpPr>
            <p:cNvPr id="583" name="FND bg"/>
            <p:cNvSpPr/>
            <p:nvPr/>
          </p:nvSpPr>
          <p:spPr>
            <a:xfrm>
              <a:off x="70408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seg 0"/>
            <p:cNvSpPr/>
            <p:nvPr/>
          </p:nvSpPr>
          <p:spPr>
            <a:xfrm>
              <a:off x="73581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5" name="seg 0"/>
            <p:cNvSpPr/>
            <p:nvPr/>
          </p:nvSpPr>
          <p:spPr>
            <a:xfrm>
              <a:off x="75940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6" name="seg 0"/>
            <p:cNvSpPr/>
            <p:nvPr/>
          </p:nvSpPr>
          <p:spPr>
            <a:xfrm>
              <a:off x="75940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7" name="seg 0"/>
            <p:cNvSpPr/>
            <p:nvPr/>
          </p:nvSpPr>
          <p:spPr>
            <a:xfrm>
              <a:off x="73581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eg 0"/>
            <p:cNvSpPr/>
            <p:nvPr/>
          </p:nvSpPr>
          <p:spPr>
            <a:xfrm>
              <a:off x="728776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9" name="seg 0"/>
            <p:cNvSpPr/>
            <p:nvPr/>
          </p:nvSpPr>
          <p:spPr>
            <a:xfrm>
              <a:off x="72877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0" name="seg 1"/>
            <p:cNvSpPr/>
            <p:nvPr/>
          </p:nvSpPr>
          <p:spPr>
            <a:xfrm>
              <a:off x="80330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1" name="seg 1"/>
            <p:cNvSpPr/>
            <p:nvPr/>
          </p:nvSpPr>
          <p:spPr>
            <a:xfrm>
              <a:off x="80330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2"/>
            <p:cNvSpPr/>
            <p:nvPr/>
          </p:nvSpPr>
          <p:spPr>
            <a:xfrm>
              <a:off x="85907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2"/>
            <p:cNvSpPr/>
            <p:nvPr/>
          </p:nvSpPr>
          <p:spPr>
            <a:xfrm>
              <a:off x="85907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3"/>
            <p:cNvSpPr/>
            <p:nvPr/>
          </p:nvSpPr>
          <p:spPr>
            <a:xfrm>
              <a:off x="87937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3"/>
            <p:cNvSpPr/>
            <p:nvPr/>
          </p:nvSpPr>
          <p:spPr>
            <a:xfrm>
              <a:off x="90297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3"/>
            <p:cNvSpPr/>
            <p:nvPr/>
          </p:nvSpPr>
          <p:spPr>
            <a:xfrm>
              <a:off x="90297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3"/>
            <p:cNvSpPr/>
            <p:nvPr/>
          </p:nvSpPr>
          <p:spPr>
            <a:xfrm>
              <a:off x="87937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3"/>
            <p:cNvSpPr/>
            <p:nvPr/>
          </p:nvSpPr>
          <p:spPr>
            <a:xfrm>
              <a:off x="87233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3"/>
            <p:cNvSpPr/>
            <p:nvPr/>
          </p:nvSpPr>
          <p:spPr>
            <a:xfrm>
              <a:off x="87233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dot"/>
            <p:cNvSpPr/>
            <p:nvPr/>
          </p:nvSpPr>
          <p:spPr>
            <a:xfrm>
              <a:off x="81701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02" name="화살표: 아래쪽"/>
          <p:cNvSpPr/>
          <p:nvPr/>
        </p:nvSpPr>
        <p:spPr>
          <a:xfrm>
            <a:off x="100172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3" name="버튼 D"/>
          <p:cNvSpPr/>
          <p:nvPr/>
        </p:nvSpPr>
        <p:spPr>
          <a:xfrm>
            <a:off x="99395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04" name="라벨"/>
          <p:cNvSpPr txBox="1"/>
          <p:nvPr/>
        </p:nvSpPr>
        <p:spPr>
          <a:xfrm>
            <a:off x="93543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</p:txBody>
      </p:sp>
      <p:grpSp>
        <p:nvGrpSpPr>
          <p:cNvPr id="619" name="FND 11:10"/>
          <p:cNvGrpSpPr/>
          <p:nvPr/>
        </p:nvGrpSpPr>
        <p:grpSpPr>
          <a:xfrm>
            <a:off x="10927080" y="3776472"/>
            <a:ext cx="2295144" cy="850392"/>
            <a:chOff x="10927080" y="3776472"/>
            <a:chExt cx="2295144" cy="850392"/>
          </a:xfrm>
        </p:grpSpPr>
        <p:sp>
          <p:nvSpPr>
            <p:cNvPr id="605" name="FND bg"/>
            <p:cNvSpPr/>
            <p:nvPr/>
          </p:nvSpPr>
          <p:spPr>
            <a:xfrm>
              <a:off x="109270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0"/>
            <p:cNvSpPr/>
            <p:nvPr/>
          </p:nvSpPr>
          <p:spPr>
            <a:xfrm>
              <a:off x="114802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0"/>
            <p:cNvSpPr/>
            <p:nvPr/>
          </p:nvSpPr>
          <p:spPr>
            <a:xfrm>
              <a:off x="114802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1"/>
            <p:cNvSpPr/>
            <p:nvPr/>
          </p:nvSpPr>
          <p:spPr>
            <a:xfrm>
              <a:off x="119192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1"/>
            <p:cNvSpPr/>
            <p:nvPr/>
          </p:nvSpPr>
          <p:spPr>
            <a:xfrm>
              <a:off x="119192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2"/>
            <p:cNvSpPr/>
            <p:nvPr/>
          </p:nvSpPr>
          <p:spPr>
            <a:xfrm>
              <a:off x="124769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seg 2"/>
            <p:cNvSpPr/>
            <p:nvPr/>
          </p:nvSpPr>
          <p:spPr>
            <a:xfrm>
              <a:off x="124769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seg 3"/>
            <p:cNvSpPr/>
            <p:nvPr/>
          </p:nvSpPr>
          <p:spPr>
            <a:xfrm>
              <a:off x="126799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3" name="seg 3"/>
            <p:cNvSpPr/>
            <p:nvPr/>
          </p:nvSpPr>
          <p:spPr>
            <a:xfrm>
              <a:off x="129159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4" name="seg 3"/>
            <p:cNvSpPr/>
            <p:nvPr/>
          </p:nvSpPr>
          <p:spPr>
            <a:xfrm>
              <a:off x="129159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5" name="seg 3"/>
            <p:cNvSpPr/>
            <p:nvPr/>
          </p:nvSpPr>
          <p:spPr>
            <a:xfrm>
              <a:off x="126799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eg 3"/>
            <p:cNvSpPr/>
            <p:nvPr/>
          </p:nvSpPr>
          <p:spPr>
            <a:xfrm>
              <a:off x="126095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7" name="seg 3"/>
            <p:cNvSpPr/>
            <p:nvPr/>
          </p:nvSpPr>
          <p:spPr>
            <a:xfrm>
              <a:off x="126095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8" name="dot"/>
            <p:cNvSpPr/>
            <p:nvPr/>
          </p:nvSpPr>
          <p:spPr>
            <a:xfrm>
              <a:off x="120563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20" name="화살표: 아래쪽"/>
          <p:cNvSpPr/>
          <p:nvPr/>
        </p:nvSpPr>
        <p:spPr>
          <a:xfrm>
            <a:off x="139034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1" name="버튼 D"/>
          <p:cNvSpPr/>
          <p:nvPr/>
        </p:nvSpPr>
        <p:spPr>
          <a:xfrm>
            <a:off x="138257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22" name="라벨"/>
          <p:cNvSpPr txBox="1"/>
          <p:nvPr/>
        </p:nvSpPr>
        <p:spPr>
          <a:xfrm>
            <a:off x="132405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 ×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상한 59:59 고정</a:t>
            </a:r>
          </a:p>
        </p:txBody>
      </p:sp>
      <p:grpSp>
        <p:nvGrpSpPr>
          <p:cNvPr id="647" name="FND 59:59"/>
          <p:cNvGrpSpPr/>
          <p:nvPr/>
        </p:nvGrpSpPr>
        <p:grpSpPr>
          <a:xfrm>
            <a:off x="14813280" y="3776472"/>
            <a:ext cx="2295144" cy="850392"/>
            <a:chOff x="14813280" y="3776472"/>
            <a:chExt cx="2295144" cy="850392"/>
          </a:xfrm>
        </p:grpSpPr>
        <p:sp>
          <p:nvSpPr>
            <p:cNvPr id="623" name="FND bg"/>
            <p:cNvSpPr/>
            <p:nvPr/>
          </p:nvSpPr>
          <p:spPr>
            <a:xfrm>
              <a:off x="148132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0"/>
            <p:cNvSpPr/>
            <p:nvPr/>
          </p:nvSpPr>
          <p:spPr>
            <a:xfrm>
              <a:off x="151305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0"/>
            <p:cNvSpPr/>
            <p:nvPr/>
          </p:nvSpPr>
          <p:spPr>
            <a:xfrm>
              <a:off x="150601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0"/>
            <p:cNvSpPr/>
            <p:nvPr/>
          </p:nvSpPr>
          <p:spPr>
            <a:xfrm>
              <a:off x="15130577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0"/>
            <p:cNvSpPr/>
            <p:nvPr/>
          </p:nvSpPr>
          <p:spPr>
            <a:xfrm>
              <a:off x="153664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0"/>
            <p:cNvSpPr/>
            <p:nvPr/>
          </p:nvSpPr>
          <p:spPr>
            <a:xfrm>
              <a:off x="151305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1"/>
            <p:cNvSpPr/>
            <p:nvPr/>
          </p:nvSpPr>
          <p:spPr>
            <a:xfrm>
              <a:off x="15569489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1"/>
            <p:cNvSpPr/>
            <p:nvPr/>
          </p:nvSpPr>
          <p:spPr>
            <a:xfrm>
              <a:off x="158054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1"/>
            <p:cNvSpPr/>
            <p:nvPr/>
          </p:nvSpPr>
          <p:spPr>
            <a:xfrm>
              <a:off x="158054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1"/>
            <p:cNvSpPr/>
            <p:nvPr/>
          </p:nvSpPr>
          <p:spPr>
            <a:xfrm>
              <a:off x="15569489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1"/>
            <p:cNvSpPr/>
            <p:nvPr/>
          </p:nvSpPr>
          <p:spPr>
            <a:xfrm>
              <a:off x="1549908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1"/>
            <p:cNvSpPr/>
            <p:nvPr/>
          </p:nvSpPr>
          <p:spPr>
            <a:xfrm>
              <a:off x="15569489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2"/>
            <p:cNvSpPr/>
            <p:nvPr/>
          </p:nvSpPr>
          <p:spPr>
            <a:xfrm>
              <a:off x="16127273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2"/>
            <p:cNvSpPr/>
            <p:nvPr/>
          </p:nvSpPr>
          <p:spPr>
            <a:xfrm>
              <a:off x="1605686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2"/>
            <p:cNvSpPr/>
            <p:nvPr/>
          </p:nvSpPr>
          <p:spPr>
            <a:xfrm>
              <a:off x="16127273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2"/>
            <p:cNvSpPr/>
            <p:nvPr/>
          </p:nvSpPr>
          <p:spPr>
            <a:xfrm>
              <a:off x="163631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seg 2"/>
            <p:cNvSpPr/>
            <p:nvPr/>
          </p:nvSpPr>
          <p:spPr>
            <a:xfrm>
              <a:off x="16127273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0" name="seg 3"/>
            <p:cNvSpPr/>
            <p:nvPr/>
          </p:nvSpPr>
          <p:spPr>
            <a:xfrm>
              <a:off x="165661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1" name="seg 3"/>
            <p:cNvSpPr/>
            <p:nvPr/>
          </p:nvSpPr>
          <p:spPr>
            <a:xfrm>
              <a:off x="168021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3"/>
            <p:cNvSpPr/>
            <p:nvPr/>
          </p:nvSpPr>
          <p:spPr>
            <a:xfrm>
              <a:off x="168021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3"/>
            <p:cNvSpPr/>
            <p:nvPr/>
          </p:nvSpPr>
          <p:spPr>
            <a:xfrm>
              <a:off x="165661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3"/>
            <p:cNvSpPr/>
            <p:nvPr/>
          </p:nvSpPr>
          <p:spPr>
            <a:xfrm>
              <a:off x="164957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3"/>
            <p:cNvSpPr/>
            <p:nvPr/>
          </p:nvSpPr>
          <p:spPr>
            <a:xfrm>
              <a:off x="16566185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dot"/>
            <p:cNvSpPr/>
            <p:nvPr/>
          </p:nvSpPr>
          <p:spPr>
            <a:xfrm>
              <a:off x="159425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70" name="FND 00:10 SET"/>
          <p:cNvGrpSpPr/>
          <p:nvPr/>
        </p:nvGrpSpPr>
        <p:grpSpPr>
          <a:xfrm>
            <a:off x="7040880" y="5175504"/>
            <a:ext cx="2295144" cy="850392"/>
            <a:chOff x="7040880" y="5175504"/>
            <a:chExt cx="2295144" cy="850392"/>
          </a:xfrm>
        </p:grpSpPr>
        <p:sp>
          <p:nvSpPr>
            <p:cNvPr id="648" name="FND bg"/>
            <p:cNvSpPr/>
            <p:nvPr/>
          </p:nvSpPr>
          <p:spPr>
            <a:xfrm>
              <a:off x="70408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0"/>
            <p:cNvSpPr/>
            <p:nvPr/>
          </p:nvSpPr>
          <p:spPr>
            <a:xfrm>
              <a:off x="73581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0"/>
            <p:cNvSpPr/>
            <p:nvPr/>
          </p:nvSpPr>
          <p:spPr>
            <a:xfrm>
              <a:off x="75940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0"/>
            <p:cNvSpPr/>
            <p:nvPr/>
          </p:nvSpPr>
          <p:spPr>
            <a:xfrm>
              <a:off x="75940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0"/>
            <p:cNvSpPr/>
            <p:nvPr/>
          </p:nvSpPr>
          <p:spPr>
            <a:xfrm>
              <a:off x="73581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0"/>
            <p:cNvSpPr/>
            <p:nvPr/>
          </p:nvSpPr>
          <p:spPr>
            <a:xfrm>
              <a:off x="72877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0"/>
            <p:cNvSpPr/>
            <p:nvPr/>
          </p:nvSpPr>
          <p:spPr>
            <a:xfrm>
              <a:off x="72877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1"/>
            <p:cNvSpPr/>
            <p:nvPr/>
          </p:nvSpPr>
          <p:spPr>
            <a:xfrm>
              <a:off x="77970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1"/>
            <p:cNvSpPr/>
            <p:nvPr/>
          </p:nvSpPr>
          <p:spPr>
            <a:xfrm>
              <a:off x="80330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1"/>
            <p:cNvSpPr/>
            <p:nvPr/>
          </p:nvSpPr>
          <p:spPr>
            <a:xfrm>
              <a:off x="80330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1"/>
            <p:cNvSpPr/>
            <p:nvPr/>
          </p:nvSpPr>
          <p:spPr>
            <a:xfrm>
              <a:off x="77970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1"/>
            <p:cNvSpPr/>
            <p:nvPr/>
          </p:nvSpPr>
          <p:spPr>
            <a:xfrm>
              <a:off x="77266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1"/>
            <p:cNvSpPr/>
            <p:nvPr/>
          </p:nvSpPr>
          <p:spPr>
            <a:xfrm>
              <a:off x="77266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seg 2"/>
            <p:cNvSpPr/>
            <p:nvPr/>
          </p:nvSpPr>
          <p:spPr>
            <a:xfrm>
              <a:off x="85907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seg 2"/>
            <p:cNvSpPr/>
            <p:nvPr/>
          </p:nvSpPr>
          <p:spPr>
            <a:xfrm>
              <a:off x="85907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3" name="seg 3"/>
            <p:cNvSpPr/>
            <p:nvPr/>
          </p:nvSpPr>
          <p:spPr>
            <a:xfrm>
              <a:off x="87937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4" name="seg 3"/>
            <p:cNvSpPr/>
            <p:nvPr/>
          </p:nvSpPr>
          <p:spPr>
            <a:xfrm>
              <a:off x="90297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5" name="seg 3"/>
            <p:cNvSpPr/>
            <p:nvPr/>
          </p:nvSpPr>
          <p:spPr>
            <a:xfrm>
              <a:off x="90297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6" name="seg 3"/>
            <p:cNvSpPr/>
            <p:nvPr/>
          </p:nvSpPr>
          <p:spPr>
            <a:xfrm>
              <a:off x="87937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7" name="seg 3"/>
            <p:cNvSpPr/>
            <p:nvPr/>
          </p:nvSpPr>
          <p:spPr>
            <a:xfrm>
              <a:off x="87233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3"/>
            <p:cNvSpPr/>
            <p:nvPr/>
          </p:nvSpPr>
          <p:spPr>
            <a:xfrm>
              <a:off x="87233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dot"/>
            <p:cNvSpPr/>
            <p:nvPr/>
          </p:nvSpPr>
          <p:spPr>
            <a:xfrm>
              <a:off x="81701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71" name="상태 SET"/>
          <p:cNvSpPr/>
          <p:nvPr/>
        </p:nvSpPr>
        <p:spPr>
          <a:xfrm>
            <a:off x="71323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672" name="화살표: 아래쪽"/>
          <p:cNvSpPr/>
          <p:nvPr/>
        </p:nvSpPr>
        <p:spPr>
          <a:xfrm>
            <a:off x="10017252" y="512978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3" name="버튼 L"/>
          <p:cNvSpPr/>
          <p:nvPr/>
        </p:nvSpPr>
        <p:spPr>
          <a:xfrm>
            <a:off x="9939528" y="54498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74" name="라벨"/>
          <p:cNvSpPr txBox="1"/>
          <p:nvPr/>
        </p:nvSpPr>
        <p:spPr>
          <a:xfrm>
            <a:off x="93543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ms 마다 감소</a:t>
            </a:r>
          </a:p>
        </p:txBody>
      </p:sp>
      <p:grpSp>
        <p:nvGrpSpPr>
          <p:cNvPr id="700" name="FND 00:05 RUN"/>
          <p:cNvGrpSpPr/>
          <p:nvPr/>
        </p:nvGrpSpPr>
        <p:grpSpPr>
          <a:xfrm>
            <a:off x="10927080" y="5175504"/>
            <a:ext cx="2295144" cy="850392"/>
            <a:chOff x="10927080" y="5175504"/>
            <a:chExt cx="2295144" cy="850392"/>
          </a:xfrm>
        </p:grpSpPr>
        <p:sp>
          <p:nvSpPr>
            <p:cNvPr id="675" name="FND bg"/>
            <p:cNvSpPr/>
            <p:nvPr/>
          </p:nvSpPr>
          <p:spPr>
            <a:xfrm>
              <a:off x="109270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0"/>
            <p:cNvSpPr/>
            <p:nvPr/>
          </p:nvSpPr>
          <p:spPr>
            <a:xfrm>
              <a:off x="112443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0"/>
            <p:cNvSpPr/>
            <p:nvPr/>
          </p:nvSpPr>
          <p:spPr>
            <a:xfrm>
              <a:off x="114802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0"/>
            <p:cNvSpPr/>
            <p:nvPr/>
          </p:nvSpPr>
          <p:spPr>
            <a:xfrm>
              <a:off x="114802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0"/>
            <p:cNvSpPr/>
            <p:nvPr/>
          </p:nvSpPr>
          <p:spPr>
            <a:xfrm>
              <a:off x="112443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0"/>
            <p:cNvSpPr/>
            <p:nvPr/>
          </p:nvSpPr>
          <p:spPr>
            <a:xfrm>
              <a:off x="111739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0"/>
            <p:cNvSpPr/>
            <p:nvPr/>
          </p:nvSpPr>
          <p:spPr>
            <a:xfrm>
              <a:off x="111739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1"/>
            <p:cNvSpPr/>
            <p:nvPr/>
          </p:nvSpPr>
          <p:spPr>
            <a:xfrm>
              <a:off x="116832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1"/>
            <p:cNvSpPr/>
            <p:nvPr/>
          </p:nvSpPr>
          <p:spPr>
            <a:xfrm>
              <a:off x="119192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1"/>
            <p:cNvSpPr/>
            <p:nvPr/>
          </p:nvSpPr>
          <p:spPr>
            <a:xfrm>
              <a:off x="119192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1"/>
            <p:cNvSpPr/>
            <p:nvPr/>
          </p:nvSpPr>
          <p:spPr>
            <a:xfrm>
              <a:off x="116832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1"/>
            <p:cNvSpPr/>
            <p:nvPr/>
          </p:nvSpPr>
          <p:spPr>
            <a:xfrm>
              <a:off x="116128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seg 1"/>
            <p:cNvSpPr/>
            <p:nvPr/>
          </p:nvSpPr>
          <p:spPr>
            <a:xfrm>
              <a:off x="116128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seg 2"/>
            <p:cNvSpPr/>
            <p:nvPr/>
          </p:nvSpPr>
          <p:spPr>
            <a:xfrm>
              <a:off x="122410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9" name="seg 2"/>
            <p:cNvSpPr/>
            <p:nvPr/>
          </p:nvSpPr>
          <p:spPr>
            <a:xfrm>
              <a:off x="124769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0" name="seg 2"/>
            <p:cNvSpPr/>
            <p:nvPr/>
          </p:nvSpPr>
          <p:spPr>
            <a:xfrm>
              <a:off x="124769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1" name="seg 2"/>
            <p:cNvSpPr/>
            <p:nvPr/>
          </p:nvSpPr>
          <p:spPr>
            <a:xfrm>
              <a:off x="122410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2" name="seg 2"/>
            <p:cNvSpPr/>
            <p:nvPr/>
          </p:nvSpPr>
          <p:spPr>
            <a:xfrm>
              <a:off x="121706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3" name="seg 2"/>
            <p:cNvSpPr/>
            <p:nvPr/>
          </p:nvSpPr>
          <p:spPr>
            <a:xfrm>
              <a:off x="121706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3"/>
            <p:cNvSpPr/>
            <p:nvPr/>
          </p:nvSpPr>
          <p:spPr>
            <a:xfrm>
              <a:off x="126799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3"/>
            <p:cNvSpPr/>
            <p:nvPr/>
          </p:nvSpPr>
          <p:spPr>
            <a:xfrm>
              <a:off x="126095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3"/>
            <p:cNvSpPr/>
            <p:nvPr/>
          </p:nvSpPr>
          <p:spPr>
            <a:xfrm>
              <a:off x="12679985" y="557098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3"/>
            <p:cNvSpPr/>
            <p:nvPr/>
          </p:nvSpPr>
          <p:spPr>
            <a:xfrm>
              <a:off x="129159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3"/>
            <p:cNvSpPr/>
            <p:nvPr/>
          </p:nvSpPr>
          <p:spPr>
            <a:xfrm>
              <a:off x="126799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dot"/>
            <p:cNvSpPr/>
            <p:nvPr/>
          </p:nvSpPr>
          <p:spPr>
            <a:xfrm>
              <a:off x="120563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01" name="상태 RUN"/>
          <p:cNvSpPr/>
          <p:nvPr/>
        </p:nvSpPr>
        <p:spPr>
          <a:xfrm>
            <a:off x="110185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702" name="화살표: 시간 경과"/>
          <p:cNvSpPr/>
          <p:nvPr/>
        </p:nvSpPr>
        <p:spPr>
          <a:xfrm>
            <a:off x="13514832" y="5477256"/>
            <a:ext cx="1005840" cy="27432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703" name="라벨"/>
          <p:cNvSpPr txBox="1"/>
          <p:nvPr/>
        </p:nvSpPr>
        <p:spPr>
          <a:xfrm>
            <a:off x="132405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자동 → 알람</a:t>
            </a:r>
          </a:p>
        </p:txBody>
      </p:sp>
      <p:grpSp>
        <p:nvGrpSpPr>
          <p:cNvPr id="730" name="FND 00:00 ALARM"/>
          <p:cNvGrpSpPr/>
          <p:nvPr/>
        </p:nvGrpSpPr>
        <p:grpSpPr>
          <a:xfrm>
            <a:off x="14813280" y="5175504"/>
            <a:ext cx="2295144" cy="850392"/>
            <a:chOff x="14813280" y="5175504"/>
            <a:chExt cx="2295144" cy="850392"/>
          </a:xfrm>
        </p:grpSpPr>
        <p:sp>
          <p:nvSpPr>
            <p:cNvPr id="704" name="FND bg"/>
            <p:cNvSpPr/>
            <p:nvPr/>
          </p:nvSpPr>
          <p:spPr>
            <a:xfrm>
              <a:off x="148132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0"/>
            <p:cNvSpPr/>
            <p:nvPr/>
          </p:nvSpPr>
          <p:spPr>
            <a:xfrm>
              <a:off x="151305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0"/>
            <p:cNvSpPr/>
            <p:nvPr/>
          </p:nvSpPr>
          <p:spPr>
            <a:xfrm>
              <a:off x="153664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0"/>
            <p:cNvSpPr/>
            <p:nvPr/>
          </p:nvSpPr>
          <p:spPr>
            <a:xfrm>
              <a:off x="153664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0"/>
            <p:cNvSpPr/>
            <p:nvPr/>
          </p:nvSpPr>
          <p:spPr>
            <a:xfrm>
              <a:off x="151305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0"/>
            <p:cNvSpPr/>
            <p:nvPr/>
          </p:nvSpPr>
          <p:spPr>
            <a:xfrm>
              <a:off x="150601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0"/>
            <p:cNvSpPr/>
            <p:nvPr/>
          </p:nvSpPr>
          <p:spPr>
            <a:xfrm>
              <a:off x="150601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1"/>
            <p:cNvSpPr/>
            <p:nvPr/>
          </p:nvSpPr>
          <p:spPr>
            <a:xfrm>
              <a:off x="155694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1"/>
            <p:cNvSpPr/>
            <p:nvPr/>
          </p:nvSpPr>
          <p:spPr>
            <a:xfrm>
              <a:off x="158054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seg 1"/>
            <p:cNvSpPr/>
            <p:nvPr/>
          </p:nvSpPr>
          <p:spPr>
            <a:xfrm>
              <a:off x="158054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seg 1"/>
            <p:cNvSpPr/>
            <p:nvPr/>
          </p:nvSpPr>
          <p:spPr>
            <a:xfrm>
              <a:off x="155694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5" name="seg 1"/>
            <p:cNvSpPr/>
            <p:nvPr/>
          </p:nvSpPr>
          <p:spPr>
            <a:xfrm>
              <a:off x="154990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6" name="seg 1"/>
            <p:cNvSpPr/>
            <p:nvPr/>
          </p:nvSpPr>
          <p:spPr>
            <a:xfrm>
              <a:off x="154990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2"/>
            <p:cNvSpPr/>
            <p:nvPr/>
          </p:nvSpPr>
          <p:spPr>
            <a:xfrm>
              <a:off x="161272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2"/>
            <p:cNvSpPr/>
            <p:nvPr/>
          </p:nvSpPr>
          <p:spPr>
            <a:xfrm>
              <a:off x="163631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2"/>
            <p:cNvSpPr/>
            <p:nvPr/>
          </p:nvSpPr>
          <p:spPr>
            <a:xfrm>
              <a:off x="163631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2"/>
            <p:cNvSpPr/>
            <p:nvPr/>
          </p:nvSpPr>
          <p:spPr>
            <a:xfrm>
              <a:off x="161272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2"/>
            <p:cNvSpPr/>
            <p:nvPr/>
          </p:nvSpPr>
          <p:spPr>
            <a:xfrm>
              <a:off x="160568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2"/>
            <p:cNvSpPr/>
            <p:nvPr/>
          </p:nvSpPr>
          <p:spPr>
            <a:xfrm>
              <a:off x="160568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3"/>
            <p:cNvSpPr/>
            <p:nvPr/>
          </p:nvSpPr>
          <p:spPr>
            <a:xfrm>
              <a:off x="165661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3"/>
            <p:cNvSpPr/>
            <p:nvPr/>
          </p:nvSpPr>
          <p:spPr>
            <a:xfrm>
              <a:off x="168021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3"/>
            <p:cNvSpPr/>
            <p:nvPr/>
          </p:nvSpPr>
          <p:spPr>
            <a:xfrm>
              <a:off x="168021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3"/>
            <p:cNvSpPr/>
            <p:nvPr/>
          </p:nvSpPr>
          <p:spPr>
            <a:xfrm>
              <a:off x="165661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3"/>
            <p:cNvSpPr/>
            <p:nvPr/>
          </p:nvSpPr>
          <p:spPr>
            <a:xfrm>
              <a:off x="164957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3"/>
            <p:cNvSpPr/>
            <p:nvPr/>
          </p:nvSpPr>
          <p:spPr>
            <a:xfrm>
              <a:off x="164957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dot"/>
            <p:cNvSpPr/>
            <p:nvPr/>
          </p:nvSpPr>
          <p:spPr>
            <a:xfrm>
              <a:off x="159425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31" name="상태 ALARM"/>
          <p:cNvSpPr/>
          <p:nvPr/>
        </p:nvSpPr>
        <p:spPr>
          <a:xfrm>
            <a:off x="149047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grpSp>
        <p:nvGrpSpPr>
          <p:cNvPr id="749" name="LED"/>
          <p:cNvGrpSpPr/>
          <p:nvPr/>
        </p:nvGrpSpPr>
        <p:grpSpPr>
          <a:xfrm>
            <a:off x="7040880" y="6071616"/>
            <a:ext cx="2295144" cy="228600"/>
            <a:chOff x="7040880" y="6071616"/>
            <a:chExt cx="2295144" cy="228600"/>
          </a:xfrm>
        </p:grpSpPr>
        <p:sp>
          <p:nvSpPr>
            <p:cNvPr id="732" name="LD15"/>
            <p:cNvSpPr/>
            <p:nvPr/>
          </p:nvSpPr>
          <p:spPr>
            <a:xfrm>
              <a:off x="70577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LD14"/>
            <p:cNvSpPr/>
            <p:nvPr/>
          </p:nvSpPr>
          <p:spPr>
            <a:xfrm>
              <a:off x="72011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LD13"/>
            <p:cNvSpPr/>
            <p:nvPr/>
          </p:nvSpPr>
          <p:spPr>
            <a:xfrm>
              <a:off x="73446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LD12"/>
            <p:cNvSpPr/>
            <p:nvPr/>
          </p:nvSpPr>
          <p:spPr>
            <a:xfrm>
              <a:off x="74880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LD11"/>
            <p:cNvSpPr/>
            <p:nvPr/>
          </p:nvSpPr>
          <p:spPr>
            <a:xfrm>
              <a:off x="76315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LD10"/>
            <p:cNvSpPr/>
            <p:nvPr/>
          </p:nvSpPr>
          <p:spPr>
            <a:xfrm>
              <a:off x="77749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8" name="LD9"/>
            <p:cNvSpPr/>
            <p:nvPr/>
          </p:nvSpPr>
          <p:spPr>
            <a:xfrm>
              <a:off x="79184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9" name="LD8"/>
            <p:cNvSpPr/>
            <p:nvPr/>
          </p:nvSpPr>
          <p:spPr>
            <a:xfrm>
              <a:off x="80618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0" name="LD7"/>
            <p:cNvSpPr/>
            <p:nvPr/>
          </p:nvSpPr>
          <p:spPr>
            <a:xfrm>
              <a:off x="82053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1" name="LD6"/>
            <p:cNvSpPr/>
            <p:nvPr/>
          </p:nvSpPr>
          <p:spPr>
            <a:xfrm>
              <a:off x="834875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2" name="LD5"/>
            <p:cNvSpPr/>
            <p:nvPr/>
          </p:nvSpPr>
          <p:spPr>
            <a:xfrm>
              <a:off x="84922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LD4"/>
            <p:cNvSpPr/>
            <p:nvPr/>
          </p:nvSpPr>
          <p:spPr>
            <a:xfrm>
              <a:off x="86356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LD3"/>
            <p:cNvSpPr/>
            <p:nvPr/>
          </p:nvSpPr>
          <p:spPr>
            <a:xfrm>
              <a:off x="87790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LD2"/>
            <p:cNvSpPr/>
            <p:nvPr/>
          </p:nvSpPr>
          <p:spPr>
            <a:xfrm>
              <a:off x="89225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LD1"/>
            <p:cNvSpPr/>
            <p:nvPr/>
          </p:nvSpPr>
          <p:spPr>
            <a:xfrm>
              <a:off x="90659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LD0"/>
            <p:cNvSpPr/>
            <p:nvPr/>
          </p:nvSpPr>
          <p:spPr>
            <a:xfrm>
              <a:off x="92094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LED 라벨"/>
            <p:cNvSpPr txBox="1"/>
            <p:nvPr/>
          </p:nvSpPr>
          <p:spPr>
            <a:xfrm>
              <a:off x="82238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LD6</a:t>
              </a: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 LD5</a:t>
              </a:r>
            </a:p>
          </p:txBody>
        </p:sp>
      </p:grpSp>
      <p:grpSp>
        <p:nvGrpSpPr>
          <p:cNvPr id="767" name="LED"/>
          <p:cNvGrpSpPr/>
          <p:nvPr/>
        </p:nvGrpSpPr>
        <p:grpSpPr>
          <a:xfrm>
            <a:off x="10927080" y="6071616"/>
            <a:ext cx="2295144" cy="228600"/>
            <a:chOff x="10927080" y="6071616"/>
            <a:chExt cx="2295144" cy="228600"/>
          </a:xfrm>
        </p:grpSpPr>
        <p:sp>
          <p:nvSpPr>
            <p:cNvPr id="750" name="LD15"/>
            <p:cNvSpPr/>
            <p:nvPr/>
          </p:nvSpPr>
          <p:spPr>
            <a:xfrm>
              <a:off x="109439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LD14"/>
            <p:cNvSpPr/>
            <p:nvPr/>
          </p:nvSpPr>
          <p:spPr>
            <a:xfrm>
              <a:off x="110873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LD13"/>
            <p:cNvSpPr/>
            <p:nvPr/>
          </p:nvSpPr>
          <p:spPr>
            <a:xfrm>
              <a:off x="112308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LD12"/>
            <p:cNvSpPr/>
            <p:nvPr/>
          </p:nvSpPr>
          <p:spPr>
            <a:xfrm>
              <a:off x="113742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LD11"/>
            <p:cNvSpPr/>
            <p:nvPr/>
          </p:nvSpPr>
          <p:spPr>
            <a:xfrm>
              <a:off x="115177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LD10"/>
            <p:cNvSpPr/>
            <p:nvPr/>
          </p:nvSpPr>
          <p:spPr>
            <a:xfrm>
              <a:off x="116611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LD9"/>
            <p:cNvSpPr/>
            <p:nvPr/>
          </p:nvSpPr>
          <p:spPr>
            <a:xfrm>
              <a:off x="118046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LD8"/>
            <p:cNvSpPr/>
            <p:nvPr/>
          </p:nvSpPr>
          <p:spPr>
            <a:xfrm>
              <a:off x="119480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LD7"/>
            <p:cNvSpPr/>
            <p:nvPr/>
          </p:nvSpPr>
          <p:spPr>
            <a:xfrm>
              <a:off x="120915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LD6"/>
            <p:cNvSpPr/>
            <p:nvPr/>
          </p:nvSpPr>
          <p:spPr>
            <a:xfrm>
              <a:off x="122349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LD5"/>
            <p:cNvSpPr/>
            <p:nvPr/>
          </p:nvSpPr>
          <p:spPr>
            <a:xfrm>
              <a:off x="123784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LD4"/>
            <p:cNvSpPr/>
            <p:nvPr/>
          </p:nvSpPr>
          <p:spPr>
            <a:xfrm>
              <a:off x="125218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LD3"/>
            <p:cNvSpPr/>
            <p:nvPr/>
          </p:nvSpPr>
          <p:spPr>
            <a:xfrm>
              <a:off x="126652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LD2"/>
            <p:cNvSpPr/>
            <p:nvPr/>
          </p:nvSpPr>
          <p:spPr>
            <a:xfrm>
              <a:off x="128087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4" name="LD1"/>
            <p:cNvSpPr/>
            <p:nvPr/>
          </p:nvSpPr>
          <p:spPr>
            <a:xfrm>
              <a:off x="129521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5" name="LD0"/>
            <p:cNvSpPr/>
            <p:nvPr/>
          </p:nvSpPr>
          <p:spPr>
            <a:xfrm>
              <a:off x="130956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6" name="LED 라벨"/>
            <p:cNvSpPr txBox="1"/>
            <p:nvPr/>
          </p:nvSpPr>
          <p:spPr>
            <a:xfrm>
              <a:off x="121100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LD6 LD5</a:t>
              </a:r>
            </a:p>
          </p:txBody>
        </p:sp>
      </p:grpSp>
      <p:grpSp>
        <p:nvGrpSpPr>
          <p:cNvPr id="785" name="LED"/>
          <p:cNvGrpSpPr/>
          <p:nvPr/>
        </p:nvGrpSpPr>
        <p:grpSpPr>
          <a:xfrm>
            <a:off x="14813280" y="6071616"/>
            <a:ext cx="2295144" cy="228600"/>
            <a:chOff x="14813280" y="6071616"/>
            <a:chExt cx="2295144" cy="228600"/>
          </a:xfrm>
        </p:grpSpPr>
        <p:sp>
          <p:nvSpPr>
            <p:cNvPr id="768" name="LD15"/>
            <p:cNvSpPr/>
            <p:nvPr/>
          </p:nvSpPr>
          <p:spPr>
            <a:xfrm>
              <a:off x="1483013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LD14"/>
            <p:cNvSpPr/>
            <p:nvPr/>
          </p:nvSpPr>
          <p:spPr>
            <a:xfrm>
              <a:off x="14973586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LD13"/>
            <p:cNvSpPr/>
            <p:nvPr/>
          </p:nvSpPr>
          <p:spPr>
            <a:xfrm>
              <a:off x="1511703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LD12"/>
            <p:cNvSpPr/>
            <p:nvPr/>
          </p:nvSpPr>
          <p:spPr>
            <a:xfrm>
              <a:off x="1526047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LD11"/>
            <p:cNvSpPr/>
            <p:nvPr/>
          </p:nvSpPr>
          <p:spPr>
            <a:xfrm>
              <a:off x="1540392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LD10"/>
            <p:cNvSpPr/>
            <p:nvPr/>
          </p:nvSpPr>
          <p:spPr>
            <a:xfrm>
              <a:off x="1554737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LD9"/>
            <p:cNvSpPr/>
            <p:nvPr/>
          </p:nvSpPr>
          <p:spPr>
            <a:xfrm>
              <a:off x="1569081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LD8"/>
            <p:cNvSpPr/>
            <p:nvPr/>
          </p:nvSpPr>
          <p:spPr>
            <a:xfrm>
              <a:off x="1583426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LD7"/>
            <p:cNvSpPr/>
            <p:nvPr/>
          </p:nvSpPr>
          <p:spPr>
            <a:xfrm>
              <a:off x="1597771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LD6"/>
            <p:cNvSpPr/>
            <p:nvPr/>
          </p:nvSpPr>
          <p:spPr>
            <a:xfrm>
              <a:off x="161211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LD5"/>
            <p:cNvSpPr/>
            <p:nvPr/>
          </p:nvSpPr>
          <p:spPr>
            <a:xfrm>
              <a:off x="162646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LD4"/>
            <p:cNvSpPr/>
            <p:nvPr/>
          </p:nvSpPr>
          <p:spPr>
            <a:xfrm>
              <a:off x="1640805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LD3"/>
            <p:cNvSpPr/>
            <p:nvPr/>
          </p:nvSpPr>
          <p:spPr>
            <a:xfrm>
              <a:off x="1655149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LD2"/>
            <p:cNvSpPr/>
            <p:nvPr/>
          </p:nvSpPr>
          <p:spPr>
            <a:xfrm>
              <a:off x="1669494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LD1"/>
            <p:cNvSpPr/>
            <p:nvPr/>
          </p:nvSpPr>
          <p:spPr>
            <a:xfrm>
              <a:off x="16838390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LD0"/>
            <p:cNvSpPr/>
            <p:nvPr/>
          </p:nvSpPr>
          <p:spPr>
            <a:xfrm>
              <a:off x="1698183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LED 메모"/>
            <p:cNvSpPr txBox="1"/>
            <p:nvPr/>
          </p:nvSpPr>
          <p:spPr>
            <a:xfrm>
              <a:off x="14813280" y="6071616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809" name="FND 00:07 RUN"/>
          <p:cNvGrpSpPr/>
          <p:nvPr/>
        </p:nvGrpSpPr>
        <p:grpSpPr>
          <a:xfrm>
            <a:off x="7040880" y="6638544"/>
            <a:ext cx="2295144" cy="850392"/>
            <a:chOff x="7040880" y="6638544"/>
            <a:chExt cx="2295144" cy="850392"/>
          </a:xfrm>
        </p:grpSpPr>
        <p:sp>
          <p:nvSpPr>
            <p:cNvPr id="786" name="FND bg"/>
            <p:cNvSpPr/>
            <p:nvPr/>
          </p:nvSpPr>
          <p:spPr>
            <a:xfrm>
              <a:off x="70408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0"/>
            <p:cNvSpPr/>
            <p:nvPr/>
          </p:nvSpPr>
          <p:spPr>
            <a:xfrm>
              <a:off x="73581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seg 0"/>
            <p:cNvSpPr/>
            <p:nvPr/>
          </p:nvSpPr>
          <p:spPr>
            <a:xfrm>
              <a:off x="75940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seg 0"/>
            <p:cNvSpPr/>
            <p:nvPr/>
          </p:nvSpPr>
          <p:spPr>
            <a:xfrm>
              <a:off x="75940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0" name="seg 0"/>
            <p:cNvSpPr/>
            <p:nvPr/>
          </p:nvSpPr>
          <p:spPr>
            <a:xfrm>
              <a:off x="73581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1" name="seg 0"/>
            <p:cNvSpPr/>
            <p:nvPr/>
          </p:nvSpPr>
          <p:spPr>
            <a:xfrm>
              <a:off x="72877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2877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1"/>
            <p:cNvSpPr/>
            <p:nvPr/>
          </p:nvSpPr>
          <p:spPr>
            <a:xfrm>
              <a:off x="77970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80330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266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5907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5907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3548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2844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2"/>
            <p:cNvSpPr/>
            <p:nvPr/>
          </p:nvSpPr>
          <p:spPr>
            <a:xfrm>
              <a:off x="82844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87937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90297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dot"/>
            <p:cNvSpPr/>
            <p:nvPr/>
          </p:nvSpPr>
          <p:spPr>
            <a:xfrm>
              <a:off x="81701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0" name="상태 RUN"/>
          <p:cNvSpPr/>
          <p:nvPr/>
        </p:nvSpPr>
        <p:spPr>
          <a:xfrm>
            <a:off x="71323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811" name="화살표: 아래쪽"/>
          <p:cNvSpPr/>
          <p:nvPr/>
        </p:nvSpPr>
        <p:spPr>
          <a:xfrm>
            <a:off x="10017252" y="659282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2" name="버튼 L"/>
          <p:cNvSpPr/>
          <p:nvPr/>
        </p:nvSpPr>
        <p:spPr>
          <a:xfrm>
            <a:off x="9939528" y="691286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813" name="라벨"/>
          <p:cNvSpPr txBox="1"/>
          <p:nvPr/>
        </p:nvSpPr>
        <p:spPr>
          <a:xfrm>
            <a:off x="9354312" y="735177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남은 시간 → 0</a:t>
            </a:r>
          </a:p>
        </p:txBody>
      </p:sp>
      <p:grpSp>
        <p:nvGrpSpPr>
          <p:cNvPr id="840" name="FND 00:00 SET"/>
          <p:cNvGrpSpPr/>
          <p:nvPr/>
        </p:nvGrpSpPr>
        <p:grpSpPr>
          <a:xfrm>
            <a:off x="10927080" y="6638544"/>
            <a:ext cx="2295144" cy="850392"/>
            <a:chOff x="10927080" y="6638544"/>
            <a:chExt cx="2295144" cy="850392"/>
          </a:xfrm>
        </p:grpSpPr>
        <p:sp>
          <p:nvSpPr>
            <p:cNvPr id="814" name="FND bg"/>
            <p:cNvSpPr/>
            <p:nvPr/>
          </p:nvSpPr>
          <p:spPr>
            <a:xfrm>
              <a:off x="109270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5" name="seg 0"/>
            <p:cNvSpPr/>
            <p:nvPr/>
          </p:nvSpPr>
          <p:spPr>
            <a:xfrm>
              <a:off x="112443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6" name="seg 0"/>
            <p:cNvSpPr/>
            <p:nvPr/>
          </p:nvSpPr>
          <p:spPr>
            <a:xfrm>
              <a:off x="114802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2443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0"/>
            <p:cNvSpPr/>
            <p:nvPr/>
          </p:nvSpPr>
          <p:spPr>
            <a:xfrm>
              <a:off x="111739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0"/>
            <p:cNvSpPr/>
            <p:nvPr/>
          </p:nvSpPr>
          <p:spPr>
            <a:xfrm>
              <a:off x="111739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9192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9192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1"/>
            <p:cNvSpPr/>
            <p:nvPr/>
          </p:nvSpPr>
          <p:spPr>
            <a:xfrm>
              <a:off x="116832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1"/>
            <p:cNvSpPr/>
            <p:nvPr/>
          </p:nvSpPr>
          <p:spPr>
            <a:xfrm>
              <a:off x="116128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1"/>
            <p:cNvSpPr/>
            <p:nvPr/>
          </p:nvSpPr>
          <p:spPr>
            <a:xfrm>
              <a:off x="116128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4769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4769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2"/>
            <p:cNvSpPr/>
            <p:nvPr/>
          </p:nvSpPr>
          <p:spPr>
            <a:xfrm>
              <a:off x="122410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2"/>
            <p:cNvSpPr/>
            <p:nvPr/>
          </p:nvSpPr>
          <p:spPr>
            <a:xfrm>
              <a:off x="121706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2"/>
            <p:cNvSpPr/>
            <p:nvPr/>
          </p:nvSpPr>
          <p:spPr>
            <a:xfrm>
              <a:off x="121706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9159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9159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seg 3"/>
            <p:cNvSpPr/>
            <p:nvPr/>
          </p:nvSpPr>
          <p:spPr>
            <a:xfrm>
              <a:off x="12679985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seg 3"/>
            <p:cNvSpPr/>
            <p:nvPr/>
          </p:nvSpPr>
          <p:spPr>
            <a:xfrm>
              <a:off x="12609576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8" name="seg 3"/>
            <p:cNvSpPr/>
            <p:nvPr/>
          </p:nvSpPr>
          <p:spPr>
            <a:xfrm>
              <a:off x="12609576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9" name="dot"/>
            <p:cNvSpPr/>
            <p:nvPr/>
          </p:nvSpPr>
          <p:spPr>
            <a:xfrm>
              <a:off x="120563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1" name="상태 SET"/>
          <p:cNvSpPr/>
          <p:nvPr/>
        </p:nvSpPr>
        <p:spPr>
          <a:xfrm>
            <a:off x="110185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868" name="FND 00:00 ALARM"/>
          <p:cNvGrpSpPr/>
          <p:nvPr/>
        </p:nvGrpSpPr>
        <p:grpSpPr>
          <a:xfrm>
            <a:off x="7040880" y="8046720"/>
            <a:ext cx="2295144" cy="850392"/>
            <a:chOff x="7040880" y="804672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70408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73581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75940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0"/>
            <p:cNvSpPr/>
            <p:nvPr/>
          </p:nvSpPr>
          <p:spPr>
            <a:xfrm>
              <a:off x="75940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0"/>
            <p:cNvSpPr/>
            <p:nvPr/>
          </p:nvSpPr>
          <p:spPr>
            <a:xfrm>
              <a:off x="73581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0"/>
            <p:cNvSpPr/>
            <p:nvPr/>
          </p:nvSpPr>
          <p:spPr>
            <a:xfrm>
              <a:off x="72877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0"/>
            <p:cNvSpPr/>
            <p:nvPr/>
          </p:nvSpPr>
          <p:spPr>
            <a:xfrm>
              <a:off x="72877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77970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1"/>
            <p:cNvSpPr/>
            <p:nvPr/>
          </p:nvSpPr>
          <p:spPr>
            <a:xfrm>
              <a:off x="80330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1"/>
            <p:cNvSpPr/>
            <p:nvPr/>
          </p:nvSpPr>
          <p:spPr>
            <a:xfrm>
              <a:off x="80330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1"/>
            <p:cNvSpPr/>
            <p:nvPr/>
          </p:nvSpPr>
          <p:spPr>
            <a:xfrm>
              <a:off x="77970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1"/>
            <p:cNvSpPr/>
            <p:nvPr/>
          </p:nvSpPr>
          <p:spPr>
            <a:xfrm>
              <a:off x="77266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1"/>
            <p:cNvSpPr/>
            <p:nvPr/>
          </p:nvSpPr>
          <p:spPr>
            <a:xfrm>
              <a:off x="77266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2"/>
            <p:cNvSpPr/>
            <p:nvPr/>
          </p:nvSpPr>
          <p:spPr>
            <a:xfrm>
              <a:off x="83548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2"/>
            <p:cNvSpPr/>
            <p:nvPr/>
          </p:nvSpPr>
          <p:spPr>
            <a:xfrm>
              <a:off x="85907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2"/>
            <p:cNvSpPr/>
            <p:nvPr/>
          </p:nvSpPr>
          <p:spPr>
            <a:xfrm>
              <a:off x="85907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2"/>
            <p:cNvSpPr/>
            <p:nvPr/>
          </p:nvSpPr>
          <p:spPr>
            <a:xfrm>
              <a:off x="83548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2"/>
            <p:cNvSpPr/>
            <p:nvPr/>
          </p:nvSpPr>
          <p:spPr>
            <a:xfrm>
              <a:off x="82844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2"/>
            <p:cNvSpPr/>
            <p:nvPr/>
          </p:nvSpPr>
          <p:spPr>
            <a:xfrm>
              <a:off x="82844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seg 3"/>
            <p:cNvSpPr/>
            <p:nvPr/>
          </p:nvSpPr>
          <p:spPr>
            <a:xfrm>
              <a:off x="87937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seg 3"/>
            <p:cNvSpPr/>
            <p:nvPr/>
          </p:nvSpPr>
          <p:spPr>
            <a:xfrm>
              <a:off x="90297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3" name="seg 3"/>
            <p:cNvSpPr/>
            <p:nvPr/>
          </p:nvSpPr>
          <p:spPr>
            <a:xfrm>
              <a:off x="90297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4" name="seg 3"/>
            <p:cNvSpPr/>
            <p:nvPr/>
          </p:nvSpPr>
          <p:spPr>
            <a:xfrm>
              <a:off x="87937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3"/>
            <p:cNvSpPr/>
            <p:nvPr/>
          </p:nvSpPr>
          <p:spPr>
            <a:xfrm>
              <a:off x="87233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3"/>
            <p:cNvSpPr/>
            <p:nvPr/>
          </p:nvSpPr>
          <p:spPr>
            <a:xfrm>
              <a:off x="87233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dot"/>
            <p:cNvSpPr/>
            <p:nvPr/>
          </p:nvSpPr>
          <p:spPr>
            <a:xfrm>
              <a:off x="81701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69" name="상태 ALARM"/>
          <p:cNvSpPr/>
          <p:nvPr/>
        </p:nvSpPr>
        <p:spPr>
          <a:xfrm>
            <a:off x="71323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870" name="화살표: 아래쪽"/>
          <p:cNvSpPr/>
          <p:nvPr/>
        </p:nvSpPr>
        <p:spPr>
          <a:xfrm>
            <a:off x="10017252" y="80010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1" name="버튼 U·D·L·R"/>
          <p:cNvSpPr/>
          <p:nvPr/>
        </p:nvSpPr>
        <p:spPr>
          <a:xfrm>
            <a:off x="9683496" y="8321040"/>
            <a:ext cx="896112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U·D·L·R</a:t>
            </a:r>
          </a:p>
        </p:txBody>
      </p:sp>
      <p:sp>
        <p:nvSpPr>
          <p:cNvPr id="872" name="라벨"/>
          <p:cNvSpPr txBox="1"/>
          <p:nvPr/>
        </p:nvSpPr>
        <p:spPr>
          <a:xfrm>
            <a:off x="9354312" y="875995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알람 끄기</a:t>
            </a:r>
          </a:p>
        </p:txBody>
      </p:sp>
      <p:grpSp>
        <p:nvGrpSpPr>
          <p:cNvPr id="899" name="FND 00:00 SET"/>
          <p:cNvGrpSpPr/>
          <p:nvPr/>
        </p:nvGrpSpPr>
        <p:grpSpPr>
          <a:xfrm>
            <a:off x="10927080" y="8046720"/>
            <a:ext cx="2295144" cy="850392"/>
            <a:chOff x="10927080" y="8046720"/>
            <a:chExt cx="2295144" cy="850392"/>
          </a:xfrm>
        </p:grpSpPr>
        <p:sp>
          <p:nvSpPr>
            <p:cNvPr id="873" name="FND bg"/>
            <p:cNvSpPr/>
            <p:nvPr/>
          </p:nvSpPr>
          <p:spPr>
            <a:xfrm>
              <a:off x="109270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0"/>
            <p:cNvSpPr/>
            <p:nvPr/>
          </p:nvSpPr>
          <p:spPr>
            <a:xfrm>
              <a:off x="112443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0"/>
            <p:cNvSpPr/>
            <p:nvPr/>
          </p:nvSpPr>
          <p:spPr>
            <a:xfrm>
              <a:off x="114802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0"/>
            <p:cNvSpPr/>
            <p:nvPr/>
          </p:nvSpPr>
          <p:spPr>
            <a:xfrm>
              <a:off x="114802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0"/>
            <p:cNvSpPr/>
            <p:nvPr/>
          </p:nvSpPr>
          <p:spPr>
            <a:xfrm>
              <a:off x="112443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0"/>
            <p:cNvSpPr/>
            <p:nvPr/>
          </p:nvSpPr>
          <p:spPr>
            <a:xfrm>
              <a:off x="111739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0"/>
            <p:cNvSpPr/>
            <p:nvPr/>
          </p:nvSpPr>
          <p:spPr>
            <a:xfrm>
              <a:off x="111739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1"/>
            <p:cNvSpPr/>
            <p:nvPr/>
          </p:nvSpPr>
          <p:spPr>
            <a:xfrm>
              <a:off x="116832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1"/>
            <p:cNvSpPr/>
            <p:nvPr/>
          </p:nvSpPr>
          <p:spPr>
            <a:xfrm>
              <a:off x="119192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1"/>
            <p:cNvSpPr/>
            <p:nvPr/>
          </p:nvSpPr>
          <p:spPr>
            <a:xfrm>
              <a:off x="119192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1"/>
            <p:cNvSpPr/>
            <p:nvPr/>
          </p:nvSpPr>
          <p:spPr>
            <a:xfrm>
              <a:off x="116832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seg 1"/>
            <p:cNvSpPr/>
            <p:nvPr/>
          </p:nvSpPr>
          <p:spPr>
            <a:xfrm>
              <a:off x="116128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seg 1"/>
            <p:cNvSpPr/>
            <p:nvPr/>
          </p:nvSpPr>
          <p:spPr>
            <a:xfrm>
              <a:off x="116128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6" name="seg 2"/>
            <p:cNvSpPr/>
            <p:nvPr/>
          </p:nvSpPr>
          <p:spPr>
            <a:xfrm>
              <a:off x="122410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7" name="seg 2"/>
            <p:cNvSpPr/>
            <p:nvPr/>
          </p:nvSpPr>
          <p:spPr>
            <a:xfrm>
              <a:off x="124769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8" name="seg 2"/>
            <p:cNvSpPr/>
            <p:nvPr/>
          </p:nvSpPr>
          <p:spPr>
            <a:xfrm>
              <a:off x="124769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9" name="seg 2"/>
            <p:cNvSpPr/>
            <p:nvPr/>
          </p:nvSpPr>
          <p:spPr>
            <a:xfrm>
              <a:off x="122410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0" name="seg 2"/>
            <p:cNvSpPr/>
            <p:nvPr/>
          </p:nvSpPr>
          <p:spPr>
            <a:xfrm>
              <a:off x="121706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2"/>
            <p:cNvSpPr/>
            <p:nvPr/>
          </p:nvSpPr>
          <p:spPr>
            <a:xfrm>
              <a:off x="121706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3"/>
            <p:cNvSpPr/>
            <p:nvPr/>
          </p:nvSpPr>
          <p:spPr>
            <a:xfrm>
              <a:off x="126799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3"/>
            <p:cNvSpPr/>
            <p:nvPr/>
          </p:nvSpPr>
          <p:spPr>
            <a:xfrm>
              <a:off x="129159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3"/>
            <p:cNvSpPr/>
            <p:nvPr/>
          </p:nvSpPr>
          <p:spPr>
            <a:xfrm>
              <a:off x="129159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3"/>
            <p:cNvSpPr/>
            <p:nvPr/>
          </p:nvSpPr>
          <p:spPr>
            <a:xfrm>
              <a:off x="126799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3"/>
            <p:cNvSpPr/>
            <p:nvPr/>
          </p:nvSpPr>
          <p:spPr>
            <a:xfrm>
              <a:off x="126095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3"/>
            <p:cNvSpPr/>
            <p:nvPr/>
          </p:nvSpPr>
          <p:spPr>
            <a:xfrm>
              <a:off x="126095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dot"/>
            <p:cNvSpPr/>
            <p:nvPr/>
          </p:nvSpPr>
          <p:spPr>
            <a:xfrm>
              <a:off x="120563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00" name="상태 SET"/>
          <p:cNvSpPr/>
          <p:nvPr/>
        </p:nvSpPr>
        <p:spPr>
          <a:xfrm>
            <a:off x="110185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918" name="LED"/>
          <p:cNvGrpSpPr/>
          <p:nvPr/>
        </p:nvGrpSpPr>
        <p:grpSpPr>
          <a:xfrm>
            <a:off x="7040880" y="8942832"/>
            <a:ext cx="2295144" cy="228600"/>
            <a:chOff x="7040880" y="8942832"/>
            <a:chExt cx="2295144" cy="228600"/>
          </a:xfrm>
        </p:grpSpPr>
        <p:sp>
          <p:nvSpPr>
            <p:cNvPr id="901" name="LD15"/>
            <p:cNvSpPr/>
            <p:nvPr/>
          </p:nvSpPr>
          <p:spPr>
            <a:xfrm>
              <a:off x="705773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LD14"/>
            <p:cNvSpPr/>
            <p:nvPr/>
          </p:nvSpPr>
          <p:spPr>
            <a:xfrm>
              <a:off x="7201186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LD13"/>
            <p:cNvSpPr/>
            <p:nvPr/>
          </p:nvSpPr>
          <p:spPr>
            <a:xfrm>
              <a:off x="734463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LD12"/>
            <p:cNvSpPr/>
            <p:nvPr/>
          </p:nvSpPr>
          <p:spPr>
            <a:xfrm>
              <a:off x="748807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LD11"/>
            <p:cNvSpPr/>
            <p:nvPr/>
          </p:nvSpPr>
          <p:spPr>
            <a:xfrm>
              <a:off x="763152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LD10"/>
            <p:cNvSpPr/>
            <p:nvPr/>
          </p:nvSpPr>
          <p:spPr>
            <a:xfrm>
              <a:off x="777497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LD9"/>
            <p:cNvSpPr/>
            <p:nvPr/>
          </p:nvSpPr>
          <p:spPr>
            <a:xfrm>
              <a:off x="791841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LD8"/>
            <p:cNvSpPr/>
            <p:nvPr/>
          </p:nvSpPr>
          <p:spPr>
            <a:xfrm>
              <a:off x="806186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LD7"/>
            <p:cNvSpPr/>
            <p:nvPr/>
          </p:nvSpPr>
          <p:spPr>
            <a:xfrm>
              <a:off x="820531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LD6"/>
            <p:cNvSpPr/>
            <p:nvPr/>
          </p:nvSpPr>
          <p:spPr>
            <a:xfrm>
              <a:off x="834875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LD5"/>
            <p:cNvSpPr/>
            <p:nvPr/>
          </p:nvSpPr>
          <p:spPr>
            <a:xfrm>
              <a:off x="84922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2" name="LD4"/>
            <p:cNvSpPr/>
            <p:nvPr/>
          </p:nvSpPr>
          <p:spPr>
            <a:xfrm>
              <a:off x="863565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3" name="LD3"/>
            <p:cNvSpPr/>
            <p:nvPr/>
          </p:nvSpPr>
          <p:spPr>
            <a:xfrm>
              <a:off x="877909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4" name="LD2"/>
            <p:cNvSpPr/>
            <p:nvPr/>
          </p:nvSpPr>
          <p:spPr>
            <a:xfrm>
              <a:off x="892254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LD1"/>
            <p:cNvSpPr/>
            <p:nvPr/>
          </p:nvSpPr>
          <p:spPr>
            <a:xfrm>
              <a:off x="9065990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6" name="LD0"/>
            <p:cNvSpPr/>
            <p:nvPr/>
          </p:nvSpPr>
          <p:spPr>
            <a:xfrm>
              <a:off x="920943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7" name="LED 메모"/>
            <p:cNvSpPr txBox="1"/>
            <p:nvPr/>
          </p:nvSpPr>
          <p:spPr>
            <a:xfrm>
              <a:off x="7040880" y="8942832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936" name="LED"/>
          <p:cNvGrpSpPr/>
          <p:nvPr/>
        </p:nvGrpSpPr>
        <p:grpSpPr>
          <a:xfrm>
            <a:off x="10927080" y="8942832"/>
            <a:ext cx="2295144" cy="228600"/>
            <a:chOff x="10927080" y="8942832"/>
            <a:chExt cx="2295144" cy="228600"/>
          </a:xfrm>
        </p:grpSpPr>
        <p:sp>
          <p:nvSpPr>
            <p:cNvPr id="919" name="LD15"/>
            <p:cNvSpPr/>
            <p:nvPr/>
          </p:nvSpPr>
          <p:spPr>
            <a:xfrm>
              <a:off x="1094393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LD14"/>
            <p:cNvSpPr/>
            <p:nvPr/>
          </p:nvSpPr>
          <p:spPr>
            <a:xfrm>
              <a:off x="11087386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LD13"/>
            <p:cNvSpPr/>
            <p:nvPr/>
          </p:nvSpPr>
          <p:spPr>
            <a:xfrm>
              <a:off x="1123083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LD12"/>
            <p:cNvSpPr/>
            <p:nvPr/>
          </p:nvSpPr>
          <p:spPr>
            <a:xfrm>
              <a:off x="1137427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LD11"/>
            <p:cNvSpPr/>
            <p:nvPr/>
          </p:nvSpPr>
          <p:spPr>
            <a:xfrm>
              <a:off x="1151772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LD10"/>
            <p:cNvSpPr/>
            <p:nvPr/>
          </p:nvSpPr>
          <p:spPr>
            <a:xfrm>
              <a:off x="1166117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LD9"/>
            <p:cNvSpPr/>
            <p:nvPr/>
          </p:nvSpPr>
          <p:spPr>
            <a:xfrm>
              <a:off x="1180461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LD8"/>
            <p:cNvSpPr/>
            <p:nvPr/>
          </p:nvSpPr>
          <p:spPr>
            <a:xfrm>
              <a:off x="1194806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LD7"/>
            <p:cNvSpPr/>
            <p:nvPr/>
          </p:nvSpPr>
          <p:spPr>
            <a:xfrm>
              <a:off x="1209151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LD6"/>
            <p:cNvSpPr/>
            <p:nvPr/>
          </p:nvSpPr>
          <p:spPr>
            <a:xfrm>
              <a:off x="1223495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LD5"/>
            <p:cNvSpPr/>
            <p:nvPr/>
          </p:nvSpPr>
          <p:spPr>
            <a:xfrm>
              <a:off x="123784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LD4"/>
            <p:cNvSpPr/>
            <p:nvPr/>
          </p:nvSpPr>
          <p:spPr>
            <a:xfrm>
              <a:off x="1252185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LD3"/>
            <p:cNvSpPr/>
            <p:nvPr/>
          </p:nvSpPr>
          <p:spPr>
            <a:xfrm>
              <a:off x="1266529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LD2"/>
            <p:cNvSpPr/>
            <p:nvPr/>
          </p:nvSpPr>
          <p:spPr>
            <a:xfrm>
              <a:off x="12808744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LD1"/>
            <p:cNvSpPr/>
            <p:nvPr/>
          </p:nvSpPr>
          <p:spPr>
            <a:xfrm>
              <a:off x="12952190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LD0"/>
            <p:cNvSpPr/>
            <p:nvPr/>
          </p:nvSpPr>
          <p:spPr>
            <a:xfrm>
              <a:off x="1309563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LED 라벨"/>
            <p:cNvSpPr txBox="1"/>
            <p:nvPr/>
          </p:nvSpPr>
          <p:spPr>
            <a:xfrm>
              <a:off x="12309824" y="894283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LD5</a:t>
              </a:r>
            </a:p>
          </p:txBody>
        </p:sp>
      </p:grpSp>
      <p:sp>
        <p:nvSpPr>
          <p:cNvPr id="937" name="FSM 제목"/>
          <p:cNvSpPr txBox="1"/>
          <p:nvPr/>
        </p:nvSpPr>
        <p:spPr>
          <a:xfrm>
            <a:off x="14447520" y="6473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상태 흐름 (FSM)</a:t>
            </a:r>
          </a:p>
        </p:txBody>
      </p:sp>
      <p:sp>
        <p:nvSpPr>
          <p:cNvPr id="938" name="FSM SET"/>
          <p:cNvSpPr/>
          <p:nvPr/>
        </p:nvSpPr>
        <p:spPr>
          <a:xfrm>
            <a:off x="14447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939" name="FSM RUN"/>
          <p:cNvSpPr/>
          <p:nvPr/>
        </p:nvSpPr>
        <p:spPr>
          <a:xfrm>
            <a:off x="16733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940" name="FSM ALARM"/>
          <p:cNvSpPr/>
          <p:nvPr/>
        </p:nvSpPr>
        <p:spPr>
          <a:xfrm>
            <a:off x="15590520" y="8549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941" name="화살표 연결선"/>
          <p:cNvCxnSpPr/>
          <p:nvPr/>
        </p:nvCxnSpPr>
        <p:spPr>
          <a:xfrm>
            <a:off x="15316200" y="7132320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2" name="FSM 라벨"/>
          <p:cNvSpPr txBox="1"/>
          <p:nvPr/>
        </p:nvSpPr>
        <p:spPr>
          <a:xfrm>
            <a:off x="15316200" y="685800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</a:t>
            </a:r>
          </a:p>
        </p:txBody>
      </p:sp>
      <p:cxnSp>
        <p:nvCxnSpPr>
          <p:cNvPr id="943" name="화살표 연결선"/>
          <p:cNvCxnSpPr/>
          <p:nvPr/>
        </p:nvCxnSpPr>
        <p:spPr>
          <a:xfrm flipH="1">
            <a:off x="15316200" y="7242048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4" name="FSM 라벨"/>
          <p:cNvSpPr txBox="1"/>
          <p:nvPr/>
        </p:nvSpPr>
        <p:spPr>
          <a:xfrm>
            <a:off x="15316200" y="737006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취소</a:t>
            </a:r>
          </a:p>
        </p:txBody>
      </p:sp>
      <p:cxnSp>
        <p:nvCxnSpPr>
          <p:cNvPr id="945" name="화살표 연결선"/>
          <p:cNvCxnSpPr/>
          <p:nvPr/>
        </p:nvCxnSpPr>
        <p:spPr>
          <a:xfrm flipH="1">
            <a:off x="1627632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6" name="FSM 라벨"/>
          <p:cNvSpPr txBox="1"/>
          <p:nvPr/>
        </p:nvSpPr>
        <p:spPr>
          <a:xfrm>
            <a:off x="16806672" y="78181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</p:txBody>
      </p:sp>
      <p:cxnSp>
        <p:nvCxnSpPr>
          <p:cNvPr id="947" name="화살표 연결선"/>
          <p:cNvCxnSpPr/>
          <p:nvPr/>
        </p:nvCxnSpPr>
        <p:spPr>
          <a:xfrm flipH="1" flipV="1">
            <a:off x="1481328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8" name="FSM 라벨"/>
          <p:cNvSpPr txBox="1"/>
          <p:nvPr/>
        </p:nvSpPr>
        <p:spPr>
          <a:xfrm>
            <a:off x="13761720" y="78181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</p:txBody>
      </p:sp>
    </p:spTree>
    <p:extLst>
      <p:ext uri="{BB962C8B-B14F-4D97-AF65-F5344CB8AC3E}">
        <p14:creationId xmlns:p14="http://schemas.microsoft.com/office/powerpoint/2010/main" val="3759163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FSM — ASM 차트 (SET · RUN · ALARM)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에서 더하고 L 로 시작 → RUN 에서 줄다가 0 이면 ALARM → 아무 버튼으로 끔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33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2148840"/>
            <a:ext cx="653796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80960" y="2148840"/>
            <a:ext cx="50749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121640" y="2148840"/>
            <a:ext cx="43891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17320" y="2286000"/>
            <a:ext cx="2194560" cy="685800"/>
          </a:xfrm>
          <a:prstGeom prst="rect">
            <a:avLst/>
          </a:prstGeom>
          <a:solidFill>
            <a:srgbClr val="E6ECF5"/>
          </a:solidFill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대기 · 설정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2971800"/>
            <a:ext cx="0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28" name="Diamond 27"/>
          <p:cNvSpPr/>
          <p:nvPr/>
        </p:nvSpPr>
        <p:spPr>
          <a:xfrm>
            <a:off x="160020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3520440"/>
            <a:ext cx="7315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356616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Diamond 30"/>
          <p:cNvSpPr/>
          <p:nvPr/>
        </p:nvSpPr>
        <p:spPr>
          <a:xfrm>
            <a:off x="416052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3520440"/>
            <a:ext cx="2743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594360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10128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074920" y="2779776"/>
            <a:ext cx="0" cy="37490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138928" y="28163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359152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</a:rPr>
              <a:t>0 이면 시작 안 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14600" y="388620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2578608" y="3840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1" name="Diamond 40"/>
          <p:cNvSpPr/>
          <p:nvPr/>
        </p:nvSpPr>
        <p:spPr>
          <a:xfrm>
            <a:off x="1600200" y="411480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9000" y="448056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3474720" y="41330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425196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0" y="44805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6" name="Rounded Rectangle 45"/>
          <p:cNvSpPr/>
          <p:nvPr/>
        </p:nvSpPr>
        <p:spPr>
          <a:xfrm>
            <a:off x="6400800" y="427024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14600" y="48463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578608" y="4800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9" name="Diamond 48"/>
          <p:cNvSpPr/>
          <p:nvPr/>
        </p:nvSpPr>
        <p:spPr>
          <a:xfrm>
            <a:off x="1600200" y="50749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?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29000" y="544068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3474720" y="50932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86200" y="521208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+1분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17920" y="544068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4" name="Rounded Rectangle 53"/>
          <p:cNvSpPr/>
          <p:nvPr/>
        </p:nvSpPr>
        <p:spPr>
          <a:xfrm>
            <a:off x="6400800" y="523036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514600" y="580644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6" name="TextBox 55"/>
          <p:cNvSpPr txBox="1"/>
          <p:nvPr/>
        </p:nvSpPr>
        <p:spPr>
          <a:xfrm>
            <a:off x="2578608" y="5760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57" name="Diamond 56"/>
          <p:cNvSpPr/>
          <p:nvPr/>
        </p:nvSpPr>
        <p:spPr>
          <a:xfrm>
            <a:off x="1600200" y="60350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29000" y="640080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3474720" y="60533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86200" y="617220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17920" y="640080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2" name="Rounded Rectangle 61"/>
          <p:cNvSpPr/>
          <p:nvPr/>
        </p:nvSpPr>
        <p:spPr>
          <a:xfrm>
            <a:off x="6400800" y="619048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514600" y="6766560"/>
            <a:ext cx="0" cy="201168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2578608" y="6729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1680" y="6967728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286000"/>
            <a:ext cx="2194560" cy="68580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= 1 · 10 ms 마다 −1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0120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8" name="Diamond 67"/>
          <p:cNvSpPr/>
          <p:nvPr/>
        </p:nvSpPr>
        <p:spPr>
          <a:xfrm>
            <a:off x="8686800" y="32461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515600" y="361188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0" name="TextBox 69"/>
          <p:cNvSpPr txBox="1"/>
          <p:nvPr/>
        </p:nvSpPr>
        <p:spPr>
          <a:xfrm>
            <a:off x="10515600" y="32735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35640" y="3383280"/>
            <a:ext cx="178308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(취소)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722608" y="384048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3" name="Rounded Rectangle 72"/>
          <p:cNvSpPr/>
          <p:nvPr/>
        </p:nvSpPr>
        <p:spPr>
          <a:xfrm>
            <a:off x="11219688" y="406908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01200" y="3977639"/>
            <a:ext cx="0" cy="457201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9665208" y="40416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6" name="Diamond 75"/>
          <p:cNvSpPr/>
          <p:nvPr/>
        </p:nvSpPr>
        <p:spPr>
          <a:xfrm>
            <a:off x="8686800" y="44348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515600" y="480060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8" name="TextBox 77"/>
          <p:cNvSpPr txBox="1"/>
          <p:nvPr/>
        </p:nvSpPr>
        <p:spPr>
          <a:xfrm>
            <a:off x="10515600" y="44622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835640" y="4590288"/>
            <a:ext cx="114300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01200" y="516636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1" name="TextBox 80"/>
          <p:cNvSpPr txBox="1"/>
          <p:nvPr/>
        </p:nvSpPr>
        <p:spPr>
          <a:xfrm>
            <a:off x="9665208" y="51389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98280" y="5440680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53160" y="2286000"/>
            <a:ext cx="2194560" cy="685800"/>
          </a:xfrm>
          <a:prstGeom prst="rect">
            <a:avLst/>
          </a:prstGeom>
          <a:solidFill>
            <a:srgbClr val="FFF4D6"/>
          </a:solidFill>
          <a:ln w="2540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 = 1 · LED 점멸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495044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5" name="Diamond 84"/>
          <p:cNvSpPr/>
          <p:nvPr/>
        </p:nvSpPr>
        <p:spPr>
          <a:xfrm>
            <a:off x="13853160" y="3246120"/>
            <a:ext cx="219456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</a:t>
            </a:r>
          </a:p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?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4950440" y="4114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7" name="TextBox 86"/>
          <p:cNvSpPr txBox="1"/>
          <p:nvPr/>
        </p:nvSpPr>
        <p:spPr>
          <a:xfrm>
            <a:off x="15014448" y="4087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447520" y="438912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047720" y="36804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90" name="TextBox 89"/>
          <p:cNvSpPr txBox="1"/>
          <p:nvPr/>
        </p:nvSpPr>
        <p:spPr>
          <a:xfrm>
            <a:off x="16002000" y="33101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230600" y="3474720"/>
            <a:ext cx="118872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7726679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□ 상태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안의 출력은 그 상태 내내 1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◇ 조건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버튼 · zero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▭ 주황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조건부 출력 (그 클럭에만 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" y="8247888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데이터패스의 남은 시간이 0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add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데이터패스에 더하기 (상한 59:59)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ASM 차트 — timer_control_unit.sv 의 조건 · 출력과 같음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구조 — 컨트롤 유닛 · tick 생성기 · 데이터패스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유닛이 run · clear · add 를 내고, 데이터패스가 남은 시간을 세다 0 이면 zero 를 돌려줌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34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4069080"/>
            <a:ext cx="210312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R · L · U · 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· 게이팅 (sw4)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880360"/>
            <a:ext cx="4892040" cy="3931920"/>
          </a:xfrm>
          <a:prstGeom prst="rect">
            <a:avLst/>
          </a:prstGeom>
          <a:noFill/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29443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U_TIMER_CONTROL_UNIT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023360"/>
            <a:ext cx="141732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Next 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4023360"/>
            <a:ext cx="10515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023360"/>
            <a:ext cx="128016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71800" y="457200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2999232" y="46268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btn ×4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676656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6236208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4663440" y="5623560"/>
            <a:ext cx="1572768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4663440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4800600" y="5669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c_state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337560" y="3611880"/>
            <a:ext cx="0" cy="9601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337560" y="3611880"/>
            <a:ext cx="44348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772400" y="3611880"/>
            <a:ext cx="0" cy="4114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10332720" y="2331720"/>
            <a:ext cx="310896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U_TICK_GEN_TM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순간부터 10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4023360"/>
            <a:ext cx="3108960" cy="2148840"/>
          </a:xfrm>
          <a:prstGeom prst="rect">
            <a:avLst/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U_TIMER_DATAPATH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· 초 · 1/100초 레지스터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+10초 · +1분 · +10분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상한 59:59 · 0 이면 zero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813280" y="2331720"/>
            <a:ext cx="246888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LED ×16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점멸 0.5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13280" y="4617720"/>
            <a:ext cx="2468880" cy="91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→ FND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분.초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4251960"/>
            <a:ext cx="960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9372600" y="2788920"/>
            <a:ext cx="0" cy="14630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9372600" y="278892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86410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| alarm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12480" y="4800600"/>
            <a:ext cx="19202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8503920" y="4864608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· add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amount /2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229600" y="2103120"/>
            <a:ext cx="0" cy="19202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8229600" y="2103120"/>
            <a:ext cx="7818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6047720" y="21031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13898880" y="21305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887200" y="3246120"/>
            <a:ext cx="0" cy="7772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11978640" y="345643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tick_10ms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441680" y="5074920"/>
            <a:ext cx="13716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13487400" y="4434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min /6 · sec /6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msec /7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72800" y="6172200"/>
            <a:ext cx="0" cy="105156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59" name="Connector 58"/>
          <p:cNvCxnSpPr/>
          <p:nvPr/>
        </p:nvCxnSpPr>
        <p:spPr>
          <a:xfrm flipH="1">
            <a:off x="4297680" y="7223760"/>
            <a:ext cx="6675120" cy="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297680" y="5120640"/>
            <a:ext cx="0" cy="2103120"/>
          </a:xfrm>
          <a:prstGeom prst="line">
            <a:avLst/>
          </a:prstGeom>
          <a:ln w="22225">
            <a:solidFill>
              <a:srgbClr val="C00000"/>
            </a:solidFill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6400800" y="72694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 (남은 시간 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7818120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출력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alarm 은 상태로 정해짐 (무어)  ·  add · clear · amount 는 버튼 누른 클럭에만 (밀리)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8339327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되먹임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 Reg 의 c_state 를 Next State CL 로 되돌려 다음 상태를 정함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블록도 — 모듈 · 신호 이름은 소스(verification_v2/source_file) 그대로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· 2 : 더하기 · 자리 올림 · 59:59 상한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00:50 + 10 초 = 01:00 (60 초 아님) · 59:50 + 10 초 → 59:59 에서 멈춤 (60:00 아님)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17" y="2194560"/>
            <a:ext cx="15050764" cy="221665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618617" y="2194560"/>
            <a:ext cx="15050764" cy="2216655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6598059" y="2772819"/>
            <a:ext cx="6457210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6336306" y="2511066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147" dirty="0"/>
          </a:p>
        </p:txBody>
      </p:sp>
      <p:sp>
        <p:nvSpPr>
          <p:cNvPr id="12" name="Shape 6"/>
          <p:cNvSpPr/>
          <p:nvPr/>
        </p:nvSpPr>
        <p:spPr>
          <a:xfrm>
            <a:off x="4590221" y="3865082"/>
            <a:ext cx="8111672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4328468" y="3603330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147" dirty="0"/>
          </a:p>
        </p:txBody>
      </p:sp>
      <p:sp>
        <p:nvSpPr>
          <p:cNvPr id="14" name="Shape 8"/>
          <p:cNvSpPr/>
          <p:nvPr/>
        </p:nvSpPr>
        <p:spPr>
          <a:xfrm>
            <a:off x="12734016" y="3351076"/>
            <a:ext cx="3935366" cy="1060139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2472263" y="3089322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147" dirty="0"/>
          </a:p>
        </p:txBody>
      </p:sp>
      <p:sp>
        <p:nvSpPr>
          <p:cNvPr id="16" name="Text 10"/>
          <p:cNvSpPr txBox="1"/>
          <p:nvPr/>
        </p:nvSpPr>
        <p:spPr>
          <a:xfrm>
            <a:off x="1618617" y="4493013"/>
            <a:ext cx="15050764" cy="52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4 · 5 · 6번째 add 펄스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30 → 40 → 50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32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6번째: 분 1 · 초 0</a:t>
            </a:r>
            <a:endParaRPr lang="ko-KR" sz="2325" dirty="0"/>
          </a:p>
        </p:txBody>
      </p:sp>
      <p:sp>
        <p:nvSpPr>
          <p:cNvPr id="2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6.  타이머 더하기 · 59:59 상한 (위 : 더하기, 아래 : 상한)  — Vivado xsim 파형</a:t>
            </a:r>
            <a:endParaRPr lang="ko-KR" sz="1150" dirty="0"/>
          </a:p>
        </p:txBody>
      </p:sp>
      <p:sp>
        <p:nvSpPr>
          <p:cNvPr id="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35</a:t>
            </a:r>
            <a:endParaRPr lang="ko-KR" sz="1100" dirty="0"/>
          </a:p>
        </p:txBody>
      </p:sp>
      <p:pic>
        <p:nvPicPr>
          <p:cNvPr id="29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5212080"/>
            <a:ext cx="15051392" cy="2924493"/>
          </a:xfrm>
          <a:prstGeom prst="rect">
            <a:avLst/>
          </a:prstGeom>
        </p:spPr>
      </p:pic>
      <p:sp>
        <p:nvSpPr>
          <p:cNvPr id="30" name="Shape 3"/>
          <p:cNvSpPr/>
          <p:nvPr/>
        </p:nvSpPr>
        <p:spPr>
          <a:xfrm>
            <a:off x="1618488" y="5212080"/>
            <a:ext cx="15051392" cy="2924493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4"/>
          <p:cNvSpPr/>
          <p:nvPr/>
        </p:nvSpPr>
        <p:spPr>
          <a:xfrm>
            <a:off x="7428482" y="6069933"/>
            <a:ext cx="857851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6"/>
          <p:cNvSpPr/>
          <p:nvPr/>
        </p:nvSpPr>
        <p:spPr>
          <a:xfrm>
            <a:off x="11425291" y="6069933"/>
            <a:ext cx="662886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8"/>
          <p:cNvSpPr/>
          <p:nvPr/>
        </p:nvSpPr>
        <p:spPr>
          <a:xfrm>
            <a:off x="12244147" y="6771809"/>
            <a:ext cx="4425732" cy="136476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5"/>
          <p:cNvSpPr/>
          <p:nvPr/>
        </p:nvSpPr>
        <p:spPr>
          <a:xfrm>
            <a:off x="7141384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35" name="Text 7"/>
          <p:cNvSpPr/>
          <p:nvPr/>
        </p:nvSpPr>
        <p:spPr>
          <a:xfrm>
            <a:off x="11138191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36" name="Text 9"/>
          <p:cNvSpPr/>
          <p:nvPr/>
        </p:nvSpPr>
        <p:spPr>
          <a:xfrm>
            <a:off x="11957049" y="6484711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2369" dirty="0"/>
          </a:p>
        </p:txBody>
      </p:sp>
      <p:sp>
        <p:nvSpPr>
          <p:cNvPr id="37" name="Text 10"/>
          <p:cNvSpPr txBox="1"/>
          <p:nvPr/>
        </p:nvSpPr>
        <p:spPr>
          <a:xfrm>
            <a:off x="1618488" y="8213514"/>
            <a:ext cx="1505102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59:40 → 59:50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59:50 → 59:59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⑥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59:59 유지 (60:00 아님)</a:t>
            </a:r>
            <a:endParaRPr lang="ko-KR" sz="256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3-1 : 10 초 카운트다운 → 알람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00:10 설정 → 시작부터 알람까지 10.000000020 s (= 10 s + 2 클럭)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6" y="2194560"/>
            <a:ext cx="16418747" cy="569016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34626" y="2194560"/>
            <a:ext cx="16418747" cy="5690160"/>
          </a:xfrm>
          <a:prstGeom prst="rect">
            <a:avLst/>
          </a:prstGeom>
          <a:solidFill>
            <a:srgbClr val="FFFFFF">
              <a:alpha val="0"/>
            </a:srgbClr>
          </a:solidFill>
          <a:ln w="1394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694646" y="2545497"/>
            <a:ext cx="3058149" cy="451203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141404" y="252124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42" dirty="0"/>
          </a:p>
        </p:txBody>
      </p:sp>
      <p:sp>
        <p:nvSpPr>
          <p:cNvPr id="12" name="Shape 6"/>
          <p:cNvSpPr/>
          <p:nvPr/>
        </p:nvSpPr>
        <p:spPr>
          <a:xfrm>
            <a:off x="11287211" y="3848969"/>
            <a:ext cx="6066163" cy="2306145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1001667" y="356342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42" dirty="0"/>
          </a:p>
        </p:txBody>
      </p:sp>
      <p:sp>
        <p:nvSpPr>
          <p:cNvPr id="14" name="Shape 8"/>
          <p:cNvSpPr/>
          <p:nvPr/>
        </p:nvSpPr>
        <p:spPr>
          <a:xfrm>
            <a:off x="11337345" y="7107651"/>
            <a:ext cx="3208550" cy="426136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0784105" y="7070868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42" dirty="0"/>
          </a:p>
        </p:txBody>
      </p:sp>
      <p:sp>
        <p:nvSpPr>
          <p:cNvPr id="16" name="Text 10"/>
          <p:cNvSpPr txBox="1"/>
          <p:nvPr/>
        </p:nvSpPr>
        <p:spPr>
          <a:xfrm>
            <a:off x="934626" y="7991799"/>
            <a:ext cx="16418747" cy="57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37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시작 커서 0.012 s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10.000000020 s</a:t>
            </a:r>
            <a:endParaRPr lang="ko-KR" sz="2537" dirty="0"/>
          </a:p>
        </p:txBody>
      </p:sp>
      <p:sp>
        <p:nvSpPr>
          <p:cNvPr id="18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7.  타이머 10 초 카운트다운 → 알람 (가운데 ≋ = 1 ~ 9 s 생략, 시뮬: xsim 배치 실행)  — Vivado xsim 파형</a:t>
            </a:r>
            <a:endParaRPr lang="ko-KR" sz="1150" dirty="0"/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lang="ko-KR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566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트러블 슈팅</a:t>
            </a:r>
            <a:endParaRPr lang="ko-KR" sz="4700" dirty="0"/>
          </a:p>
        </p:txBody>
      </p:sp>
      <p:sp>
        <p:nvSpPr>
          <p:cNvPr id="8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1. 10 초 타이머가 9.998 초에 울림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100 Hz tick 공유 → 기능별 tick 분리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0EBF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2. 한 번 눌렀는데 두 번 인식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디바운서 샘플 1 MHz → 4 kHz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분석 순서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 현상 → ② 원인 → ③ 해결 → ④ 적용 결과 (Before / After)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37</a:t>
            </a:r>
            <a:endParaRPr lang="ko-KR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10 초 타이머가 9.998 초에 울림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 : 100 Hz tick 1 개를 시계 · 스톱워치 · 타이머가 공유 → 시작 시점 따라 최대 10 ms 일찍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0" y="2194561"/>
            <a:ext cx="9433016" cy="3672288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64880" y="2194561"/>
            <a:ext cx="9433016" cy="3672288"/>
          </a:xfrm>
          <a:prstGeom prst="rect">
            <a:avLst/>
          </a:prstGeom>
          <a:solidFill>
            <a:srgbClr val="FFFFFF">
              <a:alpha val="0"/>
            </a:srgbClr>
          </a:solidFill>
          <a:ln w="1352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8102983" y="5222097"/>
            <a:ext cx="2032373" cy="280327"/>
          </a:xfrm>
          <a:prstGeom prst="rect">
            <a:avLst/>
          </a:prstGeom>
          <a:solidFill>
            <a:srgbClr val="FFFFFF">
              <a:alpha val="0"/>
            </a:srgbClr>
          </a:solidFill>
          <a:ln w="40566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7566425" y="5119943"/>
            <a:ext cx="484632" cy="484632"/>
          </a:xfrm>
          <a:prstGeom prst="ellipse">
            <a:avLst/>
          </a:prstGeom>
          <a:solidFill>
            <a:srgbClr val="FF0000"/>
          </a:solidFill>
          <a:ln w="1352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71" dirty="0"/>
          </a:p>
        </p:txBody>
      </p:sp>
      <p:sp>
        <p:nvSpPr>
          <p:cNvPr id="20" name="Text 6"/>
          <p:cNvSpPr txBox="1"/>
          <p:nvPr/>
        </p:nvSpPr>
        <p:spPr>
          <a:xfrm>
            <a:off x="1164880" y="5970698"/>
            <a:ext cx="9519557" cy="5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현상</a:t>
            </a:r>
            <a:r>
              <a:rPr lang="ko-KR" sz="2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RUN 시작 → ALARM 간격 </a:t>
            </a:r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460" dirty="0"/>
          </a:p>
        </p:txBody>
      </p:sp>
      <p:sp>
        <p:nvSpPr>
          <p:cNvPr id="21" name="Text 7"/>
          <p:cNvSpPr txBox="1"/>
          <p:nvPr/>
        </p:nvSpPr>
        <p:spPr>
          <a:xfrm>
            <a:off x="1164880" y="6524563"/>
            <a:ext cx="9519557" cy="4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 캡처 · 가운데 ≋ = 1~9 s 생략</a:t>
            </a:r>
            <a:endParaRPr lang="ko-KR" sz="1988" dirty="0"/>
          </a:p>
        </p:txBody>
      </p:sp>
      <p:sp>
        <p:nvSpPr>
          <p:cNvPr id="22" name="Text 8"/>
          <p:cNvSpPr txBox="1"/>
          <p:nvPr/>
        </p:nvSpPr>
        <p:spPr>
          <a:xfrm>
            <a:off x="10944062" y="2194560"/>
            <a:ext cx="6057900" cy="43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7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원인</a:t>
            </a:r>
            <a:endParaRPr lang="ko-KR" sz="2271" dirty="0"/>
          </a:p>
        </p:txBody>
      </p:sp>
      <p:sp>
        <p:nvSpPr>
          <p:cNvPr id="23" name="Text 9"/>
          <p:cNvSpPr txBox="1"/>
          <p:nvPr/>
        </p:nvSpPr>
        <p:spPr>
          <a:xfrm>
            <a:off x="10944062" y="2765733"/>
            <a:ext cx="6057900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tick (리셋부터 항상 10 ms 박자)</a:t>
            </a:r>
            <a:endParaRPr lang="ko-KR" sz="1988" dirty="0"/>
          </a:p>
        </p:txBody>
      </p:sp>
      <p:sp>
        <p:nvSpPr>
          <p:cNvPr id="24" name="Shape 10"/>
          <p:cNvSpPr/>
          <p:nvPr/>
        </p:nvSpPr>
        <p:spPr>
          <a:xfrm>
            <a:off x="10944062" y="3925389"/>
            <a:ext cx="6057900" cy="1731"/>
          </a:xfrm>
          <a:prstGeom prst="line">
            <a:avLst/>
          </a:prstGeom>
          <a:noFill/>
          <a:ln w="18029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1"/>
          <p:cNvSpPr/>
          <p:nvPr/>
        </p:nvSpPr>
        <p:spPr>
          <a:xfrm>
            <a:off x="11290227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2"/>
          <p:cNvSpPr/>
          <p:nvPr/>
        </p:nvSpPr>
        <p:spPr>
          <a:xfrm>
            <a:off x="13021056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/>
          <p:cNvSpPr/>
          <p:nvPr/>
        </p:nvSpPr>
        <p:spPr>
          <a:xfrm>
            <a:off x="14751885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4"/>
          <p:cNvSpPr/>
          <p:nvPr/>
        </p:nvSpPr>
        <p:spPr>
          <a:xfrm>
            <a:off x="16482713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5"/>
          <p:cNvSpPr txBox="1"/>
          <p:nvPr/>
        </p:nvSpPr>
        <p:spPr>
          <a:xfrm>
            <a:off x="11636393" y="3458065"/>
            <a:ext cx="1038497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</a:t>
            </a:r>
            <a:endParaRPr lang="ko-KR" sz="1988" dirty="0"/>
          </a:p>
        </p:txBody>
      </p:sp>
      <p:sp>
        <p:nvSpPr>
          <p:cNvPr id="30" name="Shape 16"/>
          <p:cNvSpPr/>
          <p:nvPr/>
        </p:nvSpPr>
        <p:spPr>
          <a:xfrm>
            <a:off x="13021056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7"/>
          <p:cNvSpPr/>
          <p:nvPr/>
        </p:nvSpPr>
        <p:spPr>
          <a:xfrm>
            <a:off x="14751885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8"/>
          <p:cNvSpPr txBox="1"/>
          <p:nvPr/>
        </p:nvSpPr>
        <p:spPr>
          <a:xfrm>
            <a:off x="12224875" y="4444637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3" name="Shape 19"/>
          <p:cNvSpPr/>
          <p:nvPr/>
        </p:nvSpPr>
        <p:spPr>
          <a:xfrm>
            <a:off x="13280680" y="4565795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0"/>
          <p:cNvSpPr/>
          <p:nvPr/>
        </p:nvSpPr>
        <p:spPr>
          <a:xfrm>
            <a:off x="13453763" y="4652337"/>
            <a:ext cx="1298121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 txBox="1"/>
          <p:nvPr/>
        </p:nvSpPr>
        <p:spPr>
          <a:xfrm>
            <a:off x="14873043" y="4444637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36" name="Shape 22"/>
          <p:cNvSpPr/>
          <p:nvPr/>
        </p:nvSpPr>
        <p:spPr>
          <a:xfrm>
            <a:off x="13021056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3"/>
          <p:cNvSpPr/>
          <p:nvPr/>
        </p:nvSpPr>
        <p:spPr>
          <a:xfrm>
            <a:off x="14751885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12744123" y="5136969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9" name="Shape 25"/>
          <p:cNvSpPr/>
          <p:nvPr/>
        </p:nvSpPr>
        <p:spPr>
          <a:xfrm>
            <a:off x="13799929" y="5258127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6"/>
          <p:cNvSpPr/>
          <p:nvPr/>
        </p:nvSpPr>
        <p:spPr>
          <a:xfrm>
            <a:off x="13973012" y="5344668"/>
            <a:ext cx="778873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7"/>
          <p:cNvSpPr txBox="1"/>
          <p:nvPr/>
        </p:nvSpPr>
        <p:spPr>
          <a:xfrm>
            <a:off x="14873043" y="5136969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2" name="Shape 28"/>
          <p:cNvSpPr/>
          <p:nvPr/>
        </p:nvSpPr>
        <p:spPr>
          <a:xfrm>
            <a:off x="13021056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9"/>
          <p:cNvSpPr/>
          <p:nvPr/>
        </p:nvSpPr>
        <p:spPr>
          <a:xfrm>
            <a:off x="14751885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0"/>
          <p:cNvSpPr txBox="1"/>
          <p:nvPr/>
        </p:nvSpPr>
        <p:spPr>
          <a:xfrm>
            <a:off x="13263372" y="5829300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45" name="Shape 31"/>
          <p:cNvSpPr/>
          <p:nvPr/>
        </p:nvSpPr>
        <p:spPr>
          <a:xfrm>
            <a:off x="14319177" y="5950458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/>
          <p:cNvSpPr/>
          <p:nvPr/>
        </p:nvSpPr>
        <p:spPr>
          <a:xfrm>
            <a:off x="14492260" y="6036999"/>
            <a:ext cx="259624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3"/>
          <p:cNvSpPr txBox="1"/>
          <p:nvPr/>
        </p:nvSpPr>
        <p:spPr>
          <a:xfrm>
            <a:off x="14873043" y="5829300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8" name="Text 34"/>
          <p:cNvSpPr txBox="1"/>
          <p:nvPr/>
        </p:nvSpPr>
        <p:spPr>
          <a:xfrm>
            <a:off x="10944062" y="6435090"/>
            <a:ext cx="6144441" cy="95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7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시계: 시작이 없어 상관없음</a:t>
            </a:r>
            <a:endParaRPr lang="ko-KR" sz="2176" dirty="0"/>
          </a:p>
          <a:p>
            <a:r>
              <a:rPr lang="ko-KR" sz="217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스톱워치 · 타이머: 누른 순간이 0 이어야 함</a:t>
            </a:r>
            <a:endParaRPr lang="ko-KR" sz="2176" dirty="0"/>
          </a:p>
        </p:txBody>
      </p:sp>
      <p:sp>
        <p:nvSpPr>
          <p:cNvPr id="49" name="Text 35"/>
          <p:cNvSpPr txBox="1"/>
          <p:nvPr/>
        </p:nvSpPr>
        <p:spPr>
          <a:xfrm>
            <a:off x="1164880" y="8685167"/>
            <a:ext cx="15923623" cy="77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83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ko-KR" sz="2083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tb_tm_2 P1 9,998 ms · 시작 시각을 3 ms 씩 바꿔 돌린 TB 에서 첫 감소 8 / 5 / 2 ms</a:t>
            </a:r>
            <a:endParaRPr lang="ko-KR" sz="2083" dirty="0"/>
          </a:p>
        </p:txBody>
      </p:sp>
      <p:sp>
        <p:nvSpPr>
          <p:cNvPr id="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38</a:t>
            </a:r>
            <a:endParaRPr lang="ko-KR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해결 : tick 구조 4 종 비교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④ 를 선택: 4 kHz 는 같이 쓰고, 100 Hz 만 기능마다 따로 → 매번 정확히 10 ms</a:t>
            </a:r>
            <a:endParaRPr lang="ko-KR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87307" y="2194560"/>
          <a:ext cx="16513384" cy="3589865"/>
        </p:xfrm>
        <a:graphic>
          <a:graphicData uri="http://schemas.openxmlformats.org/drawingml/2006/table">
            <a:tbl>
              <a:tblPr/>
              <a:tblGrid>
                <a:gridCol w="8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→ 첫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방식: 디바운서마다 분주 + 데이터패스마다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팀 판: 4 kHz 공유 + 100 Hz 1개 셋이 공유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186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+2.42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10 ms 일찍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참고: ② + 4 kHz 를 enable 로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+1.50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와 같음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kHz 공유 + 100 Hz 기능마다 따로 (RUN 순간부터)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정확히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3"/>
          <p:cNvSpPr txBox="1"/>
          <p:nvPr/>
        </p:nvSpPr>
        <p:spPr>
          <a:xfrm>
            <a:off x="887307" y="605332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선택 이유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100 Hz tick 은 누른 순간부터 세야 해서 기능마다 따로 두고, 4 kHz 는 시작 시점과 상관없어서 하나를 같이 씀</a:t>
            </a:r>
            <a:endParaRPr lang="ko-KR" sz="2356" dirty="0"/>
          </a:p>
        </p:txBody>
      </p:sp>
      <p:sp>
        <p:nvSpPr>
          <p:cNvPr id="18" name="Text 4"/>
          <p:cNvSpPr txBox="1"/>
          <p:nvPr/>
        </p:nvSpPr>
        <p:spPr>
          <a:xfrm>
            <a:off x="887307" y="669340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대가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보다 FF 42 개 증가 (tick 생성기 2 개 × 21 비트) · ① 수업 방식보다는 LUT 31 개 · FF 64 개 적음</a:t>
            </a:r>
            <a:endParaRPr lang="ko-KR" sz="2356" dirty="0"/>
          </a:p>
        </p:txBody>
      </p:sp>
      <p:sp>
        <p:nvSpPr>
          <p:cNvPr id="19" name="Text 5"/>
          <p:cNvSpPr txBox="1"/>
          <p:nvPr/>
        </p:nvSpPr>
        <p:spPr>
          <a:xfrm>
            <a:off x="887307" y="7589520"/>
            <a:ext cx="16513387" cy="98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2022.2 · 구현 후 · 네 판 모두 최종 코드 · ①③ 은 비교용으로 만든 판 (측정: Vivado 배치 실행)</a:t>
            </a:r>
            <a:endParaRPr lang="ko-KR" sz="2061" dirty="0"/>
          </a:p>
        </p:txBody>
      </p:sp>
      <p:sp>
        <p:nvSpPr>
          <p:cNvPr id="2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39</a:t>
            </a:r>
            <a:endParaRPr lang="ko-KR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적용 결과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9.998000010 s → 10.000000020 s (10 s + 2 클럭 고정 지연) · 잔여 2 건도 PASS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27" y="2194560"/>
            <a:ext cx="7593706" cy="263744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94327" y="2194560"/>
            <a:ext cx="7593706" cy="2637440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5648762" y="4070861"/>
            <a:ext cx="2655142" cy="407123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5119760" y="403551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39" dirty="0"/>
          </a:p>
        </p:txBody>
      </p:sp>
      <p:sp>
        <p:nvSpPr>
          <p:cNvPr id="20" name="Text 6"/>
          <p:cNvSpPr txBox="1"/>
          <p:nvPr/>
        </p:nvSpPr>
        <p:spPr>
          <a:xfrm>
            <a:off x="1294327" y="4917323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799" dirty="0"/>
          </a:p>
        </p:txBody>
      </p:sp>
      <p:pic>
        <p:nvPicPr>
          <p:cNvPr id="2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68" y="2194560"/>
            <a:ext cx="7593706" cy="2537409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9399968" y="2194560"/>
            <a:ext cx="7593706" cy="2537409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8"/>
          <p:cNvSpPr/>
          <p:nvPr/>
        </p:nvSpPr>
        <p:spPr>
          <a:xfrm>
            <a:off x="12548579" y="3935555"/>
            <a:ext cx="2407760" cy="444510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9"/>
          <p:cNvSpPr/>
          <p:nvPr/>
        </p:nvSpPr>
        <p:spPr>
          <a:xfrm>
            <a:off x="12019578" y="391890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239" dirty="0"/>
          </a:p>
        </p:txBody>
      </p:sp>
      <p:sp>
        <p:nvSpPr>
          <p:cNvPr id="25" name="Text 10"/>
          <p:cNvSpPr txBox="1"/>
          <p:nvPr/>
        </p:nvSpPr>
        <p:spPr>
          <a:xfrm>
            <a:off x="9399968" y="4817292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10.000000020 s</a:t>
            </a:r>
            <a:endParaRPr lang="ko-KR" sz="2799" dirty="0"/>
          </a:p>
        </p:txBody>
      </p:sp>
      <p:sp>
        <p:nvSpPr>
          <p:cNvPr id="26" name="Text 11"/>
          <p:cNvSpPr txBox="1"/>
          <p:nvPr/>
        </p:nvSpPr>
        <p:spPr>
          <a:xfrm>
            <a:off x="1294327" y="5514581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시점에 따라 </a:t>
            </a:r>
            <a:r>
              <a:rPr lang="ko-KR" sz="223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 ms 일찍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(이 캡처는 2 ms)</a:t>
            </a:r>
            <a:endParaRPr lang="ko-KR" sz="2239" dirty="0"/>
          </a:p>
        </p:txBody>
      </p:sp>
      <p:sp>
        <p:nvSpPr>
          <p:cNvPr id="27" name="Text 12"/>
          <p:cNvSpPr txBox="1"/>
          <p:nvPr/>
        </p:nvSpPr>
        <p:spPr>
          <a:xfrm>
            <a:off x="9399968" y="5414549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10 s + </a:t>
            </a:r>
            <a:r>
              <a:rPr lang="ko-KR" sz="223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2클럭 고정 (매번 같음)</a:t>
            </a:r>
            <a:endParaRPr lang="ko-KR" sz="2239" dirty="0"/>
          </a:p>
        </p:txBody>
      </p:sp>
      <p:sp>
        <p:nvSpPr>
          <p:cNvPr id="28" name="Shape 13"/>
          <p:cNvSpPr/>
          <p:nvPr/>
        </p:nvSpPr>
        <p:spPr>
          <a:xfrm>
            <a:off x="1294327" y="6546009"/>
            <a:ext cx="15699346" cy="2303708"/>
          </a:xfrm>
          <a:prstGeom prst="rect">
            <a:avLst/>
          </a:prstGeom>
          <a:solidFill>
            <a:srgbClr val="1E1E1E"/>
          </a:solidFill>
          <a:ln w="8887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4"/>
          <p:cNvSpPr txBox="1"/>
          <p:nvPr/>
        </p:nvSpPr>
        <p:spPr>
          <a:xfrm>
            <a:off x="1464972" y="6682525"/>
            <a:ext cx="15358056" cy="203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ko-KR" sz="2053" dirty="0"/>
          </a:p>
        </p:txBody>
      </p:sp>
      <p:sp>
        <p:nvSpPr>
          <p:cNvPr id="30" name="Text 15"/>
          <p:cNvSpPr txBox="1"/>
          <p:nvPr/>
        </p:nvSpPr>
        <p:spPr>
          <a:xfrm>
            <a:off x="1294327" y="9020363"/>
            <a:ext cx="14675476" cy="44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6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것: 알람 때도 tick 카운터를 0 으로  ·  스톱워치 데이터패스의 중복 조건 삭제</a:t>
            </a:r>
            <a:endParaRPr lang="ko-KR" sz="1960" dirty="0"/>
          </a:p>
        </p:txBody>
      </p:sp>
      <p:sp>
        <p:nvSpPr>
          <p:cNvPr id="3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40</a:t>
            </a:r>
            <a:endParaRPr lang="ko-KR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한 번 눌렀는데 두 번 인식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샘플 1 MHz → 4 kHz : 같은 튐 입력 20 번 → 펄스 158 개 → 20 개</a:t>
            </a:r>
            <a:endParaRPr lang="ko-KR" sz="1900" dirty="0"/>
          </a:p>
        </p:txBody>
      </p:sp>
      <p:sp>
        <p:nvSpPr>
          <p:cNvPr id="16" name="Text 4"/>
          <p:cNvSpPr txBox="1"/>
          <p:nvPr/>
        </p:nvSpPr>
        <p:spPr>
          <a:xfrm>
            <a:off x="1482956" y="2194560"/>
            <a:ext cx="2383436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 (보드 버튼)</a:t>
            </a:r>
            <a:endParaRPr lang="ko-KR" sz="1955" dirty="0"/>
          </a:p>
        </p:txBody>
      </p:sp>
      <p:sp>
        <p:nvSpPr>
          <p:cNvPr id="17" name="Shape 5"/>
          <p:cNvSpPr/>
          <p:nvPr/>
        </p:nvSpPr>
        <p:spPr>
          <a:xfrm>
            <a:off x="1482956" y="3216033"/>
            <a:ext cx="766104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8" name="Shape 6"/>
          <p:cNvSpPr/>
          <p:nvPr/>
        </p:nvSpPr>
        <p:spPr>
          <a:xfrm>
            <a:off x="2249060" y="2620174"/>
            <a:ext cx="170245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9" name="Shape 7"/>
          <p:cNvSpPr/>
          <p:nvPr/>
        </p:nvSpPr>
        <p:spPr>
          <a:xfrm>
            <a:off x="2249060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0" name="Shape 8"/>
          <p:cNvSpPr/>
          <p:nvPr/>
        </p:nvSpPr>
        <p:spPr>
          <a:xfrm>
            <a:off x="2419305" y="3216033"/>
            <a:ext cx="136196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1" name="Shape 9"/>
          <p:cNvSpPr/>
          <p:nvPr/>
        </p:nvSpPr>
        <p:spPr>
          <a:xfrm>
            <a:off x="2419305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2" name="Shape 10"/>
          <p:cNvSpPr/>
          <p:nvPr/>
        </p:nvSpPr>
        <p:spPr>
          <a:xfrm>
            <a:off x="2555502" y="2620174"/>
            <a:ext cx="28941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3" name="Shape 11"/>
          <p:cNvSpPr/>
          <p:nvPr/>
        </p:nvSpPr>
        <p:spPr>
          <a:xfrm>
            <a:off x="2555502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4" name="Shape 12"/>
          <p:cNvSpPr/>
          <p:nvPr/>
        </p:nvSpPr>
        <p:spPr>
          <a:xfrm>
            <a:off x="284491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5" name="Shape 13"/>
          <p:cNvSpPr/>
          <p:nvPr/>
        </p:nvSpPr>
        <p:spPr>
          <a:xfrm>
            <a:off x="284491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6" name="Shape 14"/>
          <p:cNvSpPr/>
          <p:nvPr/>
        </p:nvSpPr>
        <p:spPr>
          <a:xfrm>
            <a:off x="2947066" y="2620174"/>
            <a:ext cx="272393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7" name="Shape 15"/>
          <p:cNvSpPr/>
          <p:nvPr/>
        </p:nvSpPr>
        <p:spPr>
          <a:xfrm>
            <a:off x="294706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8" name="Shape 16"/>
          <p:cNvSpPr/>
          <p:nvPr/>
        </p:nvSpPr>
        <p:spPr>
          <a:xfrm>
            <a:off x="321945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9" name="Shape 17"/>
          <p:cNvSpPr/>
          <p:nvPr/>
        </p:nvSpPr>
        <p:spPr>
          <a:xfrm>
            <a:off x="321945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0" name="Shape 18"/>
          <p:cNvSpPr/>
          <p:nvPr/>
        </p:nvSpPr>
        <p:spPr>
          <a:xfrm>
            <a:off x="3321606" y="2620174"/>
            <a:ext cx="5652148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1" name="Shape 19"/>
          <p:cNvSpPr/>
          <p:nvPr/>
        </p:nvSpPr>
        <p:spPr>
          <a:xfrm>
            <a:off x="332160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2" name="Text 20"/>
          <p:cNvSpPr txBox="1"/>
          <p:nvPr/>
        </p:nvSpPr>
        <p:spPr>
          <a:xfrm>
            <a:off x="2249060" y="3267106"/>
            <a:ext cx="1191718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접점 튐</a:t>
            </a:r>
            <a:endParaRPr lang="ko-KR" sz="1955" dirty="0"/>
          </a:p>
        </p:txBody>
      </p:sp>
      <p:sp>
        <p:nvSpPr>
          <p:cNvPr id="33" name="Text 21"/>
          <p:cNvSpPr txBox="1"/>
          <p:nvPr/>
        </p:nvSpPr>
        <p:spPr>
          <a:xfrm>
            <a:off x="1482956" y="3760818"/>
            <a:ext cx="374540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MHz 판 o_btn (창 8 µs)</a:t>
            </a:r>
            <a:endParaRPr lang="ko-KR" sz="1955" dirty="0"/>
          </a:p>
        </p:txBody>
      </p:sp>
      <p:sp>
        <p:nvSpPr>
          <p:cNvPr id="34" name="Shape 22"/>
          <p:cNvSpPr/>
          <p:nvPr/>
        </p:nvSpPr>
        <p:spPr>
          <a:xfrm>
            <a:off x="1482956" y="4612045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5" name="Shape 23"/>
          <p:cNvSpPr/>
          <p:nvPr/>
        </p:nvSpPr>
        <p:spPr>
          <a:xfrm>
            <a:off x="2266084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6" name="Shape 24"/>
          <p:cNvSpPr/>
          <p:nvPr/>
        </p:nvSpPr>
        <p:spPr>
          <a:xfrm>
            <a:off x="2572526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7" name="Shape 25"/>
          <p:cNvSpPr/>
          <p:nvPr/>
        </p:nvSpPr>
        <p:spPr>
          <a:xfrm>
            <a:off x="296409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8" name="Shape 26"/>
          <p:cNvSpPr/>
          <p:nvPr/>
        </p:nvSpPr>
        <p:spPr>
          <a:xfrm>
            <a:off x="333863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9" name="Text 27"/>
          <p:cNvSpPr txBox="1"/>
          <p:nvPr/>
        </p:nvSpPr>
        <p:spPr>
          <a:xfrm>
            <a:off x="3611023" y="4237505"/>
            <a:ext cx="408589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조각마다 펄스 → 여러 번</a:t>
            </a:r>
            <a:endParaRPr lang="ko-KR" sz="1955" dirty="0"/>
          </a:p>
        </p:txBody>
      </p:sp>
      <p:sp>
        <p:nvSpPr>
          <p:cNvPr id="40" name="Text 28"/>
          <p:cNvSpPr txBox="1"/>
          <p:nvPr/>
        </p:nvSpPr>
        <p:spPr>
          <a:xfrm>
            <a:off x="1482956" y="4833364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판 o_btn (창 8 × 250 µs = 2 ms)</a:t>
            </a:r>
            <a:endParaRPr lang="ko-KR" sz="1955" dirty="0"/>
          </a:p>
        </p:txBody>
      </p:sp>
      <p:sp>
        <p:nvSpPr>
          <p:cNvPr id="41" name="Shape 29"/>
          <p:cNvSpPr/>
          <p:nvPr/>
        </p:nvSpPr>
        <p:spPr>
          <a:xfrm>
            <a:off x="1482956" y="5684591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2" name="Shape 30"/>
          <p:cNvSpPr/>
          <p:nvPr/>
        </p:nvSpPr>
        <p:spPr>
          <a:xfrm>
            <a:off x="233418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3" name="Shape 31"/>
          <p:cNvSpPr/>
          <p:nvPr/>
        </p:nvSpPr>
        <p:spPr>
          <a:xfrm>
            <a:off x="275979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4" name="Shape 32"/>
          <p:cNvSpPr/>
          <p:nvPr/>
        </p:nvSpPr>
        <p:spPr>
          <a:xfrm>
            <a:off x="3185410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5" name="Shape 33"/>
          <p:cNvSpPr/>
          <p:nvPr/>
        </p:nvSpPr>
        <p:spPr>
          <a:xfrm>
            <a:off x="361102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6" name="Shape 34"/>
          <p:cNvSpPr/>
          <p:nvPr/>
        </p:nvSpPr>
        <p:spPr>
          <a:xfrm>
            <a:off x="4036637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7" name="Shape 35"/>
          <p:cNvSpPr/>
          <p:nvPr/>
        </p:nvSpPr>
        <p:spPr>
          <a:xfrm>
            <a:off x="446225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8" name="Shape 36"/>
          <p:cNvSpPr/>
          <p:nvPr/>
        </p:nvSpPr>
        <p:spPr>
          <a:xfrm>
            <a:off x="4887864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9" name="Shape 37"/>
          <p:cNvSpPr/>
          <p:nvPr/>
        </p:nvSpPr>
        <p:spPr>
          <a:xfrm>
            <a:off x="5313478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0" name="Shape 38"/>
          <p:cNvSpPr/>
          <p:nvPr/>
        </p:nvSpPr>
        <p:spPr>
          <a:xfrm>
            <a:off x="573909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1" name="Shape 39"/>
          <p:cNvSpPr/>
          <p:nvPr/>
        </p:nvSpPr>
        <p:spPr>
          <a:xfrm>
            <a:off x="6164705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2" name="Shape 40"/>
          <p:cNvSpPr/>
          <p:nvPr/>
        </p:nvSpPr>
        <p:spPr>
          <a:xfrm>
            <a:off x="659031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3" name="Shape 41"/>
          <p:cNvSpPr/>
          <p:nvPr/>
        </p:nvSpPr>
        <p:spPr>
          <a:xfrm>
            <a:off x="7015932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4" name="Shape 42"/>
          <p:cNvSpPr/>
          <p:nvPr/>
        </p:nvSpPr>
        <p:spPr>
          <a:xfrm>
            <a:off x="744154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5" name="Shape 43"/>
          <p:cNvSpPr/>
          <p:nvPr/>
        </p:nvSpPr>
        <p:spPr>
          <a:xfrm>
            <a:off x="786715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6" name="Shape 44"/>
          <p:cNvSpPr/>
          <p:nvPr/>
        </p:nvSpPr>
        <p:spPr>
          <a:xfrm>
            <a:off x="6726515" y="5258978"/>
            <a:ext cx="1702" cy="425614"/>
          </a:xfrm>
          <a:prstGeom prst="line">
            <a:avLst/>
          </a:prstGeom>
          <a:noFill/>
          <a:ln w="44334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7" name="Shape 45"/>
          <p:cNvSpPr/>
          <p:nvPr/>
        </p:nvSpPr>
        <p:spPr>
          <a:xfrm>
            <a:off x="3321606" y="5939960"/>
            <a:ext cx="3404909" cy="1702"/>
          </a:xfrm>
          <a:prstGeom prst="line">
            <a:avLst/>
          </a:prstGeom>
          <a:noFill/>
          <a:ln w="17733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8" name="Text 46"/>
          <p:cNvSpPr txBox="1"/>
          <p:nvPr/>
        </p:nvSpPr>
        <p:spPr>
          <a:xfrm>
            <a:off x="3355655" y="5991033"/>
            <a:ext cx="5447854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끝 → 8샘플 연속 1 (2 ms) → 펄스 1개</a:t>
            </a:r>
            <a:endParaRPr lang="ko-KR" sz="1955" dirty="0"/>
          </a:p>
        </p:txBody>
      </p:sp>
      <p:sp>
        <p:nvSpPr>
          <p:cNvPr id="59" name="Text 47"/>
          <p:cNvSpPr txBox="1"/>
          <p:nvPr/>
        </p:nvSpPr>
        <p:spPr>
          <a:xfrm>
            <a:off x="1482956" y="6399622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개념도 (가로 1 칸 ≈ 1 ms)</a:t>
            </a:r>
            <a:endParaRPr lang="ko-KR" sz="1955" dirty="0"/>
          </a:p>
        </p:txBody>
      </p:sp>
      <p:sp>
        <p:nvSpPr>
          <p:cNvPr id="60" name="Shape 48"/>
          <p:cNvSpPr/>
          <p:nvPr/>
        </p:nvSpPr>
        <p:spPr>
          <a:xfrm>
            <a:off x="9484491" y="2194560"/>
            <a:ext cx="7490799" cy="4511504"/>
          </a:xfrm>
          <a:prstGeom prst="rect">
            <a:avLst/>
          </a:prstGeom>
          <a:solidFill>
            <a:srgbClr val="F8FAFC"/>
          </a:solidFill>
          <a:ln w="1330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61" name="Text 49"/>
          <p:cNvSpPr txBox="1"/>
          <p:nvPr/>
        </p:nvSpPr>
        <p:spPr>
          <a:xfrm>
            <a:off x="9688785" y="2313732"/>
            <a:ext cx="7150308" cy="434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72"/>
              </a:spcAft>
            </a:pPr>
            <a:r>
              <a:rPr lang="ko-KR" sz="232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해결 — 4 kHz 하나로 두 가지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디바운서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CLK_FRQ 4000 → 250 µs 마다 샘플, 8번 연속 1 = 2 ms 눌려야 인정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스캔 (같은 4 kHz)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× 250 µs = 한 바퀴 2 ms (500 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 설명서 권장 한 바퀴 1 ~ 16 ms 안 → 깜빡임 없음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분주기 1개를 디바운서 4개 + FND 가 공유</a:t>
            </a:r>
            <a:endParaRPr lang="ko-KR" sz="2048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/>
        </p:nvGraphicFramePr>
        <p:xfrm>
          <a:off x="1312710" y="6961432"/>
          <a:ext cx="15662579" cy="1532208"/>
        </p:xfrm>
        <a:graphic>
          <a:graphicData uri="http://schemas.openxmlformats.org/drawingml/2006/table">
            <a:tbl>
              <a:tblPr/>
              <a:tblGrid>
                <a:gridCol w="7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  1 MHz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  4 kHz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시뮬: 같은 튀는 입력 20번 → o_btn 개수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158개 (20번 모두 틀림)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(모두 1번)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8 µs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1.75 ~ 2 ms (못 느낌)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0"/>
          <p:cNvSpPr txBox="1"/>
          <p:nvPr/>
        </p:nvSpPr>
        <p:spPr>
          <a:xfrm>
            <a:off x="1312710" y="9089500"/>
            <a:ext cx="12938653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모델: 누를 때 · 뗄 때 20 ~ 400 µs 조각 4 ~ 11개 (실제보다 심함) · Icarus 실행</a:t>
            </a:r>
            <a:endParaRPr lang="ko-KR" sz="1955" dirty="0"/>
          </a:p>
        </p:txBody>
      </p:sp>
      <p:sp>
        <p:nvSpPr>
          <p:cNvPr id="6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41</a:t>
            </a:r>
            <a:endParaRPr lang="ko-KR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결론 · 고찰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결론 · 고찰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Top TB PASS · 보드 확인 — 고찰 : 남은 경고 · 입력 처리 한계 → 다음 목표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9809416" cy="3129668"/>
        </p:xfrm>
        <a:graphic>
          <a:graphicData uri="http://schemas.openxmlformats.org/drawingml/2006/table">
            <a:tbl>
              <a:tblPr/>
              <a:tblGrid>
                <a:gridCol w="14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TB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업다운 · 랩 · 자정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 시작 · 설정 · 점멸 · 12/24 표시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264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59:59 상한 · 10 s · 알람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 · FND 스캔 · 동시 입력 무시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5610340"/>
            <a:ext cx="9809419" cy="9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384 (1.8%) · FF 228 (0.5%) · WNS +3.440 ns @100 MHz · 래치 0</a:t>
            </a:r>
            <a:endParaRPr lang="ko-KR" sz="2108" dirty="0"/>
          </a:p>
          <a:p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1/100초 = 10.000 ms · 10초 타이머 = 10 s + 20 ns</a:t>
            </a:r>
            <a:endParaRPr lang="ko-KR" sz="2108" dirty="0"/>
          </a:p>
        </p:txBody>
      </p:sp>
      <p:sp>
        <p:nvSpPr>
          <p:cNvPr id="10" name="Text 5"/>
          <p:cNvSpPr txBox="1"/>
          <p:nvPr/>
        </p:nvSpPr>
        <p:spPr>
          <a:xfrm>
            <a:off x="1086263" y="6836517"/>
            <a:ext cx="9809419" cy="140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ko-KR" sz="2108" dirty="0"/>
          </a:p>
        </p:txBody>
      </p:sp>
      <p:sp>
        <p:nvSpPr>
          <p:cNvPr id="11" name="Shape 6"/>
          <p:cNvSpPr/>
          <p:nvPr/>
        </p:nvSpPr>
        <p:spPr>
          <a:xfrm>
            <a:off x="11246018" y="2194560"/>
            <a:ext cx="5955719" cy="7269480"/>
          </a:xfrm>
          <a:prstGeom prst="rect">
            <a:avLst/>
          </a:prstGeom>
          <a:solidFill>
            <a:srgbClr val="F8FAFC"/>
          </a:solidFill>
          <a:ln w="1368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448"/>
          </a:p>
        </p:txBody>
      </p:sp>
      <p:sp>
        <p:nvSpPr>
          <p:cNvPr id="12" name="Text 7"/>
          <p:cNvSpPr txBox="1"/>
          <p:nvPr/>
        </p:nvSpPr>
        <p:spPr>
          <a:xfrm>
            <a:off x="11456220" y="2334695"/>
            <a:ext cx="5570349" cy="700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83"/>
              </a:spcAft>
            </a:pPr>
            <a:r>
              <a:rPr lang="ko-KR" sz="2395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고찰 (아쉬운 점 → 다음 목표)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경고 35개 남음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펄스를 클럭으로 씀 (TIMING-17) → enable 방식이면 0 개 (비교용 판 확인) → 다음 프로젝트 적용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디바운서 한계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 연속 1 만 봄 → 누른 채 잠깐 끊기면 두 번 인식 가능 → 뗄 때도 8번 연속 0 보기 검토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긴 경계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23:59:59 등은 초기값으로 확인 → 실제 24시간 흐름은 보드로만</a:t>
            </a:r>
            <a:endParaRPr lang="ko-KR" sz="2011" dirty="0"/>
          </a:p>
        </p:txBody>
      </p:sp>
      <p:sp>
        <p:nvSpPr>
          <p:cNvPr id="1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42</a:t>
            </a:r>
            <a:endParaRPr lang="ko-KR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① 스톱워치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1분 올림 · 랩 · 동작 중 L 무시 · 0 ↔ 23:59:59.99 를 Basys-3 에서 확인 — 시뮬레이션(26 ~ 31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43</a:t>
            </a:r>
            <a:endParaRPr lang="ko-KR" sz="1100" dirty="0"/>
          </a:p>
        </p:txBody>
      </p:sp>
      <p:pic>
        <p:nvPicPr>
          <p:cNvPr id="12" name="Picture 11" descr="gif_sw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sw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sw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sw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sw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sw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3984" y="4780711"/>
            <a:ext cx="5382768" cy="2220391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2063984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59.99 다음 분 +1 · 랩 중에도 안에서는 계속 셈 · 동작 중 L 무시 · 다운 0 → 23:59:59.99 · 업 23:59:59.99 → 00:00</a:t>
            </a:r>
            <a:endParaRPr lang="ko-KR" sz="2356" dirty="0"/>
          </a:p>
        </p:txBody>
      </p:sp>
      <p:sp>
        <p:nvSpPr>
          <p:cNvPr id="25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3E724CE-8CE2-9D0F-90CC-871FF4F45276}"/>
              </a:ext>
            </a:extLst>
          </p:cNvPr>
          <p:cNvSpPr/>
          <p:nvPr/>
        </p:nvSpPr>
        <p:spPr>
          <a:xfrm>
            <a:off x="14679168" y="3314700"/>
            <a:ext cx="256032" cy="298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② 시계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자정 넘김 · 12시간 표시 · 설정 점멸 · 자리별 ± 를 Basys-3 에서 확인 — 시뮬레이션(13 ~ 23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44</a:t>
            </a:r>
            <a:endParaRPr lang="ko-KR" sz="1100" dirty="0"/>
          </a:p>
        </p:txBody>
      </p:sp>
      <p:pic>
        <p:nvPicPr>
          <p:cNvPr id="12" name="Picture 11" descr="gif_wt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wt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wt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wt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wt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리셋 23:59:50 → 10 초 뒤 자정 · 12시간 표시에서 0시 = 12 · 설정 중 커서 자리 깜빡 · 그 자리만 ±</a:t>
            </a:r>
            <a:endParaRPr lang="ko-KR" sz="2356" dirty="0"/>
          </a:p>
        </p:txBody>
      </p:sp>
      <p:sp>
        <p:nvSpPr>
          <p:cNvPr id="23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③ 타이머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1분 올림 · 59:59 상한 · 취소 · 다른 화면에서도 알람 을 Basys-3 에서 확인 — 시뮬레이션(35 · 36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45</a:t>
            </a:r>
            <a:endParaRPr lang="ko-KR" sz="1100" dirty="0"/>
          </a:p>
        </p:txBody>
      </p:sp>
      <p:pic>
        <p:nvPicPr>
          <p:cNvPr id="12" name="Picture 11" descr="gif_tm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18" y="2331720"/>
            <a:ext cx="4839854" cy="1996439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1655618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tm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72" y="2331720"/>
            <a:ext cx="4839854" cy="1996439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724072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tm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2527" y="2331720"/>
            <a:ext cx="4839854" cy="1996439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792527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tm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618" y="4556759"/>
            <a:ext cx="4839854" cy="1996439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1655618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tm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072" y="4556759"/>
            <a:ext cx="4839854" cy="1996439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724072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tm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2527" y="4556759"/>
            <a:ext cx="4839854" cy="1996439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1792527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Picture 23" descr="gif_tm7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5618" y="6781799"/>
            <a:ext cx="4839854" cy="1996439"/>
          </a:xfrm>
          <a:prstGeom prst="rect">
            <a:avLst/>
          </a:prstGeom>
        </p:spPr>
      </p:pic>
      <p:sp>
        <p:nvSpPr>
          <p:cNvPr id="25" name="Shape 3"/>
          <p:cNvSpPr/>
          <p:nvPr/>
        </p:nvSpPr>
        <p:spPr>
          <a:xfrm>
            <a:off x="1655618" y="678179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4"/>
          <p:cNvSpPr txBox="1"/>
          <p:nvPr/>
        </p:nvSpPr>
        <p:spPr>
          <a:xfrm>
            <a:off x="6815512" y="6827519"/>
            <a:ext cx="9816869" cy="1904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60초 = 1분 · 최대 59:59 · 동작 중 L = 취소 · 화면을 바꿔도 계속 줄고 0 이면 어느 화면이든 알람 · 버튼은 알람만 끔</a:t>
            </a:r>
            <a:endParaRPr lang="ko-KR" sz="2356" dirty="0"/>
          </a:p>
        </p:txBody>
      </p:sp>
      <p:sp>
        <p:nvSpPr>
          <p:cNvPr id="27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0" y="3840480"/>
            <a:ext cx="18288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54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Q &amp; A</a:t>
            </a:r>
            <a:endParaRPr lang="ko-KR" sz="5400" dirty="0"/>
          </a:p>
        </p:txBody>
      </p:sp>
      <p:sp>
        <p:nvSpPr>
          <p:cNvPr id="4" name="text"/>
          <p:cNvSpPr txBox="1"/>
          <p:nvPr/>
        </p:nvSpPr>
        <p:spPr>
          <a:xfrm>
            <a:off x="0" y="4983480"/>
            <a:ext cx="1828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lang="ko-KR" sz="1800" dirty="0"/>
          </a:p>
        </p:txBody>
      </p:sp>
      <p:sp>
        <p:nvSpPr>
          <p:cNvPr id="5" name="text"/>
          <p:cNvSpPr txBox="1"/>
          <p:nvPr/>
        </p:nvSpPr>
        <p:spPr>
          <a:xfrm>
            <a:off x="10972800" y="841248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200" dirty="0"/>
          </a:p>
          <a:p>
            <a:pPr algn="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정안성 · 정보윤 · 이종혁</a:t>
            </a:r>
            <a:endParaRPr lang="ko-KR" sz="1200" dirty="0"/>
          </a:p>
        </p:txBody>
      </p:sp>
      <p:sp>
        <p:nvSpPr>
          <p:cNvPr id="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46</a:t>
            </a:r>
            <a:endParaRPr lang="ko-KR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A — 검증 전체 : TB 13 개 · 검사 447 개 PASS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을 넣은 TB · 100 MHz 그대로 · 콘솔 [SUMMARY] 자동 판정 · 최신 소스로 다시 실행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5470" cy="6492234"/>
        </p:xfrm>
        <a:graphic>
          <a:graphicData uri="http://schemas.openxmlformats.org/drawingml/2006/table">
            <a:tbl>
              <a:tblPr/>
              <a:tblGrid>
                <a:gridCol w="157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2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 시간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디바운서: 누름 시간 · 바운스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2,205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FND 스캔 · 자리별 출력 · 점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2,180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동시 입력: 세 기능 모두 무시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302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87411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동작 중 무시 · 동시 R+L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2,290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올림 · 자정 순환 · 다운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랩 고정 · 해제 · 지우기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1,230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올림 · 59:59 상한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10 초 · 알람 ·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11,597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백그라운드 · 화면 우선순위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UI · 커서 · 경계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정확도 · 자정 올림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2,245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12/24 표시 · 점멸 · LED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6,050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중 R · L · U · D 동시 누름 16가지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938535"/>
            <a:ext cx="16115474" cy="525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코드(동시 입력 무시 포함)로 13 개 전부 다시 실행 · xsim 배치 (10/18)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47</a:t>
            </a:r>
            <a:endParaRPr lang="ko-KR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B — 버튼 두 개를 같은 순간에 누르면? → 모두 무시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같은 클럭에 버튼 펄스 2개 이상 → 그 클럭 입력 모두 버림 (세 기능 같은 규칙, 10/18)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9684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상태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클럭에 동시 입력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(기능마다 우선순위)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 STOP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+ 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시작 + 0 으로 지움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STOP · 값 유지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우선 (커서 왼쪽)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커서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(10/18 오전 수정)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값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만 (+10초)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00:00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만 (시작)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시작 안 함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하나만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· U 등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 (그대로)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클럭이 되는 조건: 디바운서 4 kHz(250 µs) 샘플 → 두 버튼이 250 µs 안에 같이 안정될 때만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48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483096"/>
            <a:ext cx="1611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어디서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의 버튼 게이팅: w_btn_multi = 펄스 두 개 이상 → 12개 게이팅 AND 에 ~w_btn_multi (컨트롤 유닛 · 랩까지 한 번에)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확인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tb_top_3 (세 기능 동시 입력 · 검사 11개) · tb_sw_1 P6 · tb_wt_4 (시계 16가지) — 고치기 전 소스로 돌리면 tb_top_3 FAIL 7개</a:t>
            </a:r>
            <a:endParaRPr lang="ko-KR" sz="2356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C — 합성 · 구현 전략 비교 (PPA) → 기본값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1.8% · WNS +3.44 ns · 0.106 W 로 셋 다 여유 → 제약이 없어 기본값 유지 (Area 는 LUT −13.5% ↔ WNS −0.84 ns)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401568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 (Vivado 2022.2)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 @ 100 MHz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(추정)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(Vivado Defaults) — 채택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(Flow_AreaOptimized_high)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332 (−13.5%)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+2.600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0.115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+ 구현 Area_Explore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336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+2.011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(PerfOptimized_high + Performance_Explore)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(Power_DefaultOpt, power_opt_design)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+3.733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 · 같은 xdc · xc7a35t · 구현 후 · 전력은 Vivado 추정(신뢰도 Low) · 측정은 Vivado 배치 실행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49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099047"/>
            <a:ext cx="16111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왜 기본값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전략은 빡빡한 제약 쪽을 고르는 것 — 이 설계는 칩의 1.8%, 타이밍 실패 경로 0, USB 전원이라 셋 다 제약이 없음. Area 를 고르면 얻는 것 없이 타이밍 여유만 줄고, Power 효과는 추정 오차 안 (전체 0.106 W 중 0.072 W 는 칩 누설)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네 판 모두 같은 경향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 1 표의 ① ~ ④ 에 같은 전략을 적용해도 Performance 는 전부 기본값과 동일, 합성 Area 는 LUT −7 / −28 / −26 / −52 에 WNS 전부 감소, Power 는 0 ~ −0.002 W</a:t>
            </a:r>
            <a:endParaRPr lang="ko-KR" sz="2356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 3 개 · 검사 73 개를 $display 로 자동 판정 → 전부 PASS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352044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더하기 · 자리 올림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 에서 U 6 번 (+10 초씩)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o_tm_add · o_tm_min/sec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00:50 + 10 초 = 01:00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59:59 상한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59:40 에서 U 2 번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 · o_tm_sec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59:50 → 59:59 유지 (60:00 X)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초 카운트다운 · 알람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00:10 설정 → L 시작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알람까지 10 s + 20 ns · LED 0.5 s 점멸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다운카운트 빌림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01:00.00 · 10:00.00 에서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o_tm_min/sec/msec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00:59.99 · 09:59.99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백그라운드 · 화면 우선순위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sw4 1 → 0 / 알람 중 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 화면에서도 알람 · R 은 알람만 끔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172200"/>
            <a:ext cx="10241280" cy="2514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274320" tIns="182880" rIns="274320" bIns="18288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Vivado xsim 콘솔 — 팀 TB (SystemVerilog) 마지막 줄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455.019 ms] [SUMMARY] TM1 checks=21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[11597.002 ms] [SUMMARY] TM2 checks=41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547.009 ms] [SUMMARY] TM3 checks=11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같은 시나리오를 수업 Verilog 문법 (err 카운트) 으로 옮긴 TB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TM1 checks = 21, TOTAL MISMATCH = 0   (TM2 41 · TM3 11 도 0)</a:t>
            </a:r>
            <a:endParaRPr lang="ko-KR" sz="1300" dirty="0"/>
          </a:p>
        </p:txBody>
      </p:sp>
      <p:sp>
        <p:nvSpPr>
          <p:cNvPr id="10" name="text"/>
          <p:cNvSpPr txBox="1"/>
          <p:nvPr/>
        </p:nvSpPr>
        <p:spPr>
          <a:xfrm>
            <a:off x="11521440" y="617220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2E7D32"/>
                </a:solidFill>
                <a:latin typeface="Malgun Gothic Semilight"/>
                <a:ea typeface="Malgun Gothic Semilight"/>
                <a:cs typeface="Malgun Gothic Semilight"/>
              </a:rPr>
              <a:t>73 / 73</a:t>
            </a:r>
            <a:endParaRPr lang="ko-KR" sz="3800" dirty="0"/>
          </a:p>
        </p:txBody>
      </p:sp>
      <p:sp>
        <p:nvSpPr>
          <p:cNvPr id="11" name="text"/>
          <p:cNvSpPr txBox="1"/>
          <p:nvPr/>
        </p:nvSpPr>
        <p:spPr>
          <a:xfrm>
            <a:off x="11521440" y="69220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검사 PASS (TM1 21 · TM2 41 · TM3 11)</a:t>
            </a:r>
            <a:endParaRPr lang="ko-KR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1521440" y="747064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0</a:t>
            </a:r>
            <a:endParaRPr lang="ko-KR" sz="3800" dirty="0"/>
          </a:p>
        </p:txBody>
      </p:sp>
      <p:sp>
        <p:nvSpPr>
          <p:cNvPr id="13" name="text"/>
          <p:cNvSpPr txBox="1"/>
          <p:nvPr/>
        </p:nvSpPr>
        <p:spPr>
          <a:xfrm>
            <a:off x="11521440" y="82204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TOTAL MISMATCH (Verilog TB)</a:t>
            </a:r>
            <a:endParaRPr lang="ko-KR" sz="1300" dirty="0"/>
          </a:p>
        </p:txBody>
      </p:sp>
      <p:sp>
        <p:nvSpPr>
          <p:cNvPr id="14" name="text"/>
          <p:cNvSpPr txBox="1"/>
          <p:nvPr/>
        </p:nvSpPr>
        <p:spPr>
          <a:xfrm>
            <a:off x="841248" y="891540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판정 예 — if (값 !== 기대값) err = err + 1; $display("FAIL …") · 캡처는 10/17 소스, 결과 숫자는 10/18 최종 소스 기준 (둘 다 전부 PASS)</a:t>
            </a:r>
            <a:endParaRPr lang="ko-KR" sz="115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50</a:t>
            </a:r>
            <a:endParaRPr lang="ko-KR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3-2 : 알람 LED 점멸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중 LED 16 개가 0.5 s 켜짐 · 0.5 s 꺼짐 반복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4" cy="222326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4" cy="2223268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3263843" y="3574518"/>
            <a:ext cx="11760315" cy="429320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2704309" y="353648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14916827" y="3973174"/>
            <a:ext cx="2529925" cy="44465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4357293" y="394280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Text 8"/>
          <p:cNvSpPr txBox="1"/>
          <p:nvPr/>
        </p:nvSpPr>
        <p:spPr>
          <a:xfrm>
            <a:off x="841248" y="4508074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= ffff, 0.5 s 동안 켜짐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1/100초 00 → led 0000 (꺼짐)</a:t>
            </a:r>
            <a:endParaRPr lang="ko-KR" sz="2566" dirty="0"/>
          </a:p>
        </p:txBody>
      </p:sp>
      <p:pic>
        <p:nvPicPr>
          <p:cNvPr id="15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056" y="5353214"/>
            <a:ext cx="14587889" cy="26171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850056" y="5353214"/>
            <a:ext cx="14587889" cy="261717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8677460" y="6673180"/>
            <a:ext cx="1729610" cy="134272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8388669" y="638438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9" name="Text 12"/>
          <p:cNvSpPr txBox="1"/>
          <p:nvPr/>
        </p:nvSpPr>
        <p:spPr>
          <a:xfrm>
            <a:off x="841248" y="8060633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확대: 시계 1/100초 49 → 50 인 클럭에 0000 → ffff</a:t>
            </a:r>
            <a:endParaRPr lang="ko-KR" sz="2566" dirty="0"/>
          </a:p>
        </p:txBody>
      </p:sp>
      <p:sp>
        <p:nvSpPr>
          <p:cNvPr id="20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8.  타이머 알람 LED 점멸 (아래 : 49 → 50 확대)  — Vivado xsim 파형</a:t>
            </a:r>
            <a:endParaRPr lang="ko-KR" sz="1150" dirty="0"/>
          </a:p>
        </p:txBody>
      </p:sp>
      <p:sp>
        <p:nvSpPr>
          <p:cNvPr id="2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51</a:t>
            </a:r>
            <a:endParaRPr lang="ko-KR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다운카운트 빌림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빌림 정상 — 01:00.00 → 00:59.99, 10:00.00 → 09:59.99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4" y="2194560"/>
            <a:ext cx="16144031" cy="279752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71984" y="2194560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860295" y="3321341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579529" y="3040575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03" dirty="0"/>
          </a:p>
        </p:txBody>
      </p:sp>
      <p:sp>
        <p:nvSpPr>
          <p:cNvPr id="12" name="Shape 6"/>
          <p:cNvSpPr/>
          <p:nvPr/>
        </p:nvSpPr>
        <p:spPr>
          <a:xfrm>
            <a:off x="12436917" y="2621959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2156150" y="2341194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03" dirty="0"/>
          </a:p>
        </p:txBody>
      </p:sp>
      <p:sp>
        <p:nvSpPr>
          <p:cNvPr id="14" name="Text 8"/>
          <p:cNvSpPr txBox="1"/>
          <p:nvPr/>
        </p:nvSpPr>
        <p:spPr>
          <a:xfrm>
            <a:off x="1071984" y="5062272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00:59.99</a:t>
            </a:r>
            <a:endParaRPr lang="ko-KR" sz="2494" dirty="0"/>
          </a:p>
        </p:txBody>
      </p:sp>
      <p:pic>
        <p:nvPicPr>
          <p:cNvPr id="15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84" y="5704132"/>
            <a:ext cx="16144031" cy="279752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71984" y="5704132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4860295" y="6830913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9529" y="6550147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03" dirty="0"/>
          </a:p>
        </p:txBody>
      </p:sp>
      <p:sp>
        <p:nvSpPr>
          <p:cNvPr id="19" name="Shape 12"/>
          <p:cNvSpPr/>
          <p:nvPr/>
        </p:nvSpPr>
        <p:spPr>
          <a:xfrm>
            <a:off x="12436917" y="6131532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12156150" y="5850766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03" dirty="0"/>
          </a:p>
        </p:txBody>
      </p:sp>
      <p:sp>
        <p:nvSpPr>
          <p:cNvPr id="21" name="Text 14"/>
          <p:cNvSpPr txBox="1"/>
          <p:nvPr/>
        </p:nvSpPr>
        <p:spPr>
          <a:xfrm>
            <a:off x="1071984" y="8571844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④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09:59.99</a:t>
            </a:r>
            <a:endParaRPr lang="ko-KR" sz="2494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9.  타이머 다운카운트 빌림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52</a:t>
            </a:r>
            <a:endParaRPr lang="ko-KR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5-1 : 백그라운드 동작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화면으로 바꿔도 타이머는 계속 줄고, 0 이 되면 알람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1" y="2194561"/>
            <a:ext cx="7877322" cy="284100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01151" y="2194561"/>
            <a:ext cx="7877322" cy="2841001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763056" y="2614254"/>
            <a:ext cx="645682" cy="516546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214299" y="2624701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23" dirty="0"/>
          </a:p>
        </p:txBody>
      </p:sp>
      <p:sp>
        <p:nvSpPr>
          <p:cNvPr id="12" name="Shape 6"/>
          <p:cNvSpPr/>
          <p:nvPr/>
        </p:nvSpPr>
        <p:spPr>
          <a:xfrm>
            <a:off x="5843767" y="4099322"/>
            <a:ext cx="3034705" cy="451978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5295010" y="4077485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23" dirty="0"/>
          </a:p>
        </p:txBody>
      </p:sp>
      <p:pic>
        <p:nvPicPr>
          <p:cNvPr id="14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528" y="2194560"/>
            <a:ext cx="7877322" cy="29944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409528" y="2194560"/>
            <a:ext cx="7877322" cy="2994404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3867106" y="3181354"/>
            <a:ext cx="3419743" cy="1020820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13583876" y="2898123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23" dirty="0"/>
          </a:p>
        </p:txBody>
      </p:sp>
      <p:sp>
        <p:nvSpPr>
          <p:cNvPr id="18" name="Shape 11"/>
          <p:cNvSpPr/>
          <p:nvPr/>
        </p:nvSpPr>
        <p:spPr>
          <a:xfrm>
            <a:off x="13867106" y="4678554"/>
            <a:ext cx="3419743" cy="510409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/>
          <p:nvPr/>
        </p:nvSpPr>
        <p:spPr>
          <a:xfrm>
            <a:off x="13318349" y="4685932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23" dirty="0"/>
          </a:p>
        </p:txBody>
      </p:sp>
      <p:sp>
        <p:nvSpPr>
          <p:cNvPr id="20" name="Text 13"/>
          <p:cNvSpPr txBox="1"/>
          <p:nvPr/>
        </p:nvSpPr>
        <p:spPr>
          <a:xfrm>
            <a:off x="1001151" y="5247983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timer_sw4 1 → 0 (시계 화면)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계속 줄어듦 99 → 30 → 29 …</a:t>
            </a:r>
            <a:endParaRPr lang="ko-KR" sz="2516" dirty="0"/>
          </a:p>
        </p:txBody>
      </p:sp>
      <p:sp>
        <p:nvSpPr>
          <p:cNvPr id="21" name="Text 14"/>
          <p:cNvSpPr txBox="1"/>
          <p:nvPr/>
        </p:nvSpPr>
        <p:spPr>
          <a:xfrm>
            <a:off x="9409528" y="5401386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(이 순간은 꺼진 쪽 0000)</a:t>
            </a:r>
            <a:endParaRPr lang="ko-KR" sz="2516" dirty="0"/>
          </a:p>
        </p:txBody>
      </p:sp>
      <p:sp>
        <p:nvSpPr>
          <p:cNvPr id="22" name="Text 15"/>
          <p:cNvSpPr/>
          <p:nvPr/>
        </p:nvSpPr>
        <p:spPr>
          <a:xfrm>
            <a:off x="1001151" y="8213188"/>
            <a:ext cx="4602480" cy="885092"/>
          </a:xfrm>
          <a:prstGeom prst="rect">
            <a:avLst/>
          </a:prstGeom>
          <a:solidFill>
            <a:srgbClr val="E6ECF5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sw4 → 0 (시계 화면)</a:t>
            </a:r>
            <a:endParaRPr lang="ko-KR" sz="2516" dirty="0"/>
          </a:p>
        </p:txBody>
      </p:sp>
      <p:sp>
        <p:nvSpPr>
          <p:cNvPr id="23" name="Shape 16"/>
          <p:cNvSpPr/>
          <p:nvPr/>
        </p:nvSpPr>
        <p:spPr>
          <a:xfrm>
            <a:off x="5692140" y="8655734"/>
            <a:ext cx="6903720" cy="1770"/>
          </a:xfrm>
          <a:prstGeom prst="line">
            <a:avLst/>
          </a:prstGeom>
          <a:noFill/>
          <a:ln w="46098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5692140" y="8124678"/>
            <a:ext cx="6903720" cy="49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24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310 ms 동안 화면은 시계, 타이머는 계속 감소</a:t>
            </a:r>
            <a:endParaRPr lang="ko-KR" sz="2420" dirty="0"/>
          </a:p>
        </p:txBody>
      </p:sp>
      <p:sp>
        <p:nvSpPr>
          <p:cNvPr id="25" name="Text 18"/>
          <p:cNvSpPr/>
          <p:nvPr/>
        </p:nvSpPr>
        <p:spPr>
          <a:xfrm>
            <a:off x="12684369" y="8213188"/>
            <a:ext cx="4602480" cy="885092"/>
          </a:xfrm>
          <a:prstGeom prst="rect">
            <a:avLst/>
          </a:prstGeom>
          <a:solidFill>
            <a:srgbClr val="FFF4D6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~460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 → ALARM</a:t>
            </a:r>
            <a:endParaRPr lang="ko-KR" sz="2516" dirty="0"/>
          </a:p>
        </p:txBody>
      </p:sp>
      <p:sp>
        <p:nvSpPr>
          <p:cNvPr id="2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10.  타이머 백그라운드 동작 (왼쪽 : 화면 전환, 오른쪽 : 알람)  — Vivado xsim 파형</a:t>
            </a:r>
            <a:endParaRPr lang="ko-KR" sz="1150" dirty="0"/>
          </a:p>
        </p:txBody>
      </p:sp>
      <p:sp>
        <p:nvSpPr>
          <p:cNvPr id="2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53</a:t>
            </a:r>
            <a:endParaRPr lang="ko-KR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5-2 : 화면 우선순위 · 알람 끄기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· sw0 모두 1 → 타이머 화면, 알람 중 R 은 알람만 끄고 값 유지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3" cy="54875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3" cy="548750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917635" y="3481533"/>
            <a:ext cx="679235" cy="175171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628843" y="3192740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6668368" y="2730797"/>
            <a:ext cx="7757577" cy="67923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6379576" y="244200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Shape 8"/>
          <p:cNvSpPr/>
          <p:nvPr/>
        </p:nvSpPr>
        <p:spPr>
          <a:xfrm>
            <a:off x="9170813" y="5268992"/>
            <a:ext cx="8275939" cy="114397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8882020" y="498019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6" name="Shape 10"/>
          <p:cNvSpPr/>
          <p:nvPr/>
        </p:nvSpPr>
        <p:spPr>
          <a:xfrm>
            <a:off x="7276105" y="6484463"/>
            <a:ext cx="10170647" cy="607736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987312" y="619567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18" name="Shape 12"/>
          <p:cNvSpPr/>
          <p:nvPr/>
        </p:nvSpPr>
        <p:spPr>
          <a:xfrm>
            <a:off x="9170813" y="7127949"/>
            <a:ext cx="8275939" cy="55411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8611278" y="715231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20" name="Text 14"/>
          <p:cNvSpPr txBox="1"/>
          <p:nvPr/>
        </p:nvSpPr>
        <p:spPr>
          <a:xfrm>
            <a:off x="841248" y="7772309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sw4 1 (sw0 도 1) → 타이머 화면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누름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ALARM → SET, alarm 0</a:t>
            </a:r>
            <a:endParaRPr lang="ko-KR" sz="2566" dirty="0"/>
          </a:p>
        </p:txBody>
      </p:sp>
      <p:sp>
        <p:nvSpPr>
          <p:cNvPr id="21" name="Text 15"/>
          <p:cNvSpPr txBox="1"/>
          <p:nvPr/>
        </p:nvSpPr>
        <p:spPr>
          <a:xfrm>
            <a:off x="841248" y="8349892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그대로 (1분 안 더함)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끝 (0020)</a:t>
            </a:r>
            <a:endParaRPr lang="ko-KR" sz="2566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11.  타이머 화면 우선순위 · 알람 끄기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54</a:t>
            </a:r>
            <a:endParaRPr lang="ko-KR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검증 신뢰도 — 변이 테스트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bug 2 종 주입 → TB 가 FAIL 7 개 · 1 개로 검출, 원 설계 MISMATCH 0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41248" y="2194560"/>
          <a:ext cx="16605503" cy="2743516"/>
        </p:xfrm>
        <a:graphic>
          <a:graphicData uri="http://schemas.openxmlformats.org/drawingml/2006/table">
            <a:tbl>
              <a:tblPr/>
              <a:tblGrid>
                <a:gridCol w="10107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일부러 넣은 bug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timer_datapath: 59:59 상한 조건을 끔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7개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timer_control_unit: RUN 에서 U 를 받아 +10초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1개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설계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 · 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MISMATCH 0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841248" y="5443463"/>
            <a:ext cx="16605504" cy="2526925"/>
          </a:xfrm>
          <a:prstGeom prst="rect">
            <a:avLst/>
          </a:prstGeom>
          <a:solidFill>
            <a:srgbClr val="1E1E1E"/>
          </a:solidFill>
          <a:ln w="94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021743" y="5587859"/>
            <a:ext cx="16244515" cy="223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ko-KR" sz="2172" dirty="0"/>
          </a:p>
        </p:txBody>
      </p:sp>
      <p:sp>
        <p:nvSpPr>
          <p:cNvPr id="11" name="Text 5"/>
          <p:cNvSpPr txBox="1"/>
          <p:nvPr/>
        </p:nvSpPr>
        <p:spPr>
          <a:xfrm>
            <a:off x="841248" y="8331377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MISMATCH 0 은 "검사가 엉성해서 0" 이 아니라 설계가 사양대로라는 뜻</a:t>
            </a:r>
            <a:endParaRPr lang="ko-KR" sz="2566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55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11442</Words>
  <Application>Microsoft Office PowerPoint</Application>
  <PresentationFormat>사용자 지정</PresentationFormat>
  <Paragraphs>1959</Paragraphs>
  <Slides>55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Malgun Gothic</vt:lpstr>
      <vt:lpstr>Malgun Gothic</vt:lpstr>
      <vt:lpstr>Malgun Gothic Semilight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kccistc</dc:creator>
  <cp:lastModifiedBy>안성 정</cp:lastModifiedBy>
  <cp:revision>8</cp:revision>
  <dcterms:created xsi:type="dcterms:W3CDTF">2006-08-16T00:00:00Z</dcterms:created>
  <dcterms:modified xsi:type="dcterms:W3CDTF">2026-10-19T00:35:25Z</dcterms:modified>
</cp:coreProperties>
</file>