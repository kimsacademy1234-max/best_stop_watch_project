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3:28:25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24575,'0'1'0,"0"0"0,1 1 0,0-1 0,-1 1 0,1-1 0,0 0 0,-1 0 0,1 1 0,0-1 0,0 0 0,0 0 0,0 0 0,0 0 0,0 0 0,1 0 0,-1 0 0,0 0 0,0-1 0,1 1 0,-1 0 0,0-1 0,1 1 0,1 0 0,37 11 0,-38-11 0,52 8 0,1-3 0,0-2 0,0-2 0,58-6 0,-4 2 0,57 1-1365,-150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3:28:22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151 531 24575,'10'7'0,"0"0"0,0-1 0,1 0 0,0-1 0,0 0 0,1-1 0,-1 0 0,1-1 0,20 3 0,-2 2 0,-25-7 0,272 61 0,-240-56 0,1-2 0,1-1 0,-1-2 0,0-2 0,57-8 0,-90 8 0,-1 0 0,1 0 0,0-1 0,-1 1 0,1-1 0,-1-1 0,0 1 0,0 0 0,1-1 0,-2 0 0,1 0 0,0 0 0,-1-1 0,1 1 0,-1-1 0,6-7 0,-1-3 0,0-1 0,-1 0 0,9-26 0,-16 39 0,3-8 0,-1 0 0,0 0 0,0-1 0,-1 1 0,-1-1 0,0 1 0,0-1 0,-4-19 0,-1-1 0,-17-49 0,17 64 0,-1 0 0,-1 1 0,0 0 0,-2 0 0,1 1 0,-2 0 0,0 0 0,0 1 0,-1 1 0,-1-1 0,0 2 0,-1 0 0,0 0 0,0 1 0,-1 1 0,-1 1 0,-19-10 0,5 6 0,-1 1 0,-1 1 0,1 1 0,-1 2 0,-1 2 0,1 0 0,-1 2 0,-38 2 0,60 1 0,-42 0 0,-93 12 0,130-10 0,0 1 0,-1 1 0,1 1 0,0 0 0,1 0 0,-1 2 0,1 0 0,1 1 0,-1 0 0,-18 15 0,26-17 0,0 1 0,1-1 0,-1 2 0,1-1 0,1 0 0,-1 1 0,1 0 0,1 0 0,-1 0 0,1 0 0,1 1 0,-1-1 0,2 1 0,-1-1 0,1 1 0,0 0 0,1 17 0,1-14 0,0 0 0,0 0 0,1 0 0,0 0 0,1 0 0,0-1 0,1 0 0,1 1 0,0-1 0,0-1 0,1 1 0,11 15 0,0-6 24,1-1 0,1-1 0,0 0 0,42 27 0,95 42-1509,-131-74-5341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3:28:23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571 839 24575,'43'0'0,"-1"-2"0,70-13 0,-88 10 0,-1-1 0,0-1 0,-1-1 0,0-1 0,0-1 0,26-17 0,-25 13 0,-1-1 0,0 0 0,-1-2 0,32-32 0,-47 41 0,1 0 0,-1-1 0,0 0 0,-1 0 0,0 0 0,0 0 0,-1-1 0,-1 0 0,1 1 0,-2-2 0,1 1 0,-1 0 0,-1 0 0,0-1 0,0-10 0,-1-3 0,0 1 0,-2-1 0,-1 1 0,0 0 0,-2 0 0,-9-27 0,10 38 0,-1 1 0,-1 0 0,0 0 0,-1 0 0,0 0 0,0 1 0,-1 0 0,0 1 0,-1 0 0,0 0 0,-1 1 0,0 0 0,-15-9 0,-5-2 0,0 1 0,-1 2 0,-1 1 0,0 1 0,-1 2 0,-1 1 0,0 2 0,0 1 0,-60-6 0,62 12 0,0 1 0,0 1 0,1 1 0,-1 2 0,0 2 0,1 0 0,0 2 0,0 2 0,1 1 0,0 1 0,-42 21 0,55-22 0,-1 0 0,1 0 0,1 2 0,0 0 0,1 1 0,-24 24 0,32-28 0,-1 1 0,2 1 0,-1-1 0,1 1 0,1 0 0,0 0 0,0 0 0,1 1 0,1 0 0,0 0 0,0 0 0,0 14 0,1-11 0,1-1 0,1 1 0,1 0 0,0-1 0,1 1 0,0-1 0,1 0 0,1 0 0,0 0 0,1 0 0,0 0 0,1-1 0,1 0 0,0 0 0,1-1 0,0 0 0,1 0 0,0-1 0,1 0 0,0 0 0,1-1 0,0-1 0,24 17 0,-7-10 0,0 0 0,0-2 0,1-1 0,1-2 0,0 0 0,1-2 0,-1-2 0,2-1 0,62 5 0,46-9-1365,-119-3-5461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3:28:27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965 1154 24575,'13'0'0,"0"0"0,0-1 0,-1 0 0,1-1 0,-1-1 0,1 0 0,15-6 0,-19 5 0,0-1 0,-1 0 0,0 0 0,0-1 0,0 0 0,0-1 0,-1 1 0,0-2 0,-1 1 0,7-9 0,4-8 0,-2 0 0,0 0 0,-2-1 0,-1-1 0,-1 0 0,-1-1 0,-1 0 0,-2-1 0,5-31 0,-6 17 0,-2 0 0,-1-1 0,-3 1 0,-2 0 0,-10-66 0,5 78 0,-2 0 0,-1 1 0,-2 1 0,-1 0 0,0 0 0,-3 2 0,0-1 0,-1 2 0,-37-42 0,41 54 0,0 1 0,-1 0 0,0 1 0,-1 1 0,0 0 0,-1 1 0,0 0 0,0 2 0,-1 0 0,0 0 0,0 2 0,-1 0 0,1 1 0,-35-3 0,22 4 0,-1 2 0,0 1 0,1 1 0,-1 2 0,1 1 0,0 1 0,0 2 0,-31 11 0,24-3 0,0 2 0,2 1 0,0 2 0,1 2 0,1 1 0,1 1 0,1 2 0,2 1 0,0 1 0,2 2 0,1 0 0,-28 44 0,38-47 0,1 0 0,1 1 0,2 1 0,0 0 0,2 1 0,1 0 0,2 0 0,1 1 0,1 0 0,-1 31 0,6-40 0,0-1 0,1 0 0,1 1 0,0-1 0,2 0 0,1 0 0,1-1 0,0 1 0,1-1 0,2 0 0,0-1 0,1 0 0,1-1 0,0 0 0,20 24 0,-8-18 0,0-2 0,2 0 0,0-1 0,1-2 0,1-1 0,1-1 0,1-1 0,0-1 0,56 19 0,-44-21 0,-1-2 0,1-2 0,0-1 0,1-2 0,0-3 0,0 0 0,52-6 0,-45-3-1365,-6-2-5461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3:28:30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8390 24575,'36'1'0,"48"10"0,1-1 0,230-1 0,-53-4 0,-250-4 0,-11-1 0,1 1 0,-1-1 0,1 1 0,-1-1 0,0 0 0,1 0 0,-1 0 0,1 0 0,-1 0 0,1 0 0,-1 0 0,0 0 0,1 0 0,-1-1 0,1 1 0,-1 0 0,0-1 0,1 1 0,-1-1 0,0 0 0,0 1 0,1-1 0,-1 0 0,0 0 0,0 0 0,0 0 0,0 0 0,0 0 0,0 0 0,0 0 0,0 0 0,-1 0 0,1-1 0,0 1 0,-1 0 0,1-1 0,-1 1 0,1 0 0,-1-1 0,1 1 0,-1-1 0,0 1 0,0 0 0,0-1 0,0 1 0,0-3 0,20-134 0,3-179 0,-22-144 0,-2 395 0,-24-512 0,-1-13 0,27 411 0,30-232 0,0 57 0,3-9 0,4-2 0,-17-671 0,-30 929 0,-5 1 0,-28-112 0,-1 1 0,11 26 0,-31-200 0,35-5 0,27 229 0,4-280 0,16 270 0,-2 39 0,-14 100 0,11-234 0,4 63 0,-18 191 0,1-1 0,0 1 0,2-1 0,0 1 0,2 0 0,0 0 0,11-29 0,-9 38 0,0-1 0,0 1 0,0 1 0,2-1 0,-1 2 0,1-1 0,0 1 0,1 0 0,0 1 0,0 0 0,0 0 0,1 1 0,0 1 0,19-7 0,14-3 0,1 2 0,71-10 0,-55 11 0,-5 4 0,101-4 0,-120 11 0,117-16 0,-100 9 0,82-2 0,-29 13 0,149-5 0,-214-9-1365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3:28:38.4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24575,'2'3'0,"0"0"0,0-1 0,1 1 0,0-1 0,-1 0 0,1 0 0,0 0 0,0 0 0,0 0 0,0 0 0,0-1 0,1 0 0,5 2 0,3 3 0,126 70 0,-137-75 0,1-1 0,0 1 0,-1 0 0,1 0 0,-1 0 0,1 0 0,-1 1 0,0-1 0,1 0 0,-1 1 0,0-1 0,0 0 0,0 1 0,0 0 0,0-1 0,0 1 0,-1 0 0,1-1 0,0 1 0,-1 0 0,1-1 0,-1 3 0,0 0 0,0-1 0,0 0 0,-1 0 0,1 0 0,-1 0 0,0 0 0,0 0 0,0 0 0,0 0 0,-1-1 0,1 1 0,-3 3 0,-7 8 0,0 1 0,-1-2 0,-24 22 0,25-25 0,-33 32-1365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E4E76-4FDB-04C4-B782-6D9F50A5F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6FFC0E-B74B-4B00-84AF-D97F83E20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1B486D-0CDA-41AD-04C6-C638C44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6F2D1B-1177-B86C-B1FB-8AF7E44B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63A8B-4B69-E6F0-21E0-72141082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130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7CAFB-CF1C-4B81-8D6B-ABB86EC64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C31E3-D56A-3DBC-B3D7-818F60A85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04E8ED-45E5-36CE-1B1A-2A2DCD8E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5B5A90-95D7-7F52-8A93-F18A18AF9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7C8F2-99C9-BC10-1478-2C74610D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073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7F584-FDC4-EB76-BABA-0C61152D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05D94-EF6C-D6A4-5EEC-633B734F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6B4F28-F74F-B623-4B9C-EBC710D9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293D48-61BF-8546-29CB-E7FF1ECB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FDC11D-4966-E324-6BC2-63B76ECC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47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02309-E58D-6DD2-8328-CE1904333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FE481D-909F-2494-3C19-8C3813534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EFDC88-543A-20B5-65EE-F6A90BECE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333ED8-CD3F-B6FF-3FA8-0671327E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FD720D-FFE8-87C2-4EC1-E13B15B2C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E53C2-4D4D-6519-7FFE-61646F30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8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7A9BB-85F2-19A9-9164-B4128959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C549A-D83D-D31B-B13D-72156010F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A09F7D-EB3B-9034-FE02-D873DCD1C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7477E3-E8D3-09AB-30F8-01F93265B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10F29B-0FAE-76A7-2E6D-C12F0511F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0ECA29-CD9E-DFB6-9E29-56830D30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EF9243-FCFE-7D5B-82DE-A364F71B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654153-EE07-E1EB-9E6C-DEB5EBCE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04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1894D-BCD5-592A-A937-E03B0C1B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06944E-5711-20FB-776D-B0E6E6CC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5986EB-1E98-AA63-63AC-BCA3FC111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D62F89-D398-35CC-C840-6F14301F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56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B66CCE-B15F-83E4-548F-90957E0A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093652-440C-A605-B2C4-53D64968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11ED68-59A8-213D-6694-A003F41ED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7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01176-6243-EDD1-2E31-66D1FE3D1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C3EFB-4DD0-D228-8E3C-0B204F0A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FB2CF7-3F0A-FDB7-769E-51CD30DC3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B285D-9C67-C38B-7ABA-B8F2DCF79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C9DCDD-3166-1DBB-2CF1-A17B625A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D81308-813D-6723-62FF-67403E25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17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C2989-85F5-E913-FCE0-0834CC61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87EF66-60BA-ADFD-42E6-D1B9867F4D4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612266-C54F-60DA-4874-61F9EF690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C8E833-C453-5BB6-BA18-EEB59EA3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FA60F9-06AD-5F57-E9F4-6B265622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44606F-4AE8-4FDB-3A0E-26564E20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62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57D05-B9EC-EC71-E087-DA6B0F62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022447-E614-9333-B2F4-6044C63C2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F08A4-E0E6-B964-7143-E9A1FFF5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65B352-4CB6-3E95-D54D-1463F6CC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65D38C-F3C3-31FD-3932-D990A0ACB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2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695517-98EE-BF6C-1DE1-A9716FF29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8E1952-5579-9EF8-05E2-AD8ACD756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0559DD-1B1B-B73E-5B69-966546BD4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6B4E5-B491-795A-A657-CB3ACE12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BBD954-6DA7-6439-B341-B36A7C43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16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E5FD57-2E9A-5356-67B5-DF9C0A53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336BEF-08C1-D3C9-1243-F61D0E732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311F4-9346-6274-8588-C3891D98B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4F052-CD47-4242-98A7-282532D37B7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58AB11-E71E-0985-0B6E-36B0359D7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FF8655-D4F6-19F1-249D-04E3B0D0C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8D34F-B596-440B-8C84-78AB58CCF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08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2C5F4-DD74-2E98-351C-567DBCE4B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0A2CC6-DC46-63E2-2B14-D4E429A059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3CDAA2-B6FC-52A6-7662-CEAB8AB58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986"/>
            <a:ext cx="12192000" cy="63760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95309B00-C9BD-E426-9282-2EF6A14C593B}"/>
                  </a:ext>
                </a:extLst>
              </p14:cNvPr>
              <p14:cNvContentPartPr/>
              <p14:nvPr/>
            </p14:nvContentPartPr>
            <p14:xfrm>
              <a:off x="6505358" y="4581345"/>
              <a:ext cx="248760" cy="219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95309B00-C9BD-E426-9282-2EF6A14C59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7718" y="4563345"/>
                <a:ext cx="28440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D379FD8B-D565-56B2-D194-D01C022049D5}"/>
              </a:ext>
            </a:extLst>
          </p:cNvPr>
          <p:cNvGrpSpPr/>
          <p:nvPr/>
        </p:nvGrpSpPr>
        <p:grpSpPr>
          <a:xfrm>
            <a:off x="8186920" y="2536000"/>
            <a:ext cx="1537920" cy="3295440"/>
            <a:chOff x="8186920" y="2536000"/>
            <a:chExt cx="1537920" cy="329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65FB09B9-F99A-F4CD-D0A9-914F60033E59}"/>
                    </a:ext>
                  </a:extLst>
                </p14:cNvPr>
                <p14:cNvContentPartPr/>
                <p14:nvPr/>
              </p14:nvContentPartPr>
              <p14:xfrm>
                <a:off x="8594438" y="3404505"/>
                <a:ext cx="361080" cy="2408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65FB09B9-F99A-F4CD-D0A9-914F60033E5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76438" y="3386865"/>
                  <a:ext cx="3967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B75BDFA-F781-3681-EF6D-29C6F779ABAE}"/>
                    </a:ext>
                  </a:extLst>
                </p14:cNvPr>
                <p14:cNvContentPartPr/>
                <p14:nvPr/>
              </p14:nvContentPartPr>
              <p14:xfrm>
                <a:off x="8590838" y="4098585"/>
                <a:ext cx="415800" cy="3020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B75BDFA-F781-3681-EF6D-29C6F779ABA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72838" y="4080945"/>
                  <a:ext cx="4514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FA88DFD-2125-6AE7-D1D5-8F6AAD513F69}"/>
                    </a:ext>
                  </a:extLst>
                </p14:cNvPr>
                <p14:cNvContentPartPr/>
                <p14:nvPr/>
              </p14:nvContentPartPr>
              <p14:xfrm>
                <a:off x="8186920" y="5344000"/>
                <a:ext cx="470520" cy="4874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FA88DFD-2125-6AE7-D1D5-8F6AAD513F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69280" y="5326360"/>
                  <a:ext cx="50616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C1CE6DA-6481-955D-DA57-439376914F0F}"/>
                    </a:ext>
                  </a:extLst>
                </p14:cNvPr>
                <p14:cNvContentPartPr/>
                <p14:nvPr/>
              </p14:nvContentPartPr>
              <p14:xfrm>
                <a:off x="8902600" y="2536000"/>
                <a:ext cx="822240" cy="30348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C1CE6DA-6481-955D-DA57-439376914F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84600" y="2518000"/>
                  <a:ext cx="857880" cy="30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63B82141-BBF9-B2F2-BB02-36F7D4485C9F}"/>
                  </a:ext>
                </a:extLst>
              </p14:cNvPr>
              <p14:cNvContentPartPr/>
              <p14:nvPr/>
            </p14:nvContentPartPr>
            <p14:xfrm>
              <a:off x="9670840" y="2470120"/>
              <a:ext cx="79920" cy="11412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63B82141-BBF9-B2F2-BB02-36F7D4485C9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53200" y="2452120"/>
                <a:ext cx="115560" cy="1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7644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05DFF62-B95A-22A5-82EF-41E2BE0EF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3" y="1108364"/>
            <a:ext cx="7921248" cy="4017818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FFD2A64-383F-649C-23C9-2DF8B63AE22C}"/>
              </a:ext>
            </a:extLst>
          </p:cNvPr>
          <p:cNvCxnSpPr/>
          <p:nvPr/>
        </p:nvCxnSpPr>
        <p:spPr>
          <a:xfrm>
            <a:off x="2327564" y="2253673"/>
            <a:ext cx="212436" cy="1662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D0B05A9-58A8-A861-997D-FB0C3E9CF995}"/>
              </a:ext>
            </a:extLst>
          </p:cNvPr>
          <p:cNvCxnSpPr/>
          <p:nvPr/>
        </p:nvCxnSpPr>
        <p:spPr>
          <a:xfrm>
            <a:off x="2660073" y="2253673"/>
            <a:ext cx="212436" cy="1662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5BDC61B-2E40-D61D-1ADF-A2B4ADD298AD}"/>
              </a:ext>
            </a:extLst>
          </p:cNvPr>
          <p:cNvCxnSpPr/>
          <p:nvPr/>
        </p:nvCxnSpPr>
        <p:spPr>
          <a:xfrm>
            <a:off x="2992582" y="2253673"/>
            <a:ext cx="212436" cy="1662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06E9807-4145-AC20-8639-482043F8FC47}"/>
              </a:ext>
            </a:extLst>
          </p:cNvPr>
          <p:cNvCxnSpPr/>
          <p:nvPr/>
        </p:nvCxnSpPr>
        <p:spPr>
          <a:xfrm>
            <a:off x="3435927" y="2253673"/>
            <a:ext cx="212436" cy="1662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0E03C6B-DE95-8449-C337-A5D51F236B95}"/>
              </a:ext>
            </a:extLst>
          </p:cNvPr>
          <p:cNvCxnSpPr>
            <a:cxnSpLocks/>
          </p:cNvCxnSpPr>
          <p:nvPr/>
        </p:nvCxnSpPr>
        <p:spPr>
          <a:xfrm>
            <a:off x="2803235" y="2429163"/>
            <a:ext cx="0" cy="2697019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1E8EBCD-6624-DAA0-8B8D-C29D0DFC1BB4}"/>
              </a:ext>
            </a:extLst>
          </p:cNvPr>
          <p:cNvCxnSpPr/>
          <p:nvPr/>
        </p:nvCxnSpPr>
        <p:spPr>
          <a:xfrm>
            <a:off x="3773054" y="2244437"/>
            <a:ext cx="212436" cy="1662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006C73B-20FA-23C2-06E4-519B24920042}"/>
              </a:ext>
            </a:extLst>
          </p:cNvPr>
          <p:cNvCxnSpPr/>
          <p:nvPr/>
        </p:nvCxnSpPr>
        <p:spPr>
          <a:xfrm>
            <a:off x="4065777" y="2244437"/>
            <a:ext cx="386150" cy="153323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A47A319-2623-8D28-3ECD-7B2E0847C34E}"/>
              </a:ext>
            </a:extLst>
          </p:cNvPr>
          <p:cNvCxnSpPr/>
          <p:nvPr/>
        </p:nvCxnSpPr>
        <p:spPr>
          <a:xfrm>
            <a:off x="4376261" y="2253673"/>
            <a:ext cx="386150" cy="153323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2D849C4-85AB-8C8E-F01D-1D5205D97F1A}"/>
              </a:ext>
            </a:extLst>
          </p:cNvPr>
          <p:cNvCxnSpPr/>
          <p:nvPr/>
        </p:nvCxnSpPr>
        <p:spPr>
          <a:xfrm>
            <a:off x="4747847" y="2262909"/>
            <a:ext cx="386150" cy="153323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6A9F178-2752-D965-CEC6-72E5851E8A94}"/>
              </a:ext>
            </a:extLst>
          </p:cNvPr>
          <p:cNvCxnSpPr/>
          <p:nvPr/>
        </p:nvCxnSpPr>
        <p:spPr>
          <a:xfrm>
            <a:off x="5097941" y="2258292"/>
            <a:ext cx="386150" cy="153323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600A8F2-06B8-A98E-1645-933788C7A05B}"/>
              </a:ext>
            </a:extLst>
          </p:cNvPr>
          <p:cNvSpPr/>
          <p:nvPr/>
        </p:nvSpPr>
        <p:spPr>
          <a:xfrm>
            <a:off x="5551055" y="3786908"/>
            <a:ext cx="193957" cy="249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65AF17CE-4061-0ED1-B138-4B8BBB18A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410" y="1221126"/>
            <a:ext cx="4850219" cy="3398693"/>
          </a:xfrm>
          <a:prstGeom prst="rect">
            <a:avLst/>
          </a:prstGeom>
        </p:spPr>
      </p:pic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7561459-B271-0657-F20A-B259FB9581FC}"/>
              </a:ext>
            </a:extLst>
          </p:cNvPr>
          <p:cNvCxnSpPr/>
          <p:nvPr/>
        </p:nvCxnSpPr>
        <p:spPr>
          <a:xfrm flipV="1">
            <a:off x="5648033" y="1221126"/>
            <a:ext cx="892377" cy="25565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73B2339-BE1B-F9B1-2FB2-352FF9950946}"/>
              </a:ext>
            </a:extLst>
          </p:cNvPr>
          <p:cNvCxnSpPr>
            <a:cxnSpLocks/>
          </p:cNvCxnSpPr>
          <p:nvPr/>
        </p:nvCxnSpPr>
        <p:spPr>
          <a:xfrm>
            <a:off x="5620328" y="4036291"/>
            <a:ext cx="989355" cy="5835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9C0A7E0-CE55-0F9A-853C-DAE3ADC47401}"/>
              </a:ext>
            </a:extLst>
          </p:cNvPr>
          <p:cNvSpPr/>
          <p:nvPr/>
        </p:nvSpPr>
        <p:spPr>
          <a:xfrm>
            <a:off x="9814698" y="3419764"/>
            <a:ext cx="360218" cy="15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B2D7B42-811A-3323-EB94-1DADAD81D1CF}"/>
              </a:ext>
            </a:extLst>
          </p:cNvPr>
          <p:cNvSpPr/>
          <p:nvPr/>
        </p:nvSpPr>
        <p:spPr>
          <a:xfrm>
            <a:off x="6636002" y="3419764"/>
            <a:ext cx="636386" cy="15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80404B1-813F-9B2B-6AD4-8F327D5CAFD9}"/>
              </a:ext>
            </a:extLst>
          </p:cNvPr>
          <p:cNvSpPr/>
          <p:nvPr/>
        </p:nvSpPr>
        <p:spPr>
          <a:xfrm>
            <a:off x="9688944" y="2648528"/>
            <a:ext cx="485972" cy="390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9A1213D-2D14-7BDC-5A3E-F2D264530FE6}"/>
              </a:ext>
            </a:extLst>
          </p:cNvPr>
          <p:cNvSpPr/>
          <p:nvPr/>
        </p:nvSpPr>
        <p:spPr>
          <a:xfrm>
            <a:off x="6660662" y="2648528"/>
            <a:ext cx="675146" cy="390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227B3E-9221-40D4-26CA-FE95AC829A8C}"/>
              </a:ext>
            </a:extLst>
          </p:cNvPr>
          <p:cNvSpPr txBox="1"/>
          <p:nvPr/>
        </p:nvSpPr>
        <p:spPr>
          <a:xfrm>
            <a:off x="254000" y="739032"/>
            <a:ext cx="268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/get sw_hm </a:t>
            </a:r>
            <a:r>
              <a:rPr lang="ko-KR" altLang="en-US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2383207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49D340-6719-5B59-85A5-BEB0E93836DC}"/>
              </a:ext>
            </a:extLst>
          </p:cNvPr>
          <p:cNvSpPr txBox="1"/>
          <p:nvPr/>
        </p:nvSpPr>
        <p:spPr>
          <a:xfrm>
            <a:off x="157018" y="693484"/>
            <a:ext cx="8515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트러블 슈팅 </a:t>
            </a:r>
            <a:r>
              <a:rPr lang="en-US" altLang="ko-KR"/>
              <a:t>– sender</a:t>
            </a:r>
            <a:r>
              <a:rPr lang="ko-KR" altLang="en-US"/>
              <a:t> </a:t>
            </a:r>
            <a:r>
              <a:rPr lang="en-US" altLang="ko-KR"/>
              <a:t>busy</a:t>
            </a:r>
            <a:r>
              <a:rPr lang="ko-KR" altLang="en-US"/>
              <a:t>시</a:t>
            </a:r>
            <a:r>
              <a:rPr lang="en-US" altLang="ko-KR"/>
              <a:t>, </a:t>
            </a:r>
            <a:r>
              <a:rPr lang="ko-KR" altLang="en-US"/>
              <a:t>연속적으로 들어오는 </a:t>
            </a:r>
            <a:r>
              <a:rPr lang="en-US" altLang="ko-KR"/>
              <a:t>data</a:t>
            </a:r>
            <a:r>
              <a:rPr lang="ko-KR" altLang="en-US"/>
              <a:t>가 누락되는 문제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862B412-49D9-49DE-1B04-C36A26714F6C}"/>
              </a:ext>
            </a:extLst>
          </p:cNvPr>
          <p:cNvSpPr/>
          <p:nvPr/>
        </p:nvSpPr>
        <p:spPr>
          <a:xfrm>
            <a:off x="3940346" y="3868883"/>
            <a:ext cx="228830" cy="177799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F2C6497-8677-9BA3-4A7D-7CAB684A7C7A}"/>
              </a:ext>
            </a:extLst>
          </p:cNvPr>
          <p:cNvGrpSpPr/>
          <p:nvPr/>
        </p:nvGrpSpPr>
        <p:grpSpPr>
          <a:xfrm>
            <a:off x="258618" y="974559"/>
            <a:ext cx="11771748" cy="4820625"/>
            <a:chOff x="258618" y="974559"/>
            <a:chExt cx="11771748" cy="4820625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C539BA97-2AA8-7B0F-148F-457B614CAF0A}"/>
                </a:ext>
              </a:extLst>
            </p:cNvPr>
            <p:cNvGrpSpPr/>
            <p:nvPr/>
          </p:nvGrpSpPr>
          <p:grpSpPr>
            <a:xfrm>
              <a:off x="258618" y="974559"/>
              <a:ext cx="11771748" cy="4820625"/>
              <a:chOff x="258618" y="974559"/>
              <a:chExt cx="11771748" cy="4820625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4EF0A7E2-6B03-298B-EC43-3AB8571BB0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8618" y="1228437"/>
                <a:ext cx="8081818" cy="4566747"/>
              </a:xfrm>
              <a:prstGeom prst="rect">
                <a:avLst/>
              </a:prstGeom>
            </p:spPr>
          </p:pic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34CF5080-C1BA-34AD-9F6E-55E11873746A}"/>
                  </a:ext>
                </a:extLst>
              </p:cNvPr>
              <p:cNvCxnSpPr/>
              <p:nvPr/>
            </p:nvCxnSpPr>
            <p:spPr>
              <a:xfrm>
                <a:off x="3053655" y="2972956"/>
                <a:ext cx="0" cy="87745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99E5C9D6-37A3-18D8-27FD-01517BE4CF66}"/>
                  </a:ext>
                </a:extLst>
              </p:cNvPr>
              <p:cNvCxnSpPr/>
              <p:nvPr/>
            </p:nvCxnSpPr>
            <p:spPr>
              <a:xfrm>
                <a:off x="3394361" y="3159992"/>
                <a:ext cx="0" cy="87745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38EABBFF-2E9A-37B7-EDBE-7CCA60CD6016}"/>
                  </a:ext>
                </a:extLst>
              </p:cNvPr>
              <p:cNvCxnSpPr/>
              <p:nvPr/>
            </p:nvCxnSpPr>
            <p:spPr>
              <a:xfrm>
                <a:off x="3726871" y="2657765"/>
                <a:ext cx="0" cy="87745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8D39D2A9-995E-5CC7-FE9E-8EB5CA7B2318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>
                <a:off x="4054761" y="2811321"/>
                <a:ext cx="0" cy="105756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CD87D69A-5AD1-0C07-FA41-8FB005513EB3}"/>
                  </a:ext>
                </a:extLst>
              </p:cNvPr>
              <p:cNvSpPr/>
              <p:nvPr/>
            </p:nvSpPr>
            <p:spPr>
              <a:xfrm>
                <a:off x="2920769" y="3761511"/>
                <a:ext cx="228830" cy="177799"/>
              </a:xfrm>
              <a:prstGeom prst="ellips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1</a:t>
                </a:r>
                <a:endParaRPr lang="ko-KR" altLang="en-US"/>
              </a:p>
            </p:txBody>
          </p:sp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50781060-B9FE-1D7B-9F9A-127357FA4547}"/>
                  </a:ext>
                </a:extLst>
              </p:cNvPr>
              <p:cNvSpPr/>
              <p:nvPr/>
            </p:nvSpPr>
            <p:spPr>
              <a:xfrm>
                <a:off x="3270710" y="4034504"/>
                <a:ext cx="228830" cy="177799"/>
              </a:xfrm>
              <a:prstGeom prst="ellips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2</a:t>
                </a:r>
                <a:endParaRPr lang="ko-KR" altLang="en-US"/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A960D2CB-F7B3-DF9D-1BB1-1F7F127A3580}"/>
                  </a:ext>
                </a:extLst>
              </p:cNvPr>
              <p:cNvSpPr/>
              <p:nvPr/>
            </p:nvSpPr>
            <p:spPr>
              <a:xfrm>
                <a:off x="3605528" y="3587174"/>
                <a:ext cx="228830" cy="177799"/>
              </a:xfrm>
              <a:prstGeom prst="ellips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3</a:t>
                </a:r>
                <a:endParaRPr lang="ko-KR" altLang="en-US"/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0D1B4D1-D815-3D69-B100-9E07FC40B8E3}"/>
                  </a:ext>
                </a:extLst>
              </p:cNvPr>
              <p:cNvSpPr/>
              <p:nvPr/>
            </p:nvSpPr>
            <p:spPr>
              <a:xfrm>
                <a:off x="4054761" y="1810327"/>
                <a:ext cx="1634838" cy="1777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A4DF1C0-27EC-B508-3364-E60D15A66C84}"/>
                  </a:ext>
                </a:extLst>
              </p:cNvPr>
              <p:cNvSpPr txBox="1"/>
              <p:nvPr/>
            </p:nvSpPr>
            <p:spPr>
              <a:xfrm>
                <a:off x="8455893" y="974559"/>
                <a:ext cx="35744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sender_busy </a:t>
                </a:r>
                <a:r>
                  <a:rPr lang="ko-KR" altLang="en-US"/>
                  <a:t>동안 누락된 데이터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8F2A1D-C00D-1067-BADE-704FB18F0B3B}"/>
                  </a:ext>
                </a:extLst>
              </p:cNvPr>
              <p:cNvSpPr txBox="1"/>
              <p:nvPr/>
            </p:nvSpPr>
            <p:spPr>
              <a:xfrm>
                <a:off x="2874589" y="4009738"/>
                <a:ext cx="228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highlight>
                      <a:srgbClr val="FFFF00"/>
                    </a:highlight>
                  </a:rPr>
                  <a:t>/</a:t>
                </a:r>
                <a:endParaRPr lang="ko-KR" altLang="en-US"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095A5B-2255-44E5-8FE9-F0463BFA5436}"/>
                  </a:ext>
                </a:extLst>
              </p:cNvPr>
              <p:cNvSpPr txBox="1"/>
              <p:nvPr/>
            </p:nvSpPr>
            <p:spPr>
              <a:xfrm>
                <a:off x="3237347" y="4256416"/>
                <a:ext cx="228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highlight>
                      <a:srgbClr val="FFFF00"/>
                    </a:highlight>
                  </a:rPr>
                  <a:t>g</a:t>
                </a:r>
                <a:endParaRPr lang="ko-KR" altLang="en-US">
                  <a:highlight>
                    <a:srgbClr val="FFFF00"/>
                  </a:highlight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65CA096-DE2D-4F4D-F19A-378EE586CFA5}"/>
                  </a:ext>
                </a:extLst>
              </p:cNvPr>
              <p:cNvSpPr txBox="1"/>
              <p:nvPr/>
            </p:nvSpPr>
            <p:spPr>
              <a:xfrm>
                <a:off x="3590405" y="3806144"/>
                <a:ext cx="228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highlight>
                      <a:srgbClr val="FFFF00"/>
                    </a:highlight>
                  </a:rPr>
                  <a:t>e</a:t>
                </a:r>
                <a:endParaRPr lang="ko-KR" altLang="en-US">
                  <a:highlight>
                    <a:srgbClr val="FFFF00"/>
                  </a:highlight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A40E9C4-9A83-9891-F40F-BE5F1DAA4C31}"/>
                  </a:ext>
                </a:extLst>
              </p:cNvPr>
              <p:cNvSpPr txBox="1"/>
              <p:nvPr/>
            </p:nvSpPr>
            <p:spPr>
              <a:xfrm>
                <a:off x="3928570" y="4094462"/>
                <a:ext cx="2683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highlight>
                      <a:srgbClr val="FFFF00"/>
                    </a:highlight>
                  </a:rPr>
                  <a:t>t</a:t>
                </a:r>
                <a:endParaRPr lang="ko-KR" altLang="en-US">
                  <a:highlight>
                    <a:srgbClr val="FFFF00"/>
                  </a:highlight>
                </a:endParaRPr>
              </a:p>
            </p:txBody>
          </p:sp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7064033E-944B-CA9A-F434-959DBCACFFBB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flipV="1">
              <a:off x="5467927" y="1159225"/>
              <a:ext cx="2987966" cy="65110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D4F49E5-D76B-A538-F71D-77A25A18AFCA}"/>
              </a:ext>
            </a:extLst>
          </p:cNvPr>
          <p:cNvSpPr/>
          <p:nvPr/>
        </p:nvSpPr>
        <p:spPr>
          <a:xfrm>
            <a:off x="6751783" y="3364347"/>
            <a:ext cx="219362" cy="222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9097BD-0B6F-74BE-39D5-3F47E4650EB4}"/>
              </a:ext>
            </a:extLst>
          </p:cNvPr>
          <p:cNvSpPr/>
          <p:nvPr/>
        </p:nvSpPr>
        <p:spPr>
          <a:xfrm>
            <a:off x="277089" y="3409632"/>
            <a:ext cx="649887" cy="186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708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F22F1-E83B-1F9B-2424-21C8F426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5E9B8FC7-26F3-FEB5-A012-ED88356DA408}"/>
              </a:ext>
            </a:extLst>
          </p:cNvPr>
          <p:cNvGrpSpPr/>
          <p:nvPr/>
        </p:nvGrpSpPr>
        <p:grpSpPr>
          <a:xfrm>
            <a:off x="258618" y="904918"/>
            <a:ext cx="5488337" cy="4890266"/>
            <a:chOff x="258618" y="590953"/>
            <a:chExt cx="8317344" cy="5204231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731E0C5-608B-B453-75DD-8906F54D0DDB}"/>
                </a:ext>
              </a:extLst>
            </p:cNvPr>
            <p:cNvGrpSpPr/>
            <p:nvPr/>
          </p:nvGrpSpPr>
          <p:grpSpPr>
            <a:xfrm>
              <a:off x="258618" y="590953"/>
              <a:ext cx="8317344" cy="5204231"/>
              <a:chOff x="258618" y="590953"/>
              <a:chExt cx="8317344" cy="5204231"/>
            </a:xfrm>
          </p:grpSpPr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8A644594-ADDD-A0BC-5257-B3BB5F80DC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8618" y="1228437"/>
                <a:ext cx="8081818" cy="4566747"/>
              </a:xfrm>
              <a:prstGeom prst="rect">
                <a:avLst/>
              </a:prstGeom>
            </p:spPr>
          </p:pic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0CE788A4-2A14-D1D5-2584-BC5B61EF7F5A}"/>
                  </a:ext>
                </a:extLst>
              </p:cNvPr>
              <p:cNvCxnSpPr/>
              <p:nvPr/>
            </p:nvCxnSpPr>
            <p:spPr>
              <a:xfrm>
                <a:off x="3053655" y="2972956"/>
                <a:ext cx="0" cy="87745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71081CA7-3EC0-7520-2D28-A2D482FDB96F}"/>
                  </a:ext>
                </a:extLst>
              </p:cNvPr>
              <p:cNvCxnSpPr/>
              <p:nvPr/>
            </p:nvCxnSpPr>
            <p:spPr>
              <a:xfrm>
                <a:off x="3394361" y="3159992"/>
                <a:ext cx="0" cy="87745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02CF66A7-5B10-1446-CFA9-0E77C29DB8F1}"/>
                  </a:ext>
                </a:extLst>
              </p:cNvPr>
              <p:cNvCxnSpPr/>
              <p:nvPr/>
            </p:nvCxnSpPr>
            <p:spPr>
              <a:xfrm>
                <a:off x="3726871" y="2657765"/>
                <a:ext cx="0" cy="87745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14D7195B-33D0-BDB3-34FF-7A5DF70C9E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54761" y="2811321"/>
                <a:ext cx="0" cy="105756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52414AE7-C0B7-4BD5-34A8-5A1B08A69C52}"/>
                  </a:ext>
                </a:extLst>
              </p:cNvPr>
              <p:cNvSpPr/>
              <p:nvPr/>
            </p:nvSpPr>
            <p:spPr>
              <a:xfrm>
                <a:off x="2920769" y="3761511"/>
                <a:ext cx="228830" cy="177799"/>
              </a:xfrm>
              <a:prstGeom prst="ellips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1</a:t>
                </a:r>
                <a:endParaRPr lang="ko-KR" altLang="en-US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142E7E1C-D950-A385-439F-BBF2EE6E04A6}"/>
                  </a:ext>
                </a:extLst>
              </p:cNvPr>
              <p:cNvSpPr/>
              <p:nvPr/>
            </p:nvSpPr>
            <p:spPr>
              <a:xfrm>
                <a:off x="3270710" y="4034504"/>
                <a:ext cx="228830" cy="177799"/>
              </a:xfrm>
              <a:prstGeom prst="ellips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2</a:t>
                </a:r>
                <a:endParaRPr lang="ko-KR" altLang="en-US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2B5569A-EAEF-ED6F-83E7-B9B2277D4749}"/>
                  </a:ext>
                </a:extLst>
              </p:cNvPr>
              <p:cNvSpPr/>
              <p:nvPr/>
            </p:nvSpPr>
            <p:spPr>
              <a:xfrm>
                <a:off x="3605528" y="3587174"/>
                <a:ext cx="228830" cy="177799"/>
              </a:xfrm>
              <a:prstGeom prst="ellips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3</a:t>
                </a:r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A131AF18-697D-BDE5-7DF2-1382B0C035AF}"/>
                  </a:ext>
                </a:extLst>
              </p:cNvPr>
              <p:cNvSpPr/>
              <p:nvPr/>
            </p:nvSpPr>
            <p:spPr>
              <a:xfrm>
                <a:off x="4054761" y="1810327"/>
                <a:ext cx="1634838" cy="1777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C728ACE-A219-540C-8BAB-993186E007A2}"/>
                  </a:ext>
                </a:extLst>
              </p:cNvPr>
              <p:cNvSpPr txBox="1"/>
              <p:nvPr/>
            </p:nvSpPr>
            <p:spPr>
              <a:xfrm>
                <a:off x="4301622" y="590953"/>
                <a:ext cx="4274340" cy="294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sender_busy </a:t>
                </a:r>
                <a:r>
                  <a:rPr lang="ko-KR" altLang="en-US" sz="1200"/>
                  <a:t>동안 누락된 데이터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EB56BD9-C5D8-C22D-A0DC-AA8775867B0E}"/>
                  </a:ext>
                </a:extLst>
              </p:cNvPr>
              <p:cNvSpPr txBox="1"/>
              <p:nvPr/>
            </p:nvSpPr>
            <p:spPr>
              <a:xfrm>
                <a:off x="2874589" y="4009738"/>
                <a:ext cx="228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highlight>
                      <a:srgbClr val="FFFF00"/>
                    </a:highlight>
                  </a:rPr>
                  <a:t>/</a:t>
                </a:r>
                <a:endParaRPr lang="ko-KR" altLang="en-US">
                  <a:highlight>
                    <a:srgbClr val="FFFF00"/>
                  </a:highlight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0D5BBB5-583B-A6AC-3E5B-B73DDA230AA9}"/>
                  </a:ext>
                </a:extLst>
              </p:cNvPr>
              <p:cNvSpPr txBox="1"/>
              <p:nvPr/>
            </p:nvSpPr>
            <p:spPr>
              <a:xfrm>
                <a:off x="3237347" y="4256416"/>
                <a:ext cx="228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highlight>
                      <a:srgbClr val="FFFF00"/>
                    </a:highlight>
                  </a:rPr>
                  <a:t>g</a:t>
                </a:r>
                <a:endParaRPr lang="ko-KR" altLang="en-US">
                  <a:highlight>
                    <a:srgbClr val="FFFF00"/>
                  </a:highlight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A580348-C56F-DE3A-90A3-5C76D936B305}"/>
                  </a:ext>
                </a:extLst>
              </p:cNvPr>
              <p:cNvSpPr txBox="1"/>
              <p:nvPr/>
            </p:nvSpPr>
            <p:spPr>
              <a:xfrm>
                <a:off x="3590405" y="3806144"/>
                <a:ext cx="228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highlight>
                      <a:srgbClr val="FFFF00"/>
                    </a:highlight>
                  </a:rPr>
                  <a:t>e</a:t>
                </a:r>
                <a:endParaRPr lang="ko-KR" altLang="en-US">
                  <a:highlight>
                    <a:srgbClr val="FFFF00"/>
                  </a:highlight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E653D3D-C6C0-736E-B70D-5C53821B4F5A}"/>
                  </a:ext>
                </a:extLst>
              </p:cNvPr>
              <p:cNvSpPr txBox="1"/>
              <p:nvPr/>
            </p:nvSpPr>
            <p:spPr>
              <a:xfrm>
                <a:off x="3928570" y="4094462"/>
                <a:ext cx="2683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highlight>
                      <a:srgbClr val="FFFF00"/>
                    </a:highlight>
                  </a:rPr>
                  <a:t>t</a:t>
                </a:r>
                <a:endParaRPr lang="ko-KR" altLang="en-US">
                  <a:highlight>
                    <a:srgbClr val="FFFF00"/>
                  </a:highlight>
                </a:endParaRPr>
              </a:p>
            </p:txBody>
          </p:sp>
        </p:grp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B80B3EC2-9516-F13E-BBE9-C3959CDA1098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flipV="1">
              <a:off x="4872182" y="971780"/>
              <a:ext cx="1313792" cy="8385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82EFC4F-998C-5DD1-69DA-C2877D717859}"/>
              </a:ext>
            </a:extLst>
          </p:cNvPr>
          <p:cNvSpPr txBox="1"/>
          <p:nvPr/>
        </p:nvSpPr>
        <p:spPr>
          <a:xfrm>
            <a:off x="6022108" y="517236"/>
            <a:ext cx="3029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Depth = 8 FIFO</a:t>
            </a:r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CF32B63-8C87-7F5B-3A41-87CF398525BC}"/>
              </a:ext>
            </a:extLst>
          </p:cNvPr>
          <p:cNvSpPr/>
          <p:nvPr/>
        </p:nvSpPr>
        <p:spPr>
          <a:xfrm>
            <a:off x="5892798" y="3975859"/>
            <a:ext cx="726137" cy="3227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51D7B5A-C32A-3105-DF58-32C6DA918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955" y="1079606"/>
            <a:ext cx="5887861" cy="4970214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15AFFE4D-5EB5-280A-1770-D2AA4F35DD86}"/>
              </a:ext>
            </a:extLst>
          </p:cNvPr>
          <p:cNvSpPr/>
          <p:nvPr/>
        </p:nvSpPr>
        <p:spPr>
          <a:xfrm>
            <a:off x="11249891" y="4876800"/>
            <a:ext cx="101600" cy="148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999A7C9-BF1A-4BAC-C6F5-AB3FFE85DD5F}"/>
              </a:ext>
            </a:extLst>
          </p:cNvPr>
          <p:cNvCxnSpPr>
            <a:cxnSpLocks/>
          </p:cNvCxnSpPr>
          <p:nvPr/>
        </p:nvCxnSpPr>
        <p:spPr>
          <a:xfrm flipH="1">
            <a:off x="11102109" y="5043056"/>
            <a:ext cx="203200" cy="1181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4A5FC960-EF7B-0B12-B057-792F5DF1D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804" y="6385986"/>
            <a:ext cx="2057687" cy="352474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86EF84B6-0B08-555A-DC92-B7C17C17A69F}"/>
              </a:ext>
            </a:extLst>
          </p:cNvPr>
          <p:cNvSpPr/>
          <p:nvPr/>
        </p:nvSpPr>
        <p:spPr>
          <a:xfrm>
            <a:off x="9051635" y="1847273"/>
            <a:ext cx="775856" cy="2034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FE4A6FC-109F-BBBC-6566-A608AA84E0C3}"/>
              </a:ext>
            </a:extLst>
          </p:cNvPr>
          <p:cNvSpPr/>
          <p:nvPr/>
        </p:nvSpPr>
        <p:spPr>
          <a:xfrm>
            <a:off x="10781108" y="1851891"/>
            <a:ext cx="524201" cy="198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5989494-FDD6-C792-2F91-3AC2E06F3223}"/>
              </a:ext>
            </a:extLst>
          </p:cNvPr>
          <p:cNvCxnSpPr>
            <a:cxnSpLocks/>
          </p:cNvCxnSpPr>
          <p:nvPr/>
        </p:nvCxnSpPr>
        <p:spPr>
          <a:xfrm flipV="1">
            <a:off x="10243127" y="904918"/>
            <a:ext cx="0" cy="942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697ABD9-7C79-4E3D-816C-27B8F5AFBEBE}"/>
              </a:ext>
            </a:extLst>
          </p:cNvPr>
          <p:cNvSpPr txBox="1"/>
          <p:nvPr/>
        </p:nvSpPr>
        <p:spPr>
          <a:xfrm>
            <a:off x="9845963" y="489404"/>
            <a:ext cx="3029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누락 </a:t>
            </a:r>
          </a:p>
        </p:txBody>
      </p:sp>
    </p:spTree>
    <p:extLst>
      <p:ext uri="{BB962C8B-B14F-4D97-AF65-F5344CB8AC3E}">
        <p14:creationId xmlns:p14="http://schemas.microsoft.com/office/powerpoint/2010/main" val="2931412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331F1B7A-4B4D-9EAC-AC11-37A909BE5BCD}"/>
              </a:ext>
            </a:extLst>
          </p:cNvPr>
          <p:cNvGrpSpPr/>
          <p:nvPr/>
        </p:nvGrpSpPr>
        <p:grpSpPr>
          <a:xfrm>
            <a:off x="88945" y="795482"/>
            <a:ext cx="7469821" cy="5267036"/>
            <a:chOff x="196361" y="464127"/>
            <a:chExt cx="8620937" cy="592974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DAF73E6-CCF5-9C2E-AFB1-4088869D7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361" y="464127"/>
              <a:ext cx="8620937" cy="592974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54BB48E-79E5-AA9C-FB07-8A73EB6C7DA1}"/>
                </a:ext>
              </a:extLst>
            </p:cNvPr>
            <p:cNvSpPr/>
            <p:nvPr/>
          </p:nvSpPr>
          <p:spPr>
            <a:xfrm>
              <a:off x="6585527" y="4932218"/>
              <a:ext cx="138546" cy="1117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96B3C8-F980-873E-D1CA-B6AFF977D0FC}"/>
              </a:ext>
            </a:extLst>
          </p:cNvPr>
          <p:cNvSpPr/>
          <p:nvPr/>
        </p:nvSpPr>
        <p:spPr>
          <a:xfrm>
            <a:off x="4341092" y="1505529"/>
            <a:ext cx="1403950" cy="175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2BFFB42-38C1-C3F5-6C3F-69D7EF0BB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38" y="1237674"/>
            <a:ext cx="5983672" cy="461818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9922F4-7DD2-7580-0FE6-65D38477E63A}"/>
              </a:ext>
            </a:extLst>
          </p:cNvPr>
          <p:cNvSpPr/>
          <p:nvPr/>
        </p:nvSpPr>
        <p:spPr>
          <a:xfrm>
            <a:off x="5931238" y="4764219"/>
            <a:ext cx="783598" cy="306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8360F-4564-7DAF-DFAA-60EF12C65537}"/>
              </a:ext>
            </a:extLst>
          </p:cNvPr>
          <p:cNvSpPr/>
          <p:nvPr/>
        </p:nvSpPr>
        <p:spPr>
          <a:xfrm>
            <a:off x="11317508" y="5430982"/>
            <a:ext cx="269826" cy="189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3EE7B76-15B9-D09F-4924-D69BD927134A}"/>
              </a:ext>
            </a:extLst>
          </p:cNvPr>
          <p:cNvCxnSpPr/>
          <p:nvPr/>
        </p:nvCxnSpPr>
        <p:spPr>
          <a:xfrm>
            <a:off x="5624994" y="1856509"/>
            <a:ext cx="3472824" cy="295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45CB99-AFFF-63BB-9BE9-5F0AE14AEA91}"/>
              </a:ext>
            </a:extLst>
          </p:cNvPr>
          <p:cNvSpPr txBox="1"/>
          <p:nvPr/>
        </p:nvSpPr>
        <p:spPr>
          <a:xfrm>
            <a:off x="144364" y="426150"/>
            <a:ext cx="500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DEPTH = 16 </a:t>
            </a:r>
            <a:r>
              <a:rPr lang="ko-KR" altLang="en-US"/>
              <a:t>데이터 인식 </a:t>
            </a:r>
          </a:p>
        </p:txBody>
      </p:sp>
    </p:spTree>
    <p:extLst>
      <p:ext uri="{BB962C8B-B14F-4D97-AF65-F5344CB8AC3E}">
        <p14:creationId xmlns:p14="http://schemas.microsoft.com/office/powerpoint/2010/main" val="191142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56</Words>
  <Application>Microsoft Office PowerPoint</Application>
  <PresentationFormat>와이드스크린</PresentationFormat>
  <Paragraphs>22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1</cp:revision>
  <dcterms:created xsi:type="dcterms:W3CDTF">2026-10-28T13:28:01Z</dcterms:created>
  <dcterms:modified xsi:type="dcterms:W3CDTF">2026-10-28T20:30:16Z</dcterms:modified>
</cp:coreProperties>
</file>