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Stopwatch · Watch · Timer 미니프로젝트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시뮬레이션 검증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verification_v2 타이머 TB 3개 — 73개 검사 모두 PASS · 파형 24장 근거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정보윤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2026-10-17  ·  v1.0 (팀 보고용 — 검증 내용 설명)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Vivado 2022.2 behavioral 시뮬레이션 · Basys3 (xc7a35tcpg236-1) 소스 그대로 · tick 올리지 않은 실제 시간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 — 무엇을 검증했나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블록 (게이팅 → FSM → 데이터패스 → 화면 · LED) 을 TB 3개로 검증 — 21 + 41 + 11 = 73개 검사, fail 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43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17904"/>
          <a:ext cx="4754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06040"/>
                <a:gridCol w="777240"/>
                <a:gridCol w="411480"/>
                <a:gridCol w="502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내용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 시간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3종 · 초→분 올림 · 59:59 상한 · 0 에서 시작 금지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 ms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10초 카운트다운 · 알람 · LED 점멸 · 끄기 · 빌림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11,595 ms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중 버튼 무시 · 취소 · 백그라운드 · 화면 우선순위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555 ms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11480" y="30723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verification_v2 (d413554) 소스 · TB 그대로, Vivado 2022.2 GUI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[SUMMARY] … =&gt; PASS 줄 + 구간별 파형 캡처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100 MHz · tick 10 ms 실제 값 (긴 구간만 프리로드)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3959352"/>
            <a:ext cx="475488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3995928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· 안내서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(Claude 공동 작성) 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· 캡처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정보윤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· 설명 · 슬라이드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클로드코드로 작성, 정보윤 확인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RTL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클로드코드 참고 구현 → 팀 v2 통합 (정안성)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243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517904"/>
          <a:ext cx="3291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 사양 · 신호 경로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3–4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방법 (TB 구조 · 파형 보는 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 시나리오 · 결과 11장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6–17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TM2 시나리오 · 결과 6장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18–24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 시나리오 · 결과 7장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25–32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· 팀이 알아야 할 것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사양 — 상태별 버튼 동작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 · RUN · ALARM 3상태 (timer_control_unit.sv) — 더하기는 SET 에서만, RUN 은 L 만 받음, ALARM 은 아무 버튼이나 끄기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8321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25880"/>
                <a:gridCol w="1325880"/>
                <a:gridCol w="1325880"/>
                <a:gridCol w="1600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밖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+10초 (amount 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+1분 (amount 1)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+10분 (amount 2)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→ RUN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(00:00 이면 무시)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59:59 — 넘으면 59:59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 → 00:00 ·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 마다 −0.01초, 0 이면 ALARM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ALARM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끄기 →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끄기 →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끄기 →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끄기 →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LED 16개 0.5초 점멸, 값은 그대로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3017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버튼 · LED (stopwatch_watch.v)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10128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선택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= 1 이면 타이머 화면 (mode_sw0 보다 우선).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w_sel_tm = timer_sw4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게이팅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w_tm_btn_* = w_btn_* &amp; w_sel_tm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타이머 화면일 때만 타이머로 들어감 (다른 화면 버튼은 0)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백그라운드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FSM · 데이터패스는 화면과 상관없이 계속 동작 → 시계 화면에서도 0 이 되면 ALARM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LED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w_alarm_blink = (w_wt_msec &gt;= 50)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시계 1/100초 기준 500 ms 켜짐 · 500 ms 꺼짐, 16개 모두 같이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 tick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U_TICK_GEN_100HZ 하나를 스톱워치 · 시계 · 타이머가 같이 씀 (항상 돌고, 타이머는 RUN 일 때만 받음)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경로 — 파형 그룹 번호 = 블록 순서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하나가 디바운서 (2 ms) → 게이팅 → FSM 펄스 → 데이터패스 값 → 화면 · LED 로 가는 순서대로 파형 그룹 2 ~ 11 을 배치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btn_R · L · U · D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64208" y="1920240"/>
            <a:ext cx="153619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826971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U_BD_R/L/U/D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btn_debounce ×4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샘플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3 · 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9699" y="1920240"/>
            <a:ext cx="153619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242462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게이팅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w_btn &amp; w_sel_tm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w_tm_btn_*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5190" y="1920240"/>
            <a:ext cx="153619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57954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SET·RUN·ALARM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10682" y="1920240"/>
            <a:ext cx="153619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073445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DATAPATH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min·sec·msec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26173" y="1920240"/>
            <a:ext cx="153619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88936" y="1371600"/>
            <a:ext cx="1243584" cy="109728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MUX · FND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w_disp_* →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U_FND_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9 ·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2462" y="2788920"/>
            <a:ext cx="1243584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386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· mode_sw0 (그룹 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3864254" y="2487168"/>
            <a:ext cx="0" cy="301752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657954" y="2788920"/>
            <a:ext cx="1243584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386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16개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o_tm_alarm &amp; 시계 msec≥50 (그룹 11)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79746" y="2487168"/>
            <a:ext cx="0" cy="301752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073445" y="2788920"/>
            <a:ext cx="1243584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386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U_TICK_GEN_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100HZ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o_tick_10ms (그룹 7)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V="1">
            <a:off x="6695237" y="2487168"/>
            <a:ext cx="0" cy="301752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11480" y="370332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1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· rst — 긴 TB2 는 clk 를 빼서 파형 파일 크기를 줄임 (그래도 11 GB)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배치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script/timer_wave_v2.tcl 한 줄로 11개 그룹 · 색 · 진법 자동 (빨강 · 파랑은 X · Z 와 헷갈려서 안 씀)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캡처마다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그룹만 펼치고, 볼 신호는 하늘색 강조, 근거는 빨간 상자 + 번호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방법 — TB 구조 · 판정 · 콘솔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는 Phase 마다 버튼을 누르고 (5 ms 누름 + 5 ms 뗌) 기대값과 비교 → PASS / FAIL 을 세서 마지막에 [SUMMARY] 한 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61872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→ check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하나 = 시나리오 한 덩어리. check 마다 실제 값과 기대값을 비교해 fail 수를 셈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프리로드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 처럼 버튼을 수십 번 눌러야 하는 값은 TB 가 데이터패스 레지스터에 직접 씀 (콘솔 [PRELOAD] 줄). TM2 P1 의 10초는 프리로드 없이 실제로 셈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예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P1: L (시작) → 알람까지 간격이 (9,990 ms, 10,000 ms + 1클럭] 안이면 PASS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커서는 Go to next transition 으로 변화 순간에 맞춤 → 왼쪽 Value 칸이 그 순간 값. 10 ns 펄스는 ns 단위로 따로 확대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3310128"/>
            <a:ext cx="832104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374136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[ 455.019060 ms] [SUMMARY] TM1 src=orig checks=21 fail=0 defect=0 limit=0 first_bad=- =&gt; PASS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[11595.002070 ms] [SUMMARY] TM2 src=orig checks=41 fail=0 defect=0 limit=0 first_bad=- =&gt; PASS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[ 555.009030 ms] [SUMMARY] TM3 src=orig checks=11 fail=0 defect=0 limit=0 first_bad=- =&gt; PASS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0815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Vivado Tcl 콘솔 — 세 TB 마지막 줄 (vivado.log 에서 그대로 옮김)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069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src=orig = 원본 소스 그대로 (bug 주입 없음) · defect = 사양과 다른 동작 · limit = 알려진 한계 — 세 TB 모두 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시나리오 — 더하기 · 상한 (455 ms)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7개 · 검사 21개 모두 PASS — 더하기 · 올림 · 59:59 상한을 버튼 입력으로 확인 (P6 만 프리로드)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8321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7240"/>
                <a:gridCol w="2148840"/>
                <a:gridCol w="3200400"/>
                <a:gridCol w="4572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(ms)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 동작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결과 (판정)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– 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리셋 직후 (타이머 화면)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disp_mode 1 · LED 0020 · FND 00.00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– 15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00:00 에서 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안 함 (SET · run 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– 80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 ×6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 10 … 50 → 01:00 (초→분 올림)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9–12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– 110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· D · U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01:00 → 11:00 → 11:10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 – 315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 ×5 · R ×9 · U ×5 · U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50:00 → 59:00 → 59:50 → 59:59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315 – 355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59:59 프리로드 후 U · R · 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59:59 그대로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355 – 455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52:10 에서 D (+10분)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62:10 이 아니라 59:59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154680"/>
            <a:ext cx="8321040" cy="1618488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218688"/>
            <a:ext cx="8138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Vivado Tcl 콘솔 — TM1 (vivado.log, 줄 끝 | disp=… 생략)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5.003010 ms] [ PASS] [TM1.P1.-] P1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15.006010 ms] [ PASS] [TM1.P2.-] P2 checks=1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80.009010 ms] [ PASS] [TM1.P3.-] P3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[ 110.012010 ms] [ PASS] [TM1.P4.-] P4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[ 315.015010 ms] [ PASS] [TM1.P5.-] P5 checks=5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[ 325.016050 ms] [ INFO] [TM1.P6.PRELOAD] dut.U_TIMER_DATAPATH.{min,sec,msec}_reg = 59:59.00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[ 355.016060 ms] [ PASS] [TM1.P6.-] P6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[ 455.019060 ms] [ PASS] [TM1.P7.-] P7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[ 455.019060 ms] [SUMMARY] TM1 src=orig checks=21 fail=0 defect=0 limit=0 first_bad=- =&gt; PASS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① P1 — 리셋 직후 타이머 화면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리셋 뒤 timer_sw4 = 1 이면 바로 타이머 화면: w_disp_mode 1 (분.초 표시) · LED 0020 (led5) · 값 00:00.00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0 ~ 6 ms · 커서 2.958 ms · 그룹 9 ·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7893951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7893951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3896" y="2772707"/>
            <a:ext cx="6276127" cy="18489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3896" y="3327389"/>
            <a:ext cx="6276127" cy="18489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3896" y="2218024"/>
            <a:ext cx="6276127" cy="53413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00301" y="2218024"/>
            <a:ext cx="441691" cy="129425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1355" y="1473312"/>
            <a:ext cx="688217" cy="8731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6428" y="295403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96428" y="350871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96428" y="20141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738125" y="20141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57760" y="144406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w_disp_mode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타이머 화면 (분.초)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0020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led5 하나 (타이머 화면 표시등)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값 0 · 0 · 0 → FND 00.00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0 · 0 · 0 · 1 · 0020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2.958 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② P2 — 00:00 에서 L 은 시작 안 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 펄스는 타이머까지 들어오지만 o_tm_zero = 1 이라 SET 그대로 — 남은 시간이 0 이 아닐 때만 시작 (소스 주석 그대로)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7,003,930 ~ 7,004,100 ns (ns 확대) · 커서 7,004,005 ns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080104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6080104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5853" y="1940328"/>
            <a:ext cx="328326" cy="12768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5853" y="2365935"/>
            <a:ext cx="2991411" cy="22496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5853" y="2779383"/>
            <a:ext cx="2991411" cy="1216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5853" y="3308352"/>
            <a:ext cx="2991411" cy="41952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40771" y="1940328"/>
            <a:ext cx="252324" cy="17875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8013" y="1487360"/>
            <a:ext cx="443848" cy="5472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2080" y="190207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22080" y="232768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22080" y="274113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22080" y="327010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9322" y="178655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34240" y="142782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w_tm_btn_L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 (게이팅 통과)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상태는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 그대로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(RUN 으로 안 감)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o_tm_run 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그대로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00:00.00 ·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o_tm_zero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timer_control_unit.sv 46행 if (i_tm_zero == 1'b0) n_state = RUN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L 1 · SET · run 0 · zero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7,004,005 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③ P3a — U 6번 → 50초 다음은 01:00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한 번에 +10초 (o_tm_add 펄스 6개) — 초 10 → 20 → 30 → 40 → 50, 6번째는 60초가 아니라 01:00 으로 올림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0 ~ 88 ms · 그룹 6 · 8 (커서 0 ms 라 Value 칸은 X — 파형만 볼 것)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18431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18431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07792" y="1916537"/>
            <a:ext cx="4077310" cy="1581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07792" y="3056519"/>
            <a:ext cx="3935852" cy="1581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60286" y="2915061"/>
            <a:ext cx="124816" cy="29955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32730" y="189957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32730" y="30395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968139" y="274000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397590"/>
            <a:ext cx="8321040" cy="1375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6번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펄스 6개 (SET 상태)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10 → 20 → 30 → 40 → 50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6번째: 00:50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(확대는 다음 장)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④ P3b — 올림 순간 확대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 펄스 다음 클럭에 분 0 → 1 · 초 50 → 0 이 동시에 — 데이터패스가 sec + 10 ≥ 60 이면 −60 하고 분에 carry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67,006,990 ~ 67,007,160 ns · 커서 67,007,015 ns · 그룹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20063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200637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6228" y="2070780"/>
            <a:ext cx="457886" cy="17482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9821" y="3078129"/>
            <a:ext cx="3721366" cy="29970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4000" y="2070780"/>
            <a:ext cx="345496" cy="130705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96651" y="1483853"/>
            <a:ext cx="632715" cy="7492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01126" y="20538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34720" y="306120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418557" y="189567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21549" y="143779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11480" y="3560854"/>
            <a:ext cx="4069080" cy="12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 U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펄스 (+10초 요청)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클럭: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00:50 → 01:00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560854"/>
            <a:ext cx="4069080" cy="12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add 0 · min 1 · sec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67,007,015 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⑤ P3c — 버튼 경로 (ms): 누름 → 2 ms 뒤 인식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btn_U 를 15.0 ms 에 누름 → 디바운서가 4 kHz 로 샘플해 17.007 ms 에 1클럭 펄스 → 같은 순간 게이팅 통과 → 초 +10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5 ~ 20 ms · 커서 17.007005 ms · 그룹 2 · 4 · 5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3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623560" cy="31231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623560" cy="31231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05425" y="1947085"/>
            <a:ext cx="107908" cy="13257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40542" y="2841182"/>
            <a:ext cx="110991" cy="1294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40542" y="3507130"/>
            <a:ext cx="110991" cy="1294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40542" y="4176161"/>
            <a:ext cx="1085248" cy="34222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8179" y="1947085"/>
            <a:ext cx="268229" cy="257129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9872" y="1484622"/>
            <a:ext cx="443965" cy="6474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50835" y="190965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5952" y="280374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85952" y="346969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85952" y="413872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75651" y="179249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35281" y="142560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btn_U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누름 (15.0 ms)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U_BD_U.o_btn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펄스 17.007 ms — 약 2 ms 뒤 인식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순간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w_tm_btn_U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(timer_sw4 = 1)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0 → 10 · o_tm_zero 1 →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btn_U 1 · U_BD_U 1 · w_tm_btn_U 1 · sec 0 (다음 클럭 10)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17.007005 ms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⑥ P3c — 버튼 경로 (ns): 같은 클럭 · 다음 클럭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w_tm_btn_U 와 같은 클럭에 o_tm_add 1 (밀리 출력) → 다음 상승 에지 (10 ns 뒤) 에 레지스터가 바뀌어 초 0 → 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17,006,810 ~ 17,007,170 ns · 커서 17,007,005 ns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3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459058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6459058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06407" y="1970076"/>
            <a:ext cx="200231" cy="1259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06407" y="2512637"/>
            <a:ext cx="200231" cy="1259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2359" y="3391069"/>
            <a:ext cx="1246598" cy="33264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7697" y="1970076"/>
            <a:ext cx="264821" cy="175363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22555" y="1485647"/>
            <a:ext cx="484429" cy="6136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49034" y="193542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49034" y="247798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44306" y="335641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55146" y="181270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65182" y="142838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w_tm_btn_U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클럭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(SET 상태 조합 출력)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클럭: 초 0 → 10, o_tm_zero 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w_tm_btn_U 1 · add 1 · sec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17,007,005 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⑦ P4 — R · D · U = +1분 · +10분 · +10초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o_tm_amount 로 더할 양을 구분 (0 = +10초, 1 = +1분, 2 = +10분) — 01:00 → 11:00 → 11:10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64 ~ 132 ms · 커서 92.010005 ms (D 펄스) · 그룹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44344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64434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66684" y="3126253"/>
            <a:ext cx="209412" cy="5799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11662" y="2095303"/>
            <a:ext cx="1739729" cy="16108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92205" y="3126253"/>
            <a:ext cx="2222987" cy="29800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73290" y="2095303"/>
            <a:ext cx="346335" cy="13289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1390" y="1499284"/>
            <a:ext cx="571855" cy="7651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94156" y="31067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39134" y="20758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95695" y="295372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439043" y="192277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488862" y="145159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ms TB 리셋 → 00:00 (Phase 새로 시작)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3번: R (amount 1) · D (2) · U (0)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11:00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11:10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amount 2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D +10분 (timer_control_unit.sv 57행), min 은 다음 클럭에 11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92.010005 ms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⑧ P5 — 59:50 + 10초 → 59:59 에서 멈춤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분.초 4자리 화면이라 60분 이상은 표시 불가 → 더한 결과가 60분 이상이면 59:59 로 고정 (timer_datapath.v w_over)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285 ~ 320 ms · 커서 302.013015 ms · 그룹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623560" cy="29244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623560" cy="29244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26247" y="2067724"/>
            <a:ext cx="164914" cy="21988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20273" y="3474988"/>
            <a:ext cx="2473707" cy="40678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4356" y="3474988"/>
            <a:ext cx="472753" cy="40678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92213" y="1468537"/>
            <a:ext cx="835563" cy="9894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71991" y="3463994"/>
            <a:ext cx="142925" cy="8025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5790" y="20761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19816" y="327453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860160" y="327453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91755" y="144948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23350" y="327453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U (펄스는 커서 선 아래)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59:50 + 10초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(60:00 아님)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min 59 · sec 59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302.013015 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313 ms TB 리셋 → 00:00 (다음 Phase)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⑨ P6 — 59:59 에서 더해도 그대로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가 325 ms 에 59:59 를 써 넣은 뒤 U · R · D — o_tm_add 펄스는 나오지만 값은 59:59 유지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318 ~ 331 ms · 커서 327.016005 ms · 그룹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294436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6294436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834" y="3110144"/>
            <a:ext cx="136923" cy="59601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37318" y="2095303"/>
            <a:ext cx="120815" cy="16108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6187" y="3110144"/>
            <a:ext cx="1727647" cy="29800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77317" y="2095303"/>
            <a:ext cx="342308" cy="13128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9671" y="1487203"/>
            <a:ext cx="612127" cy="7651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1306" y="309064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4790" y="20758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8636" y="293761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443070" y="192277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17143" y="143951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325 ms 프리로드 59:59 (콘솔 [PRELOAD] 줄)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펄스 (+10초 요청)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 그대로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add 1 · amount 0 · 59 · 59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327.016005 ms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⑩ P7 — 52:10 + 10분 → 59:59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62:10 이 될 덧셈도 59:59 에서 멈춤 — 분 단위 덧셈 (D) 에서도 상한이 동작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437,016,960 ~ 437,017,500 ns · 커서 437,017,055 ns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623560" cy="27770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623560" cy="277702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25048" y="2425302"/>
            <a:ext cx="124399" cy="1500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5048" y="2952167"/>
            <a:ext cx="131716" cy="27440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21348" y="3881500"/>
            <a:ext cx="3519756" cy="2780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5437" y="2037470"/>
            <a:ext cx="314656" cy="212209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43342" y="1492310"/>
            <a:ext cx="621994" cy="7317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9519" y="239880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59519" y="292567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855819" y="371597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50906" y="187194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77813" y="144020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 1 · amount 2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(+10분)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52:10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(62:10 아님)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D 1 · add 1 · amount 2 · 52 · 10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437,017,055 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⑪ FND — 01:00 이 "01.00" 으로 스캔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= 8칸 × 250 µs (2 ms): 숫자 4칸 + 빈칸 4칸, 빈칸 중 1011 칸에서 가운데 점 (7f) — SW2_FND_CONTROLLER.v mux_8x1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TM1 · 75.75 ~ 78.2 ms (80 ms 리셋 전) · 커서 76,665.005 µs · 그룹 8 · 10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1_F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27785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277855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80708" y="3317478"/>
            <a:ext cx="2485842" cy="3679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6550" y="3317478"/>
            <a:ext cx="2485842" cy="3679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5081" y="3317478"/>
            <a:ext cx="412650" cy="3679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2362" y="2253538"/>
            <a:ext cx="6662057" cy="3679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16392" y="1517729"/>
            <a:ext cx="755696" cy="9943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9271" y="311706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0029" y="311706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767200" y="311706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83946" y="205312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25918" y="148137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4칸: ff · ff ·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 (가운데 점)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ff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4칸: 1110 c0 (0) · 1101 c0 (0) · 1011 f9 (1) · 0111 c0 (0) → "0100"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com 1011 · font 7f (점 칸)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값 01:00 (min 1 · sec 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76,665.005 µs — 점은 1/100초 &lt; 50 일 때만 켬 (dot.v 11행)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시나리오 — 카운트다운 · 알람 (11,595 ms)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4개 · 검사 41개 모두 PASS — 10초는 프리로드 없이 실제로 세고, 알람 LED 는 1.5초 동안 30번 샘플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8321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43000"/>
                <a:gridCol w="1828800"/>
                <a:gridCol w="3154680"/>
                <a:gridCol w="4572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(ms)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 동작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결과 (판정)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– 10,010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00:10 설정 → L (시작)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→ alarm 간격 (9,990, 10,000 ms + 1클럭]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10,010 – 11,510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 1.5초 그대로 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LED 16개 = 시계 msec ≥ 50 이면 ffff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20–22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11,510 – 11,520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 중 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 끔 → SET, 값 0 그대로 (+10분 아님)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11,520 – 11,595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프리로드 01:00.00 · 10:00.00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00:59.99 · 09:59.99 (분에서 빌림)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154680"/>
            <a:ext cx="8321040" cy="1618488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218688"/>
            <a:ext cx="8138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Vivado Tcl 콘솔 — TM2 (vivado.log, 줄 끝 | disp=… 생략)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[10010.001025 ms] [ INFO] [TM2.P1.TB5] run-&gt;alarm = 9998.000010 ms (set 10.000 s)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[10010.001025 ms] [ PASS] [TM2.P1.-] P1 checks=4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[11510.001025 ms] [ INFO] [TM2.P2.TC6] 30 samples over 1.5 s, 0 mismatches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[11510.001025 ms] [ PASS] [TM2.P2.-] P2 checks=31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[11520.001030 ms] [ PASS] [TM2.P3.-] P3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[11550.002070 ms] [ INFO] [TM2.P4.PRELOAD] dut.U_TIMER_DATAPATH.{min,sec,msec}_reg = 01:00.00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[11570.002070 ms] [ INFO] [TM2.P4.PRELOAD] dut.U_TIMER_DATAPATH.{min,sec,msec}_reg = 10:00.00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[11595.002070 ms] [ PASS] [TM2.P4.-] P4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[11595.002070 ms] [SUMMARY] TM2 src=orig checks=41 fail=0 defect=0 limit=0 first_bad=- =&gt; PASS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① P1 — 10초 설정 → 9.998 s 뒤 알람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o_tm_run↑ (12.001 ms, L 인식) → o_tm_alarm↑ (10,010.001 ms) 간격 9,998.000010 ms — TB 합격 범위 (9,990, 10,000 + 1클럭] 안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0 ~ 10.02 s · 마커 12.001015 ms (o_tm_run↑) · 커서 10.010001 s (o_tm_alarm↑) · 그룹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385288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385288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20543" y="3568688"/>
            <a:ext cx="406589" cy="7270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5149" y="1753846"/>
            <a:ext cx="562763" cy="6516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3888" y="2661267"/>
            <a:ext cx="4494023" cy="10501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424" y="2658574"/>
            <a:ext cx="616616" cy="10770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67985" y="350768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92591" y="169822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79237" y="251409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0481" y="261641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11480" y="3794760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 → 커서 간격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9.998000010 s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(아래 Floating Ruler)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o_tm_run 0 · o_tm_alarm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9 → 8 → … → 1 → 0 (1초마다)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94760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 순간 Value: sec 10 (설정값)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2 ms 짧나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10 ms tick 을 공유해서 시작 시점이 tick 사이 어디든 첫 감소가 8 ms 뒤에 옴 → 8 + 999 × 10 = 9,998 ms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② P2 — 알람 LED 500 ms 점멸 (전체)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동안 LED 16개가 시계 1/100초 ≥ 50 이면 ffff, 아니면 0000 — 10,500 ms 켜짐 · 11,000 ms 꺼짐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10,300 ~ 11,450 ms · 커서 10,993.88 ms · 그룹 6 ·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15934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159347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1610" y="2012229"/>
            <a:ext cx="7230984" cy="12897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12248" y="2715357"/>
            <a:ext cx="3199440" cy="14561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7089" y="2707035"/>
            <a:ext cx="299557" cy="2579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1290" y="18330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22344" y="253613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80856" y="251949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147959"/>
            <a:ext cx="8321040" cy="162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o_tm_alarm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 유지 (ALARM)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ffff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구간 = 시계 1/100초 50 ~ 99 (500 ms)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ffff · 시계 msec 99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③ P2 — 켜지는 순간 (49 → 50)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1/100초가 49 → 50 이 되는 클럭에 led 0000 → ffff — stopwatch_watch.v 270행 w_alarm_blink = (w_wt_msec &gt;= 50)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10,440 ~ 10,890 ms · 커서 10,500.001015 ms · 그룹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8866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88663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01399" y="2016666"/>
            <a:ext cx="345496" cy="25391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3740" y="1467203"/>
            <a:ext cx="591089" cy="7908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9122" y="2008341"/>
            <a:ext cx="291382" cy="25808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09452" y="183323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42069" y="143363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68801" y="182491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2441114"/>
            <a:ext cx="8321040" cy="23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msec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 → 50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 같은 순간 led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 → ffff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10,500.001015 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ffff · 50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④ P2 — 꺼지는 순간 (99 → 0)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1/100초가 99 → 0 (다음 초) 이 되는 클럭에 led ffff → 0000 — 켜짐 500 ms · 꺼짐 500 ms 반복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10,640 ~ 11,090 ms · 커서 11,000.001015 ms · 그룹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8861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88619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51375" y="2016389"/>
            <a:ext cx="341163" cy="25379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17796" y="1467201"/>
            <a:ext cx="594954" cy="790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1250" y="2008068"/>
            <a:ext cx="287076" cy="2579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51055" y="18330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95788" y="143359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80856" y="182468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2440671"/>
            <a:ext cx="8321040" cy="2332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msec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→ 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 같은 순간 led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ffff → 0000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11,000.001015 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0000 · 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⑤ P3 — 알람 중 D → 끄기만 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에서는 D 가 +10분이 아니라 끄기 — 다음 클럭에 SET, o_tm_add 안 나옴, 값 00:00.00, LED ffff → 0020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11,512,000,985 ~ 11,512,001,095 ns · 커서 11,512,001,015 ns · 그룹 5 · 6 · 8 ·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7033846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7033846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68415" y="1804182"/>
            <a:ext cx="597877" cy="13364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2437" y="2004646"/>
            <a:ext cx="98474" cy="72800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0" y="2215662"/>
            <a:ext cx="4434840" cy="10550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73126" y="2912012"/>
            <a:ext cx="6087794" cy="30948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92437" y="3597812"/>
            <a:ext cx="4568483" cy="11957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98548" y="177147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868754" y="243617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91053" y="205282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91053" y="274214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191053" y="342794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w_tm_btn_D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n_state 는 펄스와 동시에 SET,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c_state 는 다음 클럭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(11,512,001,015 ns) 에 SET · alarm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 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더하지 않음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00:00.00 그대로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ffff → 0020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(알람 끝 → 타이머 화면 표시등)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⑥ P4 — 카운트다운 빌림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01:00.00 → 다음 tick 에 00:59.99, 10:00.00 → 09:59.99 — msec 0 이면 99 로, 윗자리에서 1 빌림 (timer_datapath.v)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TM2 · 11,542 ~ 11,587 ms · 커서 11,560.002035 ms · 그룹 6 · 7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2_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8321040" cy="11150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8321040" cy="111501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33493" y="2107921"/>
            <a:ext cx="108174" cy="37444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87019" y="2107921"/>
            <a:ext cx="108174" cy="37444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64417" y="1866610"/>
            <a:ext cx="1597640" cy="61991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22104" y="1866610"/>
            <a:ext cx="1164946" cy="61991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35410" y="2103760"/>
            <a:ext cx="287076" cy="37028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97701" y="1471361"/>
            <a:ext cx="599115" cy="7488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91567" y="194118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45094" y="194118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85194" y="18330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142881" y="183300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234943" y="193285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79853" y="143359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11480" y="2669499"/>
            <a:ext cx="8321040" cy="210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11,550 ms 프리로드 01:00.00 (tick 직후 50 ns 에 덮어씀)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01:00.00 → 00:59.99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11,570 ms 프리로드 10:00.00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10:00.00 → 09:59.99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11,560.002035 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0 · 59 · 99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시나리오 — 취소 · 백그라운드 · 우선순위 (555 ms)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5개 · 검사 11개 모두 PASS — 시계 화면에서도 타이머가 돌아 알람이 울리고, 끄는 것은 타이머 화면 버튼만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8321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68680"/>
                <a:gridCol w="2514600"/>
                <a:gridCol w="2788920"/>
                <a:gridCol w="457200"/>
                <a:gridCol w="11430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(ms)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 동작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결과 (판정)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– 50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중 U · R · 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 (값은 줄기만)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26–27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– 130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중 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 → 00:00 · SET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28–29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130 – 485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→ 시계 화면 → 프리로드 00:00.30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 화면인데 460 ms ALARM · LED 패턴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 – 545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 · 스톱워치 화면 버튼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 유지 (못 끔)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545 – 555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sw4 = 1 · sw0 = 1 → R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 화면 우선, 알람 끔, +1분 안 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303727"/>
            <a:ext cx="8321040" cy="1469441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367735"/>
            <a:ext cx="8138160" cy="134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Vivado Tcl 콘솔 — TM3 (vivado.log, 줄 끝 | disp=… 생략)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50.003010 ms] [ PASS] [TM3.P1.-] P1 checks=2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[ 130.006010 ms] [ PASS] [TM3.P2.-] P2 checks=1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[ 160.007050 ms] [ INFO] [TM3.P3.PRELOAD] dut.U_TIMER_DATAPATH.{min,sec,msec}_reg = 00:00.30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[ 460.007025 ms] [ INFO] [TM3.P3.TC3] ALARM reached while watch screen is shown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[ 485.007025 ms] [ PASS] [TM3.P3.-] P3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[ 545.008030 ms] [ PASS] [TM3.P4.-] P4 checks=2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[ 555.009030 ms] [ PASS] [TM3.P5.-] P5 checks=3 all passed (defect=0)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[ 555.009030 ms] [SUMMARY] TM3 src=orig checks=11 fail=0 defect=0 limit=0 first_bad=- =&gt; PASS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① P1 — RUN 중 U · R · D 무시 (전체)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상태 FSM 은 L 만 검사 → U (22 ms) · R (32 ms) · D (42 ms) 펄스가 와도 o_tm_add 없음, 값은 줄기만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0 ~ 61 ms · 커서 32.001005 ms (R 펄스)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652318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3652318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47588" y="2100809"/>
            <a:ext cx="919022" cy="57042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47588" y="2821766"/>
            <a:ext cx="919022" cy="41989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31743" y="4247834"/>
            <a:ext cx="1180467" cy="41989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353" y="2092887"/>
            <a:ext cx="356517" cy="114877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3331" y="1502653"/>
            <a:ext cx="586272" cy="9507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76311" y="208006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345862" y="302285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40933" y="406071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412748" y="191368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704132" y="145021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246678" y="1463040"/>
            <a:ext cx="448584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중 U · R · D 입력 (R 은 커서 선에 가림)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그대로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o_tm_add 펄스 없음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줄기만: 00:59.99 → 59.98 → 59.97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R 1 · RUN · add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32.001005 ms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② P1 — R 펄스 확대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10 ns 펄스가 타이머까지 들어왔는데도 RUN 그대로 · o_tm_add 0 · 값 00:59.98 유지 → 1분 안 더해짐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32,000,960 ~ 32,001,130 ns · 커서 32,001,005 ns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623560" cy="26473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623560" cy="264735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43631" y="1991183"/>
            <a:ext cx="385312" cy="14615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43631" y="2609011"/>
            <a:ext cx="3381444" cy="37202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43631" y="3798163"/>
            <a:ext cx="3381444" cy="23915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671" y="1991183"/>
            <a:ext cx="292306" cy="98985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50275" y="1479648"/>
            <a:ext cx="551395" cy="7307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4508" y="195828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84508" y="266247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84508" y="377854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235566" y="182541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91151" y="142349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w_tm_btn_R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 (게이팅 통과)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펄스 뒤에도 RUN,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o_tm_add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00:59.98 유지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R 1 · RUN · add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32,001,005 ns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③ P2 — RUN 중 L → 취소 (전체)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ms L = 시작, 122 ms L = 취소 — 같은 버튼이 SET 에서는 시작, RUN 에서는 취소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38 ~ 150 ms · 커서 122.004005 ms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7632471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7632471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73218" y="1962967"/>
            <a:ext cx="122120" cy="1221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51876" y="2405650"/>
            <a:ext cx="1160136" cy="22134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51876" y="3489461"/>
            <a:ext cx="1160136" cy="22134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4975" y="1962967"/>
            <a:ext cx="259504" cy="109907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22829" y="1470672"/>
            <a:ext cx="461765" cy="6869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4698" y="193183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83356" y="238214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83356" y="346595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3591" y="179444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54309" y="142427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중 L 펄스 (122 ms)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RUN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00:59.94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00:00.00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8862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L 1 · o_tm_clear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122.004005 ms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④ P2 — 취소 순간 확대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 펄스 동안 o_tm_clear 1 (조합 출력) → 다음 클럭에 데이터패스 0 · c_state SET · o_tm_run 0 이 한꺼번에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122,003,930 ~ 122,004,170 ns · 커서 122,004,005 ns · 그룹 5 · 6 · 8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623560" cy="26921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623560" cy="269216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42035" y="1998778"/>
            <a:ext cx="215643" cy="1482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1602" y="2497452"/>
            <a:ext cx="309987" cy="24933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42035" y="2975909"/>
            <a:ext cx="215643" cy="26281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0073" y="3710442"/>
            <a:ext cx="141516" cy="37063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9058" y="1998778"/>
            <a:ext cx="289770" cy="123320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58882" y="1483257"/>
            <a:ext cx="576171" cy="707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82004" y="1966785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41571" y="246545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82004" y="296413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879596" y="355715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248797" y="183200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498851" y="142767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w_tm_btn_L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 ns 펄스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n_state 는 펄스와 동시에 SET,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c_state 는 다음 클럭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에 SET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펄스 동안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o_tm_clear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다음 클럭 o_tm_run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클럭 59.94 → 00.00, o_tm_zero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L 1 · RUN / SET · clear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122,004,005 ns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⑤ P3 — 시계 화면에서도 타이머가 돌고 알람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ms 에 시계 화면으로 바꿔도 타이머는 계속 감 → 160 ms 프리로드 00:00.30 → 460 ms ALARM. LED 는 0000 (점멸의 꺼진 쪽)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93 ~ 535 ms · 커서 460.007025 ms (o_tm_alarm↑) · 그룹 2 · 6 · 8 ·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916129" cy="205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4916129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2861" y="1789963"/>
            <a:ext cx="103239" cy="8357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35596" y="2910840"/>
            <a:ext cx="2910348" cy="1425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11532" y="2212750"/>
            <a:ext cx="757084" cy="1425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11532" y="2625705"/>
            <a:ext cx="757084" cy="7865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8906" y="3323795"/>
            <a:ext cx="125361" cy="1425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7061" y="1789963"/>
            <a:ext cx="174523" cy="1676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31196" y="1472872"/>
            <a:ext cx="297426" cy="4178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60145" y="1735738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576455" y="276320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368816" y="216344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368816" y="257148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76191" y="326957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8868" y="164724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388481" y="140635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3611880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ms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1 → 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(시계 화면)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시계인데 타이머 값은 계속 감: 00:00.30 →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460 ms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o_tm_alarm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유지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611880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8045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시계 msec 33 &lt; 50 이라 꺼진 쪽 (TB 도 0000 기대)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sw4 0 · ALARM · alarm 1 · led 0000 · 33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460.007025 ms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⑥ P4 — 다른 화면 버튼은 알람을 못 끔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화면 (485 ~ 525 ms) · 스톱워치 화면 (525 ms ~) 에서 U · D · L · R · D · D 를 눌러도 w_tm_btn_* 모두 0 → ALARM 유지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470 ~ 555 ms · 커서 515.007080 ms (btn_R 누름) · 그룹 2 · 5 · 6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628429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3628429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77054" y="2001582"/>
            <a:ext cx="1891630" cy="4914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23410" y="2593979"/>
            <a:ext cx="552006" cy="14809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7054" y="3213303"/>
            <a:ext cx="1891630" cy="4914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77054" y="3825894"/>
            <a:ext cx="1891630" cy="2423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77054" y="4532731"/>
            <a:ext cx="1891630" cy="14136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5146" y="1994851"/>
            <a:ext cx="296198" cy="26859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00285" y="1476504"/>
            <a:ext cx="511615" cy="639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17091" y="196952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63446" y="2561919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17091" y="318124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17091" y="379383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517091" y="4500671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68015" y="1834887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40321" y="142088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222789" y="1463040"/>
            <a:ext cx="450973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· 스톱워치 화면에서 U · D · L · R · D · 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 ms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mode_sw0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스톱워치 화면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w_tm_btn_* 4개 모두 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(게이팅)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그대로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o_tm_alarm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유지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btn_R 1 인데 w_tm_btn_R 0 · ALARM · alarm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515.007080 ms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⑦ P5 — 타이머 화면 우선 · R 로 알람 끄기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· mode_sw0 둘 다 1 이면 타이머 화면 (w_sel_tm 1) — R 은 알람만 끄고 1분은 안 더함, LED 0020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25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TM3 · 535 ~ 554 ms · 커서 547.007005 ms · 그룹 2 · 5 · 6 · 8 · 11</a:t>
            </a:r>
            <a:endParaRPr lang="en-US" sz="1050" dirty="0"/>
          </a:p>
        </p:txBody>
      </p:sp>
      <p:pic>
        <p:nvPicPr>
          <p:cNvPr id="6" name="Image 0" descr="C:\Users\LG\Developer\Lec_verilog\Mini_Project_watch\timer_slides\_gen\crops\TM3_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212080" cy="29213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463040"/>
            <a:ext cx="5212080" cy="29213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12668" y="1877400"/>
            <a:ext cx="130302" cy="53163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15633" y="2409033"/>
            <a:ext cx="80787" cy="8078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15633" y="2836423"/>
            <a:ext cx="1170112" cy="17721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76543" y="3357631"/>
            <a:ext cx="161574" cy="9903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12668" y="3623447"/>
            <a:ext cx="2090044" cy="26581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15633" y="4233261"/>
            <a:ext cx="1170112" cy="93817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7476" y="1872188"/>
            <a:ext cx="213695" cy="24548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2118" y="1494312"/>
            <a:ext cx="367452" cy="4690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67141" y="183090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049923" y="235732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70107" y="2789926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91620" y="331113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67141" y="3576950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870107" y="4087734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95644" y="1726662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906591" y="1429573"/>
            <a:ext cx="192024" cy="192024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806440" y="14630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545 ms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(mode_sw0 도 1)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w_sel_tm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펄스가 타이머로 (547.007 ms, 디바운스 뒤)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→ SET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o_tm_alarm 1 →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00:00.00 그대로 — 알람 중 R 은 끄기만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0000 →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0020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Value: sw4 1 · sw0 1 · sel_tm 1 · R 1 · ALARM/SET · add 0 · led 0000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시각 547.007005 ms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팀이 알아야 할 것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사양 9가지를 TB 73개 검사 + 파형 24장으로 확인 — 기능 bug 0. 아래 3가지는 동작은 맞지만 설명이 필요한 부분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4818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43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것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517904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 3종 (+10초 · +1분 · +10분) · 초→분 올림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 상한 (U · R · D 모두)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에서 시작 안 함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중 U · R · D 무시, L = 취소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10초 카운트다운 · 분/초 빌림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· LED 16개 500 ms 점멸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중 아무 버튼 = 끄기 (값 안 바뀜)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백그라운드 (시계 화면에서도 알람)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우선순위 · 버튼 게이팅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43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팀이 알아야 할 것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517904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10초 → 9,998 ms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10 ms tick 을 셋이 공유해서, 시작 순간이 tick 사이 어디냐에 따라 첫 감소가 최대 10 ms 빨리 옴. TB 합격 범위 안. 시작마다 정확히 10 ms 로 하려면 타이머 전용 tick 필요 (10/16 PPA 측정 FF 약 +21개) — 팀 결정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알람 LED 시작 위치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점멸 박자가 시계 1/100초 기준이라, 알람이 울리는 순간 켜진 쪽 (ffff) 일지 꺼진 쪽 (0000) 일지는 그때 시계 값에 달림 (TM3 는 0000 부터)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프리로드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TM1 P6 · TM2 P4 · TM3 P3 는 TB 가 레지스터에 값을 직접 씀. 버튼으로 59:59 까지 올리는 경로는 TM1 P5 에서 실제 버튼으로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4279392"/>
            <a:ext cx="406908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43068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범위: 시뮬레이션만 (보드 확인은 별도). 캡처 원본 · 상자판 · 배치 스크립트는 팀 저장소 boyun/timer_sim_verification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정보윤_타이머_시뮬레이션검증</dc:title>
  <dc:subject>PptxGenJS Presentation</dc:subject>
  <dc:creator>정보윤</dc:creator>
  <cp:lastModifiedBy>정보윤</cp:lastModifiedBy>
  <cp:revision>1</cp:revision>
  <dcterms:created xsi:type="dcterms:W3CDTF">2026-10-16T22:47:32Z</dcterms:created>
  <dcterms:modified xsi:type="dcterms:W3CDTF">2026-10-16T22:47:32Z</dcterms:modified>
</cp:coreProperties>
</file>