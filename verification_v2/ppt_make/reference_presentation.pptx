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Gmarket Sans Medium" panose="020B0600000101010101" charset="-127"/>
      <p:regular r:id="rId19"/>
    </p:embeddedFont>
    <p:embeddedFont>
      <p:font typeface="KoPubWorldBatang_Pro Medium" panose="020B0600000101010101" charset="-127"/>
      <p:bold r:id="rId20"/>
    </p:embeddedFont>
    <p:embeddedFont>
      <p:font typeface="KoPubWorldDotum_Pro Bold" panose="020B0600000101010101" charset="-127"/>
      <p:bold r:id="rId21"/>
    </p:embeddedFont>
    <p:embeddedFont>
      <p:font typeface="Noto Sans CJK KR Black" panose="020B0600000101010101" charset="-127"/>
      <p:bold r:id="rId22"/>
    </p:embeddedFont>
    <p:embeddedFont>
      <p:font typeface="Noto Sans CJK KR Light" panose="020B0600000101010101" charset="-127"/>
      <p:regular r:id="rId23"/>
    </p:embeddedFont>
    <p:embeddedFont>
      <p:font typeface="Noto Sans CJK KR Medium" panose="020B0600000101010101" charset="-127"/>
      <p:bold r:id="rId24"/>
    </p:embeddedFont>
    <p:embeddedFont>
      <p:font typeface="Noto Sans CJK KR Regular" panose="020B0600000101010101" charset="-127"/>
      <p:regular r:id="rId25"/>
    </p:embeddedFont>
    <p:embeddedFont>
      <p:font typeface="Windsong" panose="020B0600000101010101"/>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7" d="100"/>
          <a:sy n="77" d="100"/>
        </p:scale>
        <p:origin x="70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574800" y="3060700"/>
            <a:ext cx="9906000" cy="2006600"/>
          </a:xfrm>
          <a:prstGeom prst="rect">
            <a:avLst/>
          </a:prstGeom>
        </p:spPr>
        <p:txBody>
          <a:bodyPr lIns="0" tIns="176313" rIns="0" bIns="0" rtlCol="0" anchor="t"/>
          <a:lstStyle/>
          <a:p>
            <a:pPr lvl="0" algn="l">
              <a:lnSpc>
                <a:spcPct val="78850"/>
              </a:lnSpc>
            </a:pPr>
            <a:r>
              <a:rPr lang="en-US" sz="6170" b="0" i="0" u="none" strike="noStrike" spc="-200">
                <a:solidFill>
                  <a:srgbClr val="595959"/>
                </a:solidFill>
                <a:latin typeface="Noto Sans CJK KR Black"/>
                <a:ea typeface="Noto Sans CJK KR Black"/>
                <a:cs typeface="Noto Sans CJK KR Black"/>
              </a:rPr>
              <a:t>BUSINESS</a:t>
            </a:r>
          </a:p>
          <a:p>
            <a:pPr lvl="0" algn="l">
              <a:lnSpc>
                <a:spcPct val="78850"/>
              </a:lnSpc>
            </a:pPr>
            <a:r>
              <a:rPr lang="en-US" sz="6170" b="0" i="0" u="none" strike="noStrike" spc="-200">
                <a:solidFill>
                  <a:srgbClr val="595959"/>
                </a:solidFill>
                <a:latin typeface="Noto Sans CJK KR Black"/>
                <a:ea typeface="Noto Sans CJK KR Black"/>
                <a:cs typeface="Noto Sans CJK KR Black"/>
              </a:rPr>
              <a:t>PRESENTATION</a:t>
            </a:r>
          </a:p>
        </p:txBody>
      </p:sp>
      <p:sp>
        <p:nvSpPr>
          <p:cNvPr id="3" name="TextBox 3"/>
          <p:cNvSpPr txBox="1"/>
          <p:nvPr/>
        </p:nvSpPr>
        <p:spPr>
          <a:xfrm>
            <a:off x="16103600" y="9677400"/>
            <a:ext cx="1587500" cy="304800"/>
          </a:xfrm>
          <a:prstGeom prst="rect">
            <a:avLst/>
          </a:prstGeom>
        </p:spPr>
        <p:txBody>
          <a:bodyPr lIns="0" tIns="16510" rIns="0" bIns="0" rtlCol="0" anchor="t"/>
          <a:lstStyle/>
          <a:p>
            <a:pPr lvl="0" algn="r">
              <a:lnSpc>
                <a:spcPct val="99600"/>
              </a:lnSpc>
            </a:pPr>
            <a:r>
              <a:rPr lang="en-US" sz="1299" b="0" i="0" u="none" strike="noStrike">
                <a:solidFill>
                  <a:srgbClr val="000000"/>
                </a:solidFill>
                <a:latin typeface="Noto Sans CJK KR Black"/>
                <a:ea typeface="Noto Sans CJK KR Black"/>
                <a:cs typeface="Noto Sans CJK KR Black"/>
              </a:rPr>
              <a:t>2081. 5. 3</a:t>
            </a:r>
          </a:p>
        </p:txBody>
      </p:sp>
      <p:sp>
        <p:nvSpPr>
          <p:cNvPr id="4" name="TextBox 4"/>
          <p:cNvSpPr txBox="1"/>
          <p:nvPr/>
        </p:nvSpPr>
        <p:spPr>
          <a:xfrm>
            <a:off x="1574800" y="5105400"/>
            <a:ext cx="11696700" cy="533400"/>
          </a:xfrm>
          <a:prstGeom prst="rect">
            <a:avLst/>
          </a:prstGeom>
        </p:spPr>
        <p:txBody>
          <a:bodyPr lIns="0" tIns="16510" rIns="0" bIns="0" rtlCol="0" anchor="t"/>
          <a:lstStyle/>
          <a:p>
            <a:pPr lvl="0" algn="l">
              <a:lnSpc>
                <a:spcPct val="107899"/>
              </a:lnSpc>
            </a:pPr>
            <a:r>
              <a:rPr lang="en-US" sz="2599" b="0" i="0" u="none" strike="noStrike" spc="-100">
                <a:solidFill>
                  <a:srgbClr val="726B6B"/>
                </a:solidFill>
                <a:latin typeface="Noto Sans CJK KR Medium"/>
                <a:ea typeface="Noto Sans CJK KR Medium"/>
                <a:cs typeface="Noto Sans CJK KR Medium"/>
              </a:rPr>
              <a:t>프리젠테이션의 소제목을 입력해주세요.</a:t>
            </a:r>
          </a:p>
        </p:txBody>
      </p:sp>
      <p:sp>
        <p:nvSpPr>
          <p:cNvPr id="5" name="TextBox 5"/>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000000"/>
                </a:solidFill>
                <a:latin typeface="Noto Sans CJK KR Black"/>
                <a:ea typeface="Noto Sans CJK KR Black"/>
                <a:cs typeface="Noto Sans CJK KR Black"/>
              </a:rPr>
              <a:t>MIRICANVAS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25500" y="1079500"/>
            <a:ext cx="3581400" cy="965200"/>
          </a:xfrm>
          <a:prstGeom prst="rect">
            <a:avLst/>
          </a:prstGeom>
        </p:spPr>
        <p:txBody>
          <a:bodyPr lIns="0" tIns="59689"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About us</a:t>
            </a:r>
          </a:p>
        </p:txBody>
      </p:sp>
      <p:sp>
        <p:nvSpPr>
          <p:cNvPr id="3" name="TextBox 3"/>
          <p:cNvSpPr txBox="1"/>
          <p:nvPr/>
        </p:nvSpPr>
        <p:spPr>
          <a:xfrm>
            <a:off x="838200" y="28956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pic>
        <p:nvPicPr>
          <p:cNvPr id="4" name="Picture 4"/>
          <p:cNvPicPr>
            <a:picLocks noChangeAspect="1"/>
          </p:cNvPicPr>
          <p:nvPr/>
        </p:nvPicPr>
        <p:blipFill>
          <a:blip r:embed="rId2"/>
          <a:stretch>
            <a:fillRect/>
          </a:stretch>
        </p:blipFill>
        <p:spPr>
          <a:xfrm>
            <a:off x="9156700" y="-12700"/>
            <a:ext cx="9156700" cy="10312400"/>
          </a:xfrm>
          <a:prstGeom prst="rect">
            <a:avLst/>
          </a:prstGeom>
        </p:spPr>
      </p:pic>
      <p:sp>
        <p:nvSpPr>
          <p:cNvPr id="5" name="TextBox 5"/>
          <p:cNvSpPr txBox="1"/>
          <p:nvPr/>
        </p:nvSpPr>
        <p:spPr>
          <a:xfrm>
            <a:off x="16103600" y="9677400"/>
            <a:ext cx="1587500" cy="304800"/>
          </a:xfrm>
          <a:prstGeom prst="rect">
            <a:avLst/>
          </a:prstGeom>
        </p:spPr>
        <p:txBody>
          <a:bodyPr lIns="0" tIns="16510" rIns="0" bIns="0" rtlCol="0" anchor="t"/>
          <a:lstStyle/>
          <a:p>
            <a:pPr lvl="0" algn="r">
              <a:lnSpc>
                <a:spcPct val="99600"/>
              </a:lnSpc>
            </a:pPr>
            <a:r>
              <a:rPr lang="en-US" sz="1299" b="0" i="0" u="none" strike="noStrike">
                <a:solidFill>
                  <a:srgbClr val="FFFFFF"/>
                </a:solidFill>
                <a:latin typeface="Noto Sans CJK KR Black"/>
                <a:ea typeface="Noto Sans CJK KR Black"/>
                <a:cs typeface="Noto Sans CJK KR Black"/>
              </a:rPr>
              <a:t>02</a:t>
            </a:r>
          </a:p>
        </p:txBody>
      </p:sp>
      <p:sp>
        <p:nvSpPr>
          <p:cNvPr id="6" name="TextBox 6"/>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FFFFFF">
                    <a:alpha val="49020"/>
                  </a:srgbClr>
                </a:solidFill>
                <a:latin typeface="Noto Sans CJK KR Black"/>
                <a:ea typeface="Noto Sans CJK KR Black"/>
                <a:cs typeface="Noto Sans CJK KR Black"/>
              </a:rPr>
              <a:t>MIRICANVAS</a:t>
            </a:r>
          </a:p>
        </p:txBody>
      </p:sp>
      <p:sp>
        <p:nvSpPr>
          <p:cNvPr id="7" name="TextBox 7"/>
          <p:cNvSpPr txBox="1"/>
          <p:nvPr/>
        </p:nvSpPr>
        <p:spPr>
          <a:xfrm>
            <a:off x="838200" y="35433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8" name="TextBox 8"/>
          <p:cNvSpPr txBox="1"/>
          <p:nvPr/>
        </p:nvSpPr>
        <p:spPr>
          <a:xfrm rot="5400000">
            <a:off x="6819900" y="7493000"/>
            <a:ext cx="5130800" cy="266700"/>
          </a:xfrm>
          <a:prstGeom prst="rect">
            <a:avLst/>
          </a:prstGeom>
        </p:spPr>
        <p:txBody>
          <a:bodyPr lIns="0" tIns="7620" rIns="0" bIns="0" rtlCol="0" anchor="t"/>
          <a:lstStyle/>
          <a:p>
            <a:pPr lvl="0" algn="r">
              <a:lnSpc>
                <a:spcPct val="107899"/>
              </a:lnSpc>
            </a:pPr>
            <a:r>
              <a:rPr lang="en-US" sz="1099" b="0" i="0" u="none" strike="noStrike" spc="-100">
                <a:solidFill>
                  <a:srgbClr val="C2C2C2">
                    <a:alpha val="72157"/>
                  </a:srgbClr>
                </a:solidFill>
                <a:latin typeface="Noto Sans CJK KR Medium"/>
                <a:ea typeface="Noto Sans CJK KR Medium"/>
                <a:cs typeface="Noto Sans CJK KR Medium"/>
              </a:rPr>
              <a:t>* 페이지내 인물사진은 샘플 이미지입니다.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Problem &amp; Solution</a:t>
            </a:r>
          </a:p>
        </p:txBody>
      </p:sp>
      <p:sp>
        <p:nvSpPr>
          <p:cNvPr id="3" name="TextBox 3"/>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 name="TextBox 4"/>
          <p:cNvSpPr txBox="1"/>
          <p:nvPr/>
        </p:nvSpPr>
        <p:spPr>
          <a:xfrm>
            <a:off x="9829800" y="6921500"/>
            <a:ext cx="7162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해법</a:t>
            </a:r>
          </a:p>
        </p:txBody>
      </p:sp>
      <p:sp>
        <p:nvSpPr>
          <p:cNvPr id="5" name="TextBox 5"/>
          <p:cNvSpPr txBox="1"/>
          <p:nvPr/>
        </p:nvSpPr>
        <p:spPr>
          <a:xfrm>
            <a:off x="9829800" y="7581900"/>
            <a:ext cx="7162800" cy="15748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6" name="TextBox 6"/>
          <p:cNvSpPr txBox="1"/>
          <p:nvPr/>
        </p:nvSpPr>
        <p:spPr>
          <a:xfrm>
            <a:off x="9829800" y="4076700"/>
            <a:ext cx="7162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문제</a:t>
            </a:r>
          </a:p>
        </p:txBody>
      </p:sp>
      <p:sp>
        <p:nvSpPr>
          <p:cNvPr id="7" name="TextBox 7"/>
          <p:cNvSpPr txBox="1"/>
          <p:nvPr/>
        </p:nvSpPr>
        <p:spPr>
          <a:xfrm>
            <a:off x="9829800" y="4724400"/>
            <a:ext cx="7162800" cy="15748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8" name="TextBox 8"/>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38200" y="1079500"/>
            <a:ext cx="57023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Mission &amp; Vision</a:t>
            </a:r>
          </a:p>
        </p:txBody>
      </p:sp>
      <p:pic>
        <p:nvPicPr>
          <p:cNvPr id="3" name="Picture 3"/>
          <p:cNvPicPr>
            <a:picLocks noChangeAspect="1"/>
          </p:cNvPicPr>
          <p:nvPr/>
        </p:nvPicPr>
        <p:blipFill>
          <a:blip r:embed="rId2"/>
          <a:stretch>
            <a:fillRect/>
          </a:stretch>
        </p:blipFill>
        <p:spPr>
          <a:xfrm>
            <a:off x="-12700" y="6489700"/>
            <a:ext cx="18313400" cy="3810000"/>
          </a:xfrm>
          <a:prstGeom prst="rect">
            <a:avLst/>
          </a:prstGeom>
        </p:spPr>
      </p:pic>
      <p:sp>
        <p:nvSpPr>
          <p:cNvPr id="4" name="TextBox 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FFFFFF"/>
                </a:solidFill>
                <a:latin typeface="Noto Sans CJK KR Black"/>
                <a:ea typeface="Noto Sans CJK KR Black"/>
                <a:cs typeface="Noto Sans CJK KR Black"/>
              </a:rPr>
              <a:t>04</a:t>
            </a:r>
          </a:p>
        </p:txBody>
      </p:sp>
      <p:sp>
        <p:nvSpPr>
          <p:cNvPr id="5" name="TextBox 5"/>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6" name="TextBox 6"/>
          <p:cNvSpPr txBox="1"/>
          <p:nvPr/>
        </p:nvSpPr>
        <p:spPr>
          <a:xfrm>
            <a:off x="838200" y="28956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sp>
        <p:nvSpPr>
          <p:cNvPr id="7" name="TextBox 7"/>
          <p:cNvSpPr txBox="1"/>
          <p:nvPr/>
        </p:nvSpPr>
        <p:spPr>
          <a:xfrm>
            <a:off x="838200" y="35433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8" name="TextBox 8"/>
          <p:cNvSpPr txBox="1"/>
          <p:nvPr/>
        </p:nvSpPr>
        <p:spPr>
          <a:xfrm>
            <a:off x="6807200" y="3543300"/>
            <a:ext cx="4851400" cy="24892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프로젝트에서 중요한 요소이며 최종 결과물의 시각적</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매력, 가독성 및 사용성에 큰 영향을 미칠 수 있습니다.</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디자인의 목적과 대상에 따라 페이지 크기, 방향, 여백,</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열 너비, 이미지 및 기타 요소의 배치와 같은 요소를 고려해야 할 수 있습니다. 또한 정보의 계층 구조와 독자의</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시선을 콘텐츠에 어떻게 유도할 것인지도 고려하는 것이 중요합니다.</a:t>
            </a:r>
          </a:p>
        </p:txBody>
      </p:sp>
      <p:sp>
        <p:nvSpPr>
          <p:cNvPr id="9" name="TextBox 9"/>
          <p:cNvSpPr txBox="1"/>
          <p:nvPr/>
        </p:nvSpPr>
        <p:spPr>
          <a:xfrm>
            <a:off x="12788900" y="3556000"/>
            <a:ext cx="4851400" cy="24892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프로젝트에서 중요한 요소이며 최종 결과물의 시각적</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매력, 가독성 및 사용성에 큰 영향을 미칠 수 있습니다.</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디자인의 목적과 대상에 따라 페이지 크기, 방향, 여백,</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열 너비, 이미지 및 기타 요소의 배치와 같은 요소를 고려해야 할 수 있습니다. 또한 정보의 계층 구조와 독자의</a:t>
            </a:r>
          </a:p>
          <a:p>
            <a:pPr lvl="0" algn="l">
              <a:lnSpc>
                <a:spcPct val="124499"/>
              </a:lnSpc>
            </a:pPr>
            <a:r>
              <a:rPr lang="en-US" sz="1599" b="0" i="0" u="none" strike="noStrike" spc="-100">
                <a:solidFill>
                  <a:srgbClr val="726B6B"/>
                </a:solidFill>
                <a:latin typeface="Noto Sans CJK KR Regular"/>
                <a:ea typeface="Noto Sans CJK KR Regular"/>
                <a:cs typeface="Noto Sans CJK KR Regular"/>
              </a:rPr>
              <a:t>시선을 콘텐츠에 어떻게 유도할 것인지도 고려하는 것이 중요합니다.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Key Numbers</a:t>
            </a:r>
          </a:p>
        </p:txBody>
      </p:sp>
      <p:sp>
        <p:nvSpPr>
          <p:cNvPr id="3" name="TextBox 3"/>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 name="TextBox 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05</a:t>
            </a:r>
          </a:p>
        </p:txBody>
      </p:sp>
      <p:sp>
        <p:nvSpPr>
          <p:cNvPr id="5" name="TextBox 5"/>
          <p:cNvSpPr txBox="1"/>
          <p:nvPr/>
        </p:nvSpPr>
        <p:spPr>
          <a:xfrm>
            <a:off x="1397000" y="44323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0,000곳</a:t>
            </a:r>
          </a:p>
        </p:txBody>
      </p:sp>
      <p:sp>
        <p:nvSpPr>
          <p:cNvPr id="6" name="TextBox 6"/>
          <p:cNvSpPr txBox="1"/>
          <p:nvPr/>
        </p:nvSpPr>
        <p:spPr>
          <a:xfrm>
            <a:off x="1397000" y="51435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7" name="TextBox 7"/>
          <p:cNvSpPr txBox="1"/>
          <p:nvPr/>
        </p:nvSpPr>
        <p:spPr>
          <a:xfrm>
            <a:off x="6743700" y="44323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월 00만 건</a:t>
            </a:r>
          </a:p>
        </p:txBody>
      </p:sp>
      <p:sp>
        <p:nvSpPr>
          <p:cNvPr id="8" name="TextBox 8"/>
          <p:cNvSpPr txBox="1"/>
          <p:nvPr/>
        </p:nvSpPr>
        <p:spPr>
          <a:xfrm>
            <a:off x="6743700" y="51435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9" name="TextBox 9"/>
          <p:cNvSpPr txBox="1"/>
          <p:nvPr/>
        </p:nvSpPr>
        <p:spPr>
          <a:xfrm>
            <a:off x="12090400" y="44323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00.0% </a:t>
            </a:r>
          </a:p>
        </p:txBody>
      </p:sp>
      <p:sp>
        <p:nvSpPr>
          <p:cNvPr id="10" name="TextBox 10"/>
          <p:cNvSpPr txBox="1"/>
          <p:nvPr/>
        </p:nvSpPr>
        <p:spPr>
          <a:xfrm>
            <a:off x="12090400" y="51435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97000" y="4953000"/>
            <a:ext cx="4749800" cy="38100"/>
          </a:xfrm>
          <a:prstGeom prst="rect">
            <a:avLst/>
          </a:prstGeom>
        </p:spPr>
      </p:pic>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90400" y="4953000"/>
            <a:ext cx="4749800" cy="38100"/>
          </a:xfrm>
          <a:prstGeom prst="rect">
            <a:avLst/>
          </a:prstGeom>
        </p:spPr>
      </p:pic>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3700" y="4953000"/>
            <a:ext cx="4749800" cy="38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2628900" y="9169400"/>
            <a:ext cx="825500" cy="381000"/>
          </a:xfrm>
          <a:prstGeom prst="rect">
            <a:avLst/>
          </a:prstGeom>
        </p:spPr>
        <p:txBody>
          <a:bodyPr lIns="0" tIns="20320" rIns="0" bIns="0" rtlCol="0" anchor="t"/>
          <a:lstStyle/>
          <a:p>
            <a:pPr lvl="0" algn="ctr">
              <a:lnSpc>
                <a:spcPct val="99600"/>
              </a:lnSpc>
            </a:pPr>
            <a:r>
              <a:rPr lang="en-US" sz="1599" b="0" i="0" u="none" strike="noStrike">
                <a:solidFill>
                  <a:srgbClr val="000000"/>
                </a:solidFill>
                <a:latin typeface="Noto Sans CJK KR Black"/>
                <a:ea typeface="Noto Sans CJK KR Black"/>
                <a:cs typeface="Noto Sans CJK KR Black"/>
              </a:rPr>
              <a:t>2081</a:t>
            </a:r>
          </a:p>
        </p:txBody>
      </p:sp>
      <p:sp>
        <p:nvSpPr>
          <p:cNvPr id="3" name="TextBox 3"/>
          <p:cNvSpPr txBox="1"/>
          <p:nvPr/>
        </p:nvSpPr>
        <p:spPr>
          <a:xfrm>
            <a:off x="11036300" y="1104900"/>
            <a:ext cx="5867400" cy="18796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98600" y="9067800"/>
            <a:ext cx="15341600" cy="63500"/>
          </a:xfrm>
          <a:prstGeom prst="rect">
            <a:avLst/>
          </a:prstGeom>
        </p:spPr>
      </p:pic>
      <p:sp>
        <p:nvSpPr>
          <p:cNvPr id="5" name="TextBox 5"/>
          <p:cNvSpPr txBox="1"/>
          <p:nvPr/>
        </p:nvSpPr>
        <p:spPr>
          <a:xfrm>
            <a:off x="5410200" y="9169400"/>
            <a:ext cx="660400" cy="381000"/>
          </a:xfrm>
          <a:prstGeom prst="rect">
            <a:avLst/>
          </a:prstGeom>
        </p:spPr>
        <p:txBody>
          <a:bodyPr lIns="0" tIns="20320" rIns="0" bIns="0" rtlCol="0" anchor="t"/>
          <a:lstStyle/>
          <a:p>
            <a:pPr lvl="0" algn="ctr">
              <a:lnSpc>
                <a:spcPct val="99600"/>
              </a:lnSpc>
            </a:pPr>
            <a:r>
              <a:rPr lang="en-US" sz="1599" b="0" i="0" u="none" strike="noStrike">
                <a:solidFill>
                  <a:srgbClr val="000000"/>
                </a:solidFill>
                <a:latin typeface="Noto Sans CJK KR Black"/>
                <a:ea typeface="Noto Sans CJK KR Black"/>
                <a:cs typeface="Noto Sans CJK KR Black"/>
              </a:rPr>
              <a:t>2085</a:t>
            </a:r>
          </a:p>
        </p:txBody>
      </p:sp>
      <p:sp>
        <p:nvSpPr>
          <p:cNvPr id="6" name="TextBox 6"/>
          <p:cNvSpPr txBox="1"/>
          <p:nvPr/>
        </p:nvSpPr>
        <p:spPr>
          <a:xfrm>
            <a:off x="8026400" y="9169400"/>
            <a:ext cx="711200" cy="381000"/>
          </a:xfrm>
          <a:prstGeom prst="rect">
            <a:avLst/>
          </a:prstGeom>
        </p:spPr>
        <p:txBody>
          <a:bodyPr lIns="0" tIns="20320" rIns="0" bIns="0" rtlCol="0" anchor="t"/>
          <a:lstStyle/>
          <a:p>
            <a:pPr lvl="0" algn="ctr">
              <a:lnSpc>
                <a:spcPct val="99600"/>
              </a:lnSpc>
            </a:pPr>
            <a:r>
              <a:rPr lang="en-US" sz="1599" b="0" i="0" u="none" strike="noStrike">
                <a:solidFill>
                  <a:srgbClr val="000000"/>
                </a:solidFill>
                <a:latin typeface="Noto Sans CJK KR Black"/>
                <a:ea typeface="Noto Sans CJK KR Black"/>
                <a:cs typeface="Noto Sans CJK KR Black"/>
              </a:rPr>
              <a:t>2090</a:t>
            </a:r>
          </a:p>
        </p:txBody>
      </p:sp>
      <p:sp>
        <p:nvSpPr>
          <p:cNvPr id="7" name="TextBox 7"/>
          <p:cNvSpPr txBox="1"/>
          <p:nvPr/>
        </p:nvSpPr>
        <p:spPr>
          <a:xfrm>
            <a:off x="10693400" y="9169400"/>
            <a:ext cx="711200" cy="381000"/>
          </a:xfrm>
          <a:prstGeom prst="rect">
            <a:avLst/>
          </a:prstGeom>
        </p:spPr>
        <p:txBody>
          <a:bodyPr lIns="0" tIns="20320" rIns="0" bIns="0" rtlCol="0" anchor="t"/>
          <a:lstStyle/>
          <a:p>
            <a:pPr lvl="0" algn="ctr">
              <a:lnSpc>
                <a:spcPct val="99600"/>
              </a:lnSpc>
            </a:pPr>
            <a:r>
              <a:rPr lang="en-US" sz="1599" b="0" i="0" u="none" strike="noStrike">
                <a:solidFill>
                  <a:srgbClr val="000000"/>
                </a:solidFill>
                <a:latin typeface="Noto Sans CJK KR Black"/>
                <a:ea typeface="Noto Sans CJK KR Black"/>
                <a:cs typeface="Noto Sans CJK KR Black"/>
              </a:rPr>
              <a:t>2095</a:t>
            </a:r>
          </a:p>
        </p:txBody>
      </p:sp>
      <p:sp>
        <p:nvSpPr>
          <p:cNvPr id="8" name="TextBox 8"/>
          <p:cNvSpPr txBox="1"/>
          <p:nvPr/>
        </p:nvSpPr>
        <p:spPr>
          <a:xfrm>
            <a:off x="13360400" y="9169400"/>
            <a:ext cx="711200" cy="381000"/>
          </a:xfrm>
          <a:prstGeom prst="rect">
            <a:avLst/>
          </a:prstGeom>
        </p:spPr>
        <p:txBody>
          <a:bodyPr lIns="0" tIns="20320" rIns="0" bIns="0" rtlCol="0" anchor="t"/>
          <a:lstStyle/>
          <a:p>
            <a:pPr lvl="0" algn="ctr">
              <a:lnSpc>
                <a:spcPct val="99600"/>
              </a:lnSpc>
            </a:pPr>
            <a:r>
              <a:rPr lang="en-US" sz="1599" b="0" i="0" u="none" strike="noStrike">
                <a:solidFill>
                  <a:srgbClr val="000000"/>
                </a:solidFill>
                <a:latin typeface="Noto Sans CJK KR Black"/>
                <a:ea typeface="Noto Sans CJK KR Black"/>
                <a:cs typeface="Noto Sans CJK KR Black"/>
              </a:rPr>
              <a:t>2098</a:t>
            </a:r>
          </a:p>
        </p:txBody>
      </p:sp>
      <p:sp>
        <p:nvSpPr>
          <p:cNvPr id="9" name="TextBox 9"/>
          <p:cNvSpPr txBox="1"/>
          <p:nvPr/>
        </p:nvSpPr>
        <p:spPr>
          <a:xfrm>
            <a:off x="6070600" y="4495800"/>
            <a:ext cx="19939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설명을</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공간에 입력해주세요.</a:t>
            </a:r>
          </a:p>
        </p:txBody>
      </p:sp>
      <p:sp>
        <p:nvSpPr>
          <p:cNvPr id="10" name="TextBox 10"/>
          <p:cNvSpPr txBox="1"/>
          <p:nvPr/>
        </p:nvSpPr>
        <p:spPr>
          <a:xfrm>
            <a:off x="6070600" y="41529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11" name="TextBox 11"/>
          <p:cNvSpPr txBox="1"/>
          <p:nvPr/>
        </p:nvSpPr>
        <p:spPr>
          <a:xfrm>
            <a:off x="6070600" y="5676900"/>
            <a:ext cx="1993900" cy="2794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a:t>
            </a:r>
          </a:p>
        </p:txBody>
      </p:sp>
      <p:sp>
        <p:nvSpPr>
          <p:cNvPr id="12" name="TextBox 12"/>
          <p:cNvSpPr txBox="1"/>
          <p:nvPr/>
        </p:nvSpPr>
        <p:spPr>
          <a:xfrm>
            <a:off x="6070600" y="53340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13" name="TextBox 13"/>
          <p:cNvSpPr txBox="1"/>
          <p:nvPr/>
        </p:nvSpPr>
        <p:spPr>
          <a:xfrm>
            <a:off x="8750300" y="4495800"/>
            <a:ext cx="19939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설명을</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공간에 입력해주세요.</a:t>
            </a:r>
          </a:p>
        </p:txBody>
      </p:sp>
      <p:sp>
        <p:nvSpPr>
          <p:cNvPr id="14" name="TextBox 14"/>
          <p:cNvSpPr txBox="1"/>
          <p:nvPr/>
        </p:nvSpPr>
        <p:spPr>
          <a:xfrm>
            <a:off x="8750300" y="41529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15" name="TextBox 15"/>
          <p:cNvSpPr txBox="1"/>
          <p:nvPr/>
        </p:nvSpPr>
        <p:spPr>
          <a:xfrm>
            <a:off x="8750300" y="5676900"/>
            <a:ext cx="1993900" cy="11303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회사가 미리캔버스를 통해</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제공하는 모든 콘텐츠 및</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'편집기'에 대한 저작권은</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국제 저작권협약에 보호받고 있습니다. </a:t>
            </a:r>
          </a:p>
        </p:txBody>
      </p:sp>
      <p:sp>
        <p:nvSpPr>
          <p:cNvPr id="16" name="TextBox 16"/>
          <p:cNvSpPr txBox="1"/>
          <p:nvPr/>
        </p:nvSpPr>
        <p:spPr>
          <a:xfrm>
            <a:off x="8750300" y="53213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17" name="TextBox 17"/>
          <p:cNvSpPr txBox="1"/>
          <p:nvPr/>
        </p:nvSpPr>
        <p:spPr>
          <a:xfrm>
            <a:off x="8750300" y="7315200"/>
            <a:ext cx="1993900" cy="11303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회사가 미리캔버스를 통해</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제공하는 모든 콘텐츠 및</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'편집기'에 대한 저작권은</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국제 저작권협약에 보호받고 있습니다. </a:t>
            </a:r>
          </a:p>
        </p:txBody>
      </p:sp>
      <p:sp>
        <p:nvSpPr>
          <p:cNvPr id="18" name="TextBox 18"/>
          <p:cNvSpPr txBox="1"/>
          <p:nvPr/>
        </p:nvSpPr>
        <p:spPr>
          <a:xfrm>
            <a:off x="8750300" y="69596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19" name="TextBox 19"/>
          <p:cNvSpPr txBox="1"/>
          <p:nvPr/>
        </p:nvSpPr>
        <p:spPr>
          <a:xfrm>
            <a:off x="11417300" y="4495800"/>
            <a:ext cx="1993900" cy="11303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회사가 미리캔버스를 통해</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제공하는 모든 콘텐츠 및</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'편집기'에 대한 저작권은</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국제 저작권협약에 보호받고 있습니다. </a:t>
            </a:r>
          </a:p>
        </p:txBody>
      </p:sp>
      <p:sp>
        <p:nvSpPr>
          <p:cNvPr id="20" name="TextBox 20"/>
          <p:cNvSpPr txBox="1"/>
          <p:nvPr/>
        </p:nvSpPr>
        <p:spPr>
          <a:xfrm>
            <a:off x="11417300" y="41529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21" name="TextBox 21"/>
          <p:cNvSpPr txBox="1"/>
          <p:nvPr/>
        </p:nvSpPr>
        <p:spPr>
          <a:xfrm>
            <a:off x="11417300" y="6083300"/>
            <a:ext cx="19939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설명을</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공간에 입력해주세요.</a:t>
            </a:r>
          </a:p>
        </p:txBody>
      </p:sp>
      <p:sp>
        <p:nvSpPr>
          <p:cNvPr id="22" name="TextBox 22"/>
          <p:cNvSpPr txBox="1"/>
          <p:nvPr/>
        </p:nvSpPr>
        <p:spPr>
          <a:xfrm>
            <a:off x="11417300" y="57404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23" name="TextBox 23"/>
          <p:cNvSpPr txBox="1"/>
          <p:nvPr/>
        </p:nvSpPr>
        <p:spPr>
          <a:xfrm>
            <a:off x="11417300" y="7302500"/>
            <a:ext cx="1993900" cy="2794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a:t>
            </a:r>
          </a:p>
        </p:txBody>
      </p:sp>
      <p:sp>
        <p:nvSpPr>
          <p:cNvPr id="24" name="TextBox 24"/>
          <p:cNvSpPr txBox="1"/>
          <p:nvPr/>
        </p:nvSpPr>
        <p:spPr>
          <a:xfrm>
            <a:off x="11417300" y="69596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25" name="TextBox 25"/>
          <p:cNvSpPr txBox="1"/>
          <p:nvPr/>
        </p:nvSpPr>
        <p:spPr>
          <a:xfrm>
            <a:off x="14084300" y="5715000"/>
            <a:ext cx="1993900" cy="11303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회사가 미리캔버스를 통해</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제공하는 모든 콘텐츠 및</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'편집기'에 대한 저작권은</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국제 저작권협약에 보호받고 있습니다. </a:t>
            </a:r>
          </a:p>
        </p:txBody>
      </p:sp>
      <p:sp>
        <p:nvSpPr>
          <p:cNvPr id="26" name="TextBox 26"/>
          <p:cNvSpPr txBox="1"/>
          <p:nvPr/>
        </p:nvSpPr>
        <p:spPr>
          <a:xfrm>
            <a:off x="14084300" y="5346700"/>
            <a:ext cx="19939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해당년도의 내용</a:t>
            </a:r>
          </a:p>
        </p:txBody>
      </p:sp>
      <p:sp>
        <p:nvSpPr>
          <p:cNvPr id="27" name="TextBox 27"/>
          <p:cNvSpPr txBox="1"/>
          <p:nvPr/>
        </p:nvSpPr>
        <p:spPr>
          <a:xfrm>
            <a:off x="14084300" y="4495800"/>
            <a:ext cx="19939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설명을</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공간에 입력해주세요.</a:t>
            </a:r>
          </a:p>
        </p:txBody>
      </p:sp>
      <p:sp>
        <p:nvSpPr>
          <p:cNvPr id="28" name="TextBox 28"/>
          <p:cNvSpPr txBox="1"/>
          <p:nvPr/>
        </p:nvSpPr>
        <p:spPr>
          <a:xfrm>
            <a:off x="14084300" y="41529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29" name="TextBox 29"/>
          <p:cNvSpPr txBox="1"/>
          <p:nvPr/>
        </p:nvSpPr>
        <p:spPr>
          <a:xfrm>
            <a:off x="14084300" y="7302500"/>
            <a:ext cx="19939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설명을</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공간에 입력해주세요.</a:t>
            </a:r>
          </a:p>
        </p:txBody>
      </p:sp>
      <p:sp>
        <p:nvSpPr>
          <p:cNvPr id="30" name="TextBox 30"/>
          <p:cNvSpPr txBox="1"/>
          <p:nvPr/>
        </p:nvSpPr>
        <p:spPr>
          <a:xfrm>
            <a:off x="14084300" y="69596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31" name="TextBox 31"/>
          <p:cNvSpPr txBox="1"/>
          <p:nvPr/>
        </p:nvSpPr>
        <p:spPr>
          <a:xfrm>
            <a:off x="14084300" y="8509000"/>
            <a:ext cx="1993900" cy="2794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연혁과 해당 부가 설명</a:t>
            </a:r>
          </a:p>
        </p:txBody>
      </p:sp>
      <p:sp>
        <p:nvSpPr>
          <p:cNvPr id="32" name="TextBox 32"/>
          <p:cNvSpPr txBox="1"/>
          <p:nvPr/>
        </p:nvSpPr>
        <p:spPr>
          <a:xfrm>
            <a:off x="14084300" y="81661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sp>
        <p:nvSpPr>
          <p:cNvPr id="33" name="TextBox 33"/>
          <p:cNvSpPr txBox="1"/>
          <p:nvPr/>
        </p:nvSpPr>
        <p:spPr>
          <a:xfrm>
            <a:off x="3365500" y="6515100"/>
            <a:ext cx="1993900" cy="9144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회사가 미리캔버스를 통해 제공하는 모든 콘텐츠 및 '편집기'에 대한 저작권은 국제 저작권협약에 보호받고 있습니다. </a:t>
            </a:r>
          </a:p>
        </p:txBody>
      </p:sp>
      <p:sp>
        <p:nvSpPr>
          <p:cNvPr id="34" name="TextBox 34"/>
          <p:cNvSpPr txBox="1"/>
          <p:nvPr/>
        </p:nvSpPr>
        <p:spPr>
          <a:xfrm>
            <a:off x="3365500" y="6159500"/>
            <a:ext cx="19939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해당년도의 내용</a:t>
            </a: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38500" y="6616700"/>
            <a:ext cx="4953000" cy="50800"/>
          </a:xfrm>
          <a:prstGeom prst="rect">
            <a:avLst/>
          </a:prstGeom>
        </p:spPr>
      </p:pic>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5905500" y="6616700"/>
            <a:ext cx="4953000" cy="50800"/>
          </a:xfrm>
          <a:prstGeom prst="rect">
            <a:avLst/>
          </a:prstGeom>
        </p:spPr>
      </p:pic>
      <p:pic>
        <p:nvPicPr>
          <p:cNvPr id="37" name="Picture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1226800" y="6616700"/>
            <a:ext cx="4953000" cy="50800"/>
          </a:xfrm>
          <a:prstGeom prst="rect">
            <a:avLst/>
          </a:prstGeom>
        </p:spPr>
      </p:pic>
      <p:pic>
        <p:nvPicPr>
          <p:cNvPr id="38" name="Picture 3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8572500" y="6616700"/>
            <a:ext cx="4953000" cy="50800"/>
          </a:xfrm>
          <a:prstGeom prst="rect">
            <a:avLst/>
          </a:prstGeom>
        </p:spPr>
      </p:pic>
      <p:pic>
        <p:nvPicPr>
          <p:cNvPr id="39" name="Picture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558800" y="6616700"/>
            <a:ext cx="4953000" cy="50800"/>
          </a:xfrm>
          <a:prstGeom prst="rect">
            <a:avLst/>
          </a:prstGeom>
        </p:spPr>
      </p:pic>
      <p:sp>
        <p:nvSpPr>
          <p:cNvPr id="40" name="TextBox 40"/>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06</a:t>
            </a:r>
          </a:p>
        </p:txBody>
      </p:sp>
      <p:sp>
        <p:nvSpPr>
          <p:cNvPr id="41" name="TextBox 41"/>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2" name="TextBox 42"/>
          <p:cNvSpPr txBox="1"/>
          <p:nvPr/>
        </p:nvSpPr>
        <p:spPr>
          <a:xfrm>
            <a:off x="838200" y="1079500"/>
            <a:ext cx="57023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The Timeline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473200" y="-12700"/>
            <a:ext cx="7683500" cy="10312400"/>
          </a:xfrm>
          <a:prstGeom prst="rect">
            <a:avLst/>
          </a:prstGeom>
        </p:spPr>
      </p:pic>
      <p:pic>
        <p:nvPicPr>
          <p:cNvPr id="3" name="Picture 3"/>
          <p:cNvPicPr>
            <a:picLocks noChangeAspect="1"/>
          </p:cNvPicPr>
          <p:nvPr/>
        </p:nvPicPr>
        <p:blipFill>
          <a:blip r:embed="rId3"/>
          <a:stretch>
            <a:fillRect/>
          </a:stretch>
        </p:blipFill>
        <p:spPr>
          <a:xfrm>
            <a:off x="10668000" y="5295900"/>
            <a:ext cx="1752600" cy="1663700"/>
          </a:xfrm>
          <a:prstGeom prst="rect">
            <a:avLst/>
          </a:prstGeom>
        </p:spPr>
      </p:pic>
      <p:pic>
        <p:nvPicPr>
          <p:cNvPr id="4" name="Picture 4"/>
          <p:cNvPicPr>
            <a:picLocks noChangeAspect="1"/>
          </p:cNvPicPr>
          <p:nvPr/>
        </p:nvPicPr>
        <p:blipFill>
          <a:blip r:embed="rId4"/>
          <a:stretch>
            <a:fillRect/>
          </a:stretch>
        </p:blipFill>
        <p:spPr>
          <a:xfrm>
            <a:off x="10668000" y="7543800"/>
            <a:ext cx="1752600" cy="1663700"/>
          </a:xfrm>
          <a:prstGeom prst="rect">
            <a:avLst/>
          </a:prstGeom>
        </p:spPr>
      </p:pic>
      <p:sp>
        <p:nvSpPr>
          <p:cNvPr id="5" name="TextBox 5"/>
          <p:cNvSpPr txBox="1"/>
          <p:nvPr/>
        </p:nvSpPr>
        <p:spPr>
          <a:xfrm>
            <a:off x="10668000" y="1536700"/>
            <a:ext cx="57023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Our Product</a:t>
            </a:r>
          </a:p>
        </p:txBody>
      </p:sp>
      <p:sp>
        <p:nvSpPr>
          <p:cNvPr id="6" name="TextBox 6"/>
          <p:cNvSpPr txBox="1"/>
          <p:nvPr/>
        </p:nvSpPr>
        <p:spPr>
          <a:xfrm>
            <a:off x="10680700" y="2819400"/>
            <a:ext cx="6210300" cy="18796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7" name="TextBox 7"/>
          <p:cNvSpPr txBox="1"/>
          <p:nvPr/>
        </p:nvSpPr>
        <p:spPr>
          <a:xfrm>
            <a:off x="12623800" y="52324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sp>
        <p:nvSpPr>
          <p:cNvPr id="8" name="TextBox 8"/>
          <p:cNvSpPr txBox="1"/>
          <p:nvPr/>
        </p:nvSpPr>
        <p:spPr>
          <a:xfrm>
            <a:off x="12623800" y="5892800"/>
            <a:ext cx="4254500" cy="9652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이미지에 대한 설명 또는 기타 내용을 자유롭게 입력해주세요!</a:t>
            </a:r>
          </a:p>
          <a:p>
            <a:pPr lvl="0" algn="l">
              <a:lnSpc>
                <a:spcPct val="124499"/>
              </a:lnSpc>
            </a:pPr>
            <a:endParaRPr lang="en-US" sz="1599" b="0" i="0" u="none" strike="noStrike" spc="-100">
              <a:solidFill>
                <a:srgbClr val="726B6B"/>
              </a:solidFill>
              <a:latin typeface="Noto Sans CJK KR Regular"/>
              <a:ea typeface="Noto Sans CJK KR Regular"/>
              <a:cs typeface="Noto Sans CJK KR Regular"/>
            </a:endParaRPr>
          </a:p>
        </p:txBody>
      </p:sp>
      <p:sp>
        <p:nvSpPr>
          <p:cNvPr id="9" name="TextBox 9"/>
          <p:cNvSpPr txBox="1"/>
          <p:nvPr/>
        </p:nvSpPr>
        <p:spPr>
          <a:xfrm>
            <a:off x="12623800" y="74930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sp>
        <p:nvSpPr>
          <p:cNvPr id="10" name="TextBox 10"/>
          <p:cNvSpPr txBox="1"/>
          <p:nvPr/>
        </p:nvSpPr>
        <p:spPr>
          <a:xfrm>
            <a:off x="12623800" y="8140700"/>
            <a:ext cx="4254500" cy="9652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이미지에 대한 설명 또는 기타 내용을 자유롭게 입력해주세요!</a:t>
            </a:r>
          </a:p>
          <a:p>
            <a:pPr lvl="0" algn="l">
              <a:lnSpc>
                <a:spcPct val="124499"/>
              </a:lnSpc>
            </a:pPr>
            <a:endParaRPr lang="en-US" sz="1599" b="0" i="0" u="none" strike="noStrike" spc="-100">
              <a:solidFill>
                <a:srgbClr val="726B6B"/>
              </a:solidFill>
              <a:latin typeface="Noto Sans CJK KR Regular"/>
              <a:ea typeface="Noto Sans CJK KR Regular"/>
              <a:cs typeface="Noto Sans CJK KR Regular"/>
            </a:endParaRPr>
          </a:p>
        </p:txBody>
      </p:sp>
      <p:sp>
        <p:nvSpPr>
          <p:cNvPr id="11" name="TextBox 11"/>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07</a:t>
            </a:r>
          </a:p>
        </p:txBody>
      </p:sp>
      <p:sp>
        <p:nvSpPr>
          <p:cNvPr id="12" name="TextBox 12"/>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6200000">
            <a:off x="2984500" y="3898900"/>
            <a:ext cx="6565900" cy="3721100"/>
          </a:xfrm>
          <a:prstGeom prst="rect">
            <a:avLst/>
          </a:prstGeom>
        </p:spPr>
      </p:pic>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09900" y="3835400"/>
            <a:ext cx="3746500" cy="3746500"/>
          </a:xfrm>
          <a:prstGeom prst="rect">
            <a:avLst/>
          </a:prstGeom>
        </p:spPr>
      </p:pic>
      <p:sp>
        <p:nvSpPr>
          <p:cNvPr id="4" name="TextBox 4"/>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Core Services</a:t>
            </a:r>
          </a:p>
        </p:txBody>
      </p:sp>
      <p:sp>
        <p:nvSpPr>
          <p:cNvPr id="5" name="TextBox 5"/>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6" name="TextBox 6"/>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08</a:t>
            </a:r>
          </a:p>
        </p:txBody>
      </p:sp>
      <p:sp>
        <p:nvSpPr>
          <p:cNvPr id="7" name="TextBox 7"/>
          <p:cNvSpPr txBox="1"/>
          <p:nvPr/>
        </p:nvSpPr>
        <p:spPr>
          <a:xfrm>
            <a:off x="3263900" y="5499100"/>
            <a:ext cx="3251200" cy="457200"/>
          </a:xfrm>
          <a:prstGeom prst="rect">
            <a:avLst/>
          </a:prstGeom>
        </p:spPr>
        <p:txBody>
          <a:bodyPr lIns="0" tIns="13335" rIns="0" bIns="0" rtlCol="0" anchor="t"/>
          <a:lstStyle/>
          <a:p>
            <a:pPr lvl="0" algn="ctr">
              <a:lnSpc>
                <a:spcPct val="107899"/>
              </a:lnSpc>
            </a:pPr>
            <a:r>
              <a:rPr lang="en-US" sz="2099" b="0" i="0" u="none" strike="noStrike" spc="-100">
                <a:solidFill>
                  <a:srgbClr val="FFFFFF"/>
                </a:solidFill>
                <a:latin typeface="Noto Sans CJK KR Medium"/>
                <a:ea typeface="Noto Sans CJK KR Medium"/>
                <a:cs typeface="Noto Sans CJK KR Medium"/>
              </a:rPr>
              <a:t>주제를 입력하세요</a:t>
            </a:r>
          </a:p>
        </p:txBody>
      </p:sp>
      <p:sp>
        <p:nvSpPr>
          <p:cNvPr id="8" name="TextBox 8"/>
          <p:cNvSpPr txBox="1"/>
          <p:nvPr/>
        </p:nvSpPr>
        <p:spPr>
          <a:xfrm>
            <a:off x="8928100" y="3048000"/>
            <a:ext cx="65786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서비스에 대한 설명을 입력하는 페이지입니다. 주력 서비스의 특징과 고객에게 제공하는 핵심 가치를 간단히 설명해 주세요.</a:t>
            </a:r>
          </a:p>
        </p:txBody>
      </p:sp>
      <p:sp>
        <p:nvSpPr>
          <p:cNvPr id="9" name="TextBox 9"/>
          <p:cNvSpPr txBox="1"/>
          <p:nvPr/>
        </p:nvSpPr>
        <p:spPr>
          <a:xfrm>
            <a:off x="8928100" y="2667000"/>
            <a:ext cx="65913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01. 텍스트</a:t>
            </a:r>
          </a:p>
        </p:txBody>
      </p:sp>
      <p:sp>
        <p:nvSpPr>
          <p:cNvPr id="10" name="TextBox 10"/>
          <p:cNvSpPr txBox="1"/>
          <p:nvPr/>
        </p:nvSpPr>
        <p:spPr>
          <a:xfrm>
            <a:off x="8928100" y="4635500"/>
            <a:ext cx="65786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서비스에 대한 설명을 입력하는 페이지입니다. 서비스의 주요 기능과 다른 서비스와 차별화되는 점을 함께 적어주세요.</a:t>
            </a:r>
          </a:p>
        </p:txBody>
      </p:sp>
      <p:sp>
        <p:nvSpPr>
          <p:cNvPr id="11" name="TextBox 11"/>
          <p:cNvSpPr txBox="1"/>
          <p:nvPr/>
        </p:nvSpPr>
        <p:spPr>
          <a:xfrm>
            <a:off x="8928100" y="4254500"/>
            <a:ext cx="65913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02. 텍스트</a:t>
            </a:r>
          </a:p>
        </p:txBody>
      </p:sp>
      <p:sp>
        <p:nvSpPr>
          <p:cNvPr id="12" name="TextBox 12"/>
          <p:cNvSpPr txBox="1"/>
          <p:nvPr/>
        </p:nvSpPr>
        <p:spPr>
          <a:xfrm>
            <a:off x="8928100" y="7823200"/>
            <a:ext cx="65786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서비스에 대한 설명을 입력하는 페이지입니다. 서비스 이용 방법이나 제공 절차를 단계별로 간단히 안내해 주세요.</a:t>
            </a:r>
          </a:p>
        </p:txBody>
      </p:sp>
      <p:sp>
        <p:nvSpPr>
          <p:cNvPr id="13" name="TextBox 13"/>
          <p:cNvSpPr txBox="1"/>
          <p:nvPr/>
        </p:nvSpPr>
        <p:spPr>
          <a:xfrm>
            <a:off x="8928100" y="7442200"/>
            <a:ext cx="65913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04. 텍스트</a:t>
            </a:r>
          </a:p>
        </p:txBody>
      </p:sp>
      <p:sp>
        <p:nvSpPr>
          <p:cNvPr id="14" name="TextBox 14"/>
          <p:cNvSpPr txBox="1"/>
          <p:nvPr/>
        </p:nvSpPr>
        <p:spPr>
          <a:xfrm>
            <a:off x="8928100" y="6223000"/>
            <a:ext cx="65786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서비스에 대한 설명을 입력하는 페이지입니다. 주요 고객층과 서비스가 활용되는 상황을 구체적으로 설명해 주세요.</a:t>
            </a:r>
          </a:p>
        </p:txBody>
      </p:sp>
      <p:sp>
        <p:nvSpPr>
          <p:cNvPr id="15" name="TextBox 15"/>
          <p:cNvSpPr txBox="1"/>
          <p:nvPr/>
        </p:nvSpPr>
        <p:spPr>
          <a:xfrm>
            <a:off x="8928100" y="5842000"/>
            <a:ext cx="65913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03. 텍스트</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25500" y="1079500"/>
            <a:ext cx="72263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A vs B</a:t>
            </a:r>
          </a:p>
        </p:txBody>
      </p:sp>
      <p:sp>
        <p:nvSpPr>
          <p:cNvPr id="3" name="TextBox 3"/>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 name="TextBox 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09</a:t>
            </a:r>
          </a:p>
        </p:txBody>
      </p:sp>
      <p:sp>
        <p:nvSpPr>
          <p:cNvPr id="5" name="TextBox 5"/>
          <p:cNvSpPr txBox="1"/>
          <p:nvPr/>
        </p:nvSpPr>
        <p:spPr>
          <a:xfrm>
            <a:off x="10464800" y="7226300"/>
            <a:ext cx="6553200" cy="457200"/>
          </a:xfrm>
          <a:prstGeom prst="rect">
            <a:avLst/>
          </a:prstGeom>
        </p:spPr>
        <p:txBody>
          <a:bodyPr lIns="0" tIns="13335" rIns="0" bIns="0" rtlCol="0" anchor="t"/>
          <a:lstStyle/>
          <a:p>
            <a:pPr lvl="0" algn="l">
              <a:lnSpc>
                <a:spcPct val="107899"/>
              </a:lnSpc>
            </a:pPr>
            <a:r>
              <a:rPr lang="en-US" sz="2099" b="0" i="0" u="none" strike="noStrike" spc="-100">
                <a:solidFill>
                  <a:srgbClr val="726B6B"/>
                </a:solidFill>
                <a:latin typeface="Noto Sans CJK KR Medium"/>
                <a:ea typeface="Noto Sans CJK KR Medium"/>
                <a:cs typeface="Noto Sans CJK KR Medium"/>
              </a:rPr>
              <a:t>대상B</a:t>
            </a:r>
          </a:p>
        </p:txBody>
      </p:sp>
      <p:sp>
        <p:nvSpPr>
          <p:cNvPr id="6" name="TextBox 6"/>
          <p:cNvSpPr txBox="1"/>
          <p:nvPr/>
        </p:nvSpPr>
        <p:spPr>
          <a:xfrm>
            <a:off x="1295400" y="7226300"/>
            <a:ext cx="6553200" cy="457200"/>
          </a:xfrm>
          <a:prstGeom prst="rect">
            <a:avLst/>
          </a:prstGeom>
        </p:spPr>
        <p:txBody>
          <a:bodyPr lIns="0" tIns="13335" rIns="0" bIns="0" rtlCol="0" anchor="t"/>
          <a:lstStyle/>
          <a:p>
            <a:pPr lvl="0" algn="l">
              <a:lnSpc>
                <a:spcPct val="107899"/>
              </a:lnSpc>
            </a:pPr>
            <a:r>
              <a:rPr lang="en-US" sz="2099" b="0" i="0" u="none" strike="noStrike" spc="-100">
                <a:solidFill>
                  <a:srgbClr val="726B6B"/>
                </a:solidFill>
                <a:latin typeface="Noto Sans CJK KR Medium"/>
                <a:ea typeface="Noto Sans CJK KR Medium"/>
                <a:cs typeface="Noto Sans CJK KR Medium"/>
              </a:rPr>
              <a:t>대상A</a:t>
            </a:r>
          </a:p>
        </p:txBody>
      </p:sp>
      <p:sp>
        <p:nvSpPr>
          <p:cNvPr id="7" name="TextBox 7"/>
          <p:cNvSpPr txBox="1"/>
          <p:nvPr/>
        </p:nvSpPr>
        <p:spPr>
          <a:xfrm>
            <a:off x="10464800" y="7747000"/>
            <a:ext cx="6527800" cy="12700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a:t>
            </a:r>
          </a:p>
        </p:txBody>
      </p:sp>
      <p:sp>
        <p:nvSpPr>
          <p:cNvPr id="8" name="TextBox 8"/>
          <p:cNvSpPr txBox="1"/>
          <p:nvPr/>
        </p:nvSpPr>
        <p:spPr>
          <a:xfrm>
            <a:off x="1295400" y="7747000"/>
            <a:ext cx="6527800" cy="12700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a:t>
            </a:r>
          </a:p>
        </p:txBody>
      </p:sp>
      <p:pic>
        <p:nvPicPr>
          <p:cNvPr id="9" name="Picture 9"/>
          <p:cNvPicPr>
            <a:picLocks noChangeAspect="1"/>
          </p:cNvPicPr>
          <p:nvPr/>
        </p:nvPicPr>
        <p:blipFill>
          <a:blip r:embed="rId2"/>
          <a:stretch>
            <a:fillRect/>
          </a:stretch>
        </p:blipFill>
        <p:spPr>
          <a:xfrm>
            <a:off x="1295400" y="3111500"/>
            <a:ext cx="6464300" cy="3721100"/>
          </a:xfrm>
          <a:prstGeom prst="rect">
            <a:avLst/>
          </a:prstGeom>
        </p:spPr>
      </p:pic>
      <p:pic>
        <p:nvPicPr>
          <p:cNvPr id="10" name="Picture 10"/>
          <p:cNvPicPr>
            <a:picLocks noChangeAspect="1"/>
          </p:cNvPicPr>
          <p:nvPr/>
        </p:nvPicPr>
        <p:blipFill>
          <a:blip r:embed="rId3"/>
          <a:stretch>
            <a:fillRect/>
          </a:stretch>
        </p:blipFill>
        <p:spPr>
          <a:xfrm>
            <a:off x="10464800" y="3111500"/>
            <a:ext cx="6464300" cy="3721100"/>
          </a:xfrm>
          <a:prstGeom prst="rect">
            <a:avLst/>
          </a:prstGeom>
        </p:spPr>
      </p:pic>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97900" y="4953000"/>
            <a:ext cx="1054100" cy="3937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0" y="2616200"/>
            <a:ext cx="5816600" cy="5740400"/>
          </a:xfrm>
          <a:prstGeom prst="rect">
            <a:avLst/>
          </a:prstGeom>
        </p:spPr>
      </p:pic>
      <p:sp>
        <p:nvSpPr>
          <p:cNvPr id="3" name="TextBox 3"/>
          <p:cNvSpPr txBox="1"/>
          <p:nvPr/>
        </p:nvSpPr>
        <p:spPr>
          <a:xfrm>
            <a:off x="13589000" y="4279900"/>
            <a:ext cx="1917700" cy="609600"/>
          </a:xfrm>
          <a:prstGeom prst="rect">
            <a:avLst/>
          </a:prstGeom>
        </p:spPr>
        <p:txBody>
          <a:bodyPr lIns="0" tIns="35559" rIns="0" bIns="0" rtlCol="0" anchor="t"/>
          <a:lstStyle/>
          <a:p>
            <a:pPr lvl="0" algn="ctr">
              <a:lnSpc>
                <a:spcPct val="99600"/>
              </a:lnSpc>
            </a:pPr>
            <a:r>
              <a:rPr lang="en-US" sz="2799" b="0" i="0" u="none" strike="noStrike" spc="-100">
                <a:solidFill>
                  <a:srgbClr val="FFFFFF"/>
                </a:solidFill>
                <a:latin typeface="Noto Sans CJK KR Light"/>
                <a:ea typeface="Noto Sans CJK KR Light"/>
                <a:cs typeface="Noto Sans CJK KR Light"/>
              </a:rPr>
              <a:t>32%</a:t>
            </a:r>
          </a:p>
        </p:txBody>
      </p:sp>
      <p:sp>
        <p:nvSpPr>
          <p:cNvPr id="4" name="TextBox 4"/>
          <p:cNvSpPr txBox="1"/>
          <p:nvPr/>
        </p:nvSpPr>
        <p:spPr>
          <a:xfrm>
            <a:off x="13614400" y="4902200"/>
            <a:ext cx="1854200" cy="482600"/>
          </a:xfrm>
          <a:prstGeom prst="rect">
            <a:avLst/>
          </a:prstGeom>
        </p:spPr>
        <p:txBody>
          <a:bodyPr lIns="0" tIns="15240" rIns="0" bIns="0" rtlCol="0" anchor="t"/>
          <a:lstStyle/>
          <a:p>
            <a:pPr lvl="0" algn="ctr">
              <a:lnSpc>
                <a:spcPct val="99600"/>
              </a:lnSpc>
            </a:pPr>
            <a:r>
              <a:rPr lang="en-US" sz="1199" b="0" i="0" u="none" strike="noStrike" spc="-100">
                <a:solidFill>
                  <a:srgbClr val="FFFFFF"/>
                </a:solidFill>
                <a:latin typeface="Noto Sans CJK KR Light"/>
                <a:ea typeface="Noto Sans CJK KR Light"/>
                <a:cs typeface="Noto Sans CJK KR Light"/>
              </a:rPr>
              <a:t>해당내용과 수치를</a:t>
            </a:r>
          </a:p>
          <a:p>
            <a:pPr lvl="0" algn="ctr">
              <a:lnSpc>
                <a:spcPct val="99600"/>
              </a:lnSpc>
            </a:pPr>
            <a:r>
              <a:rPr lang="en-US" sz="1199" b="0" i="0" u="none" strike="noStrike" spc="-100">
                <a:solidFill>
                  <a:srgbClr val="FFFFFF"/>
                </a:solidFill>
                <a:latin typeface="Noto Sans CJK KR Light"/>
                <a:ea typeface="Noto Sans CJK KR Light"/>
                <a:cs typeface="Noto Sans CJK KR Light"/>
              </a:rPr>
              <a:t>입력하세요.</a:t>
            </a:r>
          </a:p>
        </p:txBody>
      </p:sp>
      <p:sp>
        <p:nvSpPr>
          <p:cNvPr id="5" name="TextBox 5"/>
          <p:cNvSpPr txBox="1"/>
          <p:nvPr/>
        </p:nvSpPr>
        <p:spPr>
          <a:xfrm>
            <a:off x="13042900" y="6362700"/>
            <a:ext cx="1917700" cy="609600"/>
          </a:xfrm>
          <a:prstGeom prst="rect">
            <a:avLst/>
          </a:prstGeom>
        </p:spPr>
        <p:txBody>
          <a:bodyPr lIns="0" tIns="35559" rIns="0" bIns="0" rtlCol="0" anchor="t"/>
          <a:lstStyle/>
          <a:p>
            <a:pPr lvl="0" algn="ctr">
              <a:lnSpc>
                <a:spcPct val="99600"/>
              </a:lnSpc>
            </a:pPr>
            <a:r>
              <a:rPr lang="en-US" sz="2799" b="0" i="0" u="none" strike="noStrike" spc="-100">
                <a:solidFill>
                  <a:srgbClr val="FFFFFF"/>
                </a:solidFill>
                <a:latin typeface="Noto Sans CJK KR Light"/>
                <a:ea typeface="Noto Sans CJK KR Light"/>
                <a:cs typeface="Noto Sans CJK KR Light"/>
              </a:rPr>
              <a:t>27%</a:t>
            </a:r>
          </a:p>
        </p:txBody>
      </p:sp>
      <p:sp>
        <p:nvSpPr>
          <p:cNvPr id="6" name="TextBox 6"/>
          <p:cNvSpPr txBox="1"/>
          <p:nvPr/>
        </p:nvSpPr>
        <p:spPr>
          <a:xfrm>
            <a:off x="13068300" y="6972300"/>
            <a:ext cx="1854200" cy="482600"/>
          </a:xfrm>
          <a:prstGeom prst="rect">
            <a:avLst/>
          </a:prstGeom>
        </p:spPr>
        <p:txBody>
          <a:bodyPr lIns="0" tIns="15240" rIns="0" bIns="0" rtlCol="0" anchor="t"/>
          <a:lstStyle/>
          <a:p>
            <a:pPr lvl="0" algn="ctr">
              <a:lnSpc>
                <a:spcPct val="99600"/>
              </a:lnSpc>
            </a:pPr>
            <a:r>
              <a:rPr lang="en-US" sz="1199" b="0" i="0" u="none" strike="noStrike" spc="-100">
                <a:solidFill>
                  <a:srgbClr val="FFFFFF"/>
                </a:solidFill>
                <a:latin typeface="Noto Sans CJK KR Light"/>
                <a:ea typeface="Noto Sans CJK KR Light"/>
                <a:cs typeface="Noto Sans CJK KR Light"/>
              </a:rPr>
              <a:t>해당내용과 수치를</a:t>
            </a:r>
          </a:p>
          <a:p>
            <a:pPr lvl="0" algn="ctr">
              <a:lnSpc>
                <a:spcPct val="99600"/>
              </a:lnSpc>
            </a:pPr>
            <a:r>
              <a:rPr lang="en-US" sz="1199" b="0" i="0" u="none" strike="noStrike" spc="-100">
                <a:solidFill>
                  <a:srgbClr val="FFFFFF"/>
                </a:solidFill>
                <a:latin typeface="Noto Sans CJK KR Light"/>
                <a:ea typeface="Noto Sans CJK KR Light"/>
                <a:cs typeface="Noto Sans CJK KR Light"/>
              </a:rPr>
              <a:t>입력하세요.</a:t>
            </a:r>
          </a:p>
        </p:txBody>
      </p:sp>
      <p:sp>
        <p:nvSpPr>
          <p:cNvPr id="7" name="TextBox 7"/>
          <p:cNvSpPr txBox="1"/>
          <p:nvPr/>
        </p:nvSpPr>
        <p:spPr>
          <a:xfrm>
            <a:off x="10947400" y="4876800"/>
            <a:ext cx="889000" cy="381000"/>
          </a:xfrm>
          <a:prstGeom prst="rect">
            <a:avLst/>
          </a:prstGeom>
        </p:spPr>
        <p:txBody>
          <a:bodyPr lIns="0" tIns="20319" rIns="0" bIns="0" rtlCol="0" anchor="t"/>
          <a:lstStyle/>
          <a:p>
            <a:pPr lvl="0" algn="ctr">
              <a:lnSpc>
                <a:spcPct val="99600"/>
              </a:lnSpc>
            </a:pPr>
            <a:r>
              <a:rPr lang="en-US" sz="1599" b="0" i="0" u="none" strike="noStrike" spc="-100">
                <a:solidFill>
                  <a:srgbClr val="000000"/>
                </a:solidFill>
                <a:latin typeface="Noto Sans CJK KR Light"/>
                <a:ea typeface="Noto Sans CJK KR Light"/>
                <a:cs typeface="Noto Sans CJK KR Light"/>
              </a:rPr>
              <a:t>27%</a:t>
            </a:r>
          </a:p>
        </p:txBody>
      </p:sp>
      <p:sp>
        <p:nvSpPr>
          <p:cNvPr id="8" name="TextBox 8"/>
          <p:cNvSpPr txBox="1"/>
          <p:nvPr/>
        </p:nvSpPr>
        <p:spPr>
          <a:xfrm>
            <a:off x="10972800" y="5232400"/>
            <a:ext cx="850900" cy="215900"/>
          </a:xfrm>
          <a:prstGeom prst="rect">
            <a:avLst/>
          </a:prstGeom>
        </p:spPr>
        <p:txBody>
          <a:bodyPr lIns="0" tIns="15240" rIns="0" bIns="0" rtlCol="0" anchor="t"/>
          <a:lstStyle/>
          <a:p>
            <a:pPr lvl="0" algn="ctr">
              <a:lnSpc>
                <a:spcPct val="99600"/>
              </a:lnSpc>
            </a:pPr>
            <a:r>
              <a:rPr lang="en-US" sz="999" b="0" i="0" u="none" strike="noStrike" spc="-100">
                <a:solidFill>
                  <a:srgbClr val="000000"/>
                </a:solidFill>
                <a:latin typeface="Noto Sans CJK KR Light"/>
                <a:ea typeface="Noto Sans CJK KR Light"/>
                <a:cs typeface="Noto Sans CJK KR Light"/>
              </a:rPr>
              <a:t>부가설명</a:t>
            </a:r>
          </a:p>
        </p:txBody>
      </p:sp>
      <p:sp>
        <p:nvSpPr>
          <p:cNvPr id="9" name="TextBox 9"/>
          <p:cNvSpPr txBox="1"/>
          <p:nvPr/>
        </p:nvSpPr>
        <p:spPr>
          <a:xfrm>
            <a:off x="11366500" y="6502400"/>
            <a:ext cx="889000" cy="381000"/>
          </a:xfrm>
          <a:prstGeom prst="rect">
            <a:avLst/>
          </a:prstGeom>
        </p:spPr>
        <p:txBody>
          <a:bodyPr lIns="0" tIns="20319" rIns="0" bIns="0" rtlCol="0" anchor="t"/>
          <a:lstStyle/>
          <a:p>
            <a:pPr lvl="0" algn="ctr">
              <a:lnSpc>
                <a:spcPct val="99600"/>
              </a:lnSpc>
            </a:pPr>
            <a:r>
              <a:rPr lang="en-US" sz="1599" b="0" i="0" u="none" strike="noStrike" spc="-100">
                <a:solidFill>
                  <a:srgbClr val="FFFFFF"/>
                </a:solidFill>
                <a:latin typeface="Noto Sans CJK KR Light"/>
                <a:ea typeface="Noto Sans CJK KR Light"/>
                <a:cs typeface="Noto Sans CJK KR Light"/>
              </a:rPr>
              <a:t>27%</a:t>
            </a:r>
          </a:p>
        </p:txBody>
      </p:sp>
      <p:sp>
        <p:nvSpPr>
          <p:cNvPr id="10" name="TextBox 10"/>
          <p:cNvSpPr txBox="1"/>
          <p:nvPr/>
        </p:nvSpPr>
        <p:spPr>
          <a:xfrm>
            <a:off x="11391900" y="6870700"/>
            <a:ext cx="850900" cy="215900"/>
          </a:xfrm>
          <a:prstGeom prst="rect">
            <a:avLst/>
          </a:prstGeom>
        </p:spPr>
        <p:txBody>
          <a:bodyPr lIns="0" tIns="15240" rIns="0" bIns="0" rtlCol="0" anchor="t"/>
          <a:lstStyle/>
          <a:p>
            <a:pPr lvl="0" algn="ctr">
              <a:lnSpc>
                <a:spcPct val="99600"/>
              </a:lnSpc>
            </a:pPr>
            <a:r>
              <a:rPr lang="en-US" sz="999" b="0" i="0" u="none" strike="noStrike" spc="-100">
                <a:solidFill>
                  <a:srgbClr val="FFFFFF"/>
                </a:solidFill>
                <a:latin typeface="Noto Sans CJK KR Light"/>
                <a:ea typeface="Noto Sans CJK KR Light"/>
                <a:cs typeface="Noto Sans CJK KR Light"/>
              </a:rPr>
              <a:t>부가설명</a:t>
            </a:r>
          </a:p>
        </p:txBody>
      </p:sp>
      <p:sp>
        <p:nvSpPr>
          <p:cNvPr id="11" name="TextBox 11"/>
          <p:cNvSpPr txBox="1"/>
          <p:nvPr/>
        </p:nvSpPr>
        <p:spPr>
          <a:xfrm>
            <a:off x="11544300" y="3657600"/>
            <a:ext cx="889000" cy="381000"/>
          </a:xfrm>
          <a:prstGeom prst="rect">
            <a:avLst/>
          </a:prstGeom>
        </p:spPr>
        <p:txBody>
          <a:bodyPr lIns="0" tIns="20319" rIns="0" bIns="0" rtlCol="0" anchor="t"/>
          <a:lstStyle/>
          <a:p>
            <a:pPr lvl="0" algn="ctr">
              <a:lnSpc>
                <a:spcPct val="99600"/>
              </a:lnSpc>
            </a:pPr>
            <a:r>
              <a:rPr lang="en-US" sz="1599" b="0" i="0" u="none" strike="noStrike" spc="-100">
                <a:solidFill>
                  <a:srgbClr val="000000"/>
                </a:solidFill>
                <a:latin typeface="Noto Sans CJK KR Light"/>
                <a:ea typeface="Noto Sans CJK KR Light"/>
                <a:cs typeface="Noto Sans CJK KR Light"/>
              </a:rPr>
              <a:t>27%</a:t>
            </a:r>
          </a:p>
        </p:txBody>
      </p:sp>
      <p:sp>
        <p:nvSpPr>
          <p:cNvPr id="12" name="TextBox 12"/>
          <p:cNvSpPr txBox="1"/>
          <p:nvPr/>
        </p:nvSpPr>
        <p:spPr>
          <a:xfrm>
            <a:off x="11569700" y="4025900"/>
            <a:ext cx="850900" cy="215900"/>
          </a:xfrm>
          <a:prstGeom prst="rect">
            <a:avLst/>
          </a:prstGeom>
        </p:spPr>
        <p:txBody>
          <a:bodyPr lIns="0" tIns="15240" rIns="0" bIns="0" rtlCol="0" anchor="t"/>
          <a:lstStyle/>
          <a:p>
            <a:pPr lvl="0" algn="ctr">
              <a:lnSpc>
                <a:spcPct val="99600"/>
              </a:lnSpc>
            </a:pPr>
            <a:r>
              <a:rPr lang="en-US" sz="999" b="0" i="0" u="none" strike="noStrike" spc="-100">
                <a:solidFill>
                  <a:srgbClr val="000000"/>
                </a:solidFill>
                <a:latin typeface="Noto Sans CJK KR Light"/>
                <a:ea typeface="Noto Sans CJK KR Light"/>
                <a:cs typeface="Noto Sans CJK KR Light"/>
              </a:rPr>
              <a:t>부가설명</a:t>
            </a:r>
          </a:p>
        </p:txBody>
      </p:sp>
      <p:sp>
        <p:nvSpPr>
          <p:cNvPr id="13" name="TextBox 13"/>
          <p:cNvSpPr txBox="1"/>
          <p:nvPr/>
        </p:nvSpPr>
        <p:spPr>
          <a:xfrm>
            <a:off x="11531600" y="2413000"/>
            <a:ext cx="889000" cy="381000"/>
          </a:xfrm>
          <a:prstGeom prst="rect">
            <a:avLst/>
          </a:prstGeom>
        </p:spPr>
        <p:txBody>
          <a:bodyPr lIns="0" tIns="20319" rIns="0" bIns="0" rtlCol="0" anchor="t"/>
          <a:lstStyle/>
          <a:p>
            <a:pPr lvl="0" algn="ctr">
              <a:lnSpc>
                <a:spcPct val="99600"/>
              </a:lnSpc>
            </a:pPr>
            <a:r>
              <a:rPr lang="en-US" sz="1599" b="0" i="0" u="none" strike="noStrike" spc="-100">
                <a:solidFill>
                  <a:srgbClr val="595959"/>
                </a:solidFill>
                <a:latin typeface="Noto Sans CJK KR Light"/>
                <a:ea typeface="Noto Sans CJK KR Light"/>
                <a:cs typeface="Noto Sans CJK KR Light"/>
              </a:rPr>
              <a:t>27%</a:t>
            </a:r>
          </a:p>
        </p:txBody>
      </p:sp>
      <p:sp>
        <p:nvSpPr>
          <p:cNvPr id="14" name="TextBox 14"/>
          <p:cNvSpPr txBox="1"/>
          <p:nvPr/>
        </p:nvSpPr>
        <p:spPr>
          <a:xfrm>
            <a:off x="11544300" y="2768600"/>
            <a:ext cx="850900" cy="215900"/>
          </a:xfrm>
          <a:prstGeom prst="rect">
            <a:avLst/>
          </a:prstGeom>
        </p:spPr>
        <p:txBody>
          <a:bodyPr lIns="0" tIns="15240" rIns="0" bIns="0" rtlCol="0" anchor="t"/>
          <a:lstStyle/>
          <a:p>
            <a:pPr lvl="0" algn="ctr">
              <a:lnSpc>
                <a:spcPct val="99600"/>
              </a:lnSpc>
            </a:pPr>
            <a:r>
              <a:rPr lang="en-US" sz="999" b="0" i="0" u="none" strike="noStrike" spc="-100">
                <a:solidFill>
                  <a:srgbClr val="595959"/>
                </a:solidFill>
                <a:latin typeface="Noto Sans CJK KR Light"/>
                <a:ea typeface="Noto Sans CJK KR Light"/>
                <a:cs typeface="Noto Sans CJK KR Light"/>
              </a:rPr>
              <a:t>부가설명</a:t>
            </a: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293600" y="2667000"/>
            <a:ext cx="254000" cy="38100"/>
          </a:xfrm>
          <a:prstGeom prst="rect">
            <a:avLst/>
          </a:prstGeom>
        </p:spPr>
      </p:pic>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3960000">
            <a:off x="12382500" y="2882900"/>
            <a:ext cx="495300" cy="38100"/>
          </a:xfrm>
          <a:prstGeom prst="rect">
            <a:avLst/>
          </a:prstGeom>
        </p:spPr>
      </p:pic>
      <p:sp>
        <p:nvSpPr>
          <p:cNvPr id="17" name="TextBox 17"/>
          <p:cNvSpPr txBox="1"/>
          <p:nvPr/>
        </p:nvSpPr>
        <p:spPr>
          <a:xfrm>
            <a:off x="3035300" y="1536700"/>
            <a:ext cx="5702300" cy="16764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Pie Chart</a:t>
            </a:r>
          </a:p>
          <a:p>
            <a:pPr lvl="0" algn="l">
              <a:lnSpc>
                <a:spcPct val="99600"/>
              </a:lnSpc>
            </a:pPr>
            <a:r>
              <a:rPr lang="en-US" sz="4699" b="0" i="0" u="none" strike="noStrike" spc="-100">
                <a:solidFill>
                  <a:srgbClr val="595959"/>
                </a:solidFill>
                <a:latin typeface="Noto Sans CJK KR Black"/>
                <a:ea typeface="Noto Sans CJK KR Black"/>
                <a:cs typeface="Noto Sans CJK KR Black"/>
              </a:rPr>
              <a:t>Content 01</a:t>
            </a:r>
          </a:p>
        </p:txBody>
      </p:sp>
      <p:sp>
        <p:nvSpPr>
          <p:cNvPr id="18" name="TextBox 18"/>
          <p:cNvSpPr txBox="1"/>
          <p:nvPr/>
        </p:nvSpPr>
        <p:spPr>
          <a:xfrm>
            <a:off x="3022600" y="33401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sp>
        <p:nvSpPr>
          <p:cNvPr id="19" name="TextBox 19"/>
          <p:cNvSpPr txBox="1"/>
          <p:nvPr/>
        </p:nvSpPr>
        <p:spPr>
          <a:xfrm>
            <a:off x="3022600" y="7340600"/>
            <a:ext cx="48514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부가 설명 및 범주 1</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부가 설명 및 범주 2</a:t>
            </a:r>
          </a:p>
        </p:txBody>
      </p:sp>
      <p:sp>
        <p:nvSpPr>
          <p:cNvPr id="20" name="TextBox 20"/>
          <p:cNvSpPr txBox="1"/>
          <p:nvPr/>
        </p:nvSpPr>
        <p:spPr>
          <a:xfrm>
            <a:off x="3035300" y="7023100"/>
            <a:ext cx="29083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부가범주를 입력하세요.</a:t>
            </a:r>
          </a:p>
        </p:txBody>
      </p:sp>
      <p:sp>
        <p:nvSpPr>
          <p:cNvPr id="21" name="TextBox 21"/>
          <p:cNvSpPr txBox="1"/>
          <p:nvPr/>
        </p:nvSpPr>
        <p:spPr>
          <a:xfrm>
            <a:off x="10680700" y="1549400"/>
            <a:ext cx="4864100" cy="457200"/>
          </a:xfrm>
          <a:prstGeom prst="rect">
            <a:avLst/>
          </a:prstGeom>
        </p:spPr>
        <p:txBody>
          <a:bodyPr lIns="0" tIns="13335" rIns="0" bIns="0" rtlCol="0" anchor="t"/>
          <a:lstStyle/>
          <a:p>
            <a:pPr lvl="0" algn="ctr">
              <a:lnSpc>
                <a:spcPct val="107899"/>
              </a:lnSpc>
            </a:pPr>
            <a:r>
              <a:rPr lang="en-US" sz="2099" b="0" i="0" u="none" strike="noStrike" spc="-100">
                <a:solidFill>
                  <a:srgbClr val="000000"/>
                </a:solidFill>
                <a:latin typeface="Noto Sans CJK KR Medium"/>
                <a:ea typeface="Noto Sans CJK KR Medium"/>
                <a:cs typeface="Noto Sans CJK KR Medium"/>
              </a:rPr>
              <a:t>그래픽의 제목을 입력하세요.</a:t>
            </a:r>
          </a:p>
        </p:txBody>
      </p:sp>
      <p:sp>
        <p:nvSpPr>
          <p:cNvPr id="22" name="TextBox 22"/>
          <p:cNvSpPr txBox="1"/>
          <p:nvPr/>
        </p:nvSpPr>
        <p:spPr>
          <a:xfrm>
            <a:off x="11950700" y="8674100"/>
            <a:ext cx="2311400" cy="317500"/>
          </a:xfrm>
          <a:prstGeom prst="rect">
            <a:avLst/>
          </a:prstGeom>
        </p:spPr>
        <p:txBody>
          <a:bodyPr lIns="0" tIns="8890" rIns="0" bIns="0" rtlCol="0" anchor="t"/>
          <a:lstStyle/>
          <a:p>
            <a:pPr lvl="0" algn="ctr">
              <a:lnSpc>
                <a:spcPct val="107899"/>
              </a:lnSpc>
            </a:pPr>
            <a:r>
              <a:rPr lang="en-US" sz="1399" b="0" i="0" u="none" strike="noStrike" spc="-100">
                <a:solidFill>
                  <a:srgbClr val="726B6B"/>
                </a:solidFill>
                <a:latin typeface="Noto Sans CJK KR Regular"/>
                <a:ea typeface="Noto Sans CJK KR Regular"/>
                <a:cs typeface="Noto Sans CJK KR Regular"/>
              </a:rPr>
              <a:t>그래픽의 부제목을 입력하세요.</a:t>
            </a:r>
          </a:p>
        </p:txBody>
      </p:sp>
      <p:sp>
        <p:nvSpPr>
          <p:cNvPr id="23" name="TextBox 23"/>
          <p:cNvSpPr txBox="1"/>
          <p:nvPr/>
        </p:nvSpPr>
        <p:spPr>
          <a:xfrm>
            <a:off x="3035300" y="40005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24" name="TextBox 2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10</a:t>
            </a:r>
          </a:p>
        </p:txBody>
      </p:sp>
      <p:sp>
        <p:nvSpPr>
          <p:cNvPr id="25" name="TextBox 25"/>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700" y="-12700"/>
            <a:ext cx="9156700" cy="10312400"/>
          </a:xfrm>
          <a:prstGeom prst="rect">
            <a:avLst/>
          </a:prstGeom>
        </p:spPr>
      </p:pic>
      <p:sp>
        <p:nvSpPr>
          <p:cNvPr id="3" name="TextBox 3"/>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Before &amp; After</a:t>
            </a:r>
          </a:p>
        </p:txBody>
      </p:sp>
      <p:sp>
        <p:nvSpPr>
          <p:cNvPr id="4" name="TextBox 4"/>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5" name="TextBox 5"/>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11</a:t>
            </a:r>
          </a:p>
        </p:txBody>
      </p:sp>
      <p:sp>
        <p:nvSpPr>
          <p:cNvPr id="6" name="TextBox 6"/>
          <p:cNvSpPr txBox="1"/>
          <p:nvPr/>
        </p:nvSpPr>
        <p:spPr>
          <a:xfrm>
            <a:off x="11404600" y="3657600"/>
            <a:ext cx="63500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Before</a:t>
            </a:r>
          </a:p>
        </p:txBody>
      </p:sp>
      <p:sp>
        <p:nvSpPr>
          <p:cNvPr id="7" name="TextBox 7"/>
          <p:cNvSpPr txBox="1"/>
          <p:nvPr/>
        </p:nvSpPr>
        <p:spPr>
          <a:xfrm>
            <a:off x="11277600" y="6553200"/>
            <a:ext cx="65024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After</a:t>
            </a:r>
          </a:p>
        </p:txBody>
      </p:sp>
      <p:sp>
        <p:nvSpPr>
          <p:cNvPr id="8" name="TextBox 8"/>
          <p:cNvSpPr txBox="1"/>
          <p:nvPr/>
        </p:nvSpPr>
        <p:spPr>
          <a:xfrm>
            <a:off x="11417300" y="4648200"/>
            <a:ext cx="6210300" cy="12700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a:t>
            </a:r>
          </a:p>
        </p:txBody>
      </p:sp>
      <p:sp>
        <p:nvSpPr>
          <p:cNvPr id="9" name="TextBox 9"/>
          <p:cNvSpPr txBox="1"/>
          <p:nvPr/>
        </p:nvSpPr>
        <p:spPr>
          <a:xfrm>
            <a:off x="11252200" y="7543800"/>
            <a:ext cx="6451600" cy="15748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 이전 상황에 대한 설명을 입력해주세요.</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3035300" y="1536700"/>
            <a:ext cx="5702300" cy="16764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Line Graph</a:t>
            </a:r>
          </a:p>
          <a:p>
            <a:pPr lvl="0" algn="l">
              <a:lnSpc>
                <a:spcPct val="99600"/>
              </a:lnSpc>
            </a:pPr>
            <a:r>
              <a:rPr lang="en-US" sz="4699" b="0" i="0" u="none" strike="noStrike" spc="-100">
                <a:solidFill>
                  <a:srgbClr val="595959"/>
                </a:solidFill>
                <a:latin typeface="Noto Sans CJK KR Black"/>
                <a:ea typeface="Noto Sans CJK KR Black"/>
                <a:cs typeface="Noto Sans CJK KR Black"/>
              </a:rPr>
              <a:t>Content 02</a:t>
            </a:r>
          </a:p>
        </p:txBody>
      </p:sp>
      <p:pic>
        <p:nvPicPr>
          <p:cNvPr id="3" name="Picture 3"/>
          <p:cNvPicPr>
            <a:picLocks noChangeAspect="1"/>
          </p:cNvPicPr>
          <p:nvPr/>
        </p:nvPicPr>
        <p:blipFill>
          <a:blip r:embed="rId2"/>
          <a:stretch>
            <a:fillRect/>
          </a:stretch>
        </p:blipFill>
        <p:spPr>
          <a:xfrm>
            <a:off x="9410700" y="2374900"/>
            <a:ext cx="7391400" cy="7277100"/>
          </a:xfrm>
          <a:prstGeom prst="rect">
            <a:avLst/>
          </a:prstGeom>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5595600" y="3594100"/>
            <a:ext cx="1358900" cy="1016000"/>
          </a:xfrm>
          <a:prstGeom prst="rect">
            <a:avLst/>
          </a:prstGeom>
        </p:spPr>
      </p:pic>
      <p:sp>
        <p:nvSpPr>
          <p:cNvPr id="5" name="TextBox 5"/>
          <p:cNvSpPr txBox="1"/>
          <p:nvPr/>
        </p:nvSpPr>
        <p:spPr>
          <a:xfrm>
            <a:off x="3022600" y="3340100"/>
            <a:ext cx="48641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제목을 입력해주세요.</a:t>
            </a:r>
          </a:p>
        </p:txBody>
      </p:sp>
      <p:sp>
        <p:nvSpPr>
          <p:cNvPr id="6" name="TextBox 6"/>
          <p:cNvSpPr txBox="1"/>
          <p:nvPr/>
        </p:nvSpPr>
        <p:spPr>
          <a:xfrm>
            <a:off x="3022600" y="7340600"/>
            <a:ext cx="4851400" cy="482600"/>
          </a:xfrm>
          <a:prstGeom prst="rect">
            <a:avLst/>
          </a:prstGeom>
        </p:spPr>
        <p:txBody>
          <a:bodyPr lIns="0" tIns="0" rIns="0" bIns="0" rtlCol="0" anchor="t"/>
          <a:lstStyle/>
          <a:p>
            <a:pPr lvl="0" algn="l">
              <a:lnSpc>
                <a:spcPct val="116199"/>
              </a:lnSpc>
            </a:pPr>
            <a:r>
              <a:rPr lang="en-US" sz="1199" b="0" i="0" u="none" strike="noStrike" spc="-100">
                <a:solidFill>
                  <a:srgbClr val="726B6B"/>
                </a:solidFill>
                <a:latin typeface="Noto Sans CJK KR Regular"/>
                <a:ea typeface="Noto Sans CJK KR Regular"/>
                <a:cs typeface="Noto Sans CJK KR Regular"/>
              </a:rPr>
              <a:t>부가 설명 및 범주 1</a:t>
            </a:r>
          </a:p>
          <a:p>
            <a:pPr lvl="0" algn="l">
              <a:lnSpc>
                <a:spcPct val="116199"/>
              </a:lnSpc>
            </a:pPr>
            <a:r>
              <a:rPr lang="en-US" sz="1199" b="0" i="0" u="none" strike="noStrike" spc="-100">
                <a:solidFill>
                  <a:srgbClr val="726B6B"/>
                </a:solidFill>
                <a:latin typeface="Noto Sans CJK KR Regular"/>
                <a:ea typeface="Noto Sans CJK KR Regular"/>
                <a:cs typeface="Noto Sans CJK KR Regular"/>
              </a:rPr>
              <a:t>부가 설명 및 범주 2</a:t>
            </a:r>
          </a:p>
        </p:txBody>
      </p:sp>
      <p:sp>
        <p:nvSpPr>
          <p:cNvPr id="7" name="TextBox 7"/>
          <p:cNvSpPr txBox="1"/>
          <p:nvPr/>
        </p:nvSpPr>
        <p:spPr>
          <a:xfrm>
            <a:off x="3035300" y="7023100"/>
            <a:ext cx="2908300" cy="3302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Noto Sans CJK KR Medium"/>
                <a:ea typeface="Noto Sans CJK KR Medium"/>
                <a:cs typeface="Noto Sans CJK KR Medium"/>
              </a:rPr>
              <a:t>부가범주를 입력하세요.</a:t>
            </a:r>
          </a:p>
        </p:txBody>
      </p:sp>
      <p:sp>
        <p:nvSpPr>
          <p:cNvPr id="8" name="TextBox 8"/>
          <p:cNvSpPr txBox="1"/>
          <p:nvPr/>
        </p:nvSpPr>
        <p:spPr>
          <a:xfrm>
            <a:off x="3035300" y="4000500"/>
            <a:ext cx="4851400" cy="2184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및 기타 요소의 배치와 같은 요소를 고려해야 할 수 있습니다. 또한 정보의 계층 구조와 독자의 시선을 콘텐츠에 어떻게 유도할 것인지도 고려하는 것이 중요합니다.</a:t>
            </a:r>
          </a:p>
        </p:txBody>
      </p:sp>
      <p:sp>
        <p:nvSpPr>
          <p:cNvPr id="9" name="TextBox 9"/>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12</a:t>
            </a:r>
          </a:p>
        </p:txBody>
      </p:sp>
      <p:sp>
        <p:nvSpPr>
          <p:cNvPr id="10" name="TextBox 10"/>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11" name="TextBox 11"/>
          <p:cNvSpPr txBox="1"/>
          <p:nvPr/>
        </p:nvSpPr>
        <p:spPr>
          <a:xfrm>
            <a:off x="10680700" y="1549400"/>
            <a:ext cx="4864100" cy="457200"/>
          </a:xfrm>
          <a:prstGeom prst="rect">
            <a:avLst/>
          </a:prstGeom>
        </p:spPr>
        <p:txBody>
          <a:bodyPr lIns="0" tIns="13335" rIns="0" bIns="0" rtlCol="0" anchor="t"/>
          <a:lstStyle/>
          <a:p>
            <a:pPr lvl="0" algn="ctr">
              <a:lnSpc>
                <a:spcPct val="107899"/>
              </a:lnSpc>
            </a:pPr>
            <a:r>
              <a:rPr lang="en-US" sz="2099" b="0" i="0" u="none" strike="noStrike" spc="-100">
                <a:solidFill>
                  <a:srgbClr val="000000"/>
                </a:solidFill>
                <a:latin typeface="Noto Sans CJK KR Medium"/>
                <a:ea typeface="Noto Sans CJK KR Medium"/>
                <a:cs typeface="Noto Sans CJK KR Medium"/>
              </a:rPr>
              <a:t>그래픽의 제목을 입력하세요.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Investment Plan</a:t>
            </a:r>
          </a:p>
        </p:txBody>
      </p:sp>
      <p:sp>
        <p:nvSpPr>
          <p:cNvPr id="3" name="TextBox 3"/>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 name="TextBox 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13</a:t>
            </a:r>
          </a:p>
        </p:txBody>
      </p:sp>
      <p:sp>
        <p:nvSpPr>
          <p:cNvPr id="5" name="TextBox 5"/>
          <p:cNvSpPr txBox="1"/>
          <p:nvPr/>
        </p:nvSpPr>
        <p:spPr>
          <a:xfrm>
            <a:off x="838200" y="8128000"/>
            <a:ext cx="7543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항목 03</a:t>
            </a:r>
          </a:p>
        </p:txBody>
      </p:sp>
      <p:sp>
        <p:nvSpPr>
          <p:cNvPr id="6" name="TextBox 6"/>
          <p:cNvSpPr txBox="1"/>
          <p:nvPr/>
        </p:nvSpPr>
        <p:spPr>
          <a:xfrm>
            <a:off x="838200" y="8610600"/>
            <a:ext cx="75438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a:t>
            </a:r>
          </a:p>
        </p:txBody>
      </p:sp>
      <p:sp>
        <p:nvSpPr>
          <p:cNvPr id="7" name="TextBox 7"/>
          <p:cNvSpPr txBox="1"/>
          <p:nvPr/>
        </p:nvSpPr>
        <p:spPr>
          <a:xfrm>
            <a:off x="9131300" y="8128000"/>
            <a:ext cx="7543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항목 04</a:t>
            </a:r>
          </a:p>
        </p:txBody>
      </p:sp>
      <p:sp>
        <p:nvSpPr>
          <p:cNvPr id="8" name="TextBox 8"/>
          <p:cNvSpPr txBox="1"/>
          <p:nvPr/>
        </p:nvSpPr>
        <p:spPr>
          <a:xfrm>
            <a:off x="9131300" y="8610600"/>
            <a:ext cx="75438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a:t>
            </a:r>
          </a:p>
        </p:txBody>
      </p:sp>
      <p:sp>
        <p:nvSpPr>
          <p:cNvPr id="9" name="TextBox 9"/>
          <p:cNvSpPr txBox="1"/>
          <p:nvPr/>
        </p:nvSpPr>
        <p:spPr>
          <a:xfrm>
            <a:off x="9131300" y="6464300"/>
            <a:ext cx="7543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항목 02</a:t>
            </a:r>
          </a:p>
        </p:txBody>
      </p:sp>
      <p:sp>
        <p:nvSpPr>
          <p:cNvPr id="10" name="TextBox 10"/>
          <p:cNvSpPr txBox="1"/>
          <p:nvPr/>
        </p:nvSpPr>
        <p:spPr>
          <a:xfrm>
            <a:off x="9131300" y="6934200"/>
            <a:ext cx="75438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a:t>
            </a:r>
          </a:p>
        </p:txBody>
      </p:sp>
      <p:sp>
        <p:nvSpPr>
          <p:cNvPr id="11" name="TextBox 11"/>
          <p:cNvSpPr txBox="1"/>
          <p:nvPr/>
        </p:nvSpPr>
        <p:spPr>
          <a:xfrm>
            <a:off x="838200" y="6464300"/>
            <a:ext cx="7543800" cy="457200"/>
          </a:xfrm>
          <a:prstGeom prst="rect">
            <a:avLst/>
          </a:prstGeom>
        </p:spPr>
        <p:txBody>
          <a:bodyPr lIns="0" tIns="13335" rIns="0" bIns="0" rtlCol="0" anchor="t"/>
          <a:lstStyle/>
          <a:p>
            <a:pPr lvl="0" algn="l">
              <a:lnSpc>
                <a:spcPct val="107899"/>
              </a:lnSpc>
            </a:pPr>
            <a:r>
              <a:rPr lang="en-US" sz="2099" b="0" i="0" u="none" strike="noStrike" spc="-100">
                <a:solidFill>
                  <a:srgbClr val="000000"/>
                </a:solidFill>
                <a:latin typeface="Noto Sans CJK KR Medium"/>
                <a:ea typeface="Noto Sans CJK KR Medium"/>
                <a:cs typeface="Noto Sans CJK KR Medium"/>
              </a:rPr>
              <a:t>항목 01</a:t>
            </a:r>
          </a:p>
        </p:txBody>
      </p:sp>
      <p:sp>
        <p:nvSpPr>
          <p:cNvPr id="12" name="TextBox 12"/>
          <p:cNvSpPr txBox="1"/>
          <p:nvPr/>
        </p:nvSpPr>
        <p:spPr>
          <a:xfrm>
            <a:off x="838200" y="6934200"/>
            <a:ext cx="7543800" cy="6604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524000" y="3949700"/>
            <a:ext cx="1981200" cy="1981200"/>
          </a:xfrm>
          <a:prstGeom prst="rect">
            <a:avLst/>
          </a:prstGeom>
        </p:spPr>
      </p:pic>
      <p:pic>
        <p:nvPicPr>
          <p:cNvPr id="3" name="Picture 3"/>
          <p:cNvPicPr>
            <a:picLocks noChangeAspect="1"/>
          </p:cNvPicPr>
          <p:nvPr/>
        </p:nvPicPr>
        <p:blipFill>
          <a:blip r:embed="rId2"/>
          <a:stretch>
            <a:fillRect/>
          </a:stretch>
        </p:blipFill>
        <p:spPr>
          <a:xfrm>
            <a:off x="4343400" y="3949700"/>
            <a:ext cx="1981200" cy="1981200"/>
          </a:xfrm>
          <a:prstGeom prst="rect">
            <a:avLst/>
          </a:prstGeom>
        </p:spPr>
      </p:pic>
      <p:pic>
        <p:nvPicPr>
          <p:cNvPr id="4" name="Picture 4"/>
          <p:cNvPicPr>
            <a:picLocks noChangeAspect="1"/>
          </p:cNvPicPr>
          <p:nvPr/>
        </p:nvPicPr>
        <p:blipFill>
          <a:blip r:embed="rId2"/>
          <a:stretch>
            <a:fillRect/>
          </a:stretch>
        </p:blipFill>
        <p:spPr>
          <a:xfrm>
            <a:off x="7175500" y="3949700"/>
            <a:ext cx="1981200" cy="1981200"/>
          </a:xfrm>
          <a:prstGeom prst="rect">
            <a:avLst/>
          </a:prstGeom>
        </p:spPr>
      </p:pic>
      <p:sp>
        <p:nvSpPr>
          <p:cNvPr id="5" name="TextBox 5"/>
          <p:cNvSpPr txBox="1"/>
          <p:nvPr/>
        </p:nvSpPr>
        <p:spPr>
          <a:xfrm rot="-5400000">
            <a:off x="-63500" y="1041400"/>
            <a:ext cx="1562100" cy="279400"/>
          </a:xfrm>
          <a:prstGeom prst="rect">
            <a:avLst/>
          </a:prstGeom>
        </p:spPr>
        <p:txBody>
          <a:bodyPr lIns="0" tIns="15240" rIns="0" bIns="0" rtlCol="0" anchor="t"/>
          <a:lstStyle/>
          <a:p>
            <a:pPr lvl="0" algn="r">
              <a:lnSpc>
                <a:spcPct val="99600"/>
              </a:lnSpc>
            </a:pPr>
            <a:r>
              <a:rPr lang="en-US" sz="1099" b="0" i="0" u="none" strike="noStrike">
                <a:solidFill>
                  <a:srgbClr val="000000"/>
                </a:solidFill>
                <a:latin typeface="Noto Sans CJK KR Black"/>
                <a:ea typeface="Noto Sans CJK KR Black"/>
                <a:cs typeface="Noto Sans CJK KR Black"/>
              </a:rPr>
              <a:t>MIRICANVAS</a:t>
            </a:r>
          </a:p>
        </p:txBody>
      </p:sp>
      <p:sp>
        <p:nvSpPr>
          <p:cNvPr id="6" name="TextBox 6"/>
          <p:cNvSpPr txBox="1"/>
          <p:nvPr/>
        </p:nvSpPr>
        <p:spPr>
          <a:xfrm>
            <a:off x="635000" y="9702800"/>
            <a:ext cx="368300" cy="279400"/>
          </a:xfrm>
          <a:prstGeom prst="rect">
            <a:avLst/>
          </a:prstGeom>
        </p:spPr>
        <p:txBody>
          <a:bodyPr lIns="0" tIns="15240" rIns="0" bIns="0" rtlCol="0" anchor="t"/>
          <a:lstStyle/>
          <a:p>
            <a:pPr lvl="0" algn="l">
              <a:lnSpc>
                <a:spcPct val="99600"/>
              </a:lnSpc>
            </a:pPr>
            <a:r>
              <a:rPr lang="en-US" sz="1099" b="0" i="0" u="none" strike="noStrike">
                <a:solidFill>
                  <a:srgbClr val="000000"/>
                </a:solidFill>
                <a:latin typeface="Noto Sans CJK KR Black"/>
                <a:ea typeface="Noto Sans CJK KR Black"/>
                <a:cs typeface="Noto Sans CJK KR Black"/>
              </a:rPr>
              <a:t>08</a:t>
            </a:r>
          </a:p>
        </p:txBody>
      </p:sp>
      <p:sp>
        <p:nvSpPr>
          <p:cNvPr id="7" name="TextBox 7"/>
          <p:cNvSpPr txBox="1"/>
          <p:nvPr/>
        </p:nvSpPr>
        <p:spPr>
          <a:xfrm>
            <a:off x="3035300" y="1536700"/>
            <a:ext cx="5702300" cy="16764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Meet</a:t>
            </a:r>
          </a:p>
          <a:p>
            <a:pPr lvl="0" algn="l">
              <a:lnSpc>
                <a:spcPct val="99600"/>
              </a:lnSpc>
            </a:pPr>
            <a:r>
              <a:rPr lang="en-US" sz="4699" b="0" i="0" u="none" strike="noStrike" spc="-100">
                <a:solidFill>
                  <a:srgbClr val="595959"/>
                </a:solidFill>
                <a:latin typeface="Noto Sans CJK KR Black"/>
                <a:ea typeface="Noto Sans CJK KR Black"/>
                <a:cs typeface="Noto Sans CJK KR Black"/>
              </a:rPr>
              <a:t>Our Team</a:t>
            </a: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5854700" y="5549900"/>
            <a:ext cx="7734300" cy="25400"/>
          </a:xfrm>
          <a:prstGeom prst="rect">
            <a:avLst/>
          </a:prstGeom>
        </p:spPr>
      </p:pic>
      <p:sp>
        <p:nvSpPr>
          <p:cNvPr id="9" name="TextBox 9"/>
          <p:cNvSpPr txBox="1"/>
          <p:nvPr/>
        </p:nvSpPr>
        <p:spPr>
          <a:xfrm>
            <a:off x="1651000" y="6858000"/>
            <a:ext cx="1714500" cy="241300"/>
          </a:xfrm>
          <a:prstGeom prst="rect">
            <a:avLst/>
          </a:prstGeom>
        </p:spPr>
        <p:txBody>
          <a:bodyPr lIns="0" tIns="15240" rIns="0" bIns="0" rtlCol="0" anchor="t"/>
          <a:lstStyle/>
          <a:p>
            <a:pPr lvl="0" algn="ctr">
              <a:lnSpc>
                <a:spcPct val="99600"/>
              </a:lnSpc>
            </a:pPr>
            <a:r>
              <a:rPr lang="en-US" sz="1199" b="0" i="0" u="none" strike="noStrike" spc="-100">
                <a:solidFill>
                  <a:srgbClr val="726B6B"/>
                </a:solidFill>
                <a:latin typeface="Gmarket Sans Medium"/>
                <a:ea typeface="Gmarket Sans Medium"/>
                <a:cs typeface="Gmarket Sans Medium"/>
              </a:rPr>
              <a:t>Managing Director</a:t>
            </a:r>
          </a:p>
        </p:txBody>
      </p:sp>
      <p:sp>
        <p:nvSpPr>
          <p:cNvPr id="10" name="TextBox 10"/>
          <p:cNvSpPr txBox="1"/>
          <p:nvPr/>
        </p:nvSpPr>
        <p:spPr>
          <a:xfrm>
            <a:off x="2044700" y="6045200"/>
            <a:ext cx="927100" cy="495300"/>
          </a:xfrm>
          <a:prstGeom prst="rect">
            <a:avLst/>
          </a:prstGeom>
        </p:spPr>
        <p:txBody>
          <a:bodyPr lIns="0" tIns="13335" rIns="0" bIns="0" rtlCol="0" anchor="t"/>
          <a:lstStyle/>
          <a:p>
            <a:pPr lvl="0" algn="ctr">
              <a:lnSpc>
                <a:spcPct val="107899"/>
              </a:lnSpc>
            </a:pPr>
            <a:r>
              <a:rPr lang="en-US" sz="2099" b="0" i="0" u="none" strike="noStrike" spc="-100">
                <a:solidFill>
                  <a:srgbClr val="000000"/>
                </a:solidFill>
                <a:latin typeface="KoPubWorldDotum_Pro Bold"/>
                <a:ea typeface="KoPubWorldDotum_Pro Bold"/>
                <a:cs typeface="KoPubWorldDotum_Pro Bold"/>
              </a:rPr>
              <a:t>김대표</a:t>
            </a:r>
          </a:p>
        </p:txBody>
      </p:sp>
      <p:sp>
        <p:nvSpPr>
          <p:cNvPr id="11" name="TextBox 11"/>
          <p:cNvSpPr txBox="1"/>
          <p:nvPr/>
        </p:nvSpPr>
        <p:spPr>
          <a:xfrm>
            <a:off x="1511300" y="6502400"/>
            <a:ext cx="1993900" cy="368300"/>
          </a:xfrm>
          <a:prstGeom prst="rect">
            <a:avLst/>
          </a:prstGeom>
        </p:spPr>
        <p:txBody>
          <a:bodyPr lIns="0" tIns="9525" rIns="0" bIns="0" rtlCol="0" anchor="t"/>
          <a:lstStyle/>
          <a:p>
            <a:pPr lvl="0" algn="ctr">
              <a:lnSpc>
                <a:spcPct val="107899"/>
              </a:lnSpc>
            </a:pPr>
            <a:r>
              <a:rPr lang="en-US" sz="1499" b="0" i="0" u="none" strike="noStrike" spc="-100">
                <a:solidFill>
                  <a:srgbClr val="000000"/>
                </a:solidFill>
                <a:latin typeface="KoPubWorldDotum_Pro Bold"/>
                <a:ea typeface="KoPubWorldDotum_Pro Bold"/>
                <a:cs typeface="KoPubWorldDotum_Pro Bold"/>
              </a:rPr>
              <a:t>대표이사</a:t>
            </a:r>
          </a:p>
        </p:txBody>
      </p:sp>
      <p:sp>
        <p:nvSpPr>
          <p:cNvPr id="12" name="TextBox 12"/>
          <p:cNvSpPr txBox="1"/>
          <p:nvPr/>
        </p:nvSpPr>
        <p:spPr>
          <a:xfrm>
            <a:off x="1651000" y="6858000"/>
            <a:ext cx="1714500" cy="241300"/>
          </a:xfrm>
          <a:prstGeom prst="rect">
            <a:avLst/>
          </a:prstGeom>
        </p:spPr>
        <p:txBody>
          <a:bodyPr lIns="0" tIns="15240" rIns="0" bIns="0" rtlCol="0" anchor="t"/>
          <a:lstStyle/>
          <a:p>
            <a:pPr lvl="0" algn="ctr">
              <a:lnSpc>
                <a:spcPct val="99600"/>
              </a:lnSpc>
            </a:pPr>
            <a:r>
              <a:rPr lang="en-US" sz="1199" b="0" i="0" u="none" strike="noStrike" spc="-100">
                <a:solidFill>
                  <a:srgbClr val="000000"/>
                </a:solidFill>
                <a:latin typeface="Gmarket Sans Medium"/>
                <a:ea typeface="Gmarket Sans Medium"/>
                <a:cs typeface="Gmarket Sans Medium"/>
              </a:rPr>
              <a:t>Managing Director</a:t>
            </a:r>
          </a:p>
        </p:txBody>
      </p:sp>
      <p:sp>
        <p:nvSpPr>
          <p:cNvPr id="13" name="TextBox 13"/>
          <p:cNvSpPr txBox="1"/>
          <p:nvPr/>
        </p:nvSpPr>
        <p:spPr>
          <a:xfrm>
            <a:off x="1511300" y="7264400"/>
            <a:ext cx="1993900" cy="1016000"/>
          </a:xfrm>
          <a:prstGeom prst="rect">
            <a:avLst/>
          </a:prstGeom>
        </p:spPr>
        <p:txBody>
          <a:bodyPr lIns="0" tIns="8890" rIns="0" bIns="0" rtlCol="0" anchor="t"/>
          <a:lstStyle/>
          <a:p>
            <a:pPr lvl="0" algn="ctr">
              <a:lnSpc>
                <a:spcPct val="107899"/>
              </a:lnSpc>
            </a:pPr>
            <a:r>
              <a:rPr lang="en-US" sz="1399" b="0" i="0" u="none" strike="noStrike" spc="-100">
                <a:solidFill>
                  <a:srgbClr val="726B6B"/>
                </a:solidFill>
                <a:latin typeface="Noto Sans CJK KR Medium"/>
                <a:ea typeface="Noto Sans CJK KR Medium"/>
                <a:cs typeface="Noto Sans CJK KR Medium"/>
              </a:rPr>
              <a:t>미리캔버스 창립</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국제 저작권협약 담당</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사진, 아이콘 개발</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미리캔버스 서비스 런칭</a:t>
            </a:r>
          </a:p>
        </p:txBody>
      </p:sp>
      <p:sp>
        <p:nvSpPr>
          <p:cNvPr id="14" name="TextBox 14"/>
          <p:cNvSpPr txBox="1"/>
          <p:nvPr/>
        </p:nvSpPr>
        <p:spPr>
          <a:xfrm>
            <a:off x="1511300" y="8280400"/>
            <a:ext cx="1993900" cy="965200"/>
          </a:xfrm>
          <a:prstGeom prst="rect">
            <a:avLst/>
          </a:prstGeom>
        </p:spPr>
        <p:txBody>
          <a:bodyPr lIns="0" tIns="78230" rIns="0" bIns="0" rtlCol="0" anchor="t"/>
          <a:lstStyle/>
          <a:p>
            <a:pPr lvl="0" algn="ctr">
              <a:lnSpc>
                <a:spcPct val="43160"/>
              </a:lnSpc>
            </a:pPr>
            <a:r>
              <a:rPr lang="en-US" sz="1399" b="0" i="0" u="none" strike="noStrike" spc="-100">
                <a:solidFill>
                  <a:srgbClr val="726B6B"/>
                </a:solidFill>
                <a:latin typeface="Noto Sans CJK KR Medium"/>
                <a:ea typeface="Noto Sans CJK KR Medium"/>
                <a:cs typeface="Noto Sans CJK KR Medium"/>
              </a:rPr>
              <a:t>“</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진정한 의미를 찾아</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쫓는 모험가</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a:t>
            </a:r>
          </a:p>
        </p:txBody>
      </p:sp>
      <p:sp>
        <p:nvSpPr>
          <p:cNvPr id="15" name="TextBox 15"/>
          <p:cNvSpPr txBox="1"/>
          <p:nvPr/>
        </p:nvSpPr>
        <p:spPr>
          <a:xfrm>
            <a:off x="7708900" y="6045200"/>
            <a:ext cx="927100" cy="495300"/>
          </a:xfrm>
          <a:prstGeom prst="rect">
            <a:avLst/>
          </a:prstGeom>
        </p:spPr>
        <p:txBody>
          <a:bodyPr lIns="0" tIns="13335" rIns="0" bIns="0" rtlCol="0" anchor="t"/>
          <a:lstStyle/>
          <a:p>
            <a:pPr lvl="0" algn="ctr">
              <a:lnSpc>
                <a:spcPct val="107899"/>
              </a:lnSpc>
            </a:pPr>
            <a:r>
              <a:rPr lang="en-US" sz="2099" b="0" i="0" u="none" strike="noStrike" spc="-100">
                <a:solidFill>
                  <a:srgbClr val="000000"/>
                </a:solidFill>
                <a:latin typeface="KoPubWorldDotum_Pro Bold"/>
                <a:ea typeface="KoPubWorldDotum_Pro Bold"/>
                <a:cs typeface="KoPubWorldDotum_Pro Bold"/>
              </a:rPr>
              <a:t>김재무</a:t>
            </a:r>
          </a:p>
        </p:txBody>
      </p:sp>
      <p:sp>
        <p:nvSpPr>
          <p:cNvPr id="16" name="TextBox 16"/>
          <p:cNvSpPr txBox="1"/>
          <p:nvPr/>
        </p:nvSpPr>
        <p:spPr>
          <a:xfrm>
            <a:off x="7175500" y="6502400"/>
            <a:ext cx="1993900" cy="368300"/>
          </a:xfrm>
          <a:prstGeom prst="rect">
            <a:avLst/>
          </a:prstGeom>
        </p:spPr>
        <p:txBody>
          <a:bodyPr lIns="0" tIns="9525" rIns="0" bIns="0" rtlCol="0" anchor="t"/>
          <a:lstStyle/>
          <a:p>
            <a:pPr lvl="0" algn="ctr">
              <a:lnSpc>
                <a:spcPct val="107899"/>
              </a:lnSpc>
            </a:pPr>
            <a:r>
              <a:rPr lang="en-US" sz="1499" b="0" i="0" u="none" strike="noStrike" spc="-100">
                <a:solidFill>
                  <a:srgbClr val="000000"/>
                </a:solidFill>
                <a:latin typeface="KoPubWorldDotum_Pro Bold"/>
                <a:ea typeface="KoPubWorldDotum_Pro Bold"/>
                <a:cs typeface="KoPubWorldDotum_Pro Bold"/>
              </a:rPr>
              <a:t>재무총괄</a:t>
            </a:r>
          </a:p>
        </p:txBody>
      </p:sp>
      <p:sp>
        <p:nvSpPr>
          <p:cNvPr id="17" name="TextBox 17"/>
          <p:cNvSpPr txBox="1"/>
          <p:nvPr/>
        </p:nvSpPr>
        <p:spPr>
          <a:xfrm>
            <a:off x="7315200" y="6858000"/>
            <a:ext cx="1714500" cy="241300"/>
          </a:xfrm>
          <a:prstGeom prst="rect">
            <a:avLst/>
          </a:prstGeom>
        </p:spPr>
        <p:txBody>
          <a:bodyPr lIns="0" tIns="15240" rIns="0" bIns="0" rtlCol="0" anchor="t"/>
          <a:lstStyle/>
          <a:p>
            <a:pPr lvl="0" algn="ctr">
              <a:lnSpc>
                <a:spcPct val="99600"/>
              </a:lnSpc>
            </a:pPr>
            <a:r>
              <a:rPr lang="en-US" sz="1199" b="0" i="0" u="none" strike="noStrike" spc="-100">
                <a:solidFill>
                  <a:srgbClr val="000000"/>
                </a:solidFill>
                <a:latin typeface="Gmarket Sans Medium"/>
                <a:ea typeface="Gmarket Sans Medium"/>
                <a:cs typeface="Gmarket Sans Medium"/>
              </a:rPr>
              <a:t>Finance Director</a:t>
            </a:r>
          </a:p>
        </p:txBody>
      </p:sp>
      <p:sp>
        <p:nvSpPr>
          <p:cNvPr id="18" name="TextBox 18"/>
          <p:cNvSpPr txBox="1"/>
          <p:nvPr/>
        </p:nvSpPr>
        <p:spPr>
          <a:xfrm>
            <a:off x="7175500" y="7264400"/>
            <a:ext cx="1993900" cy="774700"/>
          </a:xfrm>
          <a:prstGeom prst="rect">
            <a:avLst/>
          </a:prstGeom>
        </p:spPr>
        <p:txBody>
          <a:bodyPr lIns="0" tIns="8890" rIns="0" bIns="0" rtlCol="0" anchor="t"/>
          <a:lstStyle/>
          <a:p>
            <a:pPr lvl="0" algn="ctr">
              <a:lnSpc>
                <a:spcPct val="107899"/>
              </a:lnSpc>
            </a:pPr>
            <a:r>
              <a:rPr lang="en-US" sz="1399" b="0" i="0" u="none" strike="noStrike" spc="-100">
                <a:solidFill>
                  <a:srgbClr val="726B6B"/>
                </a:solidFill>
                <a:latin typeface="Noto Sans CJK KR Medium"/>
                <a:ea typeface="Noto Sans CJK KR Medium"/>
                <a:cs typeface="Noto Sans CJK KR Medium"/>
              </a:rPr>
              <a:t>사진, 아이콘 개발</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미리캔버스 서비스 런칭</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위기관리 담당</a:t>
            </a:r>
          </a:p>
        </p:txBody>
      </p:sp>
      <p:sp>
        <p:nvSpPr>
          <p:cNvPr id="19" name="TextBox 19"/>
          <p:cNvSpPr txBox="1"/>
          <p:nvPr/>
        </p:nvSpPr>
        <p:spPr>
          <a:xfrm>
            <a:off x="7175500" y="8280400"/>
            <a:ext cx="1993900" cy="965200"/>
          </a:xfrm>
          <a:prstGeom prst="rect">
            <a:avLst/>
          </a:prstGeom>
        </p:spPr>
        <p:txBody>
          <a:bodyPr lIns="0" tIns="78230" rIns="0" bIns="0" rtlCol="0" anchor="t"/>
          <a:lstStyle/>
          <a:p>
            <a:pPr lvl="0" algn="ctr">
              <a:lnSpc>
                <a:spcPct val="43160"/>
              </a:lnSpc>
            </a:pPr>
            <a:r>
              <a:rPr lang="en-US" sz="1399" b="0" i="0" u="none" strike="noStrike" spc="-100">
                <a:solidFill>
                  <a:srgbClr val="726B6B"/>
                </a:solidFill>
                <a:latin typeface="Noto Sans CJK KR Medium"/>
                <a:ea typeface="Noto Sans CJK KR Medium"/>
                <a:cs typeface="Noto Sans CJK KR Medium"/>
              </a:rPr>
              <a:t>“</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사고련으로 무장한</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창의적 경영</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a:t>
            </a:r>
          </a:p>
        </p:txBody>
      </p:sp>
      <p:sp>
        <p:nvSpPr>
          <p:cNvPr id="20" name="TextBox 20"/>
          <p:cNvSpPr txBox="1"/>
          <p:nvPr/>
        </p:nvSpPr>
        <p:spPr>
          <a:xfrm>
            <a:off x="4876800" y="6045200"/>
            <a:ext cx="927100" cy="495300"/>
          </a:xfrm>
          <a:prstGeom prst="rect">
            <a:avLst/>
          </a:prstGeom>
        </p:spPr>
        <p:txBody>
          <a:bodyPr lIns="0" tIns="13335" rIns="0" bIns="0" rtlCol="0" anchor="t"/>
          <a:lstStyle/>
          <a:p>
            <a:pPr lvl="0" algn="ctr">
              <a:lnSpc>
                <a:spcPct val="107899"/>
              </a:lnSpc>
            </a:pPr>
            <a:r>
              <a:rPr lang="en-US" sz="2099" b="0" i="0" u="none" strike="noStrike" spc="-100">
                <a:solidFill>
                  <a:srgbClr val="000000"/>
                </a:solidFill>
                <a:latin typeface="KoPubWorldDotum_Pro Bold"/>
                <a:ea typeface="KoPubWorldDotum_Pro Bold"/>
                <a:cs typeface="KoPubWorldDotum_Pro Bold"/>
              </a:rPr>
              <a:t>김개발</a:t>
            </a:r>
          </a:p>
        </p:txBody>
      </p:sp>
      <p:sp>
        <p:nvSpPr>
          <p:cNvPr id="21" name="TextBox 21"/>
          <p:cNvSpPr txBox="1"/>
          <p:nvPr/>
        </p:nvSpPr>
        <p:spPr>
          <a:xfrm>
            <a:off x="4343400" y="6502400"/>
            <a:ext cx="1993900" cy="368300"/>
          </a:xfrm>
          <a:prstGeom prst="rect">
            <a:avLst/>
          </a:prstGeom>
        </p:spPr>
        <p:txBody>
          <a:bodyPr lIns="0" tIns="9525" rIns="0" bIns="0" rtlCol="0" anchor="t"/>
          <a:lstStyle/>
          <a:p>
            <a:pPr lvl="0" algn="ctr">
              <a:lnSpc>
                <a:spcPct val="107899"/>
              </a:lnSpc>
            </a:pPr>
            <a:r>
              <a:rPr lang="en-US" sz="1499" b="0" i="0" u="none" strike="noStrike" spc="-100">
                <a:solidFill>
                  <a:srgbClr val="000000"/>
                </a:solidFill>
                <a:latin typeface="KoPubWorldDotum_Pro Bold"/>
                <a:ea typeface="KoPubWorldDotum_Pro Bold"/>
                <a:cs typeface="KoPubWorldDotum_Pro Bold"/>
              </a:rPr>
              <a:t>기술연구개발 총괄</a:t>
            </a:r>
          </a:p>
        </p:txBody>
      </p:sp>
      <p:sp>
        <p:nvSpPr>
          <p:cNvPr id="22" name="TextBox 22"/>
          <p:cNvSpPr txBox="1"/>
          <p:nvPr/>
        </p:nvSpPr>
        <p:spPr>
          <a:xfrm>
            <a:off x="4343400" y="6858000"/>
            <a:ext cx="1993900" cy="241300"/>
          </a:xfrm>
          <a:prstGeom prst="rect">
            <a:avLst/>
          </a:prstGeom>
        </p:spPr>
        <p:txBody>
          <a:bodyPr lIns="0" tIns="15240" rIns="0" bIns="0" rtlCol="0" anchor="t"/>
          <a:lstStyle/>
          <a:p>
            <a:pPr lvl="0" algn="ctr">
              <a:lnSpc>
                <a:spcPct val="99600"/>
              </a:lnSpc>
            </a:pPr>
            <a:r>
              <a:rPr lang="en-US" sz="1199" b="0" i="0" u="none" strike="noStrike" spc="-100">
                <a:solidFill>
                  <a:srgbClr val="000000"/>
                </a:solidFill>
                <a:latin typeface="Gmarket Sans Medium"/>
                <a:ea typeface="Gmarket Sans Medium"/>
                <a:cs typeface="Gmarket Sans Medium"/>
              </a:rPr>
              <a:t>Technology Director</a:t>
            </a:r>
          </a:p>
        </p:txBody>
      </p:sp>
      <p:sp>
        <p:nvSpPr>
          <p:cNvPr id="23" name="TextBox 23"/>
          <p:cNvSpPr txBox="1"/>
          <p:nvPr/>
        </p:nvSpPr>
        <p:spPr>
          <a:xfrm>
            <a:off x="4343400" y="7264400"/>
            <a:ext cx="1993900" cy="1016000"/>
          </a:xfrm>
          <a:prstGeom prst="rect">
            <a:avLst/>
          </a:prstGeom>
        </p:spPr>
        <p:txBody>
          <a:bodyPr lIns="0" tIns="8890" rIns="0" bIns="0" rtlCol="0" anchor="t"/>
          <a:lstStyle/>
          <a:p>
            <a:pPr lvl="0" algn="ctr">
              <a:lnSpc>
                <a:spcPct val="107899"/>
              </a:lnSpc>
            </a:pPr>
            <a:r>
              <a:rPr lang="en-US" sz="1399" b="0" i="0" u="none" strike="noStrike" spc="-100">
                <a:solidFill>
                  <a:srgbClr val="726B6B"/>
                </a:solidFill>
                <a:latin typeface="Noto Sans CJK KR Medium"/>
                <a:ea typeface="Noto Sans CJK KR Medium"/>
                <a:cs typeface="Noto Sans CJK KR Medium"/>
              </a:rPr>
              <a:t>국제 저작권협약 담당</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사진, 아이콘 개발</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미리캔버스 서비스 런칭</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미리캔버스 설립</a:t>
            </a:r>
          </a:p>
        </p:txBody>
      </p:sp>
      <p:sp>
        <p:nvSpPr>
          <p:cNvPr id="24" name="TextBox 24"/>
          <p:cNvSpPr txBox="1"/>
          <p:nvPr/>
        </p:nvSpPr>
        <p:spPr>
          <a:xfrm>
            <a:off x="4343400" y="8267700"/>
            <a:ext cx="1993900" cy="1206500"/>
          </a:xfrm>
          <a:prstGeom prst="rect">
            <a:avLst/>
          </a:prstGeom>
        </p:spPr>
        <p:txBody>
          <a:bodyPr lIns="0" tIns="78230" rIns="0" bIns="0" rtlCol="0" anchor="t"/>
          <a:lstStyle/>
          <a:p>
            <a:pPr lvl="0" algn="ctr">
              <a:lnSpc>
                <a:spcPct val="43160"/>
              </a:lnSpc>
            </a:pPr>
            <a:r>
              <a:rPr lang="en-US" sz="1399" b="0" i="0" u="none" strike="noStrike" spc="-100">
                <a:solidFill>
                  <a:srgbClr val="726B6B"/>
                </a:solidFill>
                <a:latin typeface="Noto Sans CJK KR Medium"/>
                <a:ea typeface="Noto Sans CJK KR Medium"/>
                <a:cs typeface="Noto Sans CJK KR Medium"/>
              </a:rPr>
              <a:t>“</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호기심을 잃지 않는 </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마음으로</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차근차근 끝까지</a:t>
            </a:r>
          </a:p>
          <a:p>
            <a:pPr lvl="0" algn="ctr">
              <a:lnSpc>
                <a:spcPct val="107899"/>
              </a:lnSpc>
            </a:pPr>
            <a:r>
              <a:rPr lang="en-US" sz="1399" b="0" i="0" u="none" strike="noStrike" spc="-100">
                <a:solidFill>
                  <a:srgbClr val="726B6B"/>
                </a:solidFill>
                <a:latin typeface="Noto Sans CJK KR Medium"/>
                <a:ea typeface="Noto Sans CJK KR Medium"/>
                <a:cs typeface="Noto Sans CJK KR Medium"/>
              </a:rPr>
              <a:t>”</a:t>
            </a:r>
          </a:p>
        </p:txBody>
      </p:sp>
      <p:sp>
        <p:nvSpPr>
          <p:cNvPr id="25" name="TextBox 25"/>
          <p:cNvSpPr txBox="1"/>
          <p:nvPr/>
        </p:nvSpPr>
        <p:spPr>
          <a:xfrm>
            <a:off x="12319000" y="2209800"/>
            <a:ext cx="4546600" cy="482600"/>
          </a:xfrm>
          <a:prstGeom prst="rect">
            <a:avLst/>
          </a:prstGeom>
        </p:spPr>
        <p:txBody>
          <a:bodyPr lIns="0" tIns="7620" rIns="0" bIns="0" rtlCol="0" anchor="t"/>
          <a:lstStyle/>
          <a:p>
            <a:pPr lvl="0" algn="l">
              <a:lnSpc>
                <a:spcPct val="107899"/>
              </a:lnSpc>
            </a:pPr>
            <a:r>
              <a:rPr lang="en-US" sz="1199" b="0" i="0" u="none" strike="noStrike" spc="-100">
                <a:solidFill>
                  <a:srgbClr val="726B6B"/>
                </a:solidFill>
                <a:latin typeface="Noto Sans CJK KR Medium"/>
                <a:ea typeface="Noto Sans CJK KR Medium"/>
                <a:cs typeface="Noto Sans CJK KR Medium"/>
              </a:rPr>
              <a:t>회사가 미리캔버스를 통해 제공하는 모든 콘텐츠 및 '편집기'에 대한 저작권은 회사에게 있으며저작권 법과 국제 저작권협약에 보호받고 있습니다. </a:t>
            </a:r>
          </a:p>
        </p:txBody>
      </p:sp>
      <p:sp>
        <p:nvSpPr>
          <p:cNvPr id="26" name="TextBox 26"/>
          <p:cNvSpPr txBox="1"/>
          <p:nvPr/>
        </p:nvSpPr>
        <p:spPr>
          <a:xfrm>
            <a:off x="10261600" y="1701800"/>
            <a:ext cx="16129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기획 / 개발</a:t>
            </a:r>
          </a:p>
        </p:txBody>
      </p:sp>
      <p:sp>
        <p:nvSpPr>
          <p:cNvPr id="27" name="TextBox 27"/>
          <p:cNvSpPr txBox="1"/>
          <p:nvPr/>
        </p:nvSpPr>
        <p:spPr>
          <a:xfrm>
            <a:off x="12319000" y="1701800"/>
            <a:ext cx="12954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김미리 총괄</a:t>
            </a:r>
          </a:p>
        </p:txBody>
      </p:sp>
      <p:sp>
        <p:nvSpPr>
          <p:cNvPr id="28" name="TextBox 28"/>
          <p:cNvSpPr txBox="1"/>
          <p:nvPr/>
        </p:nvSpPr>
        <p:spPr>
          <a:xfrm>
            <a:off x="10261600" y="2222500"/>
            <a:ext cx="1600200" cy="635000"/>
          </a:xfrm>
          <a:prstGeom prst="rect">
            <a:avLst/>
          </a:prstGeom>
        </p:spPr>
        <p:txBody>
          <a:bodyPr lIns="0" tIns="0" rIns="0" bIns="0" rtlCol="0" anchor="t"/>
          <a:lstStyle/>
          <a:p>
            <a:pPr lvl="0" algn="l">
              <a:lnSpc>
                <a:spcPct val="124499"/>
              </a:lnSpc>
            </a:pPr>
            <a:r>
              <a:rPr lang="en-US" sz="1099" b="0" i="0" u="none" strike="noStrike" spc="-100">
                <a:solidFill>
                  <a:srgbClr val="000000"/>
                </a:solidFill>
                <a:latin typeface="Gmarket Sans Medium"/>
                <a:ea typeface="Gmarket Sans Medium"/>
                <a:cs typeface="Gmarket Sans Medium"/>
              </a:rPr>
              <a:t>Development</a:t>
            </a:r>
          </a:p>
          <a:p>
            <a:pPr lvl="0" algn="l">
              <a:lnSpc>
                <a:spcPct val="124499"/>
              </a:lnSpc>
            </a:pPr>
            <a:r>
              <a:rPr lang="en-US" sz="1099" b="0" i="0" u="none" strike="noStrike" spc="-100">
                <a:solidFill>
                  <a:srgbClr val="000000"/>
                </a:solidFill>
                <a:latin typeface="Gmarket Sans Medium"/>
                <a:ea typeface="Gmarket Sans Medium"/>
                <a:cs typeface="Gmarket Sans Medium"/>
              </a:rPr>
              <a:t>Planning</a:t>
            </a:r>
          </a:p>
          <a:p>
            <a:pPr lvl="0" algn="l">
              <a:lnSpc>
                <a:spcPct val="124499"/>
              </a:lnSpc>
            </a:pPr>
            <a:r>
              <a:rPr lang="en-US" sz="1099" b="0" i="0" u="none" strike="noStrike" spc="-100">
                <a:solidFill>
                  <a:srgbClr val="000000"/>
                </a:solidFill>
                <a:latin typeface="Gmarket Sans Medium"/>
                <a:ea typeface="Gmarket Sans Medium"/>
                <a:cs typeface="Gmarket Sans Medium"/>
              </a:rPr>
              <a:t>Research</a:t>
            </a:r>
          </a:p>
        </p:txBody>
      </p:sp>
      <p:sp>
        <p:nvSpPr>
          <p:cNvPr id="29" name="TextBox 29"/>
          <p:cNvSpPr txBox="1"/>
          <p:nvPr/>
        </p:nvSpPr>
        <p:spPr>
          <a:xfrm>
            <a:off x="12319000" y="4394200"/>
            <a:ext cx="4559300" cy="876300"/>
          </a:xfrm>
          <a:prstGeom prst="rect">
            <a:avLst/>
          </a:prstGeom>
        </p:spPr>
        <p:txBody>
          <a:bodyPr lIns="0" tIns="7620" rIns="0" bIns="0" rtlCol="0" anchor="t"/>
          <a:lstStyle/>
          <a:p>
            <a:pPr lvl="0" algn="l">
              <a:lnSpc>
                <a:spcPct val="107899"/>
              </a:lnSpc>
            </a:pPr>
            <a:r>
              <a:rPr lang="en-US" sz="1199" b="0" i="0" u="none" strike="noStrike" spc="-100">
                <a:solidFill>
                  <a:srgbClr val="726B6B"/>
                </a:solidFill>
                <a:latin typeface="Noto Sans CJK KR Medium"/>
                <a:ea typeface="Noto Sans CJK KR Medium"/>
                <a:cs typeface="Noto Sans CJK KR Medium"/>
              </a:rPr>
              <a:t>다만 사진, 아이콘 및 텍스트의 일부는 타 저작권사로부터 미리캔버스 서비스에서만 사용이 가능토록 허가를 받아 제공하고 있습니다. 사용자는 회사의 허락없이 미리캔버스의 '편집기' 소프트웨어를 이용하여, 상업적 활동을 할 수 없습니다. </a:t>
            </a:r>
          </a:p>
        </p:txBody>
      </p:sp>
      <p:sp>
        <p:nvSpPr>
          <p:cNvPr id="30" name="TextBox 30"/>
          <p:cNvSpPr txBox="1"/>
          <p:nvPr/>
        </p:nvSpPr>
        <p:spPr>
          <a:xfrm>
            <a:off x="10261600" y="3898900"/>
            <a:ext cx="16129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디자인</a:t>
            </a:r>
          </a:p>
        </p:txBody>
      </p:sp>
      <p:sp>
        <p:nvSpPr>
          <p:cNvPr id="31" name="TextBox 31"/>
          <p:cNvSpPr txBox="1"/>
          <p:nvPr/>
        </p:nvSpPr>
        <p:spPr>
          <a:xfrm>
            <a:off x="12319000" y="3898900"/>
            <a:ext cx="12954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강미리 총괄</a:t>
            </a:r>
          </a:p>
        </p:txBody>
      </p:sp>
      <p:sp>
        <p:nvSpPr>
          <p:cNvPr id="32" name="TextBox 32"/>
          <p:cNvSpPr txBox="1"/>
          <p:nvPr/>
        </p:nvSpPr>
        <p:spPr>
          <a:xfrm>
            <a:off x="10261600" y="4419600"/>
            <a:ext cx="1600200" cy="431800"/>
          </a:xfrm>
          <a:prstGeom prst="rect">
            <a:avLst/>
          </a:prstGeom>
        </p:spPr>
        <p:txBody>
          <a:bodyPr lIns="0" tIns="0" rIns="0" bIns="0" rtlCol="0" anchor="t"/>
          <a:lstStyle/>
          <a:p>
            <a:pPr lvl="0" algn="l">
              <a:lnSpc>
                <a:spcPct val="124499"/>
              </a:lnSpc>
            </a:pPr>
            <a:r>
              <a:rPr lang="en-US" sz="1099" b="0" i="0" u="none" strike="noStrike" spc="-100">
                <a:solidFill>
                  <a:srgbClr val="000000"/>
                </a:solidFill>
                <a:latin typeface="Gmarket Sans Medium"/>
                <a:ea typeface="Gmarket Sans Medium"/>
                <a:cs typeface="Gmarket Sans Medium"/>
              </a:rPr>
              <a:t>Branding Design</a:t>
            </a:r>
          </a:p>
          <a:p>
            <a:pPr lvl="0" algn="l">
              <a:lnSpc>
                <a:spcPct val="124499"/>
              </a:lnSpc>
            </a:pPr>
            <a:r>
              <a:rPr lang="en-US" sz="1099" b="0" i="0" u="none" strike="noStrike" spc="-100">
                <a:solidFill>
                  <a:srgbClr val="000000"/>
                </a:solidFill>
                <a:latin typeface="Gmarket Sans Medium"/>
                <a:ea typeface="Gmarket Sans Medium"/>
                <a:cs typeface="Gmarket Sans Medium"/>
              </a:rPr>
              <a:t>Product Design</a:t>
            </a:r>
          </a:p>
        </p:txBody>
      </p:sp>
      <p:sp>
        <p:nvSpPr>
          <p:cNvPr id="33" name="TextBox 33"/>
          <p:cNvSpPr txBox="1"/>
          <p:nvPr/>
        </p:nvSpPr>
        <p:spPr>
          <a:xfrm>
            <a:off x="12319000" y="6464300"/>
            <a:ext cx="4546600" cy="469900"/>
          </a:xfrm>
          <a:prstGeom prst="rect">
            <a:avLst/>
          </a:prstGeom>
        </p:spPr>
        <p:txBody>
          <a:bodyPr lIns="0" tIns="7620" rIns="0" bIns="0" rtlCol="0" anchor="t"/>
          <a:lstStyle/>
          <a:p>
            <a:pPr lvl="0" algn="l">
              <a:lnSpc>
                <a:spcPct val="107899"/>
              </a:lnSpc>
            </a:pPr>
            <a:r>
              <a:rPr lang="en-US" sz="1153" b="0" i="0" u="none" strike="noStrike" spc="-200">
                <a:solidFill>
                  <a:srgbClr val="726B6B"/>
                </a:solidFill>
                <a:latin typeface="Noto Sans CJK KR Medium"/>
                <a:ea typeface="Noto Sans CJK KR Medium"/>
                <a:cs typeface="Noto Sans CJK KR Medium"/>
              </a:rPr>
              <a:t>회사가 미리캔버스를 통해 제공하는 모든 콘텐츠 및 '편집기'에 대한 저작권은 회사에게 있으며저작권 법과 국제 저작권협약에 보호받고 있습니다. </a:t>
            </a:r>
          </a:p>
        </p:txBody>
      </p:sp>
      <p:sp>
        <p:nvSpPr>
          <p:cNvPr id="34" name="TextBox 34"/>
          <p:cNvSpPr txBox="1"/>
          <p:nvPr/>
        </p:nvSpPr>
        <p:spPr>
          <a:xfrm>
            <a:off x="10261600" y="6007100"/>
            <a:ext cx="1562100" cy="330200"/>
          </a:xfrm>
          <a:prstGeom prst="rect">
            <a:avLst/>
          </a:prstGeom>
        </p:spPr>
        <p:txBody>
          <a:bodyPr lIns="0" tIns="9159" rIns="0" bIns="0" rtlCol="0" anchor="t"/>
          <a:lstStyle/>
          <a:p>
            <a:pPr lvl="0" algn="l">
              <a:lnSpc>
                <a:spcPct val="107899"/>
              </a:lnSpc>
            </a:pPr>
            <a:r>
              <a:rPr lang="en-US" sz="1442" b="0" i="0" u="none" strike="noStrike" spc="-100">
                <a:solidFill>
                  <a:srgbClr val="000000"/>
                </a:solidFill>
                <a:latin typeface="KoPubWorldDotum_Pro Bold"/>
                <a:ea typeface="KoPubWorldDotum_Pro Bold"/>
                <a:cs typeface="KoPubWorldDotum_Pro Bold"/>
              </a:rPr>
              <a:t>마케팅</a:t>
            </a:r>
          </a:p>
        </p:txBody>
      </p:sp>
      <p:sp>
        <p:nvSpPr>
          <p:cNvPr id="35" name="TextBox 35"/>
          <p:cNvSpPr txBox="1"/>
          <p:nvPr/>
        </p:nvSpPr>
        <p:spPr>
          <a:xfrm>
            <a:off x="12319000" y="6007100"/>
            <a:ext cx="914400" cy="330200"/>
          </a:xfrm>
          <a:prstGeom prst="rect">
            <a:avLst/>
          </a:prstGeom>
        </p:spPr>
        <p:txBody>
          <a:bodyPr lIns="0" tIns="9159" rIns="0" bIns="0" rtlCol="0" anchor="t"/>
          <a:lstStyle/>
          <a:p>
            <a:pPr lvl="0" algn="l">
              <a:lnSpc>
                <a:spcPct val="107899"/>
              </a:lnSpc>
            </a:pPr>
            <a:r>
              <a:rPr lang="en-US" sz="1442" b="0" i="0" u="none" strike="noStrike" spc="-100">
                <a:solidFill>
                  <a:srgbClr val="000000"/>
                </a:solidFill>
                <a:latin typeface="KoPubWorldDotum_Pro Bold"/>
                <a:ea typeface="KoPubWorldDotum_Pro Bold"/>
                <a:cs typeface="KoPubWorldDotum_Pro Bold"/>
              </a:rPr>
              <a:t>박미리 총괄</a:t>
            </a:r>
          </a:p>
        </p:txBody>
      </p:sp>
      <p:sp>
        <p:nvSpPr>
          <p:cNvPr id="36" name="TextBox 36"/>
          <p:cNvSpPr txBox="1"/>
          <p:nvPr/>
        </p:nvSpPr>
        <p:spPr>
          <a:xfrm>
            <a:off x="10261600" y="6502400"/>
            <a:ext cx="1549400" cy="406400"/>
          </a:xfrm>
          <a:prstGeom prst="rect">
            <a:avLst/>
          </a:prstGeom>
        </p:spPr>
        <p:txBody>
          <a:bodyPr lIns="0" tIns="0" rIns="0" bIns="0" rtlCol="0" anchor="t"/>
          <a:lstStyle/>
          <a:p>
            <a:pPr lvl="0" algn="l">
              <a:lnSpc>
                <a:spcPct val="124499"/>
              </a:lnSpc>
            </a:pPr>
            <a:r>
              <a:rPr lang="en-US" sz="1057" b="0" i="0" u="none" strike="noStrike" spc="-100">
                <a:solidFill>
                  <a:srgbClr val="000000"/>
                </a:solidFill>
                <a:latin typeface="Gmarket Sans Medium"/>
                <a:ea typeface="Gmarket Sans Medium"/>
                <a:cs typeface="Gmarket Sans Medium"/>
              </a:rPr>
              <a:t>Marketing</a:t>
            </a:r>
          </a:p>
          <a:p>
            <a:pPr lvl="0" algn="l">
              <a:lnSpc>
                <a:spcPct val="124499"/>
              </a:lnSpc>
            </a:pPr>
            <a:r>
              <a:rPr lang="en-US" sz="1057" b="0" i="0" u="none" strike="noStrike" spc="-100">
                <a:solidFill>
                  <a:srgbClr val="000000"/>
                </a:solidFill>
                <a:latin typeface="Gmarket Sans Medium"/>
                <a:ea typeface="Gmarket Sans Medium"/>
                <a:cs typeface="Gmarket Sans Medium"/>
              </a:rPr>
              <a:t>PR</a:t>
            </a:r>
          </a:p>
        </p:txBody>
      </p:sp>
      <p:sp>
        <p:nvSpPr>
          <p:cNvPr id="37" name="TextBox 37"/>
          <p:cNvSpPr txBox="1"/>
          <p:nvPr/>
        </p:nvSpPr>
        <p:spPr>
          <a:xfrm>
            <a:off x="12319000" y="8521700"/>
            <a:ext cx="4546600" cy="673100"/>
          </a:xfrm>
          <a:prstGeom prst="rect">
            <a:avLst/>
          </a:prstGeom>
        </p:spPr>
        <p:txBody>
          <a:bodyPr lIns="0" tIns="7620" rIns="0" bIns="0" rtlCol="0" anchor="t"/>
          <a:lstStyle/>
          <a:p>
            <a:pPr lvl="0" algn="l">
              <a:lnSpc>
                <a:spcPct val="107899"/>
              </a:lnSpc>
            </a:pPr>
            <a:r>
              <a:rPr lang="en-US" sz="1199" b="0" i="0" u="none" strike="noStrike" spc="-100">
                <a:solidFill>
                  <a:srgbClr val="726B6B"/>
                </a:solidFill>
                <a:latin typeface="Noto Sans CJK KR Medium"/>
                <a:ea typeface="Noto Sans CJK KR Medium"/>
                <a:cs typeface="Noto Sans CJK KR Medium"/>
              </a:rPr>
              <a:t>사용자는 회사의 허락없이 미리캔버스의 '편집기' 소프트웨어를 이용하여, 상업적 활동을 할 수 없습니다. 사용자는 미리캔버스에서 제공하는 템플릿 복제 활동을 할 수 없습니다.</a:t>
            </a:r>
          </a:p>
        </p:txBody>
      </p:sp>
      <p:sp>
        <p:nvSpPr>
          <p:cNvPr id="38" name="TextBox 38"/>
          <p:cNvSpPr txBox="1"/>
          <p:nvPr/>
        </p:nvSpPr>
        <p:spPr>
          <a:xfrm>
            <a:off x="10261600" y="8013700"/>
            <a:ext cx="16129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경영 / 투자</a:t>
            </a:r>
          </a:p>
        </p:txBody>
      </p:sp>
      <p:sp>
        <p:nvSpPr>
          <p:cNvPr id="39" name="TextBox 39"/>
          <p:cNvSpPr txBox="1"/>
          <p:nvPr/>
        </p:nvSpPr>
        <p:spPr>
          <a:xfrm>
            <a:off x="12319000" y="8013700"/>
            <a:ext cx="12954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고미리 총괄</a:t>
            </a:r>
          </a:p>
        </p:txBody>
      </p:sp>
      <p:sp>
        <p:nvSpPr>
          <p:cNvPr id="40" name="TextBox 40"/>
          <p:cNvSpPr txBox="1"/>
          <p:nvPr/>
        </p:nvSpPr>
        <p:spPr>
          <a:xfrm>
            <a:off x="10261600" y="8547100"/>
            <a:ext cx="1600200" cy="431800"/>
          </a:xfrm>
          <a:prstGeom prst="rect">
            <a:avLst/>
          </a:prstGeom>
        </p:spPr>
        <p:txBody>
          <a:bodyPr lIns="0" tIns="0" rIns="0" bIns="0" rtlCol="0" anchor="t"/>
          <a:lstStyle/>
          <a:p>
            <a:pPr lvl="0" algn="l">
              <a:lnSpc>
                <a:spcPct val="124499"/>
              </a:lnSpc>
            </a:pPr>
            <a:r>
              <a:rPr lang="en-US" sz="1099" b="0" i="0" u="none" strike="noStrike" spc="-100">
                <a:solidFill>
                  <a:srgbClr val="000000"/>
                </a:solidFill>
                <a:latin typeface="Gmarket Sans Medium"/>
                <a:ea typeface="Gmarket Sans Medium"/>
                <a:cs typeface="Gmarket Sans Medium"/>
              </a:rPr>
              <a:t>Business Support</a:t>
            </a:r>
          </a:p>
          <a:p>
            <a:pPr lvl="0" algn="l">
              <a:lnSpc>
                <a:spcPct val="124499"/>
              </a:lnSpc>
            </a:pPr>
            <a:r>
              <a:rPr lang="en-US" sz="1099" b="0" i="0" u="none" strike="noStrike" spc="-100">
                <a:solidFill>
                  <a:srgbClr val="000000"/>
                </a:solidFill>
                <a:latin typeface="Gmarket Sans Medium"/>
                <a:ea typeface="Gmarket Sans Medium"/>
                <a:cs typeface="Gmarket Sans Medium"/>
              </a:rPr>
              <a:t>Investment</a:t>
            </a:r>
          </a:p>
        </p:txBody>
      </p:sp>
      <p:pic>
        <p:nvPicPr>
          <p:cNvPr id="41" name="Picture 4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1600" y="3441700"/>
            <a:ext cx="6565900" cy="25400"/>
          </a:xfrm>
          <a:prstGeom prst="rect">
            <a:avLst/>
          </a:prstGeom>
        </p:spPr>
      </p:pic>
      <p:pic>
        <p:nvPicPr>
          <p:cNvPr id="42" name="Picture 4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1600" y="5562600"/>
            <a:ext cx="6565900" cy="25400"/>
          </a:xfrm>
          <a:prstGeom prst="rect">
            <a:avLst/>
          </a:prstGeom>
        </p:spPr>
      </p:pic>
      <p:pic>
        <p:nvPicPr>
          <p:cNvPr id="43" name="Picture 4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61600" y="7670800"/>
            <a:ext cx="6565900" cy="25400"/>
          </a:xfrm>
          <a:prstGeom prst="rect">
            <a:avLst/>
          </a:prstGeom>
        </p:spPr>
      </p:pic>
      <p:sp>
        <p:nvSpPr>
          <p:cNvPr id="44" name="TextBox 44"/>
          <p:cNvSpPr txBox="1"/>
          <p:nvPr/>
        </p:nvSpPr>
        <p:spPr>
          <a:xfrm>
            <a:off x="13843000" y="60198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45" name="TextBox 45"/>
          <p:cNvSpPr txBox="1"/>
          <p:nvPr/>
        </p:nvSpPr>
        <p:spPr>
          <a:xfrm>
            <a:off x="14668500" y="60198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46" name="TextBox 46"/>
          <p:cNvSpPr txBox="1"/>
          <p:nvPr/>
        </p:nvSpPr>
        <p:spPr>
          <a:xfrm>
            <a:off x="16332200" y="60198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47" name="TextBox 47"/>
          <p:cNvSpPr txBox="1"/>
          <p:nvPr/>
        </p:nvSpPr>
        <p:spPr>
          <a:xfrm>
            <a:off x="15506700" y="60198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48" name="TextBox 48"/>
          <p:cNvSpPr txBox="1"/>
          <p:nvPr/>
        </p:nvSpPr>
        <p:spPr>
          <a:xfrm>
            <a:off x="13843000" y="80645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49" name="TextBox 49"/>
          <p:cNvSpPr txBox="1"/>
          <p:nvPr/>
        </p:nvSpPr>
        <p:spPr>
          <a:xfrm>
            <a:off x="14668500" y="80645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0" name="TextBox 50"/>
          <p:cNvSpPr txBox="1"/>
          <p:nvPr/>
        </p:nvSpPr>
        <p:spPr>
          <a:xfrm>
            <a:off x="16332200" y="80645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1" name="TextBox 51"/>
          <p:cNvSpPr txBox="1"/>
          <p:nvPr/>
        </p:nvSpPr>
        <p:spPr>
          <a:xfrm>
            <a:off x="15506700" y="80645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2" name="TextBox 52"/>
          <p:cNvSpPr txBox="1"/>
          <p:nvPr/>
        </p:nvSpPr>
        <p:spPr>
          <a:xfrm>
            <a:off x="13843000" y="39370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3" name="TextBox 53"/>
          <p:cNvSpPr txBox="1"/>
          <p:nvPr/>
        </p:nvSpPr>
        <p:spPr>
          <a:xfrm>
            <a:off x="14668500" y="39370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4" name="TextBox 54"/>
          <p:cNvSpPr txBox="1"/>
          <p:nvPr/>
        </p:nvSpPr>
        <p:spPr>
          <a:xfrm>
            <a:off x="16332200" y="39370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5" name="TextBox 55"/>
          <p:cNvSpPr txBox="1"/>
          <p:nvPr/>
        </p:nvSpPr>
        <p:spPr>
          <a:xfrm>
            <a:off x="15506700" y="39370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6" name="TextBox 56"/>
          <p:cNvSpPr txBox="1"/>
          <p:nvPr/>
        </p:nvSpPr>
        <p:spPr>
          <a:xfrm>
            <a:off x="13843000" y="17526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7" name="TextBox 57"/>
          <p:cNvSpPr txBox="1"/>
          <p:nvPr/>
        </p:nvSpPr>
        <p:spPr>
          <a:xfrm>
            <a:off x="14668500" y="17526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8" name="TextBox 58"/>
          <p:cNvSpPr txBox="1"/>
          <p:nvPr/>
        </p:nvSpPr>
        <p:spPr>
          <a:xfrm>
            <a:off x="16332200" y="17526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sp>
        <p:nvSpPr>
          <p:cNvPr id="59" name="TextBox 59"/>
          <p:cNvSpPr txBox="1"/>
          <p:nvPr/>
        </p:nvSpPr>
        <p:spPr>
          <a:xfrm>
            <a:off x="15506700" y="1752600"/>
            <a:ext cx="546100" cy="304800"/>
          </a:xfrm>
          <a:prstGeom prst="rect">
            <a:avLst/>
          </a:prstGeom>
        </p:spPr>
        <p:txBody>
          <a:bodyPr lIns="0" tIns="8548" rIns="0" bIns="0" rtlCol="0" anchor="t"/>
          <a:lstStyle/>
          <a:p>
            <a:pPr lvl="0" algn="l">
              <a:lnSpc>
                <a:spcPct val="107899"/>
              </a:lnSpc>
            </a:pPr>
            <a:r>
              <a:rPr lang="en-US" sz="1346" b="0" i="0" u="none" strike="noStrike" spc="-100">
                <a:solidFill>
                  <a:srgbClr val="000000"/>
                </a:solidFill>
                <a:latin typeface="Noto Sans CJK KR Medium"/>
                <a:ea typeface="Noto Sans CJK KR Medium"/>
                <a:cs typeface="Noto Sans CJK KR Medium"/>
              </a:rPr>
              <a:t>홍미리</a:t>
            </a:r>
          </a:p>
        </p:txBody>
      </p:sp>
      <p:pic>
        <p:nvPicPr>
          <p:cNvPr id="60" name="Picture 60"/>
          <p:cNvPicPr>
            <a:picLocks noChangeAspect="1"/>
          </p:cNvPicPr>
          <p:nvPr/>
        </p:nvPicPr>
        <p:blipFill>
          <a:blip r:embed="rId5"/>
          <a:stretch>
            <a:fillRect/>
          </a:stretch>
        </p:blipFill>
        <p:spPr>
          <a:xfrm>
            <a:off x="1524000" y="3022600"/>
            <a:ext cx="1981200" cy="2908300"/>
          </a:xfrm>
          <a:prstGeom prst="rect">
            <a:avLst/>
          </a:prstGeom>
        </p:spPr>
      </p:pic>
      <p:pic>
        <p:nvPicPr>
          <p:cNvPr id="61" name="Picture 61"/>
          <p:cNvPicPr>
            <a:picLocks noChangeAspect="1"/>
          </p:cNvPicPr>
          <p:nvPr/>
        </p:nvPicPr>
        <p:blipFill>
          <a:blip r:embed="rId6"/>
          <a:stretch>
            <a:fillRect/>
          </a:stretch>
        </p:blipFill>
        <p:spPr>
          <a:xfrm>
            <a:off x="4343400" y="3022600"/>
            <a:ext cx="1981200" cy="2908300"/>
          </a:xfrm>
          <a:prstGeom prst="rect">
            <a:avLst/>
          </a:prstGeom>
        </p:spPr>
      </p:pic>
      <p:pic>
        <p:nvPicPr>
          <p:cNvPr id="62" name="Picture 62"/>
          <p:cNvPicPr>
            <a:picLocks noChangeAspect="1"/>
          </p:cNvPicPr>
          <p:nvPr/>
        </p:nvPicPr>
        <p:blipFill>
          <a:blip r:embed="rId7"/>
          <a:stretch>
            <a:fillRect/>
          </a:stretch>
        </p:blipFill>
        <p:spPr>
          <a:xfrm>
            <a:off x="7175500" y="3022600"/>
            <a:ext cx="1981200" cy="2921000"/>
          </a:xfrm>
          <a:prstGeom prst="rect">
            <a:avLst/>
          </a:prstGeom>
        </p:spPr>
      </p:pic>
      <p:sp>
        <p:nvSpPr>
          <p:cNvPr id="63" name="TextBox 63"/>
          <p:cNvSpPr txBox="1"/>
          <p:nvPr/>
        </p:nvSpPr>
        <p:spPr>
          <a:xfrm>
            <a:off x="4597400" y="9702800"/>
            <a:ext cx="5130800" cy="266700"/>
          </a:xfrm>
          <a:prstGeom prst="rect">
            <a:avLst/>
          </a:prstGeom>
        </p:spPr>
        <p:txBody>
          <a:bodyPr lIns="0" tIns="7620" rIns="0" bIns="0" rtlCol="0" anchor="t"/>
          <a:lstStyle/>
          <a:p>
            <a:pPr lvl="0" algn="r">
              <a:lnSpc>
                <a:spcPct val="107899"/>
              </a:lnSpc>
            </a:pPr>
            <a:r>
              <a:rPr lang="en-US" sz="1099" b="0" i="0" u="none" strike="noStrike" spc="-100">
                <a:solidFill>
                  <a:srgbClr val="C2C2C2"/>
                </a:solidFill>
                <a:latin typeface="Noto Sans CJK KR Medium"/>
                <a:ea typeface="Noto Sans CJK KR Medium"/>
                <a:cs typeface="Noto Sans CJK KR Medium"/>
              </a:rPr>
              <a:t>* 페이지내 인물사진은 샘플 이미지입니다.</a:t>
            </a:r>
          </a:p>
        </p:txBody>
      </p:sp>
      <p:sp>
        <p:nvSpPr>
          <p:cNvPr id="64" name="TextBox 6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838200" y="1079500"/>
            <a:ext cx="7188200" cy="965200"/>
          </a:xfrm>
          <a:prstGeom prst="rect">
            <a:avLst/>
          </a:prstGeom>
        </p:spPr>
        <p:txBody>
          <a:bodyPr lIns="0" tIns="59688" rIns="0" bIns="0" rtlCol="0" anchor="t"/>
          <a:lstStyle/>
          <a:p>
            <a:pPr lvl="0" algn="l">
              <a:lnSpc>
                <a:spcPct val="99600"/>
              </a:lnSpc>
            </a:pPr>
            <a:r>
              <a:rPr lang="en-US" sz="4699" b="0" i="0" u="none" strike="noStrike" spc="-100">
                <a:solidFill>
                  <a:srgbClr val="595959"/>
                </a:solidFill>
                <a:latin typeface="Noto Sans CJK KR Black"/>
                <a:ea typeface="Noto Sans CJK KR Black"/>
                <a:cs typeface="Noto Sans CJK KR Black"/>
              </a:rPr>
              <a:t>Price Plan</a:t>
            </a:r>
          </a:p>
        </p:txBody>
      </p:sp>
      <p:sp>
        <p:nvSpPr>
          <p:cNvPr id="3" name="TextBox 3"/>
          <p:cNvSpPr txBox="1"/>
          <p:nvPr/>
        </p:nvSpPr>
        <p:spPr>
          <a:xfrm>
            <a:off x="16116300" y="139700"/>
            <a:ext cx="1562100" cy="279400"/>
          </a:xfrm>
          <a:prstGeom prst="rect">
            <a:avLst/>
          </a:prstGeom>
        </p:spPr>
        <p:txBody>
          <a:bodyPr lIns="0" tIns="15240" rIns="0" bIns="0" rtlCol="0" anchor="t"/>
          <a:lstStyle/>
          <a:p>
            <a:pPr lvl="0" algn="r">
              <a:lnSpc>
                <a:spcPct val="99600"/>
              </a:lnSpc>
            </a:pPr>
            <a:r>
              <a:rPr lang="en-US" sz="1099" b="0" i="0" u="none" strike="noStrike">
                <a:solidFill>
                  <a:srgbClr val="595959">
                    <a:alpha val="50196"/>
                  </a:srgbClr>
                </a:solidFill>
                <a:latin typeface="Noto Sans CJK KR Black"/>
                <a:ea typeface="Noto Sans CJK KR Black"/>
                <a:cs typeface="Noto Sans CJK KR Black"/>
              </a:rPr>
              <a:t>MIRICANVAS</a:t>
            </a:r>
          </a:p>
        </p:txBody>
      </p:sp>
      <p:sp>
        <p:nvSpPr>
          <p:cNvPr id="4" name="TextBox 4"/>
          <p:cNvSpPr txBox="1"/>
          <p:nvPr/>
        </p:nvSpPr>
        <p:spPr>
          <a:xfrm>
            <a:off x="17386300" y="9677400"/>
            <a:ext cx="292100" cy="304800"/>
          </a:xfrm>
          <a:prstGeom prst="rect">
            <a:avLst/>
          </a:prstGeom>
        </p:spPr>
        <p:txBody>
          <a:bodyPr lIns="0" tIns="16510" rIns="0" bIns="0" rtlCol="0" anchor="t"/>
          <a:lstStyle/>
          <a:p>
            <a:pPr lvl="0" algn="r">
              <a:lnSpc>
                <a:spcPct val="99600"/>
              </a:lnSpc>
            </a:pPr>
            <a:r>
              <a:rPr lang="en-US" sz="1299" b="0" i="0" u="none" strike="noStrike">
                <a:solidFill>
                  <a:srgbClr val="595959"/>
                </a:solidFill>
                <a:latin typeface="Noto Sans CJK KR Black"/>
                <a:ea typeface="Noto Sans CJK KR Black"/>
                <a:cs typeface="Noto Sans CJK KR Black"/>
              </a:rPr>
              <a:t>15</a:t>
            </a:r>
          </a:p>
        </p:txBody>
      </p:sp>
      <p:graphicFrame>
        <p:nvGraphicFramePr>
          <p:cNvPr id="5" name="Table 5"/>
          <p:cNvGraphicFramePr>
            <a:graphicFrameLocks noGrp="1"/>
          </p:cNvGraphicFramePr>
          <p:nvPr/>
        </p:nvGraphicFramePr>
        <p:xfrm>
          <a:off x="838200" y="4318000"/>
          <a:ext cx="16103600" cy="5207000"/>
        </p:xfrm>
        <a:graphic>
          <a:graphicData uri="http://schemas.openxmlformats.org/drawingml/2006/table">
            <a:tbl>
              <a:tblPr/>
              <a:tblGrid>
                <a:gridCol w="1995598">
                  <a:extLst>
                    <a:ext uri="{9D8B030D-6E8A-4147-A177-3AD203B41FA5}">
                      <a16:colId xmlns:a16="http://schemas.microsoft.com/office/drawing/2014/main" val="20000"/>
                    </a:ext>
                  </a:extLst>
                </a:gridCol>
                <a:gridCol w="5953711">
                  <a:extLst>
                    <a:ext uri="{9D8B030D-6E8A-4147-A177-3AD203B41FA5}">
                      <a16:colId xmlns:a16="http://schemas.microsoft.com/office/drawing/2014/main" val="20001"/>
                    </a:ext>
                  </a:extLst>
                </a:gridCol>
                <a:gridCol w="2437338">
                  <a:extLst>
                    <a:ext uri="{9D8B030D-6E8A-4147-A177-3AD203B41FA5}">
                      <a16:colId xmlns:a16="http://schemas.microsoft.com/office/drawing/2014/main" val="20002"/>
                    </a:ext>
                  </a:extLst>
                </a:gridCol>
                <a:gridCol w="5683301">
                  <a:extLst>
                    <a:ext uri="{9D8B030D-6E8A-4147-A177-3AD203B41FA5}">
                      <a16:colId xmlns:a16="http://schemas.microsoft.com/office/drawing/2014/main" val="20003"/>
                    </a:ext>
                  </a:extLst>
                </a:gridCol>
              </a:tblGrid>
              <a:tr h="992914">
                <a:tc>
                  <a:txBody>
                    <a:bodyPr/>
                    <a:lstStyle/>
                    <a:p>
                      <a:pPr lvl="0" algn="ctr">
                        <a:lnSpc>
                          <a:spcPct val="91714"/>
                        </a:lnSpc>
                        <a:defRPr/>
                      </a:pPr>
                      <a:r>
                        <a:rPr lang="en-US" sz="1775" b="0" i="0" u="none" strike="noStrike">
                          <a:solidFill>
                            <a:srgbClr val="595959"/>
                          </a:solidFill>
                          <a:latin typeface="Noto Sans CJK KR Regular"/>
                          <a:ea typeface="Noto Sans CJK KR Regular"/>
                          <a:cs typeface="Noto Sans CJK KR Regular"/>
                        </a:rPr>
                        <a:t>항목</a:t>
                      </a:r>
                      <a:endParaRPr lang="en-US" sz="1100"/>
                    </a:p>
                  </a:txBody>
                  <a:tcPr marL="19050" marR="19050" marT="52317" marB="52317"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DFDFDF"/>
                    </a:solidFill>
                  </a:tcPr>
                </a:tc>
                <a:tc>
                  <a:txBody>
                    <a:bodyPr/>
                    <a:lstStyle/>
                    <a:p>
                      <a:pPr lvl="0" algn="ctr">
                        <a:lnSpc>
                          <a:spcPct val="91714"/>
                        </a:lnSpc>
                        <a:defRPr/>
                      </a:pPr>
                      <a:r>
                        <a:rPr lang="en-US" sz="1775" b="0" i="0" u="none" strike="noStrike">
                          <a:solidFill>
                            <a:srgbClr val="595959"/>
                          </a:solidFill>
                          <a:latin typeface="Noto Sans CJK KR Regular"/>
                          <a:ea typeface="Noto Sans CJK KR Regular"/>
                          <a:cs typeface="Noto Sans CJK KR Regular"/>
                        </a:rPr>
                        <a:t>내용</a:t>
                      </a:r>
                      <a:endParaRPr lang="en-US" sz="1100"/>
                    </a:p>
                  </a:txBody>
                  <a:tcPr marL="19050" marR="19050" marT="52317" marB="52317"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DFDFDF"/>
                    </a:solidFill>
                  </a:tcPr>
                </a:tc>
                <a:tc>
                  <a:txBody>
                    <a:bodyPr/>
                    <a:lstStyle/>
                    <a:p>
                      <a:pPr lvl="0" algn="ctr">
                        <a:lnSpc>
                          <a:spcPct val="91714"/>
                        </a:lnSpc>
                        <a:defRPr/>
                      </a:pPr>
                      <a:r>
                        <a:rPr lang="en-US" sz="1775" b="0" i="0" u="none" strike="noStrike">
                          <a:solidFill>
                            <a:srgbClr val="595959"/>
                          </a:solidFill>
                          <a:latin typeface="Noto Sans CJK KR Regular"/>
                          <a:ea typeface="Noto Sans CJK KR Regular"/>
                          <a:cs typeface="Noto Sans CJK KR Regular"/>
                        </a:rPr>
                        <a:t>금액</a:t>
                      </a:r>
                      <a:endParaRPr lang="en-US" sz="1100"/>
                    </a:p>
                  </a:txBody>
                  <a:tcPr marL="19050" marR="19050" marT="52317" marB="52317"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DFDFDF"/>
                    </a:solidFill>
                  </a:tcPr>
                </a:tc>
                <a:tc>
                  <a:txBody>
                    <a:bodyPr/>
                    <a:lstStyle/>
                    <a:p>
                      <a:pPr lvl="0" algn="ctr">
                        <a:lnSpc>
                          <a:spcPct val="91714"/>
                        </a:lnSpc>
                        <a:defRPr/>
                      </a:pPr>
                      <a:r>
                        <a:rPr lang="en-US" sz="1775" b="0" i="0" u="none" strike="noStrike">
                          <a:solidFill>
                            <a:srgbClr val="595959"/>
                          </a:solidFill>
                          <a:latin typeface="Noto Sans CJK KR Regular"/>
                          <a:ea typeface="Noto Sans CJK KR Regular"/>
                          <a:cs typeface="Noto Sans CJK KR Regular"/>
                        </a:rPr>
                        <a:t>비고</a:t>
                      </a:r>
                      <a:endParaRPr lang="en-US" sz="1100"/>
                    </a:p>
                  </a:txBody>
                  <a:tcPr marL="19050" marR="19050" marT="52317" marB="52317"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DFDFDF"/>
                    </a:solidFill>
                  </a:tcPr>
                </a:tc>
                <a:extLst>
                  <a:ext uri="{0D108BD9-81ED-4DB2-BD59-A6C34878D82A}">
                    <a16:rowId xmlns:a16="http://schemas.microsoft.com/office/drawing/2014/main" val="10000"/>
                  </a:ext>
                </a:extLst>
              </a:tr>
              <a:tr h="1394585">
                <a:tc>
                  <a:txBody>
                    <a:bodyPr/>
                    <a:lstStyle/>
                    <a:p>
                      <a:pPr lvl="0" algn="ctr">
                        <a:lnSpc>
                          <a:spcPct val="91714"/>
                        </a:lnSpc>
                        <a:defRPr/>
                      </a:pPr>
                      <a:r>
                        <a:rPr lang="en-US" sz="1657" b="0" i="0" u="none" strike="noStrike">
                          <a:solidFill>
                            <a:srgbClr val="787878"/>
                          </a:solidFill>
                          <a:latin typeface="Noto Sans CJK KR Regular"/>
                          <a:ea typeface="Noto Sans CJK KR Regular"/>
                          <a:cs typeface="Noto Sans CJK KR Regular"/>
                        </a:rPr>
                        <a:t>A안</a:t>
                      </a:r>
                      <a:endParaRPr lang="en-US" sz="1100"/>
                    </a:p>
                  </a:txBody>
                  <a:tcPr marL="19050" marR="19050" marT="50100" marB="50100"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7" b="0" i="0" u="none" strike="noStrike">
                          <a:solidFill>
                            <a:srgbClr val="787878"/>
                          </a:solidFill>
                          <a:latin typeface="Noto Sans CJK KR Regular"/>
                          <a:ea typeface="Noto Sans CJK KR Regular"/>
                          <a:cs typeface="Noto Sans CJK KR Regular"/>
                        </a:rPr>
                        <a:t>기본 서비스 내용을 입력하세요.</a:t>
                      </a:r>
                      <a:endParaRPr lang="en-US" sz="1100"/>
                    </a:p>
                  </a:txBody>
                  <a:tcPr marL="19050" marR="19050" marT="50100" marB="50100"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7" b="0" i="0" u="none" strike="noStrike">
                          <a:solidFill>
                            <a:srgbClr val="787878"/>
                          </a:solidFill>
                          <a:latin typeface="Noto Sans CJK KR Regular"/>
                          <a:ea typeface="Noto Sans CJK KR Regular"/>
                          <a:cs typeface="Noto Sans CJK KR Regular"/>
                        </a:rPr>
                        <a:t>0,000원</a:t>
                      </a:r>
                      <a:endParaRPr lang="en-US" sz="1100"/>
                    </a:p>
                  </a:txBody>
                  <a:tcPr marL="19050" marR="19050" marT="50100" marB="50100"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7" b="0" i="0" u="none" strike="noStrike">
                          <a:solidFill>
                            <a:srgbClr val="787878"/>
                          </a:solidFill>
                          <a:latin typeface="Noto Sans CJK KR Regular"/>
                          <a:ea typeface="Noto Sans CJK KR Regular"/>
                          <a:cs typeface="Noto Sans CJK KR Regular"/>
                        </a:rPr>
                        <a:t>월 단위/부가세 별도</a:t>
                      </a:r>
                      <a:endParaRPr lang="en-US" sz="1100"/>
                    </a:p>
                  </a:txBody>
                  <a:tcPr marL="19050" marR="19050" marT="50100" marB="50100"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94585">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B안</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추가 기능 포함 내용을 입력하세요.</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0,000원</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가장 많이 선택하는 요금제</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94585">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C안</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맞춤 서비스 내용을 입력하세요.</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0,000원</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tc>
                  <a:txBody>
                    <a:bodyPr/>
                    <a:lstStyle/>
                    <a:p>
                      <a:pPr lvl="0" algn="ctr">
                        <a:lnSpc>
                          <a:spcPct val="91714"/>
                        </a:lnSpc>
                        <a:defRPr/>
                      </a:pPr>
                      <a:r>
                        <a:rPr lang="en-US" sz="1652" b="0" i="0" u="none" strike="noStrike">
                          <a:solidFill>
                            <a:srgbClr val="787878"/>
                          </a:solidFill>
                          <a:latin typeface="Noto Sans CJK KR Regular"/>
                          <a:ea typeface="Noto Sans CJK KR Regular"/>
                          <a:cs typeface="Noto Sans CJK KR Regular"/>
                        </a:rPr>
                        <a:t>별도 협의 가능</a:t>
                      </a:r>
                      <a:endParaRPr lang="en-US" sz="1100"/>
                    </a:p>
                  </a:txBody>
                  <a:tcPr marL="19050" marR="19050" marT="49999" marB="49999" anchor="ctr">
                    <a:lnL w="9525" cap="flat" cmpd="sng" algn="ctr">
                      <a:solidFill>
                        <a:srgbClr val="787878"/>
                      </a:solidFill>
                      <a:prstDash val="solid"/>
                      <a:round/>
                      <a:headEnd type="none" w="med" len="med"/>
                      <a:tailEnd type="none" w="med" len="med"/>
                    </a:lnL>
                    <a:lnR w="9525" cap="flat" cmpd="sng" algn="ctr">
                      <a:solidFill>
                        <a:srgbClr val="787878"/>
                      </a:solidFill>
                      <a:prstDash val="solid"/>
                      <a:round/>
                      <a:headEnd type="none" w="med" len="med"/>
                      <a:tailEnd type="none" w="med" len="med"/>
                    </a:lnR>
                    <a:lnT w="9525" cap="flat" cmpd="sng" algn="ctr">
                      <a:solidFill>
                        <a:srgbClr val="787878"/>
                      </a:solidFill>
                      <a:prstDash val="solid"/>
                      <a:round/>
                      <a:headEnd type="none" w="med" len="med"/>
                      <a:tailEnd type="none" w="med" len="med"/>
                    </a:lnT>
                    <a:lnB w="9525" cap="flat" cmpd="sng" algn="ctr">
                      <a:solidFill>
                        <a:srgbClr val="78787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Box 6"/>
          <p:cNvSpPr txBox="1"/>
          <p:nvPr/>
        </p:nvSpPr>
        <p:spPr>
          <a:xfrm>
            <a:off x="8064500" y="1943100"/>
            <a:ext cx="8928100" cy="1270000"/>
          </a:xfrm>
          <a:prstGeom prst="rect">
            <a:avLst/>
          </a:prstGeom>
        </p:spPr>
        <p:txBody>
          <a:bodyPr lIns="0" tIns="0" rIns="0" bIns="0" rtlCol="0" anchor="t"/>
          <a:lstStyle/>
          <a:p>
            <a:pPr lvl="0" algn="l">
              <a:lnSpc>
                <a:spcPct val="124499"/>
              </a:lnSpc>
            </a:pPr>
            <a:r>
              <a:rPr lang="en-US" sz="1599" b="0" i="0" u="none" strike="noStrike" spc="-100">
                <a:solidFill>
                  <a:srgbClr val="726B6B"/>
                </a:solidFill>
                <a:latin typeface="Noto Sans CJK KR Regular"/>
                <a:ea typeface="Noto Sans CJK KR Regular"/>
                <a:cs typeface="Noto Sans CJK KR Regular"/>
              </a:rPr>
              <a:t>올바른 페이지 레이아웃을 선택하는 것은 모든 디자인 프로젝트에서 중요한 요소이며 최종 결과물의 시각적 매력, 가독성 및 사용성에 큰 영향을 미칠 수 있습니다. 디자인의 목적과 대상에 따라 페이지 크기, 방향, 여백, 열 너비, 이미지 배치와 같은 요소를 고려해야 할 수 있습니다. 또한 정보의 계층 구조와 독자의 시선을 콘텐츠에 어떻게 유도할 것인지도 고려하는 것이 중요합니다.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700" y="-12700"/>
            <a:ext cx="18313400" cy="10312400"/>
          </a:xfrm>
          <a:prstGeom prst="rect">
            <a:avLst/>
          </a:prstGeom>
        </p:spPr>
      </p:pic>
      <p:sp>
        <p:nvSpPr>
          <p:cNvPr id="3" name="TextBox 3"/>
          <p:cNvSpPr txBox="1"/>
          <p:nvPr/>
        </p:nvSpPr>
        <p:spPr>
          <a:xfrm>
            <a:off x="13868400" y="8534400"/>
            <a:ext cx="3670300" cy="673100"/>
          </a:xfrm>
          <a:prstGeom prst="rect">
            <a:avLst/>
          </a:prstGeom>
        </p:spPr>
        <p:txBody>
          <a:bodyPr lIns="0" tIns="7620" rIns="0" bIns="0" rtlCol="0" anchor="t"/>
          <a:lstStyle/>
          <a:p>
            <a:pPr lvl="0" algn="l">
              <a:lnSpc>
                <a:spcPct val="107899"/>
              </a:lnSpc>
            </a:pPr>
            <a:r>
              <a:rPr lang="en-US" sz="1199" b="0" i="0" u="none" strike="noStrike" spc="-100">
                <a:solidFill>
                  <a:srgbClr val="000000"/>
                </a:solidFill>
                <a:latin typeface="Noto Sans CJK KR Medium"/>
                <a:ea typeface="Noto Sans CJK KR Medium"/>
                <a:cs typeface="Noto Sans CJK KR Medium"/>
              </a:rPr>
              <a:t>www.miricanvas.com</a:t>
            </a:r>
          </a:p>
          <a:p>
            <a:pPr lvl="0" algn="l">
              <a:lnSpc>
                <a:spcPct val="107899"/>
              </a:lnSpc>
            </a:pPr>
            <a:r>
              <a:rPr lang="en-US" sz="1199" b="0" i="0" u="none" strike="noStrike" spc="-100">
                <a:solidFill>
                  <a:srgbClr val="000000"/>
                </a:solidFill>
                <a:latin typeface="Noto Sans CJK KR Medium"/>
                <a:ea typeface="Noto Sans CJK KR Medium"/>
                <a:cs typeface="Noto Sans CJK KR Medium"/>
              </a:rPr>
              <a:t>미리시 미리구 미리로 00</a:t>
            </a:r>
          </a:p>
          <a:p>
            <a:pPr lvl="0" algn="l">
              <a:lnSpc>
                <a:spcPct val="107899"/>
              </a:lnSpc>
            </a:pPr>
            <a:r>
              <a:rPr lang="en-US" sz="1199" b="0" i="0" u="none" strike="noStrike" spc="-100">
                <a:solidFill>
                  <a:srgbClr val="000000"/>
                </a:solidFill>
                <a:latin typeface="Noto Sans CJK KR Medium"/>
                <a:ea typeface="Noto Sans CJK KR Medium"/>
                <a:cs typeface="Noto Sans CJK KR Medium"/>
              </a:rPr>
              <a:t>miricanvas@miridih.com</a:t>
            </a:r>
          </a:p>
        </p:txBody>
      </p:sp>
      <p:sp>
        <p:nvSpPr>
          <p:cNvPr id="4" name="TextBox 4"/>
          <p:cNvSpPr txBox="1"/>
          <p:nvPr/>
        </p:nvSpPr>
        <p:spPr>
          <a:xfrm>
            <a:off x="13868400" y="7937500"/>
            <a:ext cx="1295400" cy="368300"/>
          </a:xfrm>
          <a:prstGeom prst="rect">
            <a:avLst/>
          </a:prstGeom>
        </p:spPr>
        <p:txBody>
          <a:bodyPr lIns="0" tIns="9525" rIns="0" bIns="0" rtlCol="0" anchor="t"/>
          <a:lstStyle/>
          <a:p>
            <a:pPr lvl="0" algn="l">
              <a:lnSpc>
                <a:spcPct val="107899"/>
              </a:lnSpc>
            </a:pPr>
            <a:r>
              <a:rPr lang="en-US" sz="1499" b="0" i="0" u="none" strike="noStrike" spc="-100">
                <a:solidFill>
                  <a:srgbClr val="000000"/>
                </a:solidFill>
                <a:latin typeface="KoPubWorldDotum_Pro Bold"/>
                <a:ea typeface="KoPubWorldDotum_Pro Bold"/>
                <a:cs typeface="KoPubWorldDotum_Pro Bold"/>
              </a:rPr>
              <a:t>(주)회사명</a:t>
            </a:r>
          </a:p>
        </p:txBody>
      </p:sp>
      <p:sp>
        <p:nvSpPr>
          <p:cNvPr id="5" name="TextBox 5"/>
          <p:cNvSpPr txBox="1"/>
          <p:nvPr/>
        </p:nvSpPr>
        <p:spPr>
          <a:xfrm>
            <a:off x="13868400" y="9398000"/>
            <a:ext cx="3670300" cy="241300"/>
          </a:xfrm>
          <a:prstGeom prst="rect">
            <a:avLst/>
          </a:prstGeom>
        </p:spPr>
        <p:txBody>
          <a:bodyPr lIns="0" tIns="15240" rIns="0" bIns="0" rtlCol="0" anchor="t"/>
          <a:lstStyle/>
          <a:p>
            <a:pPr lvl="0" algn="l">
              <a:lnSpc>
                <a:spcPct val="99600"/>
              </a:lnSpc>
            </a:pPr>
            <a:r>
              <a:rPr lang="en-US" sz="1185" b="0" i="0" u="none" strike="noStrike" spc="-100">
                <a:solidFill>
                  <a:srgbClr val="000000"/>
                </a:solidFill>
                <a:latin typeface="Gmarket Sans Medium"/>
                <a:ea typeface="Gmarket Sans Medium"/>
                <a:cs typeface="Gmarket Sans Medium"/>
              </a:rPr>
              <a:t>©︎MIRIDIH ALL RIGHTS RESERVED.</a:t>
            </a:r>
          </a:p>
        </p:txBody>
      </p:sp>
      <p:sp>
        <p:nvSpPr>
          <p:cNvPr id="6" name="TextBox 6"/>
          <p:cNvSpPr txBox="1"/>
          <p:nvPr/>
        </p:nvSpPr>
        <p:spPr>
          <a:xfrm>
            <a:off x="6286500" y="4787900"/>
            <a:ext cx="5715000" cy="965200"/>
          </a:xfrm>
          <a:prstGeom prst="rect">
            <a:avLst/>
          </a:prstGeom>
        </p:spPr>
        <p:txBody>
          <a:bodyPr lIns="0" tIns="59688" rIns="0" bIns="0" rtlCol="0" anchor="t"/>
          <a:lstStyle/>
          <a:p>
            <a:pPr lvl="0" algn="ctr">
              <a:lnSpc>
                <a:spcPct val="99600"/>
              </a:lnSpc>
            </a:pPr>
            <a:r>
              <a:rPr lang="en-US" sz="4699" b="0" i="0" u="none" strike="noStrike" spc="-100">
                <a:solidFill>
                  <a:srgbClr val="000000"/>
                </a:solidFill>
                <a:latin typeface="Noto Sans CJK KR Black"/>
                <a:ea typeface="Noto Sans CJK KR Black"/>
                <a:cs typeface="Noto Sans CJK KR Black"/>
              </a:rPr>
              <a:t>Q &amp; 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700" y="-12700"/>
            <a:ext cx="18313400" cy="10312400"/>
          </a:xfrm>
          <a:prstGeom prst="rect">
            <a:avLst/>
          </a:prstGeom>
        </p:spPr>
      </p:pic>
      <p:sp>
        <p:nvSpPr>
          <p:cNvPr id="3" name="TextBox 3"/>
          <p:cNvSpPr txBox="1"/>
          <p:nvPr/>
        </p:nvSpPr>
        <p:spPr>
          <a:xfrm>
            <a:off x="13868400" y="8534400"/>
            <a:ext cx="3670300" cy="673100"/>
          </a:xfrm>
          <a:prstGeom prst="rect">
            <a:avLst/>
          </a:prstGeom>
        </p:spPr>
        <p:txBody>
          <a:bodyPr lIns="0" tIns="7620" rIns="0" bIns="0" rtlCol="0" anchor="t"/>
          <a:lstStyle/>
          <a:p>
            <a:pPr lvl="0" algn="l">
              <a:lnSpc>
                <a:spcPct val="107899"/>
              </a:lnSpc>
            </a:pPr>
            <a:r>
              <a:rPr lang="en-US" sz="1199" b="0" i="0" u="none" strike="noStrike" spc="-100">
                <a:solidFill>
                  <a:srgbClr val="FFFFFF"/>
                </a:solidFill>
                <a:latin typeface="Noto Sans CJK KR Medium"/>
                <a:ea typeface="Noto Sans CJK KR Medium"/>
                <a:cs typeface="Noto Sans CJK KR Medium"/>
              </a:rPr>
              <a:t>www.miricanvas.com</a:t>
            </a:r>
          </a:p>
          <a:p>
            <a:pPr lvl="0" algn="l">
              <a:lnSpc>
                <a:spcPct val="107899"/>
              </a:lnSpc>
            </a:pPr>
            <a:r>
              <a:rPr lang="en-US" sz="1199" b="0" i="0" u="none" strike="noStrike" spc="-100">
                <a:solidFill>
                  <a:srgbClr val="FFFFFF"/>
                </a:solidFill>
                <a:latin typeface="Noto Sans CJK KR Medium"/>
                <a:ea typeface="Noto Sans CJK KR Medium"/>
                <a:cs typeface="Noto Sans CJK KR Medium"/>
              </a:rPr>
              <a:t>미리시 미리구 미리로 00</a:t>
            </a:r>
          </a:p>
          <a:p>
            <a:pPr lvl="0" algn="l">
              <a:lnSpc>
                <a:spcPct val="107899"/>
              </a:lnSpc>
            </a:pPr>
            <a:r>
              <a:rPr lang="en-US" sz="1199" b="0" i="0" u="none" strike="noStrike" spc="-100">
                <a:solidFill>
                  <a:srgbClr val="FFFFFF"/>
                </a:solidFill>
                <a:latin typeface="Noto Sans CJK KR Medium"/>
                <a:ea typeface="Noto Sans CJK KR Medium"/>
                <a:cs typeface="Noto Sans CJK KR Medium"/>
              </a:rPr>
              <a:t>miricanvas@miridih.com</a:t>
            </a:r>
          </a:p>
        </p:txBody>
      </p:sp>
      <p:sp>
        <p:nvSpPr>
          <p:cNvPr id="4" name="TextBox 4"/>
          <p:cNvSpPr txBox="1"/>
          <p:nvPr/>
        </p:nvSpPr>
        <p:spPr>
          <a:xfrm>
            <a:off x="13868400" y="7937500"/>
            <a:ext cx="1295400" cy="368300"/>
          </a:xfrm>
          <a:prstGeom prst="rect">
            <a:avLst/>
          </a:prstGeom>
        </p:spPr>
        <p:txBody>
          <a:bodyPr lIns="0" tIns="9525" rIns="0" bIns="0" rtlCol="0" anchor="t"/>
          <a:lstStyle/>
          <a:p>
            <a:pPr lvl="0" algn="l">
              <a:lnSpc>
                <a:spcPct val="107899"/>
              </a:lnSpc>
            </a:pPr>
            <a:r>
              <a:rPr lang="en-US" sz="1499" b="0" i="0" u="none" strike="noStrike" spc="-100">
                <a:solidFill>
                  <a:srgbClr val="FFFFFF"/>
                </a:solidFill>
                <a:latin typeface="KoPubWorldDotum_Pro Bold"/>
                <a:ea typeface="KoPubWorldDotum_Pro Bold"/>
                <a:cs typeface="KoPubWorldDotum_Pro Bold"/>
              </a:rPr>
              <a:t>(주)회사명</a:t>
            </a:r>
          </a:p>
        </p:txBody>
      </p:sp>
      <p:sp>
        <p:nvSpPr>
          <p:cNvPr id="5" name="TextBox 5"/>
          <p:cNvSpPr txBox="1"/>
          <p:nvPr/>
        </p:nvSpPr>
        <p:spPr>
          <a:xfrm>
            <a:off x="13868400" y="9398000"/>
            <a:ext cx="3670300" cy="241300"/>
          </a:xfrm>
          <a:prstGeom prst="rect">
            <a:avLst/>
          </a:prstGeom>
        </p:spPr>
        <p:txBody>
          <a:bodyPr lIns="0" tIns="15240" rIns="0" bIns="0" rtlCol="0" anchor="t"/>
          <a:lstStyle/>
          <a:p>
            <a:pPr lvl="0" algn="l">
              <a:lnSpc>
                <a:spcPct val="99600"/>
              </a:lnSpc>
            </a:pPr>
            <a:r>
              <a:rPr lang="en-US" sz="1185" b="0" i="0" u="none" strike="noStrike" spc="-100">
                <a:solidFill>
                  <a:srgbClr val="FFFFFF"/>
                </a:solidFill>
                <a:latin typeface="Gmarket Sans Medium"/>
                <a:ea typeface="Gmarket Sans Medium"/>
                <a:cs typeface="Gmarket Sans Medium"/>
              </a:rPr>
              <a:t>©︎MIRIDIH ALL RIGHTS RESERVED.</a:t>
            </a:r>
          </a:p>
        </p:txBody>
      </p:sp>
      <p:sp>
        <p:nvSpPr>
          <p:cNvPr id="6" name="TextBox 6"/>
          <p:cNvSpPr txBox="1"/>
          <p:nvPr/>
        </p:nvSpPr>
        <p:spPr>
          <a:xfrm>
            <a:off x="3200400" y="4064000"/>
            <a:ext cx="11899900" cy="2755900"/>
          </a:xfrm>
          <a:prstGeom prst="rect">
            <a:avLst/>
          </a:prstGeom>
        </p:spPr>
        <p:txBody>
          <a:bodyPr lIns="0" tIns="187447" rIns="0" bIns="0" rtlCol="0" anchor="t"/>
          <a:lstStyle/>
          <a:p>
            <a:pPr lvl="0" algn="ctr">
              <a:lnSpc>
                <a:spcPct val="48138"/>
              </a:lnSpc>
            </a:pPr>
            <a:r>
              <a:rPr lang="en-US" sz="3599" b="0" i="0" u="none" strike="noStrike" spc="-100">
                <a:solidFill>
                  <a:srgbClr val="FFFFFF"/>
                </a:solidFill>
                <a:latin typeface="KoPubWorldBatang_Pro Medium"/>
                <a:ea typeface="KoPubWorldBatang_Pro Medium"/>
                <a:cs typeface="KoPubWorldBatang_Pro Medium"/>
              </a:rPr>
              <a:t>“ </a:t>
            </a:r>
          </a:p>
          <a:p>
            <a:pPr lvl="0" algn="ctr">
              <a:lnSpc>
                <a:spcPct val="130310"/>
              </a:lnSpc>
            </a:pPr>
            <a:r>
              <a:rPr lang="en-US" sz="3599" b="0" i="0" u="none" strike="noStrike" spc="-100">
                <a:solidFill>
                  <a:srgbClr val="FFFFFF"/>
                </a:solidFill>
                <a:latin typeface="KoPubWorldBatang_Pro Medium"/>
                <a:ea typeface="KoPubWorldBatang_Pro Medium"/>
                <a:cs typeface="KoPubWorldBatang_Pro Medium"/>
              </a:rPr>
              <a:t>사람은 자본이 없어도 산을 옮길 수 있으나, </a:t>
            </a:r>
          </a:p>
          <a:p>
            <a:pPr lvl="0" algn="ctr">
              <a:lnSpc>
                <a:spcPct val="130310"/>
              </a:lnSpc>
            </a:pPr>
            <a:r>
              <a:rPr lang="en-US" sz="3599" b="0" i="0" u="none" strike="noStrike" spc="-100">
                <a:solidFill>
                  <a:srgbClr val="FFFFFF"/>
                </a:solidFill>
                <a:latin typeface="KoPubWorldBatang_Pro Medium"/>
                <a:ea typeface="KoPubWorldBatang_Pro Medium"/>
                <a:cs typeface="KoPubWorldBatang_Pro Medium"/>
              </a:rPr>
              <a:t>사람이 없는 자본은 아무런 쓸 데가 없다.</a:t>
            </a:r>
          </a:p>
          <a:p>
            <a:pPr lvl="0" algn="ctr">
              <a:lnSpc>
                <a:spcPct val="130310"/>
              </a:lnSpc>
            </a:pPr>
            <a:r>
              <a:rPr lang="en-US" sz="3599" b="0" i="0" u="none" strike="noStrike" spc="-100">
                <a:solidFill>
                  <a:srgbClr val="FFFFFF"/>
                </a:solidFill>
                <a:latin typeface="KoPubWorldBatang_Pro Medium"/>
                <a:ea typeface="KoPubWorldBatang_Pro Medium"/>
                <a:cs typeface="KoPubWorldBatang_Pro Medium"/>
              </a:rPr>
              <a:t>”</a:t>
            </a:r>
          </a:p>
        </p:txBody>
      </p:sp>
      <p:sp>
        <p:nvSpPr>
          <p:cNvPr id="7" name="TextBox 7"/>
          <p:cNvSpPr txBox="1"/>
          <p:nvPr/>
        </p:nvSpPr>
        <p:spPr>
          <a:xfrm>
            <a:off x="6565900" y="6464300"/>
            <a:ext cx="5156200" cy="914400"/>
          </a:xfrm>
          <a:prstGeom prst="rect">
            <a:avLst/>
          </a:prstGeom>
        </p:spPr>
        <p:txBody>
          <a:bodyPr lIns="0" tIns="22859" rIns="0" bIns="0" rtlCol="0" anchor="t"/>
          <a:lstStyle/>
          <a:p>
            <a:pPr lvl="0" algn="ctr">
              <a:lnSpc>
                <a:spcPct val="107899"/>
              </a:lnSpc>
            </a:pPr>
            <a:r>
              <a:rPr lang="en-US" sz="3599" b="1" i="0" u="none" strike="noStrike" spc="-100">
                <a:solidFill>
                  <a:srgbClr val="FFFFFF"/>
                </a:solidFill>
                <a:latin typeface="Windsong"/>
                <a:ea typeface="Windsong"/>
                <a:cs typeface="Windsong"/>
              </a:rPr>
              <a:t>Peter Drucker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1975</Words>
  <Application>Microsoft Office PowerPoint</Application>
  <PresentationFormat>사용자 지정</PresentationFormat>
  <Paragraphs>289</Paragraphs>
  <Slides>17</Slides>
  <Notes>0</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17</vt:i4>
      </vt:variant>
    </vt:vector>
  </HeadingPairs>
  <TitlesOfParts>
    <vt:vector size="28" baseType="lpstr">
      <vt:lpstr>Windsong</vt:lpstr>
      <vt:lpstr>Noto Sans CJK KR Black</vt:lpstr>
      <vt:lpstr>Gmarket Sans Medium</vt:lpstr>
      <vt:lpstr>KoPubWorldDotum_Pro Bold</vt:lpstr>
      <vt:lpstr>Noto Sans CJK KR Regular</vt:lpstr>
      <vt:lpstr>Noto Sans CJK KR Light</vt:lpstr>
      <vt:lpstr>Arial</vt:lpstr>
      <vt:lpstr>Noto Sans CJK KR Medium</vt:lpstr>
      <vt:lpstr>KoPubWorldBatang_Pro Medium</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kccistc</dc:creator>
  <cp:lastModifiedBy>안성 정</cp:lastModifiedBy>
  <cp:revision>1</cp:revision>
  <dcterms:created xsi:type="dcterms:W3CDTF">2006-08-16T00:00:00Z</dcterms:created>
  <dcterms:modified xsi:type="dcterms:W3CDTF">2026-10-18T08:26:11Z</dcterms:modified>
</cp:coreProperties>
</file>