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70" r:id="rId3"/>
    <p:sldId id="261" r:id="rId4"/>
    <p:sldId id="266" r:id="rId5"/>
    <p:sldId id="271" r:id="rId6"/>
    <p:sldId id="272" r:id="rId7"/>
    <p:sldId id="273" r:id="rId8"/>
    <p:sldId id="274" r:id="rId9"/>
    <p:sldId id="262" r:id="rId10"/>
    <p:sldId id="263" r:id="rId11"/>
    <p:sldId id="275" r:id="rId12"/>
    <p:sldId id="276" r:id="rId13"/>
    <p:sldId id="277" r:id="rId14"/>
    <p:sldId id="27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30" y="-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0A4B3-CA1E-4FF1-8F8B-7B92F1823D8C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C412D-2024-4FE9-9C42-3C14E8CA90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58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708B6-A0CB-AD3D-8EA3-9AE059327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68D456-833F-4031-E90B-1D12EC6E9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1BFCD0-BBD5-B254-3B40-649F80BC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FFC66-88E5-DBCD-3AD7-820B1866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FED7FE-30D7-5D8D-BF91-3CD30BCB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27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B89A7-817A-5512-ED6E-44A93121D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E030A-E9E9-9BD9-2400-06371EF07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96C378-E847-EEC9-FE84-31DC6034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D4E31-7966-8295-EBDD-5BE80770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A4242F-ADC0-6B4B-3F62-ED9D6969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67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3C99B-2116-0A8D-9D04-DABBA142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B037D5-AE35-4245-C3BD-886D6FE86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779B4-44A1-964A-12A8-5AC6113F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86F202-D9F0-8DBA-8093-0DBB8110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A7D761-E7AD-7769-A636-312C6972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21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7A72E-34FB-EE98-84B6-D6274888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E7D24D-2469-636A-7793-500965EED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296658-363B-7D6F-E951-9AD1AA6C4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131787-0870-397D-8655-7FBECFF9C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D6E61C-F45C-A224-8BB8-84189E07D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118D7A-E00D-B29D-FA11-D6DBD936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800FE-CC49-BD6E-C9F8-E3B81577B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96C0BD-F068-C84F-3083-3E632B80B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F9438C-E486-715E-F64D-9A9015E80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B8F176-128C-E7B1-E0C2-351F5658A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1DEC65-A928-138D-ABD7-E2ED4FDAD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A11F7E-F64D-DDC9-C184-9CC931AC4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DCE54C-24A2-77A1-85C4-9F84E2D0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F5B560-9B6E-4F12-2A8C-5F8219CE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59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97E7-5CAC-26A1-11BE-80000A1D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245C2C-83C4-745F-A762-7B94B01A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D8CD62-6622-ED92-EA0C-51FD9BF9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168A10-F03C-FE48-3F66-09279E8A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877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BE7696-11BD-9DC0-6B3A-8FF9FEC8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C9A881-B2F7-2B09-EC21-2F8210AA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DBB4BD-DE58-2A33-9276-4494C2C9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19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D7CE4-4815-CC1F-A4E1-1578C234F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249F44-46FB-45D4-24E3-69D7CEFA8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82EA21-EB3B-53F3-7D7A-3400D636E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2EF2AC-3A3B-62CB-140D-B691F547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9262F4-0B0F-8BD8-CB92-2D1C8908C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3DC644-AAE7-5E93-1F53-69EBE9942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91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1741C-9C18-72ED-6128-7EEB8BF7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0C6F50-9FF7-DC03-72E5-B719F946D0A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B66949-F666-093A-9B79-0A719E00D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79BF81-3DE0-F9D2-9617-576E955C2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BC979B-9BA3-6262-8922-EB2F14FB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C2F84B-F68D-8045-199A-B97598E0F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6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AB0D6-0C33-616D-D85B-4618E1A2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4F09A0-0DD2-CF30-25E6-92FDB4128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0F908-4D66-6586-D721-F43A4E77C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F8211E-2965-1DB7-A7C5-B1D01AED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265F6F-B536-79BE-33C7-EAC3773F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823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1A03FD1-8C27-0622-C383-5DB06F66A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3BFA3E-B8A9-A35A-55BB-C9864EADE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A2E36B-EA5A-9338-BD2D-EF03B2DC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D2A96F-83C5-573E-F888-22AEB558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99DFFC-00B4-F917-289D-856B9A43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10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FF6C98B-EA0F-DE3A-F05D-DC7E9FB22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6F6218-3D80-9EA4-8A14-17F4A7A0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68E980-F312-D1FA-3550-064E7A2950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511A87-46DC-0393-D647-D31905B26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B63FF7-5A01-590B-0305-36930D724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40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AD7C-6112-99E3-2C14-B0400111F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0ACA35A-603E-7D5E-8792-F7C33CB03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48" y="1336552"/>
            <a:ext cx="7471380" cy="482612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2EA4347E-4620-2C24-AE5E-FBF57CBF11F1}"/>
              </a:ext>
            </a:extLst>
          </p:cNvPr>
          <p:cNvGrpSpPr/>
          <p:nvPr/>
        </p:nvGrpSpPr>
        <p:grpSpPr>
          <a:xfrm>
            <a:off x="7946467" y="1771650"/>
            <a:ext cx="3695700" cy="2543175"/>
            <a:chOff x="7905751" y="1171575"/>
            <a:chExt cx="3695700" cy="254317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75A7602-5D69-0BBD-CC30-1D86C9CBA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2367"/>
            <a:stretch>
              <a:fillRect/>
            </a:stretch>
          </p:blipFill>
          <p:spPr>
            <a:xfrm>
              <a:off x="7905751" y="1171575"/>
              <a:ext cx="3695700" cy="2543175"/>
            </a:xfrm>
            <a:prstGeom prst="rect">
              <a:avLst/>
            </a:prstGeom>
          </p:spPr>
        </p:pic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6D271B8-4281-FD91-E209-F1635A8EDF28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2057400"/>
              <a:ext cx="0" cy="3333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3F15F674-3A75-A204-535E-D69A148B337E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2895600"/>
              <a:ext cx="0" cy="3333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37F7333-06E8-69A7-316A-C6AE0DBE1A8E}"/>
              </a:ext>
            </a:extLst>
          </p:cNvPr>
          <p:cNvCxnSpPr/>
          <p:nvPr/>
        </p:nvCxnSpPr>
        <p:spPr>
          <a:xfrm flipV="1">
            <a:off x="2343150" y="1771650"/>
            <a:ext cx="0" cy="133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8CEA315-3F6F-75E6-EED0-B93ECA8481AC}"/>
              </a:ext>
            </a:extLst>
          </p:cNvPr>
          <p:cNvSpPr/>
          <p:nvPr/>
        </p:nvSpPr>
        <p:spPr>
          <a:xfrm>
            <a:off x="358898" y="1771650"/>
            <a:ext cx="288801" cy="133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19B8D8E-CE26-3CE8-9415-35C2B7A91B07}"/>
              </a:ext>
            </a:extLst>
          </p:cNvPr>
          <p:cNvSpPr/>
          <p:nvPr/>
        </p:nvSpPr>
        <p:spPr>
          <a:xfrm>
            <a:off x="8660841" y="3806763"/>
            <a:ext cx="1085843" cy="333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FE73555-A67C-E52E-D4B5-F1B400B1CEC4}"/>
              </a:ext>
            </a:extLst>
          </p:cNvPr>
          <p:cNvSpPr/>
          <p:nvPr/>
        </p:nvSpPr>
        <p:spPr>
          <a:xfrm>
            <a:off x="5819775" y="4124324"/>
            <a:ext cx="409576" cy="4193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0041C27-7860-5B9F-5260-40E22C817C37}"/>
              </a:ext>
            </a:extLst>
          </p:cNvPr>
          <p:cNvSpPr/>
          <p:nvPr/>
        </p:nvSpPr>
        <p:spPr>
          <a:xfrm>
            <a:off x="5915025" y="4719617"/>
            <a:ext cx="238125" cy="7096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152E419-4D1C-1887-6617-C7146106B0DF}"/>
              </a:ext>
            </a:extLst>
          </p:cNvPr>
          <p:cNvSpPr/>
          <p:nvPr/>
        </p:nvSpPr>
        <p:spPr>
          <a:xfrm>
            <a:off x="503298" y="2359148"/>
            <a:ext cx="430152" cy="133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D676B6-9171-8F71-CDAD-375E031BC6AE}"/>
              </a:ext>
            </a:extLst>
          </p:cNvPr>
          <p:cNvSpPr txBox="1"/>
          <p:nvPr/>
        </p:nvSpPr>
        <p:spPr>
          <a:xfrm>
            <a:off x="2322937" y="1905000"/>
            <a:ext cx="3429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FFF00"/>
                </a:highlight>
              </a:rPr>
              <a:t>1. RESET ASSERT</a:t>
            </a:r>
            <a:endParaRPr lang="ko-KR" altLang="en-US" sz="1050">
              <a:highlight>
                <a:srgbClr val="FFFF00"/>
              </a:highligh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09BC37-CA33-F5C3-75D5-FB3152BD2EA3}"/>
              </a:ext>
            </a:extLst>
          </p:cNvPr>
          <p:cNvSpPr txBox="1"/>
          <p:nvPr/>
        </p:nvSpPr>
        <p:spPr>
          <a:xfrm>
            <a:off x="4524374" y="3907104"/>
            <a:ext cx="3429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FFF00"/>
                </a:highlight>
              </a:rPr>
              <a:t>2. NOMAL STATE</a:t>
            </a:r>
            <a:endParaRPr lang="ko-KR" altLang="en-US" sz="1050">
              <a:highlight>
                <a:srgbClr val="FFFF0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14EF2A-205E-1185-A517-DF3352CFD43D}"/>
              </a:ext>
            </a:extLst>
          </p:cNvPr>
          <p:cNvSpPr txBox="1"/>
          <p:nvPr/>
        </p:nvSpPr>
        <p:spPr>
          <a:xfrm>
            <a:off x="8803862" y="1743146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highlight>
                  <a:srgbClr val="FFFF00"/>
                </a:highlight>
              </a:rPr>
              <a:t>1</a:t>
            </a:r>
            <a:endParaRPr lang="ko-KR" altLang="en-US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7653389-6B86-ECCF-2B92-C46233DE3005}"/>
              </a:ext>
            </a:extLst>
          </p:cNvPr>
          <p:cNvCxnSpPr>
            <a:cxnSpLocks/>
          </p:cNvCxnSpPr>
          <p:nvPr/>
        </p:nvCxnSpPr>
        <p:spPr>
          <a:xfrm>
            <a:off x="9203762" y="1778630"/>
            <a:ext cx="0" cy="333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3C27C0F-BCC0-CD09-93D5-BBDDA1E9EECD}"/>
              </a:ext>
            </a:extLst>
          </p:cNvPr>
          <p:cNvSpPr txBox="1"/>
          <p:nvPr/>
        </p:nvSpPr>
        <p:spPr>
          <a:xfrm>
            <a:off x="8832436" y="3417310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highlight>
                  <a:srgbClr val="FFFF00"/>
                </a:highlight>
              </a:rPr>
              <a:t>2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77FAFF-58C7-CEE4-0207-417CEC23CF39}"/>
              </a:ext>
            </a:extLst>
          </p:cNvPr>
          <p:cNvSpPr txBox="1"/>
          <p:nvPr/>
        </p:nvSpPr>
        <p:spPr>
          <a:xfrm>
            <a:off x="8112248" y="1373341"/>
            <a:ext cx="4241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Watch</a:t>
            </a:r>
            <a:r>
              <a:rPr lang="ko-KR" altLang="en-US"/>
              <a:t> </a:t>
            </a:r>
            <a:r>
              <a:rPr lang="en-US" altLang="ko-KR"/>
              <a:t>control unit</a:t>
            </a:r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560B57-B398-6ED9-0425-2F1C3A3EFCA7}"/>
              </a:ext>
            </a:extLst>
          </p:cNvPr>
          <p:cNvSpPr txBox="1"/>
          <p:nvPr/>
        </p:nvSpPr>
        <p:spPr>
          <a:xfrm>
            <a:off x="435098" y="334135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P1 - Reset </a:t>
            </a:r>
            <a:r>
              <a:rPr lang="ko-KR" altLang="en-US"/>
              <a:t>이후 시간과 컨트롤 유닛의 스테이트 초기화 확인</a:t>
            </a:r>
            <a:endParaRPr lang="en-US" altLang="ko-KR"/>
          </a:p>
          <a:p>
            <a:r>
              <a:rPr lang="ko-KR" altLang="en-US"/>
              <a:t> 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7BD172-C9BF-0AF9-E33E-2639A48F91C2}"/>
              </a:ext>
            </a:extLst>
          </p:cNvPr>
          <p:cNvSpPr txBox="1"/>
          <p:nvPr/>
        </p:nvSpPr>
        <p:spPr>
          <a:xfrm>
            <a:off x="4419795" y="4378920"/>
            <a:ext cx="3429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FFF00"/>
                </a:highlight>
              </a:rPr>
              <a:t>3. Cursor</a:t>
            </a:r>
            <a:r>
              <a:rPr lang="ko-KR" altLang="en-US" sz="1050">
                <a:highlight>
                  <a:srgbClr val="FFFF00"/>
                </a:highlight>
              </a:rPr>
              <a:t> 상태 </a:t>
            </a:r>
            <a:r>
              <a:rPr lang="en-US" altLang="ko-KR" sz="1050">
                <a:highlight>
                  <a:srgbClr val="FFFF00"/>
                </a:highlight>
              </a:rPr>
              <a:t>IDLE</a:t>
            </a:r>
            <a:endParaRPr lang="ko-KR" altLang="en-US" sz="1050">
              <a:highlight>
                <a:srgbClr val="FFFF00"/>
              </a:highlight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358BD8C-D5F0-5F1F-EC4F-57D76F16B4C9}"/>
              </a:ext>
            </a:extLst>
          </p:cNvPr>
          <p:cNvCxnSpPr/>
          <p:nvPr/>
        </p:nvCxnSpPr>
        <p:spPr>
          <a:xfrm>
            <a:off x="2341982" y="1895573"/>
            <a:ext cx="20213" cy="4165862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A42323E-25CD-4FC9-AE78-7CB53112D43D}"/>
              </a:ext>
            </a:extLst>
          </p:cNvPr>
          <p:cNvSpPr txBox="1"/>
          <p:nvPr/>
        </p:nvSpPr>
        <p:spPr>
          <a:xfrm>
            <a:off x="4438649" y="4969038"/>
            <a:ext cx="3429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FFF00"/>
                </a:highlight>
              </a:rPr>
              <a:t>4. </a:t>
            </a:r>
            <a:r>
              <a:rPr lang="ko-KR" altLang="en-US" sz="1050">
                <a:highlight>
                  <a:srgbClr val="FFFF00"/>
                </a:highlight>
              </a:rPr>
              <a:t>시간 값 초기화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C3F8BF-E5BD-2627-1EFA-E2322F565EC6}"/>
              </a:ext>
            </a:extLst>
          </p:cNvPr>
          <p:cNvSpPr txBox="1"/>
          <p:nvPr/>
        </p:nvSpPr>
        <p:spPr>
          <a:xfrm>
            <a:off x="2886074" y="5331894"/>
            <a:ext cx="3429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FFF00"/>
                </a:highlight>
              </a:rPr>
              <a:t>5. ‘</a:t>
            </a:r>
            <a:r>
              <a:rPr lang="ko-KR" altLang="en-US" sz="1050">
                <a:highlight>
                  <a:srgbClr val="FFFF00"/>
                </a:highlight>
              </a:rPr>
              <a:t>오후 </a:t>
            </a:r>
            <a:r>
              <a:rPr lang="en-US" altLang="ko-KR" sz="1050">
                <a:highlight>
                  <a:srgbClr val="FFFF00"/>
                </a:highlight>
              </a:rPr>
              <a:t>‘ </a:t>
            </a:r>
            <a:r>
              <a:rPr lang="ko-KR" altLang="en-US" sz="1050">
                <a:highlight>
                  <a:srgbClr val="FFFF00"/>
                </a:highlight>
              </a:rPr>
              <a:t>신호 </a:t>
            </a:r>
            <a:r>
              <a:rPr lang="en-US" altLang="ko-KR" sz="1050">
                <a:highlight>
                  <a:srgbClr val="FFFF00"/>
                </a:highlight>
              </a:rPr>
              <a:t>: 1</a:t>
            </a:r>
            <a:endParaRPr lang="ko-KR" altLang="en-US" sz="1050">
              <a:highlight>
                <a:srgbClr val="FFFF00"/>
              </a:highlight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11AAA3A-CF4D-FC10-DBF1-650514CBA77C}"/>
              </a:ext>
            </a:extLst>
          </p:cNvPr>
          <p:cNvSpPr/>
          <p:nvPr/>
        </p:nvSpPr>
        <p:spPr>
          <a:xfrm>
            <a:off x="308797" y="5593504"/>
            <a:ext cx="575131" cy="1642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395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3E876-7F9F-3936-31D0-B1FBB27BE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9245C666-68FA-CC1E-8480-15A561CF2B23}"/>
              </a:ext>
            </a:extLst>
          </p:cNvPr>
          <p:cNvSpPr txBox="1"/>
          <p:nvPr/>
        </p:nvSpPr>
        <p:spPr>
          <a:xfrm>
            <a:off x="435098" y="334135"/>
            <a:ext cx="9394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P2 – NOMAL </a:t>
            </a:r>
            <a:r>
              <a:rPr lang="ko-KR" altLang="en-US"/>
              <a:t>상태에서 버튼 입력 시</a:t>
            </a:r>
            <a:r>
              <a:rPr lang="en-US" altLang="ko-KR"/>
              <a:t>, SW2=0 </a:t>
            </a:r>
            <a:r>
              <a:rPr lang="ko-KR" altLang="en-US"/>
              <a:t>일 경우 천이 </a:t>
            </a:r>
            <a:r>
              <a:rPr lang="en-US" altLang="ko-KR"/>
              <a:t>X</a:t>
            </a:r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D6A5D90-CAB8-C561-8565-F2076304567D}"/>
              </a:ext>
            </a:extLst>
          </p:cNvPr>
          <p:cNvGrpSpPr/>
          <p:nvPr/>
        </p:nvGrpSpPr>
        <p:grpSpPr>
          <a:xfrm>
            <a:off x="7946467" y="1771650"/>
            <a:ext cx="3695700" cy="2543175"/>
            <a:chOff x="7905751" y="1171575"/>
            <a:chExt cx="3695700" cy="254317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CB787FB-19E9-9231-94DC-870E2FC86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2367"/>
            <a:stretch>
              <a:fillRect/>
            </a:stretch>
          </p:blipFill>
          <p:spPr>
            <a:xfrm>
              <a:off x="7905751" y="1171575"/>
              <a:ext cx="3695700" cy="2543175"/>
            </a:xfrm>
            <a:prstGeom prst="rect">
              <a:avLst/>
            </a:prstGeom>
          </p:spPr>
        </p:pic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419898BF-78A8-4A86-8FF1-AA42950CE0FB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2057400"/>
              <a:ext cx="0" cy="3333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65369D4E-470E-7629-44C6-0923205127EC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2895600"/>
              <a:ext cx="0" cy="3333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56442B-8D01-A2C4-109A-04D2F87349A0}"/>
              </a:ext>
            </a:extLst>
          </p:cNvPr>
          <p:cNvSpPr/>
          <p:nvPr/>
        </p:nvSpPr>
        <p:spPr>
          <a:xfrm>
            <a:off x="8660841" y="3806763"/>
            <a:ext cx="1085843" cy="333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C094493-C497-E7E1-A03B-9D8E3863C963}"/>
              </a:ext>
            </a:extLst>
          </p:cNvPr>
          <p:cNvCxnSpPr>
            <a:cxnSpLocks/>
          </p:cNvCxnSpPr>
          <p:nvPr/>
        </p:nvCxnSpPr>
        <p:spPr>
          <a:xfrm>
            <a:off x="9203762" y="1778630"/>
            <a:ext cx="0" cy="333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85BE0CD-384E-9704-67F5-A848394D8E5C}"/>
              </a:ext>
            </a:extLst>
          </p:cNvPr>
          <p:cNvSpPr txBox="1"/>
          <p:nvPr/>
        </p:nvSpPr>
        <p:spPr>
          <a:xfrm>
            <a:off x="8112248" y="1373341"/>
            <a:ext cx="4241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Watch</a:t>
            </a:r>
            <a:r>
              <a:rPr lang="ko-KR" altLang="en-US"/>
              <a:t> </a:t>
            </a:r>
            <a:r>
              <a:rPr lang="en-US" altLang="ko-KR"/>
              <a:t>control unit</a:t>
            </a:r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3F1DBB1-655D-81E0-38C1-6BD4FF1ED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33" y="1373341"/>
            <a:ext cx="7184594" cy="444556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E1C093-1500-7B95-2791-3DAE4995CE25}"/>
              </a:ext>
            </a:extLst>
          </p:cNvPr>
          <p:cNvSpPr/>
          <p:nvPr/>
        </p:nvSpPr>
        <p:spPr>
          <a:xfrm>
            <a:off x="757382" y="2346035"/>
            <a:ext cx="452582" cy="1293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3FD0A3-DE9A-94FF-067F-2B16A943B840}"/>
              </a:ext>
            </a:extLst>
          </p:cNvPr>
          <p:cNvSpPr/>
          <p:nvPr/>
        </p:nvSpPr>
        <p:spPr>
          <a:xfrm>
            <a:off x="2105891" y="2657475"/>
            <a:ext cx="4313382" cy="1801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C766-AC9F-5272-EFD0-047268CA5703}"/>
              </a:ext>
            </a:extLst>
          </p:cNvPr>
          <p:cNvSpPr/>
          <p:nvPr/>
        </p:nvSpPr>
        <p:spPr>
          <a:xfrm>
            <a:off x="6419273" y="1398383"/>
            <a:ext cx="1315154" cy="4314260"/>
          </a:xfrm>
          <a:prstGeom prst="rect">
            <a:avLst/>
          </a:prstGeom>
          <a:solidFill>
            <a:schemeClr val="tx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441214-445F-F018-1C4C-14A4DCABA139}"/>
              </a:ext>
            </a:extLst>
          </p:cNvPr>
          <p:cNvSpPr/>
          <p:nvPr/>
        </p:nvSpPr>
        <p:spPr>
          <a:xfrm>
            <a:off x="544323" y="4511966"/>
            <a:ext cx="5874950" cy="1360300"/>
          </a:xfrm>
          <a:prstGeom prst="rect">
            <a:avLst/>
          </a:prstGeom>
          <a:solidFill>
            <a:schemeClr val="tx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33208-C207-7971-B974-A57FF129B693}"/>
              </a:ext>
            </a:extLst>
          </p:cNvPr>
          <p:cNvSpPr txBox="1"/>
          <p:nvPr/>
        </p:nvSpPr>
        <p:spPr>
          <a:xfrm>
            <a:off x="2100118" y="2369187"/>
            <a:ext cx="3429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FFF00"/>
                </a:highlight>
              </a:rPr>
              <a:t>2. </a:t>
            </a:r>
            <a:r>
              <a:rPr lang="ko-KR" altLang="en-US" sz="1050">
                <a:highlight>
                  <a:srgbClr val="FFFF00"/>
                </a:highlight>
              </a:rPr>
              <a:t>버튼을 입력해도 스테이트 변화</a:t>
            </a:r>
            <a:r>
              <a:rPr lang="en-US" altLang="ko-KR" sz="1050">
                <a:highlight>
                  <a:srgbClr val="FFFF00"/>
                </a:highlight>
              </a:rPr>
              <a:t> X </a:t>
            </a:r>
            <a:r>
              <a:rPr lang="ko-KR" altLang="en-US" sz="1050">
                <a:highlight>
                  <a:srgbClr val="FFFF00"/>
                </a:highlight>
              </a:rPr>
              <a:t> 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21F3C2E-F342-355F-6A89-F734A8961598}"/>
              </a:ext>
            </a:extLst>
          </p:cNvPr>
          <p:cNvGrpSpPr/>
          <p:nvPr/>
        </p:nvGrpSpPr>
        <p:grpSpPr>
          <a:xfrm>
            <a:off x="8316435" y="4451227"/>
            <a:ext cx="2860497" cy="994910"/>
            <a:chOff x="8147507" y="4717048"/>
            <a:chExt cx="2860497" cy="994910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68B287B5-231F-5874-15A0-D6277330F82A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33324D71-A319-7A05-A6B6-96C4A937F532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69" name="그룹 68">
                <a:extLst>
                  <a:ext uri="{FF2B5EF4-FFF2-40B4-BE49-F238E27FC236}">
                    <a16:creationId xmlns:a16="http://schemas.microsoft.com/office/drawing/2014/main" id="{14E20DF0-417C-59EE-3088-BB217C960D64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2" name="그룹 31">
                  <a:extLst>
                    <a:ext uri="{FF2B5EF4-FFF2-40B4-BE49-F238E27FC236}">
                      <a16:creationId xmlns:a16="http://schemas.microsoft.com/office/drawing/2014/main" id="{F50DC721-8B56-A7A9-83B8-CB44E71648D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6" name="그룹 25">
                    <a:extLst>
                      <a:ext uri="{FF2B5EF4-FFF2-40B4-BE49-F238E27FC236}">
                        <a16:creationId xmlns:a16="http://schemas.microsoft.com/office/drawing/2014/main" id="{7F6925BC-908F-E831-6EAF-E5EED29DE5C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8" name="직사각형 17">
                      <a:extLst>
                        <a:ext uri="{FF2B5EF4-FFF2-40B4-BE49-F238E27FC236}">
                          <a16:creationId xmlns:a16="http://schemas.microsoft.com/office/drawing/2014/main" id="{0B52F5B0-7EF4-C9E0-6651-06E1BC740A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588D8723-56DB-AF10-5039-42D11C64F15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A416DF9D-7757-5847-3C2A-248EA51E72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5" name="직사각형 24">
                      <a:extLst>
                        <a:ext uri="{FF2B5EF4-FFF2-40B4-BE49-F238E27FC236}">
                          <a16:creationId xmlns:a16="http://schemas.microsoft.com/office/drawing/2014/main" id="{46BF3DEC-FA9D-6697-00A3-06AE5236750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0688049A-B5D4-2A05-86C2-C6D91963B86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8" name="직사각형 27">
                      <a:extLst>
                        <a:ext uri="{FF2B5EF4-FFF2-40B4-BE49-F238E27FC236}">
                          <a16:creationId xmlns:a16="http://schemas.microsoft.com/office/drawing/2014/main" id="{E9D7BF3F-7213-6B8F-B963-CC0E290A51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" name="직사각형 28">
                      <a:extLst>
                        <a:ext uri="{FF2B5EF4-FFF2-40B4-BE49-F238E27FC236}">
                          <a16:creationId xmlns:a16="http://schemas.microsoft.com/office/drawing/2014/main" id="{92955F3B-22A4-020C-52C6-806A54B1958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" name="직사각형 29">
                      <a:extLst>
                        <a:ext uri="{FF2B5EF4-FFF2-40B4-BE49-F238E27FC236}">
                          <a16:creationId xmlns:a16="http://schemas.microsoft.com/office/drawing/2014/main" id="{BB79E8B3-CA7A-738D-ED9B-7354C54C9B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1" name="직사각형 30">
                      <a:extLst>
                        <a:ext uri="{FF2B5EF4-FFF2-40B4-BE49-F238E27FC236}">
                          <a16:creationId xmlns:a16="http://schemas.microsoft.com/office/drawing/2014/main" id="{137D2B7F-3409-7371-4D2C-96D19C55DE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68" name="직사각형 67">
                  <a:extLst>
                    <a:ext uri="{FF2B5EF4-FFF2-40B4-BE49-F238E27FC236}">
                      <a16:creationId xmlns:a16="http://schemas.microsoft.com/office/drawing/2014/main" id="{983DCE6D-EE80-C071-D848-AE2257CB900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70" name="그룹 69">
                <a:extLst>
                  <a:ext uri="{FF2B5EF4-FFF2-40B4-BE49-F238E27FC236}">
                    <a16:creationId xmlns:a16="http://schemas.microsoft.com/office/drawing/2014/main" id="{90364842-7195-89C4-FEEC-694DBF11A2D5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4007B4AF-7A3D-33AA-3C5E-679F1D13B9A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3" name="그룹 72">
                    <a:extLst>
                      <a:ext uri="{FF2B5EF4-FFF2-40B4-BE49-F238E27FC236}">
                        <a16:creationId xmlns:a16="http://schemas.microsoft.com/office/drawing/2014/main" id="{9A937F27-0362-4614-2279-A8476D778E8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9" name="직사각형 78">
                      <a:extLst>
                        <a:ext uri="{FF2B5EF4-FFF2-40B4-BE49-F238E27FC236}">
                          <a16:creationId xmlns:a16="http://schemas.microsoft.com/office/drawing/2014/main" id="{C89D6A6E-6F26-843E-E08D-55D0C27703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0462B829-62D3-0FA9-CD02-067A8ED86A4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1" name="직사각형 80">
                      <a:extLst>
                        <a:ext uri="{FF2B5EF4-FFF2-40B4-BE49-F238E27FC236}">
                          <a16:creationId xmlns:a16="http://schemas.microsoft.com/office/drawing/2014/main" id="{82B7818D-5A3D-5FB5-A8C0-B50461541B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2" name="직사각형 81">
                      <a:extLst>
                        <a:ext uri="{FF2B5EF4-FFF2-40B4-BE49-F238E27FC236}">
                          <a16:creationId xmlns:a16="http://schemas.microsoft.com/office/drawing/2014/main" id="{69CEB36F-A186-84D8-136A-2383587D56E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74" name="그룹 73">
                    <a:extLst>
                      <a:ext uri="{FF2B5EF4-FFF2-40B4-BE49-F238E27FC236}">
                        <a16:creationId xmlns:a16="http://schemas.microsoft.com/office/drawing/2014/main" id="{26C04F5D-7557-F57B-6DBA-EE0FBDEDC23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5" name="직사각형 74">
                      <a:extLst>
                        <a:ext uri="{FF2B5EF4-FFF2-40B4-BE49-F238E27FC236}">
                          <a16:creationId xmlns:a16="http://schemas.microsoft.com/office/drawing/2014/main" id="{729E4B38-9340-D903-AA94-E91392B058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6" name="직사각형 75">
                      <a:extLst>
                        <a:ext uri="{FF2B5EF4-FFF2-40B4-BE49-F238E27FC236}">
                          <a16:creationId xmlns:a16="http://schemas.microsoft.com/office/drawing/2014/main" id="{9563CF40-F685-3875-6672-56225C4AD60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7" name="직사각형 76">
                      <a:extLst>
                        <a:ext uri="{FF2B5EF4-FFF2-40B4-BE49-F238E27FC236}">
                          <a16:creationId xmlns:a16="http://schemas.microsoft.com/office/drawing/2014/main" id="{39950AC5-35E4-9F1B-1B99-2F4CBADAEE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8" name="직사각형 77">
                      <a:extLst>
                        <a:ext uri="{FF2B5EF4-FFF2-40B4-BE49-F238E27FC236}">
                          <a16:creationId xmlns:a16="http://schemas.microsoft.com/office/drawing/2014/main" id="{13A20C2F-DEF8-C429-23C6-517DDF5109F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0225D3CD-150F-9B17-ABBB-B5687A6345F1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5EFA410A-3FE8-4211-B153-601ED13DEDCE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4" name="그룹 83">
                  <a:extLst>
                    <a:ext uri="{FF2B5EF4-FFF2-40B4-BE49-F238E27FC236}">
                      <a16:creationId xmlns:a16="http://schemas.microsoft.com/office/drawing/2014/main" id="{89E48A38-3EE3-C4F2-4B45-99FBB5EA903E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6" name="그룹 85">
                    <a:extLst>
                      <a:ext uri="{FF2B5EF4-FFF2-40B4-BE49-F238E27FC236}">
                        <a16:creationId xmlns:a16="http://schemas.microsoft.com/office/drawing/2014/main" id="{F5E9F67A-377E-E561-C17F-37FD77701D0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2" name="직사각형 91">
                      <a:extLst>
                        <a:ext uri="{FF2B5EF4-FFF2-40B4-BE49-F238E27FC236}">
                          <a16:creationId xmlns:a16="http://schemas.microsoft.com/office/drawing/2014/main" id="{7B2ED79C-BBB4-07F3-BFA1-694AA9DA30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3" name="직사각형 92">
                      <a:extLst>
                        <a:ext uri="{FF2B5EF4-FFF2-40B4-BE49-F238E27FC236}">
                          <a16:creationId xmlns:a16="http://schemas.microsoft.com/office/drawing/2014/main" id="{79ED0C66-9691-55E4-F114-B769BE29CFA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4" name="직사각형 93">
                      <a:extLst>
                        <a:ext uri="{FF2B5EF4-FFF2-40B4-BE49-F238E27FC236}">
                          <a16:creationId xmlns:a16="http://schemas.microsoft.com/office/drawing/2014/main" id="{B89905E7-6856-E7C1-B89D-25EED8A45B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5" name="직사각형 94">
                      <a:extLst>
                        <a:ext uri="{FF2B5EF4-FFF2-40B4-BE49-F238E27FC236}">
                          <a16:creationId xmlns:a16="http://schemas.microsoft.com/office/drawing/2014/main" id="{B43ED3F3-EF42-B9E8-FDB4-8B4CE1E03CE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87" name="그룹 86">
                    <a:extLst>
                      <a:ext uri="{FF2B5EF4-FFF2-40B4-BE49-F238E27FC236}">
                        <a16:creationId xmlns:a16="http://schemas.microsoft.com/office/drawing/2014/main" id="{30F59AA5-BAD6-58AC-0823-B546767AD20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8" name="직사각형 87">
                      <a:extLst>
                        <a:ext uri="{FF2B5EF4-FFF2-40B4-BE49-F238E27FC236}">
                          <a16:creationId xmlns:a16="http://schemas.microsoft.com/office/drawing/2014/main" id="{7D9C617D-E2E8-F6B2-4C8A-3332EF4503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9" name="직사각형 88">
                      <a:extLst>
                        <a:ext uri="{FF2B5EF4-FFF2-40B4-BE49-F238E27FC236}">
                          <a16:creationId xmlns:a16="http://schemas.microsoft.com/office/drawing/2014/main" id="{F0D70452-D474-A8E2-64D8-B90A5D91FC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0" name="직사각형 89">
                      <a:extLst>
                        <a:ext uri="{FF2B5EF4-FFF2-40B4-BE49-F238E27FC236}">
                          <a16:creationId xmlns:a16="http://schemas.microsoft.com/office/drawing/2014/main" id="{9336310F-ED5D-05F4-43EF-F6FDB89139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1" name="직사각형 90">
                      <a:extLst>
                        <a:ext uri="{FF2B5EF4-FFF2-40B4-BE49-F238E27FC236}">
                          <a16:creationId xmlns:a16="http://schemas.microsoft.com/office/drawing/2014/main" id="{9F51CA65-D015-31BD-E0B2-3B53CD01920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9B8CB40C-3B87-C1C6-B6AA-9B8D728317E5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96" name="그룹 95">
                <a:extLst>
                  <a:ext uri="{FF2B5EF4-FFF2-40B4-BE49-F238E27FC236}">
                    <a16:creationId xmlns:a16="http://schemas.microsoft.com/office/drawing/2014/main" id="{F62401C0-259B-AE0E-5C06-1BF0312E81B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7" name="그룹 96">
                  <a:extLst>
                    <a:ext uri="{FF2B5EF4-FFF2-40B4-BE49-F238E27FC236}">
                      <a16:creationId xmlns:a16="http://schemas.microsoft.com/office/drawing/2014/main" id="{6CEED1ED-1751-723B-6E87-9901A70D27C9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9" name="그룹 98">
                    <a:extLst>
                      <a:ext uri="{FF2B5EF4-FFF2-40B4-BE49-F238E27FC236}">
                        <a16:creationId xmlns:a16="http://schemas.microsoft.com/office/drawing/2014/main" id="{76DD0699-BE25-ADA3-572D-2100D391909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5" name="직사각형 104">
                      <a:extLst>
                        <a:ext uri="{FF2B5EF4-FFF2-40B4-BE49-F238E27FC236}">
                          <a16:creationId xmlns:a16="http://schemas.microsoft.com/office/drawing/2014/main" id="{1D22F1DA-A8E6-0138-538B-A86F8EB1DC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6" name="직사각형 105">
                      <a:extLst>
                        <a:ext uri="{FF2B5EF4-FFF2-40B4-BE49-F238E27FC236}">
                          <a16:creationId xmlns:a16="http://schemas.microsoft.com/office/drawing/2014/main" id="{3C23753F-398F-39DB-E50B-8D2C2D82E4F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7" name="직사각형 106">
                      <a:extLst>
                        <a:ext uri="{FF2B5EF4-FFF2-40B4-BE49-F238E27FC236}">
                          <a16:creationId xmlns:a16="http://schemas.microsoft.com/office/drawing/2014/main" id="{9E43C0D1-E6B7-B77D-E3FB-7D84119533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8" name="직사각형 107">
                      <a:extLst>
                        <a:ext uri="{FF2B5EF4-FFF2-40B4-BE49-F238E27FC236}">
                          <a16:creationId xmlns:a16="http://schemas.microsoft.com/office/drawing/2014/main" id="{6BAB5AE7-294B-0BEC-6B95-D1D03AA0D7F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00" name="그룹 99">
                    <a:extLst>
                      <a:ext uri="{FF2B5EF4-FFF2-40B4-BE49-F238E27FC236}">
                        <a16:creationId xmlns:a16="http://schemas.microsoft.com/office/drawing/2014/main" id="{48D61EF3-C6A8-8BAA-7119-7FA5AD48F95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1" name="직사각형 100">
                      <a:extLst>
                        <a:ext uri="{FF2B5EF4-FFF2-40B4-BE49-F238E27FC236}">
                          <a16:creationId xmlns:a16="http://schemas.microsoft.com/office/drawing/2014/main" id="{5508DC14-636A-148A-9ACF-DD887B5BFA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2" name="직사각형 101">
                      <a:extLst>
                        <a:ext uri="{FF2B5EF4-FFF2-40B4-BE49-F238E27FC236}">
                          <a16:creationId xmlns:a16="http://schemas.microsoft.com/office/drawing/2014/main" id="{8E13818E-59C7-D7D4-1D05-20F48424E83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3" name="직사각형 102">
                      <a:extLst>
                        <a:ext uri="{FF2B5EF4-FFF2-40B4-BE49-F238E27FC236}">
                          <a16:creationId xmlns:a16="http://schemas.microsoft.com/office/drawing/2014/main" id="{12D89069-18E7-4B4B-70A7-52FDEF2DFC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4" name="직사각형 103">
                      <a:extLst>
                        <a:ext uri="{FF2B5EF4-FFF2-40B4-BE49-F238E27FC236}">
                          <a16:creationId xmlns:a16="http://schemas.microsoft.com/office/drawing/2014/main" id="{CDF76E7E-51A4-397C-F34C-B219058152F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438BF31C-F956-7A42-4DC4-353B59FA2F4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EEE0AB51-D4D4-8164-CF53-E36221093597}"/>
              </a:ext>
            </a:extLst>
          </p:cNvPr>
          <p:cNvSpPr txBox="1"/>
          <p:nvPr/>
        </p:nvSpPr>
        <p:spPr>
          <a:xfrm>
            <a:off x="8296471" y="5463710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cursor  x</a:t>
            </a:r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EB9E231D-6A28-C2FD-BFDD-AF521B0EEC0A}"/>
              </a:ext>
            </a:extLst>
          </p:cNvPr>
          <p:cNvSpPr/>
          <p:nvPr/>
        </p:nvSpPr>
        <p:spPr>
          <a:xfrm>
            <a:off x="757381" y="2216727"/>
            <a:ext cx="660131" cy="1293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11DC92E-5DDD-6C38-7093-DB6F72E0409C}"/>
              </a:ext>
            </a:extLst>
          </p:cNvPr>
          <p:cNvSpPr txBox="1"/>
          <p:nvPr/>
        </p:nvSpPr>
        <p:spPr>
          <a:xfrm>
            <a:off x="1703448" y="1950094"/>
            <a:ext cx="3429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FFF00"/>
                </a:highlight>
              </a:rPr>
              <a:t>1. DISPLAY </a:t>
            </a:r>
            <a:r>
              <a:rPr lang="ko-KR" altLang="en-US" sz="1050">
                <a:highlight>
                  <a:srgbClr val="FFFF00"/>
                </a:highlight>
              </a:rPr>
              <a:t>모드 </a:t>
            </a:r>
            <a:r>
              <a:rPr lang="en-US" altLang="ko-KR" sz="1050">
                <a:highlight>
                  <a:srgbClr val="FFFF00"/>
                </a:highlight>
              </a:rPr>
              <a:t>: </a:t>
            </a:r>
            <a:r>
              <a:rPr lang="ko-KR" altLang="en-US" sz="1050">
                <a:highlight>
                  <a:srgbClr val="FFFF00"/>
                </a:highlight>
              </a:rPr>
              <a:t> 시간 </a:t>
            </a:r>
            <a:r>
              <a:rPr lang="en-US" altLang="ko-KR" sz="1050">
                <a:highlight>
                  <a:srgbClr val="FFFF00"/>
                </a:highlight>
              </a:rPr>
              <a:t>/ </a:t>
            </a:r>
            <a:r>
              <a:rPr lang="ko-KR" altLang="en-US" sz="1050">
                <a:highlight>
                  <a:srgbClr val="FFFF00"/>
                </a:highlight>
              </a:rPr>
              <a:t>분 </a:t>
            </a:r>
          </a:p>
        </p:txBody>
      </p:sp>
    </p:spTree>
    <p:extLst>
      <p:ext uri="{BB962C8B-B14F-4D97-AF65-F5344CB8AC3E}">
        <p14:creationId xmlns:p14="http://schemas.microsoft.com/office/powerpoint/2010/main" val="1865662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26EB-F1E3-84E6-B986-D777F8D6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34BAB359-65B0-4941-3766-41FDF004C966}"/>
              </a:ext>
            </a:extLst>
          </p:cNvPr>
          <p:cNvSpPr txBox="1"/>
          <p:nvPr/>
        </p:nvSpPr>
        <p:spPr>
          <a:xfrm>
            <a:off x="435098" y="334135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P3 – SW_2 </a:t>
            </a:r>
            <a:r>
              <a:rPr lang="ko-KR" altLang="en-US"/>
              <a:t>인가 이후 </a:t>
            </a:r>
            <a:r>
              <a:rPr lang="en-US" altLang="ko-KR"/>
              <a:t>State </a:t>
            </a:r>
            <a:r>
              <a:rPr lang="ko-KR" altLang="en-US"/>
              <a:t>천이</a:t>
            </a:r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FEA4C67-C768-2AFB-0B7E-A42313032919}"/>
              </a:ext>
            </a:extLst>
          </p:cNvPr>
          <p:cNvGrpSpPr/>
          <p:nvPr/>
        </p:nvGrpSpPr>
        <p:grpSpPr>
          <a:xfrm>
            <a:off x="8613938" y="1101436"/>
            <a:ext cx="2943636" cy="1933845"/>
            <a:chOff x="8632764" y="1495154"/>
            <a:chExt cx="2943636" cy="193384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4F500F6-45E5-5AFC-341F-9D6505B00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32764" y="1495154"/>
              <a:ext cx="2943636" cy="1933845"/>
            </a:xfrm>
            <a:prstGeom prst="rect">
              <a:avLst/>
            </a:prstGeom>
          </p:spPr>
        </p:pic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6E591C93-E01D-F496-45C1-69F83FC9EF34}"/>
                </a:ext>
              </a:extLst>
            </p:cNvPr>
            <p:cNvCxnSpPr/>
            <p:nvPr/>
          </p:nvCxnSpPr>
          <p:spPr>
            <a:xfrm>
              <a:off x="10104582" y="2691668"/>
              <a:ext cx="67425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DFC98F7-E918-6C25-8BF6-6716D40347E1}"/>
                </a:ext>
              </a:extLst>
            </p:cNvPr>
            <p:cNvSpPr/>
            <p:nvPr/>
          </p:nvSpPr>
          <p:spPr>
            <a:xfrm>
              <a:off x="10843491" y="2590069"/>
              <a:ext cx="609600" cy="203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610448FC-1CD3-F736-396D-6A13C0E73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39" y="1108769"/>
            <a:ext cx="8046006" cy="5181600"/>
          </a:xfrm>
          <a:prstGeom prst="rect">
            <a:avLst/>
          </a:prstGeom>
        </p:spPr>
      </p:pic>
      <p:sp>
        <p:nvSpPr>
          <p:cNvPr id="47" name="타원 46">
            <a:extLst>
              <a:ext uri="{FF2B5EF4-FFF2-40B4-BE49-F238E27FC236}">
                <a16:creationId xmlns:a16="http://schemas.microsoft.com/office/drawing/2014/main" id="{53376058-D7F0-71D4-F98A-AD20E5349D71}"/>
              </a:ext>
            </a:extLst>
          </p:cNvPr>
          <p:cNvSpPr/>
          <p:nvPr/>
        </p:nvSpPr>
        <p:spPr>
          <a:xfrm>
            <a:off x="3731491" y="2205587"/>
            <a:ext cx="199626" cy="2474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C36C0E3-9098-637A-A68B-89BDA8A97D69}"/>
              </a:ext>
            </a:extLst>
          </p:cNvPr>
          <p:cNvCxnSpPr/>
          <p:nvPr/>
        </p:nvCxnSpPr>
        <p:spPr>
          <a:xfrm>
            <a:off x="3831304" y="2453064"/>
            <a:ext cx="0" cy="16940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1A0F0EB-3FF6-C634-DD8C-730323369A1A}"/>
              </a:ext>
            </a:extLst>
          </p:cNvPr>
          <p:cNvCxnSpPr/>
          <p:nvPr/>
        </p:nvCxnSpPr>
        <p:spPr>
          <a:xfrm flipV="1">
            <a:off x="4387273" y="1440873"/>
            <a:ext cx="0" cy="1662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EBEE976-DB34-D9E5-9DD8-21CAF321F314}"/>
              </a:ext>
            </a:extLst>
          </p:cNvPr>
          <p:cNvSpPr txBox="1"/>
          <p:nvPr/>
        </p:nvSpPr>
        <p:spPr>
          <a:xfrm>
            <a:off x="1980307" y="3885517"/>
            <a:ext cx="3502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FFF00"/>
                </a:highlight>
              </a:rPr>
              <a:t>1. sw2 </a:t>
            </a:r>
            <a:r>
              <a:rPr lang="ko-KR" altLang="en-US" sz="1050">
                <a:highlight>
                  <a:srgbClr val="FFFF00"/>
                </a:highlight>
              </a:rPr>
              <a:t>인가시</a:t>
            </a:r>
            <a:r>
              <a:rPr lang="en-US" altLang="ko-KR" sz="1050">
                <a:highlight>
                  <a:srgbClr val="FFFF00"/>
                </a:highlight>
              </a:rPr>
              <a:t>, n_state </a:t>
            </a:r>
            <a:r>
              <a:rPr lang="ko-KR" altLang="en-US" sz="1050">
                <a:highlight>
                  <a:srgbClr val="FFFF00"/>
                </a:highlight>
              </a:rPr>
              <a:t>바뀜</a:t>
            </a:r>
            <a:r>
              <a:rPr lang="en-US" altLang="ko-KR" sz="1050">
                <a:highlight>
                  <a:srgbClr val="FFFF00"/>
                </a:highlight>
              </a:rPr>
              <a:t> </a:t>
            </a:r>
            <a:endParaRPr lang="ko-KR" altLang="en-US" sz="1050">
              <a:highlight>
                <a:srgbClr val="FFFF00"/>
              </a:highlight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C11234-FA12-801F-A045-089988B9CBDF}"/>
              </a:ext>
            </a:extLst>
          </p:cNvPr>
          <p:cNvSpPr txBox="1"/>
          <p:nvPr/>
        </p:nvSpPr>
        <p:spPr>
          <a:xfrm>
            <a:off x="4341093" y="4550131"/>
            <a:ext cx="35023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2. posedge clock </a:t>
            </a:r>
            <a:r>
              <a:rPr lang="ko-KR" altLang="en-US" sz="1000">
                <a:highlight>
                  <a:srgbClr val="FFFF00"/>
                </a:highlight>
              </a:rPr>
              <a:t>이 후 </a:t>
            </a:r>
            <a:r>
              <a:rPr lang="en-US" altLang="ko-KR" sz="1000">
                <a:highlight>
                  <a:srgbClr val="FFFF00"/>
                </a:highlight>
              </a:rPr>
              <a:t>‘</a:t>
            </a:r>
            <a:r>
              <a:rPr lang="ko-KR" altLang="en-US" sz="1000">
                <a:highlight>
                  <a:srgbClr val="FFFF00"/>
                </a:highlight>
              </a:rPr>
              <a:t>커서 값 </a:t>
            </a:r>
            <a:r>
              <a:rPr lang="en-US" altLang="ko-KR" sz="1000">
                <a:highlight>
                  <a:srgbClr val="FFFF00"/>
                </a:highlight>
              </a:rPr>
              <a:t> = 0‘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8DE83C2-CC30-9F85-CD84-BDD4BB52A4B0}"/>
              </a:ext>
            </a:extLst>
          </p:cNvPr>
          <p:cNvCxnSpPr/>
          <p:nvPr/>
        </p:nvCxnSpPr>
        <p:spPr>
          <a:xfrm>
            <a:off x="4387273" y="1533236"/>
            <a:ext cx="0" cy="487680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타원 58">
            <a:extLst>
              <a:ext uri="{FF2B5EF4-FFF2-40B4-BE49-F238E27FC236}">
                <a16:creationId xmlns:a16="http://schemas.microsoft.com/office/drawing/2014/main" id="{D8FF7A0F-CAF8-6A97-4DEC-18BA136221A0}"/>
              </a:ext>
            </a:extLst>
          </p:cNvPr>
          <p:cNvSpPr/>
          <p:nvPr/>
        </p:nvSpPr>
        <p:spPr>
          <a:xfrm>
            <a:off x="10085756" y="2075815"/>
            <a:ext cx="185080" cy="2031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B0B8B1A7-C1D4-FCCB-366D-1D00C6D96CB9}"/>
              </a:ext>
            </a:extLst>
          </p:cNvPr>
          <p:cNvGrpSpPr/>
          <p:nvPr/>
        </p:nvGrpSpPr>
        <p:grpSpPr>
          <a:xfrm>
            <a:off x="8399551" y="3305127"/>
            <a:ext cx="2860497" cy="994910"/>
            <a:chOff x="8147507" y="4717048"/>
            <a:chExt cx="2860497" cy="994910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40C858C-7054-A8F9-3B14-E1F2D6526CAC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FE79B54C-9F13-F2C4-C0E1-86D64295F2FD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49E2992E-D7E7-8CBE-0B53-351D2CC50978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3" name="그룹 102">
                  <a:extLst>
                    <a:ext uri="{FF2B5EF4-FFF2-40B4-BE49-F238E27FC236}">
                      <a16:creationId xmlns:a16="http://schemas.microsoft.com/office/drawing/2014/main" id="{4E2E9EE2-9611-56A0-3A6D-58036F61768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5" name="그룹 104">
                    <a:extLst>
                      <a:ext uri="{FF2B5EF4-FFF2-40B4-BE49-F238E27FC236}">
                        <a16:creationId xmlns:a16="http://schemas.microsoft.com/office/drawing/2014/main" id="{E076AA38-B546-71E9-1436-D7AD584B29C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1" name="직사각형 110">
                      <a:extLst>
                        <a:ext uri="{FF2B5EF4-FFF2-40B4-BE49-F238E27FC236}">
                          <a16:creationId xmlns:a16="http://schemas.microsoft.com/office/drawing/2014/main" id="{AE709105-5B17-0B76-1E7B-0CAC509BC2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2" name="직사각형 111">
                      <a:extLst>
                        <a:ext uri="{FF2B5EF4-FFF2-40B4-BE49-F238E27FC236}">
                          <a16:creationId xmlns:a16="http://schemas.microsoft.com/office/drawing/2014/main" id="{273F55DE-7CE8-02C9-74CB-09AEACDCB81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3" name="직사각형 112">
                      <a:extLst>
                        <a:ext uri="{FF2B5EF4-FFF2-40B4-BE49-F238E27FC236}">
                          <a16:creationId xmlns:a16="http://schemas.microsoft.com/office/drawing/2014/main" id="{BA36425D-6FE7-9E24-D256-AABB845BC0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4" name="직사각형 113">
                      <a:extLst>
                        <a:ext uri="{FF2B5EF4-FFF2-40B4-BE49-F238E27FC236}">
                          <a16:creationId xmlns:a16="http://schemas.microsoft.com/office/drawing/2014/main" id="{C0235F63-6D29-5EFA-4551-84D1B83D279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06" name="그룹 105">
                    <a:extLst>
                      <a:ext uri="{FF2B5EF4-FFF2-40B4-BE49-F238E27FC236}">
                        <a16:creationId xmlns:a16="http://schemas.microsoft.com/office/drawing/2014/main" id="{52FFEC99-35D9-09E6-DF6D-A482836C8A3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7" name="직사각형 106">
                      <a:extLst>
                        <a:ext uri="{FF2B5EF4-FFF2-40B4-BE49-F238E27FC236}">
                          <a16:creationId xmlns:a16="http://schemas.microsoft.com/office/drawing/2014/main" id="{F7AED506-3CD2-2835-D74C-C5A77B5288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8" name="직사각형 107">
                      <a:extLst>
                        <a:ext uri="{FF2B5EF4-FFF2-40B4-BE49-F238E27FC236}">
                          <a16:creationId xmlns:a16="http://schemas.microsoft.com/office/drawing/2014/main" id="{2310B0A0-08BD-D98A-5F8A-6C1C46F694A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9" name="직사각형 108">
                      <a:extLst>
                        <a:ext uri="{FF2B5EF4-FFF2-40B4-BE49-F238E27FC236}">
                          <a16:creationId xmlns:a16="http://schemas.microsoft.com/office/drawing/2014/main" id="{E23C7247-AE21-5E41-E846-653CD32302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0" name="직사각형 109">
                      <a:extLst>
                        <a:ext uri="{FF2B5EF4-FFF2-40B4-BE49-F238E27FC236}">
                          <a16:creationId xmlns:a16="http://schemas.microsoft.com/office/drawing/2014/main" id="{4686EB47-A0D3-B72C-CA19-8C97CCC4EE9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04" name="직사각형 103">
                  <a:extLst>
                    <a:ext uri="{FF2B5EF4-FFF2-40B4-BE49-F238E27FC236}">
                      <a16:creationId xmlns:a16="http://schemas.microsoft.com/office/drawing/2014/main" id="{1D2D3DFB-8F1C-A470-CE82-239C8756C46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CAB72A4C-A930-A1D8-BE08-718F00B8837A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1" name="그룹 90">
                  <a:extLst>
                    <a:ext uri="{FF2B5EF4-FFF2-40B4-BE49-F238E27FC236}">
                      <a16:creationId xmlns:a16="http://schemas.microsoft.com/office/drawing/2014/main" id="{84310074-349E-3FF8-59A4-1A31AC53C54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3" name="그룹 92">
                    <a:extLst>
                      <a:ext uri="{FF2B5EF4-FFF2-40B4-BE49-F238E27FC236}">
                        <a16:creationId xmlns:a16="http://schemas.microsoft.com/office/drawing/2014/main" id="{45FFDF9F-1ABC-B768-BC16-83A5C9FCF92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9" name="직사각형 98">
                      <a:extLst>
                        <a:ext uri="{FF2B5EF4-FFF2-40B4-BE49-F238E27FC236}">
                          <a16:creationId xmlns:a16="http://schemas.microsoft.com/office/drawing/2014/main" id="{1FDF07E3-DFC9-BD68-D3CE-AE46E629F5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0" name="직사각형 99">
                      <a:extLst>
                        <a:ext uri="{FF2B5EF4-FFF2-40B4-BE49-F238E27FC236}">
                          <a16:creationId xmlns:a16="http://schemas.microsoft.com/office/drawing/2014/main" id="{126A79D1-F487-058C-AC74-B2477D546CC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1" name="직사각형 100">
                      <a:extLst>
                        <a:ext uri="{FF2B5EF4-FFF2-40B4-BE49-F238E27FC236}">
                          <a16:creationId xmlns:a16="http://schemas.microsoft.com/office/drawing/2014/main" id="{B1D42121-26BB-3234-34F4-8539316471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2" name="직사각형 101">
                      <a:extLst>
                        <a:ext uri="{FF2B5EF4-FFF2-40B4-BE49-F238E27FC236}">
                          <a16:creationId xmlns:a16="http://schemas.microsoft.com/office/drawing/2014/main" id="{A1145102-0980-AF29-9E54-FCD683AC73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94" name="그룹 93">
                    <a:extLst>
                      <a:ext uri="{FF2B5EF4-FFF2-40B4-BE49-F238E27FC236}">
                        <a16:creationId xmlns:a16="http://schemas.microsoft.com/office/drawing/2014/main" id="{77C3C841-6CCA-2A2B-2B8F-C30CFC204B5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5" name="직사각형 94">
                      <a:extLst>
                        <a:ext uri="{FF2B5EF4-FFF2-40B4-BE49-F238E27FC236}">
                          <a16:creationId xmlns:a16="http://schemas.microsoft.com/office/drawing/2014/main" id="{1B9292ED-1ABD-0037-7B8E-E4985791B5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6" name="직사각형 95">
                      <a:extLst>
                        <a:ext uri="{FF2B5EF4-FFF2-40B4-BE49-F238E27FC236}">
                          <a16:creationId xmlns:a16="http://schemas.microsoft.com/office/drawing/2014/main" id="{6F58ADC1-87D8-E006-4505-2E0A4BF43ED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7" name="직사각형 96">
                      <a:extLst>
                        <a:ext uri="{FF2B5EF4-FFF2-40B4-BE49-F238E27FC236}">
                          <a16:creationId xmlns:a16="http://schemas.microsoft.com/office/drawing/2014/main" id="{F0F2EE3E-0170-9A3F-EA16-A29AA0C17E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8" name="직사각형 97">
                      <a:extLst>
                        <a:ext uri="{FF2B5EF4-FFF2-40B4-BE49-F238E27FC236}">
                          <a16:creationId xmlns:a16="http://schemas.microsoft.com/office/drawing/2014/main" id="{0E3ADCBD-6553-88C2-EC13-DBD48F9BAD0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7F9C8239-D9AD-00A8-76E3-EB976755CEB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9E8DBFB4-BB53-AC0A-7E1D-F94FC14DFD8E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9" name="그룹 78">
                  <a:extLst>
                    <a:ext uri="{FF2B5EF4-FFF2-40B4-BE49-F238E27FC236}">
                      <a16:creationId xmlns:a16="http://schemas.microsoft.com/office/drawing/2014/main" id="{E00A813F-252E-1571-E95A-9C126CB86D8A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1" name="그룹 80">
                    <a:extLst>
                      <a:ext uri="{FF2B5EF4-FFF2-40B4-BE49-F238E27FC236}">
                        <a16:creationId xmlns:a16="http://schemas.microsoft.com/office/drawing/2014/main" id="{AFF0010F-1CCE-4CBC-1416-7CF9FFE753A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7" name="직사각형 86">
                      <a:extLst>
                        <a:ext uri="{FF2B5EF4-FFF2-40B4-BE49-F238E27FC236}">
                          <a16:creationId xmlns:a16="http://schemas.microsoft.com/office/drawing/2014/main" id="{D6345A78-38A7-2EDA-D080-84A4C24B71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8" name="직사각형 87">
                      <a:extLst>
                        <a:ext uri="{FF2B5EF4-FFF2-40B4-BE49-F238E27FC236}">
                          <a16:creationId xmlns:a16="http://schemas.microsoft.com/office/drawing/2014/main" id="{7BC988F4-5580-4AF9-6A83-7E12D0B7AD6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9" name="직사각형 88">
                      <a:extLst>
                        <a:ext uri="{FF2B5EF4-FFF2-40B4-BE49-F238E27FC236}">
                          <a16:creationId xmlns:a16="http://schemas.microsoft.com/office/drawing/2014/main" id="{88D4F917-9FA1-D442-FD97-6BA662F80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0" name="직사각형 89">
                      <a:extLst>
                        <a:ext uri="{FF2B5EF4-FFF2-40B4-BE49-F238E27FC236}">
                          <a16:creationId xmlns:a16="http://schemas.microsoft.com/office/drawing/2014/main" id="{8B3C4995-8B03-BA02-7563-0ABEA4CC70E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82" name="그룹 81">
                    <a:extLst>
                      <a:ext uri="{FF2B5EF4-FFF2-40B4-BE49-F238E27FC236}">
                        <a16:creationId xmlns:a16="http://schemas.microsoft.com/office/drawing/2014/main" id="{637BD6D5-6587-59A8-E93F-A529C34E17B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3" name="직사각형 82">
                      <a:extLst>
                        <a:ext uri="{FF2B5EF4-FFF2-40B4-BE49-F238E27FC236}">
                          <a16:creationId xmlns:a16="http://schemas.microsoft.com/office/drawing/2014/main" id="{F00A4EAE-858C-DA52-600D-5525BAA239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4" name="직사각형 83">
                      <a:extLst>
                        <a:ext uri="{FF2B5EF4-FFF2-40B4-BE49-F238E27FC236}">
                          <a16:creationId xmlns:a16="http://schemas.microsoft.com/office/drawing/2014/main" id="{BAD4FFC9-B893-FEEB-A053-90525D1F7EC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5" name="직사각형 84">
                      <a:extLst>
                        <a:ext uri="{FF2B5EF4-FFF2-40B4-BE49-F238E27FC236}">
                          <a16:creationId xmlns:a16="http://schemas.microsoft.com/office/drawing/2014/main" id="{FCC63DE3-AB57-A589-10E7-F2D3A2D7D9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6" name="직사각형 85">
                      <a:extLst>
                        <a:ext uri="{FF2B5EF4-FFF2-40B4-BE49-F238E27FC236}">
                          <a16:creationId xmlns:a16="http://schemas.microsoft.com/office/drawing/2014/main" id="{83ABE2C4-5FBA-2EFF-1D09-ECA7660AA5E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700E512C-6EF1-0FF9-D213-5E8E072870F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66" name="그룹 65">
                <a:extLst>
                  <a:ext uri="{FF2B5EF4-FFF2-40B4-BE49-F238E27FC236}">
                    <a16:creationId xmlns:a16="http://schemas.microsoft.com/office/drawing/2014/main" id="{207CB5E1-0CB6-8DC9-6091-221D3AD473E9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7" name="그룹 66">
                  <a:extLst>
                    <a:ext uri="{FF2B5EF4-FFF2-40B4-BE49-F238E27FC236}">
                      <a16:creationId xmlns:a16="http://schemas.microsoft.com/office/drawing/2014/main" id="{92A6BA00-8360-D0A9-EF1B-703C61D506A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9" name="그룹 68">
                    <a:extLst>
                      <a:ext uri="{FF2B5EF4-FFF2-40B4-BE49-F238E27FC236}">
                        <a16:creationId xmlns:a16="http://schemas.microsoft.com/office/drawing/2014/main" id="{18D7505B-5D01-44F7-F6A5-591E15844E8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5" name="직사각형 74">
                      <a:extLst>
                        <a:ext uri="{FF2B5EF4-FFF2-40B4-BE49-F238E27FC236}">
                          <a16:creationId xmlns:a16="http://schemas.microsoft.com/office/drawing/2014/main" id="{3CE14CF9-93DB-59BE-0658-8D519DCAB3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6" name="직사각형 75">
                      <a:extLst>
                        <a:ext uri="{FF2B5EF4-FFF2-40B4-BE49-F238E27FC236}">
                          <a16:creationId xmlns:a16="http://schemas.microsoft.com/office/drawing/2014/main" id="{75800A46-7E9C-17F3-BD81-2C768B62AA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7" name="직사각형 76">
                      <a:extLst>
                        <a:ext uri="{FF2B5EF4-FFF2-40B4-BE49-F238E27FC236}">
                          <a16:creationId xmlns:a16="http://schemas.microsoft.com/office/drawing/2014/main" id="{B7090746-88A5-6BC8-3824-F91CE7256C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8" name="직사각형 77">
                      <a:extLst>
                        <a:ext uri="{FF2B5EF4-FFF2-40B4-BE49-F238E27FC236}">
                          <a16:creationId xmlns:a16="http://schemas.microsoft.com/office/drawing/2014/main" id="{9ECD7E17-8A18-1A40-71AB-BB7CFF37EB7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70" name="그룹 69">
                    <a:extLst>
                      <a:ext uri="{FF2B5EF4-FFF2-40B4-BE49-F238E27FC236}">
                        <a16:creationId xmlns:a16="http://schemas.microsoft.com/office/drawing/2014/main" id="{52F527EC-FF54-13CF-F66F-76795E8AD91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1" name="직사각형 70">
                      <a:extLst>
                        <a:ext uri="{FF2B5EF4-FFF2-40B4-BE49-F238E27FC236}">
                          <a16:creationId xmlns:a16="http://schemas.microsoft.com/office/drawing/2014/main" id="{401E28F8-53D3-FE35-9605-CBA1906041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2" name="직사각형 71">
                      <a:extLst>
                        <a:ext uri="{FF2B5EF4-FFF2-40B4-BE49-F238E27FC236}">
                          <a16:creationId xmlns:a16="http://schemas.microsoft.com/office/drawing/2014/main" id="{8CF9ADC1-068C-9BF6-E9F4-349D612FF71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3" name="직사각형 72">
                      <a:extLst>
                        <a:ext uri="{FF2B5EF4-FFF2-40B4-BE49-F238E27FC236}">
                          <a16:creationId xmlns:a16="http://schemas.microsoft.com/office/drawing/2014/main" id="{39F308A7-2AE7-FFC1-E474-36C3F8EC1C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4" name="직사각형 73">
                      <a:extLst>
                        <a:ext uri="{FF2B5EF4-FFF2-40B4-BE49-F238E27FC236}">
                          <a16:creationId xmlns:a16="http://schemas.microsoft.com/office/drawing/2014/main" id="{1F8CEF49-3ADE-5428-743F-1E9C4C80587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68" name="직사각형 67">
                  <a:extLst>
                    <a:ext uri="{FF2B5EF4-FFF2-40B4-BE49-F238E27FC236}">
                      <a16:creationId xmlns:a16="http://schemas.microsoft.com/office/drawing/2014/main" id="{4E7D2F98-4722-7D4E-8351-0060CA970F4B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92D915EA-400A-21D7-1222-A30F139522C1}"/>
              </a:ext>
            </a:extLst>
          </p:cNvPr>
          <p:cNvCxnSpPr/>
          <p:nvPr/>
        </p:nvCxnSpPr>
        <p:spPr>
          <a:xfrm flipV="1">
            <a:off x="10846711" y="4391332"/>
            <a:ext cx="0" cy="7700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1157A16C-E35E-23D5-3549-D9A3D51550CF}"/>
              </a:ext>
            </a:extLst>
          </p:cNvPr>
          <p:cNvSpPr txBox="1"/>
          <p:nvPr/>
        </p:nvSpPr>
        <p:spPr>
          <a:xfrm>
            <a:off x="10410278" y="5076503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cursor 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86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61B8E-32BC-F97A-61FF-D4F25492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7600C8E3-A42A-9C82-5A89-D6609AF5C20B}"/>
              </a:ext>
            </a:extLst>
          </p:cNvPr>
          <p:cNvSpPr txBox="1"/>
          <p:nvPr/>
        </p:nvSpPr>
        <p:spPr>
          <a:xfrm>
            <a:off x="435098" y="334135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P3 – Tick </a:t>
            </a:r>
            <a:r>
              <a:rPr lang="ko-KR" altLang="en-US"/>
              <a:t>버튼 이후 스테이트 변화 </a:t>
            </a:r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7341877-51D8-8450-FAB2-7D99C31F3E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667"/>
          <a:stretch>
            <a:fillRect/>
          </a:stretch>
        </p:blipFill>
        <p:spPr>
          <a:xfrm>
            <a:off x="300895" y="1455868"/>
            <a:ext cx="4317288" cy="4153272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2EFEF39-6475-00A4-188A-518A1C1205B5}"/>
              </a:ext>
            </a:extLst>
          </p:cNvPr>
          <p:cNvCxnSpPr/>
          <p:nvPr/>
        </p:nvCxnSpPr>
        <p:spPr>
          <a:xfrm>
            <a:off x="2835563" y="3241964"/>
            <a:ext cx="0" cy="6834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65FE698A-D81A-5A7F-464C-2CACD0E9F9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06"/>
          <a:stretch>
            <a:fillRect/>
          </a:stretch>
        </p:blipFill>
        <p:spPr>
          <a:xfrm>
            <a:off x="5551787" y="560322"/>
            <a:ext cx="5917740" cy="3282387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A1CCD7F-3192-9516-FF20-481BEDC4BD3B}"/>
              </a:ext>
            </a:extLst>
          </p:cNvPr>
          <p:cNvSpPr/>
          <p:nvPr/>
        </p:nvSpPr>
        <p:spPr>
          <a:xfrm>
            <a:off x="2290618" y="2770909"/>
            <a:ext cx="2152073" cy="16163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5E5099D-2E89-92CF-76ED-CB23ECB1F514}"/>
              </a:ext>
            </a:extLst>
          </p:cNvPr>
          <p:cNvCxnSpPr>
            <a:cxnSpLocks/>
          </p:cNvCxnSpPr>
          <p:nvPr/>
        </p:nvCxnSpPr>
        <p:spPr>
          <a:xfrm flipV="1">
            <a:off x="4442691" y="560322"/>
            <a:ext cx="1109095" cy="2210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51C50DC-2343-9410-B411-04218352E88A}"/>
              </a:ext>
            </a:extLst>
          </p:cNvPr>
          <p:cNvCxnSpPr>
            <a:cxnSpLocks/>
          </p:cNvCxnSpPr>
          <p:nvPr/>
        </p:nvCxnSpPr>
        <p:spPr>
          <a:xfrm flipV="1">
            <a:off x="4442691" y="3842709"/>
            <a:ext cx="1109095" cy="5480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26210DB-134A-4947-473B-00F5F0430BBB}"/>
              </a:ext>
            </a:extLst>
          </p:cNvPr>
          <p:cNvCxnSpPr/>
          <p:nvPr/>
        </p:nvCxnSpPr>
        <p:spPr>
          <a:xfrm flipV="1">
            <a:off x="8091054" y="924018"/>
            <a:ext cx="0" cy="1939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B428C56-D75B-0FD3-08B9-AA9A5BBFC1E9}"/>
              </a:ext>
            </a:extLst>
          </p:cNvPr>
          <p:cNvCxnSpPr/>
          <p:nvPr/>
        </p:nvCxnSpPr>
        <p:spPr>
          <a:xfrm flipV="1">
            <a:off x="7809346" y="924018"/>
            <a:ext cx="0" cy="1939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2848C32-BFCA-CF21-4584-B67439A681FD}"/>
              </a:ext>
            </a:extLst>
          </p:cNvPr>
          <p:cNvSpPr txBox="1"/>
          <p:nvPr/>
        </p:nvSpPr>
        <p:spPr>
          <a:xfrm>
            <a:off x="6516986" y="2120737"/>
            <a:ext cx="13015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1. L </a:t>
            </a:r>
            <a:r>
              <a:rPr lang="ko-KR" altLang="en-US" sz="1000">
                <a:highlight>
                  <a:srgbClr val="FFFF00"/>
                </a:highlight>
              </a:rPr>
              <a:t>버튼 </a:t>
            </a:r>
            <a:r>
              <a:rPr lang="en-US" altLang="ko-KR" sz="1000">
                <a:highlight>
                  <a:srgbClr val="FFFF00"/>
                </a:highlight>
              </a:rPr>
              <a:t>Tick </a:t>
            </a:r>
            <a:r>
              <a:rPr lang="ko-KR" altLang="en-US" sz="1000">
                <a:highlight>
                  <a:srgbClr val="FFFF00"/>
                </a:highlight>
              </a:rPr>
              <a:t>발생</a:t>
            </a:r>
            <a:r>
              <a:rPr lang="en-US" altLang="ko-KR" sz="1000">
                <a:highlight>
                  <a:srgbClr val="FFFF00"/>
                </a:highlight>
              </a:rPr>
              <a:t>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A471DA0-3A14-DA05-59BE-ADB7D286C9AF}"/>
              </a:ext>
            </a:extLst>
          </p:cNvPr>
          <p:cNvCxnSpPr>
            <a:cxnSpLocks/>
          </p:cNvCxnSpPr>
          <p:nvPr/>
        </p:nvCxnSpPr>
        <p:spPr>
          <a:xfrm flipH="1">
            <a:off x="7813964" y="2346418"/>
            <a:ext cx="4618" cy="9328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C34A22C-72AC-C44C-3A1B-39A570D85A26}"/>
              </a:ext>
            </a:extLst>
          </p:cNvPr>
          <p:cNvSpPr txBox="1"/>
          <p:nvPr/>
        </p:nvSpPr>
        <p:spPr>
          <a:xfrm>
            <a:off x="6258364" y="2967098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2. n_state : SET_MIN_10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0622C7DF-A30C-C2A6-8B8E-1B0D4909B91F}"/>
              </a:ext>
            </a:extLst>
          </p:cNvPr>
          <p:cNvCxnSpPr/>
          <p:nvPr/>
        </p:nvCxnSpPr>
        <p:spPr>
          <a:xfrm>
            <a:off x="7816273" y="3279290"/>
            <a:ext cx="274781" cy="10160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3A7F7A6-3CB3-A0F8-2175-EFD7BEFF04D5}"/>
              </a:ext>
            </a:extLst>
          </p:cNvPr>
          <p:cNvSpPr txBox="1"/>
          <p:nvPr/>
        </p:nvSpPr>
        <p:spPr>
          <a:xfrm>
            <a:off x="8054466" y="2959177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3. </a:t>
            </a:r>
            <a:r>
              <a:rPr lang="ko-KR" altLang="en-US" sz="1000">
                <a:highlight>
                  <a:srgbClr val="FFFF00"/>
                </a:highlight>
              </a:rPr>
              <a:t>다음 </a:t>
            </a:r>
            <a:r>
              <a:rPr lang="en-US" altLang="ko-KR" sz="1000">
                <a:highlight>
                  <a:srgbClr val="FFFF00"/>
                </a:highlight>
              </a:rPr>
              <a:t>Posedge </a:t>
            </a:r>
            <a:r>
              <a:rPr lang="ko-KR" altLang="en-US" sz="1000">
                <a:highlight>
                  <a:srgbClr val="FFFF00"/>
                </a:highlight>
              </a:rPr>
              <a:t>이후 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63E171AE-B771-2DF4-38BC-DD6DE2980749}"/>
              </a:ext>
            </a:extLst>
          </p:cNvPr>
          <p:cNvGrpSpPr/>
          <p:nvPr/>
        </p:nvGrpSpPr>
        <p:grpSpPr>
          <a:xfrm>
            <a:off x="5896806" y="4116729"/>
            <a:ext cx="4388496" cy="1959566"/>
            <a:chOff x="7257515" y="4276053"/>
            <a:chExt cx="4388496" cy="1959566"/>
          </a:xfrm>
        </p:grpSpPr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C7F5E785-768D-C093-3E92-C6D6AA6F4B57}"/>
                </a:ext>
              </a:extLst>
            </p:cNvPr>
            <p:cNvGrpSpPr/>
            <p:nvPr/>
          </p:nvGrpSpPr>
          <p:grpSpPr>
            <a:xfrm>
              <a:off x="7257515" y="4276053"/>
              <a:ext cx="2860497" cy="994910"/>
              <a:chOff x="8147507" y="4717048"/>
              <a:chExt cx="2860497" cy="994910"/>
            </a:xfrm>
          </p:grpSpPr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BF55CBF3-274D-AFD5-37FA-D2333CAE0500}"/>
                  </a:ext>
                </a:extLst>
              </p:cNvPr>
              <p:cNvSpPr/>
              <p:nvPr/>
            </p:nvSpPr>
            <p:spPr>
              <a:xfrm>
                <a:off x="8147507" y="4717048"/>
                <a:ext cx="2860497" cy="99491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21C601B1-F1A5-6EE8-FF36-E174638F3D2B}"/>
                  </a:ext>
                </a:extLst>
              </p:cNvPr>
              <p:cNvGrpSpPr/>
              <p:nvPr/>
            </p:nvGrpSpPr>
            <p:grpSpPr>
              <a:xfrm>
                <a:off x="8408334" y="4819650"/>
                <a:ext cx="2500334" cy="808179"/>
                <a:chOff x="8112248" y="4451227"/>
                <a:chExt cx="3529919" cy="1221760"/>
              </a:xfrm>
            </p:grpSpPr>
            <p:grpSp>
              <p:nvGrpSpPr>
                <p:cNvPr id="78" name="그룹 77">
                  <a:extLst>
                    <a:ext uri="{FF2B5EF4-FFF2-40B4-BE49-F238E27FC236}">
                      <a16:creationId xmlns:a16="http://schemas.microsoft.com/office/drawing/2014/main" id="{9D138510-D770-1F29-9A10-1FBC291E329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118" name="그룹 117">
                    <a:extLst>
                      <a:ext uri="{FF2B5EF4-FFF2-40B4-BE49-F238E27FC236}">
                        <a16:creationId xmlns:a16="http://schemas.microsoft.com/office/drawing/2014/main" id="{AD2EF2CA-C1E8-66CB-BDCB-FF3BA4713BEF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120" name="그룹 119">
                      <a:extLst>
                        <a:ext uri="{FF2B5EF4-FFF2-40B4-BE49-F238E27FC236}">
                          <a16:creationId xmlns:a16="http://schemas.microsoft.com/office/drawing/2014/main" id="{9BC2B708-B4C2-C502-B6E4-4E2E29E5FF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26" name="직사각형 125">
                        <a:extLst>
                          <a:ext uri="{FF2B5EF4-FFF2-40B4-BE49-F238E27FC236}">
                            <a16:creationId xmlns:a16="http://schemas.microsoft.com/office/drawing/2014/main" id="{49E3B673-E593-557C-DB04-C1DEACFD31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27" name="직사각형 126">
                        <a:extLst>
                          <a:ext uri="{FF2B5EF4-FFF2-40B4-BE49-F238E27FC236}">
                            <a16:creationId xmlns:a16="http://schemas.microsoft.com/office/drawing/2014/main" id="{4859E317-C375-6027-DFF5-0A1FDCCB616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28" name="직사각형 127">
                        <a:extLst>
                          <a:ext uri="{FF2B5EF4-FFF2-40B4-BE49-F238E27FC236}">
                            <a16:creationId xmlns:a16="http://schemas.microsoft.com/office/drawing/2014/main" id="{97A8D982-98F1-C82A-EE8D-2FDE0D20A5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29" name="직사각형 128">
                        <a:extLst>
                          <a:ext uri="{FF2B5EF4-FFF2-40B4-BE49-F238E27FC236}">
                            <a16:creationId xmlns:a16="http://schemas.microsoft.com/office/drawing/2014/main" id="{E4813229-6641-8BAB-622E-E0CA55489B8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  <p:grpSp>
                  <p:nvGrpSpPr>
                    <p:cNvPr id="121" name="그룹 120">
                      <a:extLst>
                        <a:ext uri="{FF2B5EF4-FFF2-40B4-BE49-F238E27FC236}">
                          <a16:creationId xmlns:a16="http://schemas.microsoft.com/office/drawing/2014/main" id="{61447671-7565-128E-C0BD-F163A643E05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22" name="직사각형 121">
                        <a:extLst>
                          <a:ext uri="{FF2B5EF4-FFF2-40B4-BE49-F238E27FC236}">
                            <a16:creationId xmlns:a16="http://schemas.microsoft.com/office/drawing/2014/main" id="{41B0DE75-FFCC-5118-9F3A-582288FF92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23" name="직사각형 122">
                        <a:extLst>
                          <a:ext uri="{FF2B5EF4-FFF2-40B4-BE49-F238E27FC236}">
                            <a16:creationId xmlns:a16="http://schemas.microsoft.com/office/drawing/2014/main" id="{72B305C0-6AA2-1BC6-9B08-A2713C03533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24" name="직사각형 123">
                        <a:extLst>
                          <a:ext uri="{FF2B5EF4-FFF2-40B4-BE49-F238E27FC236}">
                            <a16:creationId xmlns:a16="http://schemas.microsoft.com/office/drawing/2014/main" id="{B02E8632-A345-0BBF-30A3-5866D69864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25" name="직사각형 124">
                        <a:extLst>
                          <a:ext uri="{FF2B5EF4-FFF2-40B4-BE49-F238E27FC236}">
                            <a16:creationId xmlns:a16="http://schemas.microsoft.com/office/drawing/2014/main" id="{D4466624-1C41-7E19-C5D0-1F4AC0CCEB2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</p:grpSp>
              <p:sp>
                <p:nvSpPr>
                  <p:cNvPr id="119" name="직사각형 118">
                    <a:extLst>
                      <a:ext uri="{FF2B5EF4-FFF2-40B4-BE49-F238E27FC236}">
                        <a16:creationId xmlns:a16="http://schemas.microsoft.com/office/drawing/2014/main" id="{33EA2C0D-F1FD-9B6A-7F0C-77116D987EFF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79" name="그룹 78">
                  <a:extLst>
                    <a:ext uri="{FF2B5EF4-FFF2-40B4-BE49-F238E27FC236}">
                      <a16:creationId xmlns:a16="http://schemas.microsoft.com/office/drawing/2014/main" id="{34098D33-60B6-50CE-EECA-4FBB9F415EBB}"/>
                    </a:ext>
                  </a:extLst>
                </p:cNvPr>
                <p:cNvGrpSpPr/>
                <p:nvPr/>
              </p:nvGrpSpPr>
              <p:grpSpPr>
                <a:xfrm>
                  <a:off x="900388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106" name="그룹 105">
                    <a:extLst>
                      <a:ext uri="{FF2B5EF4-FFF2-40B4-BE49-F238E27FC236}">
                        <a16:creationId xmlns:a16="http://schemas.microsoft.com/office/drawing/2014/main" id="{B5DB466F-1DBF-4BCA-65E5-17ACC5405286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108" name="그룹 107">
                      <a:extLst>
                        <a:ext uri="{FF2B5EF4-FFF2-40B4-BE49-F238E27FC236}">
                          <a16:creationId xmlns:a16="http://schemas.microsoft.com/office/drawing/2014/main" id="{DC018F4F-2F00-8310-7A04-732237FDD3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14" name="직사각형 113">
                        <a:extLst>
                          <a:ext uri="{FF2B5EF4-FFF2-40B4-BE49-F238E27FC236}">
                            <a16:creationId xmlns:a16="http://schemas.microsoft.com/office/drawing/2014/main" id="{79D03690-1D2E-D416-5166-63163D20E0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15" name="직사각형 114">
                        <a:extLst>
                          <a:ext uri="{FF2B5EF4-FFF2-40B4-BE49-F238E27FC236}">
                            <a16:creationId xmlns:a16="http://schemas.microsoft.com/office/drawing/2014/main" id="{54C6A89E-87F0-B4A3-FB0C-B8F05EB0EC9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16" name="직사각형 115">
                        <a:extLst>
                          <a:ext uri="{FF2B5EF4-FFF2-40B4-BE49-F238E27FC236}">
                            <a16:creationId xmlns:a16="http://schemas.microsoft.com/office/drawing/2014/main" id="{178DE33C-33C7-10E6-3826-7F95D830BD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17" name="직사각형 116">
                        <a:extLst>
                          <a:ext uri="{FF2B5EF4-FFF2-40B4-BE49-F238E27FC236}">
                            <a16:creationId xmlns:a16="http://schemas.microsoft.com/office/drawing/2014/main" id="{E8FCCFB1-DB90-3DB8-25CD-C038577DD86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  <p:grpSp>
                  <p:nvGrpSpPr>
                    <p:cNvPr id="109" name="그룹 108">
                      <a:extLst>
                        <a:ext uri="{FF2B5EF4-FFF2-40B4-BE49-F238E27FC236}">
                          <a16:creationId xmlns:a16="http://schemas.microsoft.com/office/drawing/2014/main" id="{6AEC8A89-645A-442F-5A5D-308065C95F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10" name="직사각형 109">
                        <a:extLst>
                          <a:ext uri="{FF2B5EF4-FFF2-40B4-BE49-F238E27FC236}">
                            <a16:creationId xmlns:a16="http://schemas.microsoft.com/office/drawing/2014/main" id="{38337645-77B8-D149-DDD3-1205E0B44B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11" name="직사각형 110">
                        <a:extLst>
                          <a:ext uri="{FF2B5EF4-FFF2-40B4-BE49-F238E27FC236}">
                            <a16:creationId xmlns:a16="http://schemas.microsoft.com/office/drawing/2014/main" id="{C4996B16-A841-77C7-88A3-B54548FD6C44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12" name="직사각형 111">
                        <a:extLst>
                          <a:ext uri="{FF2B5EF4-FFF2-40B4-BE49-F238E27FC236}">
                            <a16:creationId xmlns:a16="http://schemas.microsoft.com/office/drawing/2014/main" id="{A123EA3F-D3AE-DB31-33A5-5922A05B88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13" name="직사각형 112">
                        <a:extLst>
                          <a:ext uri="{FF2B5EF4-FFF2-40B4-BE49-F238E27FC236}">
                            <a16:creationId xmlns:a16="http://schemas.microsoft.com/office/drawing/2014/main" id="{6B4454D5-0D01-BFD5-535A-FE7D30E4EAE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</p:grpSp>
              <p:sp>
                <p:nvSpPr>
                  <p:cNvPr id="107" name="직사각형 106">
                    <a:extLst>
                      <a:ext uri="{FF2B5EF4-FFF2-40B4-BE49-F238E27FC236}">
                        <a16:creationId xmlns:a16="http://schemas.microsoft.com/office/drawing/2014/main" id="{D5650161-E7A4-A9AE-704A-7D35775A80EA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80" name="그룹 79">
                  <a:extLst>
                    <a:ext uri="{FF2B5EF4-FFF2-40B4-BE49-F238E27FC236}">
                      <a16:creationId xmlns:a16="http://schemas.microsoft.com/office/drawing/2014/main" id="{FA21D9DB-8083-5E2E-A5AE-8EFDADF88780}"/>
                    </a:ext>
                  </a:extLst>
                </p:cNvPr>
                <p:cNvGrpSpPr/>
                <p:nvPr/>
              </p:nvGrpSpPr>
              <p:grpSpPr>
                <a:xfrm>
                  <a:off x="993585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94" name="그룹 93">
                    <a:extLst>
                      <a:ext uri="{FF2B5EF4-FFF2-40B4-BE49-F238E27FC236}">
                        <a16:creationId xmlns:a16="http://schemas.microsoft.com/office/drawing/2014/main" id="{6B0033C5-58EF-1FCA-D8EA-1095280980BA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96" name="그룹 95">
                      <a:extLst>
                        <a:ext uri="{FF2B5EF4-FFF2-40B4-BE49-F238E27FC236}">
                          <a16:creationId xmlns:a16="http://schemas.microsoft.com/office/drawing/2014/main" id="{B5D8BB2B-5913-5798-D567-3FBC14CA43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02" name="직사각형 101">
                        <a:extLst>
                          <a:ext uri="{FF2B5EF4-FFF2-40B4-BE49-F238E27FC236}">
                            <a16:creationId xmlns:a16="http://schemas.microsoft.com/office/drawing/2014/main" id="{95F4F0D7-9748-51D2-7DBF-1EDDB6D751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03" name="직사각형 102">
                        <a:extLst>
                          <a:ext uri="{FF2B5EF4-FFF2-40B4-BE49-F238E27FC236}">
                            <a16:creationId xmlns:a16="http://schemas.microsoft.com/office/drawing/2014/main" id="{30643696-DAF2-59A2-68D3-B20150AA37F6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04" name="직사각형 103">
                        <a:extLst>
                          <a:ext uri="{FF2B5EF4-FFF2-40B4-BE49-F238E27FC236}">
                            <a16:creationId xmlns:a16="http://schemas.microsoft.com/office/drawing/2014/main" id="{1EBEEB3F-89E4-6920-8F76-3111E1C866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05" name="직사각형 104">
                        <a:extLst>
                          <a:ext uri="{FF2B5EF4-FFF2-40B4-BE49-F238E27FC236}">
                            <a16:creationId xmlns:a16="http://schemas.microsoft.com/office/drawing/2014/main" id="{588A98BF-0ABA-03AC-7335-ADDDDE61D04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  <p:grpSp>
                  <p:nvGrpSpPr>
                    <p:cNvPr id="97" name="그룹 96">
                      <a:extLst>
                        <a:ext uri="{FF2B5EF4-FFF2-40B4-BE49-F238E27FC236}">
                          <a16:creationId xmlns:a16="http://schemas.microsoft.com/office/drawing/2014/main" id="{4C9BB575-8D0B-4F20-8AB0-3FDD1041D9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98" name="직사각형 97">
                        <a:extLst>
                          <a:ext uri="{FF2B5EF4-FFF2-40B4-BE49-F238E27FC236}">
                            <a16:creationId xmlns:a16="http://schemas.microsoft.com/office/drawing/2014/main" id="{944B4107-7167-B056-4E93-7A18B0E196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99" name="직사각형 98">
                        <a:extLst>
                          <a:ext uri="{FF2B5EF4-FFF2-40B4-BE49-F238E27FC236}">
                            <a16:creationId xmlns:a16="http://schemas.microsoft.com/office/drawing/2014/main" id="{0F58A8DB-999C-6F8F-F8A6-0153D4EDEAE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00" name="직사각형 99">
                        <a:extLst>
                          <a:ext uri="{FF2B5EF4-FFF2-40B4-BE49-F238E27FC236}">
                            <a16:creationId xmlns:a16="http://schemas.microsoft.com/office/drawing/2014/main" id="{47E35C2E-AD18-1A4C-A25D-08DA5DBD32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01" name="직사각형 100">
                        <a:extLst>
                          <a:ext uri="{FF2B5EF4-FFF2-40B4-BE49-F238E27FC236}">
                            <a16:creationId xmlns:a16="http://schemas.microsoft.com/office/drawing/2014/main" id="{ABF6FB4C-5F6C-4D03-ADC8-7D5EDE028B0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</p:grpSp>
              <p:sp>
                <p:nvSpPr>
                  <p:cNvPr id="95" name="직사각형 94">
                    <a:extLst>
                      <a:ext uri="{FF2B5EF4-FFF2-40B4-BE49-F238E27FC236}">
                        <a16:creationId xmlns:a16="http://schemas.microsoft.com/office/drawing/2014/main" id="{D3FFE817-759E-6A8B-6C8E-BE82A3418D4C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81" name="그룹 80">
                  <a:extLst>
                    <a:ext uri="{FF2B5EF4-FFF2-40B4-BE49-F238E27FC236}">
                      <a16:creationId xmlns:a16="http://schemas.microsoft.com/office/drawing/2014/main" id="{0835BD1A-5285-00A4-659E-A8E1B0F76F0A}"/>
                    </a:ext>
                  </a:extLst>
                </p:cNvPr>
                <p:cNvGrpSpPr/>
                <p:nvPr/>
              </p:nvGrpSpPr>
              <p:grpSpPr>
                <a:xfrm>
                  <a:off x="10845365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82" name="그룹 81">
                    <a:extLst>
                      <a:ext uri="{FF2B5EF4-FFF2-40B4-BE49-F238E27FC236}">
                        <a16:creationId xmlns:a16="http://schemas.microsoft.com/office/drawing/2014/main" id="{666A59F8-64CE-C530-7F72-4CEB38001588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84" name="그룹 83">
                      <a:extLst>
                        <a:ext uri="{FF2B5EF4-FFF2-40B4-BE49-F238E27FC236}">
                          <a16:creationId xmlns:a16="http://schemas.microsoft.com/office/drawing/2014/main" id="{21B24D1E-AF24-F0F2-9DBF-66226E489E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90" name="직사각형 89">
                        <a:extLst>
                          <a:ext uri="{FF2B5EF4-FFF2-40B4-BE49-F238E27FC236}">
                            <a16:creationId xmlns:a16="http://schemas.microsoft.com/office/drawing/2014/main" id="{D1FAE0EE-1554-3533-A3F1-6801E1E674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91" name="직사각형 90">
                        <a:extLst>
                          <a:ext uri="{FF2B5EF4-FFF2-40B4-BE49-F238E27FC236}">
                            <a16:creationId xmlns:a16="http://schemas.microsoft.com/office/drawing/2014/main" id="{50573733-C8AF-EC22-D09E-4F21DA3D408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92" name="직사각형 91">
                        <a:extLst>
                          <a:ext uri="{FF2B5EF4-FFF2-40B4-BE49-F238E27FC236}">
                            <a16:creationId xmlns:a16="http://schemas.microsoft.com/office/drawing/2014/main" id="{1949CA7D-A96A-2D29-6B8E-D1AFEFF165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93" name="직사각형 92">
                        <a:extLst>
                          <a:ext uri="{FF2B5EF4-FFF2-40B4-BE49-F238E27FC236}">
                            <a16:creationId xmlns:a16="http://schemas.microsoft.com/office/drawing/2014/main" id="{E1FFB1B6-DE3C-5D93-F5E7-5F82B43A5D7C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  <p:grpSp>
                  <p:nvGrpSpPr>
                    <p:cNvPr id="85" name="그룹 84">
                      <a:extLst>
                        <a:ext uri="{FF2B5EF4-FFF2-40B4-BE49-F238E27FC236}">
                          <a16:creationId xmlns:a16="http://schemas.microsoft.com/office/drawing/2014/main" id="{340FE5B2-8CFB-57E4-3CBB-DE1D3F3079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86" name="직사각형 85">
                        <a:extLst>
                          <a:ext uri="{FF2B5EF4-FFF2-40B4-BE49-F238E27FC236}">
                            <a16:creationId xmlns:a16="http://schemas.microsoft.com/office/drawing/2014/main" id="{DD42BBAF-A711-A179-CC9B-E979163781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87" name="직사각형 86">
                        <a:extLst>
                          <a:ext uri="{FF2B5EF4-FFF2-40B4-BE49-F238E27FC236}">
                            <a16:creationId xmlns:a16="http://schemas.microsoft.com/office/drawing/2014/main" id="{16DD59E7-D13F-EF82-C3F2-93E014CBDDC0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88" name="직사각형 87">
                        <a:extLst>
                          <a:ext uri="{FF2B5EF4-FFF2-40B4-BE49-F238E27FC236}">
                            <a16:creationId xmlns:a16="http://schemas.microsoft.com/office/drawing/2014/main" id="{EB5EB8EB-FC5E-2A56-9B33-14A38A5A11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89" name="직사각형 88">
                        <a:extLst>
                          <a:ext uri="{FF2B5EF4-FFF2-40B4-BE49-F238E27FC236}">
                            <a16:creationId xmlns:a16="http://schemas.microsoft.com/office/drawing/2014/main" id="{6E4C194B-02D3-B7F2-7986-2A8FB655AE8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</p:grpSp>
              <p:sp>
                <p:nvSpPr>
                  <p:cNvPr id="83" name="직사각형 82">
                    <a:extLst>
                      <a:ext uri="{FF2B5EF4-FFF2-40B4-BE49-F238E27FC236}">
                        <a16:creationId xmlns:a16="http://schemas.microsoft.com/office/drawing/2014/main" id="{15408A1E-FFDF-DC2C-3158-A64997A9BDC3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</p:grpSp>
        </p:grpSp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D68BA09F-E54D-E032-379E-C9CA644F1F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516" y="5443695"/>
              <a:ext cx="3474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화살표 연결선 131">
              <a:extLst>
                <a:ext uri="{FF2B5EF4-FFF2-40B4-BE49-F238E27FC236}">
                  <a16:creationId xmlns:a16="http://schemas.microsoft.com/office/drawing/2014/main" id="{C8928FDC-4C04-289E-1855-90888C7B87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6735" y="5338920"/>
              <a:ext cx="0" cy="5603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화살표 연결선 132">
              <a:extLst>
                <a:ext uri="{FF2B5EF4-FFF2-40B4-BE49-F238E27FC236}">
                  <a16:creationId xmlns:a16="http://schemas.microsoft.com/office/drawing/2014/main" id="{257B8862-0211-48F5-1038-D2ABD270FF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5841" y="5340548"/>
              <a:ext cx="0" cy="560347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18E63C3-CD79-9DAF-DEE6-0F743FFA82DA}"/>
                </a:ext>
              </a:extLst>
            </p:cNvPr>
            <p:cNvSpPr txBox="1"/>
            <p:nvPr/>
          </p:nvSpPr>
          <p:spPr>
            <a:xfrm>
              <a:off x="10623786" y="5239808"/>
              <a:ext cx="10222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BtnL</a:t>
              </a:r>
              <a:endParaRPr lang="ko-KR" altLang="en-US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3D01A01-D8A9-39CB-BB56-ECF9302A53ED}"/>
                </a:ext>
              </a:extLst>
            </p:cNvPr>
            <p:cNvSpPr txBox="1"/>
            <p:nvPr/>
          </p:nvSpPr>
          <p:spPr>
            <a:xfrm>
              <a:off x="9648360" y="5927842"/>
              <a:ext cx="16239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0</a:t>
              </a:r>
              <a:endParaRPr lang="ko-KR" altLang="en-US" sz="140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9FDB2BB-57DA-FEE5-0737-92CC441E71EF}"/>
                </a:ext>
              </a:extLst>
            </p:cNvPr>
            <p:cNvSpPr txBox="1"/>
            <p:nvPr/>
          </p:nvSpPr>
          <p:spPr>
            <a:xfrm>
              <a:off x="9008883" y="5919428"/>
              <a:ext cx="4062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1</a:t>
              </a:r>
              <a:endParaRPr lang="ko-KR" altLang="en-US" sz="1400"/>
            </a:p>
          </p:txBody>
        </p:sp>
        <p:cxnSp>
          <p:nvCxnSpPr>
            <p:cNvPr id="139" name="직선 화살표 연결선 138">
              <a:extLst>
                <a:ext uri="{FF2B5EF4-FFF2-40B4-BE49-F238E27FC236}">
                  <a16:creationId xmlns:a16="http://schemas.microsoft.com/office/drawing/2014/main" id="{AB6ACC47-50EA-AB5D-E3DE-79B385131D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36509" y="5434170"/>
              <a:ext cx="3474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26AA323-92A5-FFC6-3268-0F3E7F252004}"/>
                </a:ext>
              </a:extLst>
            </p:cNvPr>
            <p:cNvSpPr txBox="1"/>
            <p:nvPr/>
          </p:nvSpPr>
          <p:spPr>
            <a:xfrm>
              <a:off x="9191616" y="5438535"/>
              <a:ext cx="13303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tick </a:t>
              </a:r>
            </a:p>
            <a:p>
              <a:r>
                <a:rPr lang="en-US" altLang="ko-KR" sz="1400"/>
                <a:t>BtnL</a:t>
              </a:r>
              <a:endParaRPr lang="ko-KR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1602684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E9C6-6D71-749B-2901-69E3B45D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CE4B2918-4403-8A5C-C938-0803610110CF}"/>
              </a:ext>
            </a:extLst>
          </p:cNvPr>
          <p:cNvSpPr txBox="1"/>
          <p:nvPr/>
        </p:nvSpPr>
        <p:spPr>
          <a:xfrm>
            <a:off x="435098" y="334135"/>
            <a:ext cx="7899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P3 – L </a:t>
            </a:r>
            <a:r>
              <a:rPr lang="ko-KR" altLang="en-US"/>
              <a:t>버튼 </a:t>
            </a:r>
            <a:r>
              <a:rPr lang="en-US" altLang="ko-KR"/>
              <a:t>3</a:t>
            </a:r>
            <a:r>
              <a:rPr lang="ko-KR" altLang="en-US"/>
              <a:t>번 </a:t>
            </a:r>
            <a:r>
              <a:rPr lang="en-US" altLang="ko-KR"/>
              <a:t>/ R </a:t>
            </a:r>
            <a:r>
              <a:rPr lang="ko-KR" altLang="en-US"/>
              <a:t>버튼 </a:t>
            </a:r>
            <a:r>
              <a:rPr lang="en-US" altLang="ko-KR"/>
              <a:t>3</a:t>
            </a:r>
            <a:r>
              <a:rPr lang="ko-KR" altLang="en-US"/>
              <a:t>번</a:t>
            </a:r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7F2780F-1030-79C0-5757-786606EC419C}"/>
              </a:ext>
            </a:extLst>
          </p:cNvPr>
          <p:cNvGrpSpPr/>
          <p:nvPr/>
        </p:nvGrpSpPr>
        <p:grpSpPr>
          <a:xfrm>
            <a:off x="8896405" y="567536"/>
            <a:ext cx="2860497" cy="994910"/>
            <a:chOff x="8147507" y="4717048"/>
            <a:chExt cx="2860497" cy="99491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403DDC7-1AA5-EFFF-E062-A13FD0747C91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B8EC7522-D0CA-5064-ADFC-4C19F39FC8AC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1287C291-1E54-BBE3-8F34-936BC8A2BC63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BA02913A-1ECC-2BD2-2359-AD81CF32E9A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2" name="그룹 51">
                    <a:extLst>
                      <a:ext uri="{FF2B5EF4-FFF2-40B4-BE49-F238E27FC236}">
                        <a16:creationId xmlns:a16="http://schemas.microsoft.com/office/drawing/2014/main" id="{DD22D770-5B83-42AF-5AAC-A4C866AA534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8" name="직사각형 57">
                      <a:extLst>
                        <a:ext uri="{FF2B5EF4-FFF2-40B4-BE49-F238E27FC236}">
                          <a16:creationId xmlns:a16="http://schemas.microsoft.com/office/drawing/2014/main" id="{998FB611-08E9-C98F-900C-C0BE207816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9" name="직사각형 58">
                      <a:extLst>
                        <a:ext uri="{FF2B5EF4-FFF2-40B4-BE49-F238E27FC236}">
                          <a16:creationId xmlns:a16="http://schemas.microsoft.com/office/drawing/2014/main" id="{185F8849-548C-7699-0194-DCF8575F27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0" name="직사각형 59">
                      <a:extLst>
                        <a:ext uri="{FF2B5EF4-FFF2-40B4-BE49-F238E27FC236}">
                          <a16:creationId xmlns:a16="http://schemas.microsoft.com/office/drawing/2014/main" id="{139981D5-853A-E246-4D34-9A6C3E0AE6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1" name="직사각형 60">
                      <a:extLst>
                        <a:ext uri="{FF2B5EF4-FFF2-40B4-BE49-F238E27FC236}">
                          <a16:creationId xmlns:a16="http://schemas.microsoft.com/office/drawing/2014/main" id="{CE5AF7EC-AB9B-DE48-3D61-A06EF154BF0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53" name="그룹 52">
                    <a:extLst>
                      <a:ext uri="{FF2B5EF4-FFF2-40B4-BE49-F238E27FC236}">
                        <a16:creationId xmlns:a16="http://schemas.microsoft.com/office/drawing/2014/main" id="{54C06BC1-4778-7773-44E4-F43F57669F9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4" name="직사각형 53">
                      <a:extLst>
                        <a:ext uri="{FF2B5EF4-FFF2-40B4-BE49-F238E27FC236}">
                          <a16:creationId xmlns:a16="http://schemas.microsoft.com/office/drawing/2014/main" id="{48685DA4-72D5-2DCB-FE9D-8C33959AB4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5" name="직사각형 54">
                      <a:extLst>
                        <a:ext uri="{FF2B5EF4-FFF2-40B4-BE49-F238E27FC236}">
                          <a16:creationId xmlns:a16="http://schemas.microsoft.com/office/drawing/2014/main" id="{B8C76C0C-41A4-BE32-FB54-3B5AC278DD7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6" name="직사각형 55">
                      <a:extLst>
                        <a:ext uri="{FF2B5EF4-FFF2-40B4-BE49-F238E27FC236}">
                          <a16:creationId xmlns:a16="http://schemas.microsoft.com/office/drawing/2014/main" id="{5B091EE0-DE2C-3075-8427-DC2D9056E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7" name="직사각형 56">
                      <a:extLst>
                        <a:ext uri="{FF2B5EF4-FFF2-40B4-BE49-F238E27FC236}">
                          <a16:creationId xmlns:a16="http://schemas.microsoft.com/office/drawing/2014/main" id="{1155A260-C58A-6B98-17B5-05D0514CC2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EFEE7C21-9BE9-C3C7-2D91-F182A28C283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7C7A8CF7-20D2-D369-EE44-BE5B903CC018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7" name="그룹 36">
                  <a:extLst>
                    <a:ext uri="{FF2B5EF4-FFF2-40B4-BE49-F238E27FC236}">
                      <a16:creationId xmlns:a16="http://schemas.microsoft.com/office/drawing/2014/main" id="{FBD7F13A-CC5D-E248-C796-5EC89472844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0" name="그룹 39">
                    <a:extLst>
                      <a:ext uri="{FF2B5EF4-FFF2-40B4-BE49-F238E27FC236}">
                        <a16:creationId xmlns:a16="http://schemas.microsoft.com/office/drawing/2014/main" id="{03975028-4959-6065-45BD-9314CF31608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6" name="직사각형 45">
                      <a:extLst>
                        <a:ext uri="{FF2B5EF4-FFF2-40B4-BE49-F238E27FC236}">
                          <a16:creationId xmlns:a16="http://schemas.microsoft.com/office/drawing/2014/main" id="{2DDC79AD-0670-5340-512C-7A31EB10FE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7" name="직사각형 46">
                      <a:extLst>
                        <a:ext uri="{FF2B5EF4-FFF2-40B4-BE49-F238E27FC236}">
                          <a16:creationId xmlns:a16="http://schemas.microsoft.com/office/drawing/2014/main" id="{D323A4D1-70DE-8F85-7514-EE8739B3CD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8" name="직사각형 47">
                      <a:extLst>
                        <a:ext uri="{FF2B5EF4-FFF2-40B4-BE49-F238E27FC236}">
                          <a16:creationId xmlns:a16="http://schemas.microsoft.com/office/drawing/2014/main" id="{2505A4BF-01DA-5B68-7513-285C22779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9" name="직사각형 48">
                      <a:extLst>
                        <a:ext uri="{FF2B5EF4-FFF2-40B4-BE49-F238E27FC236}">
                          <a16:creationId xmlns:a16="http://schemas.microsoft.com/office/drawing/2014/main" id="{D7AE802E-B14E-BBBC-9CCA-657CA25EF53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41" name="그룹 40">
                    <a:extLst>
                      <a:ext uri="{FF2B5EF4-FFF2-40B4-BE49-F238E27FC236}">
                        <a16:creationId xmlns:a16="http://schemas.microsoft.com/office/drawing/2014/main" id="{4B6E7158-0E7A-4160-789B-978D002FF7D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2" name="직사각형 41">
                      <a:extLst>
                        <a:ext uri="{FF2B5EF4-FFF2-40B4-BE49-F238E27FC236}">
                          <a16:creationId xmlns:a16="http://schemas.microsoft.com/office/drawing/2014/main" id="{C0435B83-F95A-B736-7263-6FD71EFB9F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3" name="직사각형 42">
                      <a:extLst>
                        <a:ext uri="{FF2B5EF4-FFF2-40B4-BE49-F238E27FC236}">
                          <a16:creationId xmlns:a16="http://schemas.microsoft.com/office/drawing/2014/main" id="{864961BD-E9ED-0CB9-F42D-3BCDF9AADC1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4" name="직사각형 43">
                      <a:extLst>
                        <a:ext uri="{FF2B5EF4-FFF2-40B4-BE49-F238E27FC236}">
                          <a16:creationId xmlns:a16="http://schemas.microsoft.com/office/drawing/2014/main" id="{7589CC84-FC26-87D2-935A-006A590CC9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5" name="직사각형 44">
                      <a:extLst>
                        <a:ext uri="{FF2B5EF4-FFF2-40B4-BE49-F238E27FC236}">
                          <a16:creationId xmlns:a16="http://schemas.microsoft.com/office/drawing/2014/main" id="{B06CB83F-AA2A-9E71-FE04-34C4D95835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98E0FCDB-281D-F8F4-E5BB-A23CA9AFB99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21F15F6B-DAF6-5198-E9D7-A3824E2CED35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5" name="그룹 24">
                  <a:extLst>
                    <a:ext uri="{FF2B5EF4-FFF2-40B4-BE49-F238E27FC236}">
                      <a16:creationId xmlns:a16="http://schemas.microsoft.com/office/drawing/2014/main" id="{46401E6C-3C09-9E77-14C6-FD4D9F0D85C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1D611B34-7731-CC3A-0B2E-0EC8320E587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3" name="직사각형 32">
                      <a:extLst>
                        <a:ext uri="{FF2B5EF4-FFF2-40B4-BE49-F238E27FC236}">
                          <a16:creationId xmlns:a16="http://schemas.microsoft.com/office/drawing/2014/main" id="{8E49F02C-C652-1FE0-C18C-F7DA1E4331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4" name="직사각형 33">
                      <a:extLst>
                        <a:ext uri="{FF2B5EF4-FFF2-40B4-BE49-F238E27FC236}">
                          <a16:creationId xmlns:a16="http://schemas.microsoft.com/office/drawing/2014/main" id="{A0B65D39-EDB5-78D0-C41C-5D73400BF9F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5" name="직사각형 34">
                      <a:extLst>
                        <a:ext uri="{FF2B5EF4-FFF2-40B4-BE49-F238E27FC236}">
                          <a16:creationId xmlns:a16="http://schemas.microsoft.com/office/drawing/2014/main" id="{5AAC602D-5BEF-848D-6AF5-ED357F34DB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6" name="직사각형 35">
                      <a:extLst>
                        <a:ext uri="{FF2B5EF4-FFF2-40B4-BE49-F238E27FC236}">
                          <a16:creationId xmlns:a16="http://schemas.microsoft.com/office/drawing/2014/main" id="{CCBBAF80-0EDE-B31E-CC1A-5906F4F684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8" name="그룹 27">
                    <a:extLst>
                      <a:ext uri="{FF2B5EF4-FFF2-40B4-BE49-F238E27FC236}">
                        <a16:creationId xmlns:a16="http://schemas.microsoft.com/office/drawing/2014/main" id="{55CD4184-43B4-4F22-C772-0175B6B7B79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" name="직사각형 28">
                      <a:extLst>
                        <a:ext uri="{FF2B5EF4-FFF2-40B4-BE49-F238E27FC236}">
                          <a16:creationId xmlns:a16="http://schemas.microsoft.com/office/drawing/2014/main" id="{AA29D369-E54F-2959-6ECA-5FF6E07A4F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" name="직사각형 29">
                      <a:extLst>
                        <a:ext uri="{FF2B5EF4-FFF2-40B4-BE49-F238E27FC236}">
                          <a16:creationId xmlns:a16="http://schemas.microsoft.com/office/drawing/2014/main" id="{174DA2AA-325B-A538-611D-4D2518A0BF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1" name="직사각형 30">
                      <a:extLst>
                        <a:ext uri="{FF2B5EF4-FFF2-40B4-BE49-F238E27FC236}">
                          <a16:creationId xmlns:a16="http://schemas.microsoft.com/office/drawing/2014/main" id="{1707BD88-46D9-6ABC-3275-030A1981B4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2" name="직사각형 31">
                      <a:extLst>
                        <a:ext uri="{FF2B5EF4-FFF2-40B4-BE49-F238E27FC236}">
                          <a16:creationId xmlns:a16="http://schemas.microsoft.com/office/drawing/2014/main" id="{47B74351-DA1B-694A-B020-6D79659CB3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719BD912-A503-B980-A343-06B14F68F28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78B42CBE-7F43-9C52-6AA2-A4E09B11434C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" name="그룹 8">
                  <a:extLst>
                    <a:ext uri="{FF2B5EF4-FFF2-40B4-BE49-F238E27FC236}">
                      <a16:creationId xmlns:a16="http://schemas.microsoft.com/office/drawing/2014/main" id="{9F1AC7F5-20DF-B286-F848-B683AF8A3C7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" name="그룹 10">
                    <a:extLst>
                      <a:ext uri="{FF2B5EF4-FFF2-40B4-BE49-F238E27FC236}">
                        <a16:creationId xmlns:a16="http://schemas.microsoft.com/office/drawing/2014/main" id="{CBBE92B1-12FE-158E-8DBF-EDA55E0E74A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6357717B-7D9B-4178-CA85-27F9430A9E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704F0DA4-8B31-CBB0-63F3-F085827969A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0A16476E-8791-E2BB-D2C6-071D78F185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7A8CC7C7-2B55-7769-D269-AC771C40713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2" name="그룹 11">
                    <a:extLst>
                      <a:ext uri="{FF2B5EF4-FFF2-40B4-BE49-F238E27FC236}">
                        <a16:creationId xmlns:a16="http://schemas.microsoft.com/office/drawing/2014/main" id="{5751BAC6-CB4B-3299-4A3F-C7CF45A79D0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" name="직사각형 12">
                      <a:extLst>
                        <a:ext uri="{FF2B5EF4-FFF2-40B4-BE49-F238E27FC236}">
                          <a16:creationId xmlns:a16="http://schemas.microsoft.com/office/drawing/2014/main" id="{76B7A22B-F0A7-B6AA-51EF-F9A4BE38C6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4" name="직사각형 13">
                      <a:extLst>
                        <a:ext uri="{FF2B5EF4-FFF2-40B4-BE49-F238E27FC236}">
                          <a16:creationId xmlns:a16="http://schemas.microsoft.com/office/drawing/2014/main" id="{FDA647CC-DEE9-A080-17AF-4C9B310AA2D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" name="직사각형 15">
                      <a:extLst>
                        <a:ext uri="{FF2B5EF4-FFF2-40B4-BE49-F238E27FC236}">
                          <a16:creationId xmlns:a16="http://schemas.microsoft.com/office/drawing/2014/main" id="{DABFC0CA-90C0-04B6-E46E-4E7980ADAD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" name="직사각형 19">
                      <a:extLst>
                        <a:ext uri="{FF2B5EF4-FFF2-40B4-BE49-F238E27FC236}">
                          <a16:creationId xmlns:a16="http://schemas.microsoft.com/office/drawing/2014/main" id="{9F55BFF3-3BFD-E44F-F304-8B497F59BAD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0352F7D1-107B-CDD0-C1F4-44F47A4D529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2695BD52-4065-B9D9-BFCA-C77085244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49" y="1308858"/>
            <a:ext cx="8489785" cy="4482507"/>
          </a:xfrm>
          <a:prstGeom prst="rect">
            <a:avLst/>
          </a:prstGeom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id="{E173740E-04C8-56C3-9246-3AB6AFB89B5D}"/>
              </a:ext>
            </a:extLst>
          </p:cNvPr>
          <p:cNvSpPr/>
          <p:nvPr/>
        </p:nvSpPr>
        <p:spPr>
          <a:xfrm>
            <a:off x="262146" y="3785786"/>
            <a:ext cx="737976" cy="290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052C7965-FC5E-96D9-999B-3773A46E8650}"/>
              </a:ext>
            </a:extLst>
          </p:cNvPr>
          <p:cNvGrpSpPr/>
          <p:nvPr/>
        </p:nvGrpSpPr>
        <p:grpSpPr>
          <a:xfrm>
            <a:off x="3477054" y="2867816"/>
            <a:ext cx="1193800" cy="973934"/>
            <a:chOff x="3477054" y="2886866"/>
            <a:chExt cx="1193800" cy="783434"/>
          </a:xfrm>
        </p:grpSpPr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D87563D4-A74B-8003-FA74-A8D367760FEA}"/>
                </a:ext>
              </a:extLst>
            </p:cNvPr>
            <p:cNvCxnSpPr>
              <a:cxnSpLocks/>
            </p:cNvCxnSpPr>
            <p:nvPr/>
          </p:nvCxnSpPr>
          <p:spPr>
            <a:xfrm>
              <a:off x="3477054" y="2899566"/>
              <a:ext cx="0" cy="770734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4BF3FD70-E250-C857-ADC7-479983CF4858}"/>
                </a:ext>
              </a:extLst>
            </p:cNvPr>
            <p:cNvCxnSpPr>
              <a:cxnSpLocks/>
            </p:cNvCxnSpPr>
            <p:nvPr/>
          </p:nvCxnSpPr>
          <p:spPr>
            <a:xfrm>
              <a:off x="4061254" y="2886866"/>
              <a:ext cx="0" cy="770734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5D445BED-FF09-0A43-FE40-124C7DB96668}"/>
                </a:ext>
              </a:extLst>
            </p:cNvPr>
            <p:cNvCxnSpPr>
              <a:cxnSpLocks/>
            </p:cNvCxnSpPr>
            <p:nvPr/>
          </p:nvCxnSpPr>
          <p:spPr>
            <a:xfrm>
              <a:off x="4670854" y="2899566"/>
              <a:ext cx="0" cy="770734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F9021ED0-0CD9-0483-26D4-2619FFB564CA}"/>
              </a:ext>
            </a:extLst>
          </p:cNvPr>
          <p:cNvCxnSpPr>
            <a:cxnSpLocks/>
          </p:cNvCxnSpPr>
          <p:nvPr/>
        </p:nvCxnSpPr>
        <p:spPr>
          <a:xfrm flipH="1">
            <a:off x="10890866" y="1763753"/>
            <a:ext cx="3474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1AECC08B-A237-BD9C-FA81-5A414ACA1701}"/>
              </a:ext>
            </a:extLst>
          </p:cNvPr>
          <p:cNvSpPr/>
          <p:nvPr/>
        </p:nvSpPr>
        <p:spPr>
          <a:xfrm>
            <a:off x="3190875" y="2874079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D0D8DB6C-F3CF-A67A-7519-BFA087BCF400}"/>
              </a:ext>
            </a:extLst>
          </p:cNvPr>
          <p:cNvSpPr/>
          <p:nvPr/>
        </p:nvSpPr>
        <p:spPr>
          <a:xfrm>
            <a:off x="3825875" y="2877341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63E8C063-070D-4503-B4C5-AEC8D855F77A}"/>
              </a:ext>
            </a:extLst>
          </p:cNvPr>
          <p:cNvSpPr/>
          <p:nvPr/>
        </p:nvSpPr>
        <p:spPr>
          <a:xfrm>
            <a:off x="4431198" y="2877341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4651F755-573F-C622-80B0-68572C1F3E3B}"/>
              </a:ext>
            </a:extLst>
          </p:cNvPr>
          <p:cNvSpPr/>
          <p:nvPr/>
        </p:nvSpPr>
        <p:spPr>
          <a:xfrm>
            <a:off x="11000229" y="1839319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FEED505A-8556-1AB1-6537-92F594AA7181}"/>
              </a:ext>
            </a:extLst>
          </p:cNvPr>
          <p:cNvSpPr/>
          <p:nvPr/>
        </p:nvSpPr>
        <p:spPr>
          <a:xfrm>
            <a:off x="10649170" y="5690001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</a:t>
            </a:r>
            <a:endParaRPr lang="ko-KR" altLang="en-US" sz="1400">
              <a:solidFill>
                <a:schemeClr val="tx1"/>
              </a:solidFill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2C634563-FAF8-C311-6DD1-491E971E9D05}"/>
              </a:ext>
            </a:extLst>
          </p:cNvPr>
          <p:cNvCxnSpPr>
            <a:cxnSpLocks/>
          </p:cNvCxnSpPr>
          <p:nvPr/>
        </p:nvCxnSpPr>
        <p:spPr>
          <a:xfrm flipV="1">
            <a:off x="10734675" y="1639928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272F8187-B0D1-7DEA-2E50-A96163EB59CC}"/>
              </a:ext>
            </a:extLst>
          </p:cNvPr>
          <p:cNvCxnSpPr>
            <a:cxnSpLocks/>
          </p:cNvCxnSpPr>
          <p:nvPr/>
        </p:nvCxnSpPr>
        <p:spPr>
          <a:xfrm flipV="1">
            <a:off x="11395206" y="1651081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B6B93B01-7326-B681-F209-0DCD69FCB4A7}"/>
              </a:ext>
            </a:extLst>
          </p:cNvPr>
          <p:cNvGrpSpPr/>
          <p:nvPr/>
        </p:nvGrpSpPr>
        <p:grpSpPr>
          <a:xfrm>
            <a:off x="8896405" y="2452463"/>
            <a:ext cx="2860497" cy="994910"/>
            <a:chOff x="8147507" y="4717048"/>
            <a:chExt cx="2860497" cy="9949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530CDF5-4679-AADF-989E-E3EC575ED0A1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1A0B16D2-04B8-320F-21F5-AD01CE191F0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E76440D5-630B-CEA9-92FD-AA2F85BB77C9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4" name="그룹 153">
                  <a:extLst>
                    <a:ext uri="{FF2B5EF4-FFF2-40B4-BE49-F238E27FC236}">
                      <a16:creationId xmlns:a16="http://schemas.microsoft.com/office/drawing/2014/main" id="{75F5F11F-431F-EF14-1E65-5E79565C4B29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6" name="그룹 155">
                    <a:extLst>
                      <a:ext uri="{FF2B5EF4-FFF2-40B4-BE49-F238E27FC236}">
                        <a16:creationId xmlns:a16="http://schemas.microsoft.com/office/drawing/2014/main" id="{E6ACFCF9-45BB-2189-04F9-809AD3F6AE2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62" name="직사각형 161">
                      <a:extLst>
                        <a:ext uri="{FF2B5EF4-FFF2-40B4-BE49-F238E27FC236}">
                          <a16:creationId xmlns:a16="http://schemas.microsoft.com/office/drawing/2014/main" id="{A7525624-F2E0-1206-8F12-AACBB94FAC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3" name="직사각형 162">
                      <a:extLst>
                        <a:ext uri="{FF2B5EF4-FFF2-40B4-BE49-F238E27FC236}">
                          <a16:creationId xmlns:a16="http://schemas.microsoft.com/office/drawing/2014/main" id="{1B45B334-15FD-3269-2077-D271D41C972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4" name="직사각형 163">
                      <a:extLst>
                        <a:ext uri="{FF2B5EF4-FFF2-40B4-BE49-F238E27FC236}">
                          <a16:creationId xmlns:a16="http://schemas.microsoft.com/office/drawing/2014/main" id="{9E776F7B-F364-F512-8018-83A97A34B8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5" name="직사각형 164">
                      <a:extLst>
                        <a:ext uri="{FF2B5EF4-FFF2-40B4-BE49-F238E27FC236}">
                          <a16:creationId xmlns:a16="http://schemas.microsoft.com/office/drawing/2014/main" id="{1301D7B0-61C0-DB67-0291-93FB0FDA0F1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57" name="그룹 156">
                    <a:extLst>
                      <a:ext uri="{FF2B5EF4-FFF2-40B4-BE49-F238E27FC236}">
                        <a16:creationId xmlns:a16="http://schemas.microsoft.com/office/drawing/2014/main" id="{D3FD3899-0CAF-02FC-31BF-52C223163B8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8" name="직사각형 157">
                      <a:extLst>
                        <a:ext uri="{FF2B5EF4-FFF2-40B4-BE49-F238E27FC236}">
                          <a16:creationId xmlns:a16="http://schemas.microsoft.com/office/drawing/2014/main" id="{8B657E43-DB4F-7E14-92B7-2F0E734E73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9" name="직사각형 158">
                      <a:extLst>
                        <a:ext uri="{FF2B5EF4-FFF2-40B4-BE49-F238E27FC236}">
                          <a16:creationId xmlns:a16="http://schemas.microsoft.com/office/drawing/2014/main" id="{34155B73-CBF4-0DE7-669E-2954B9E15B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0" name="직사각형 159">
                      <a:extLst>
                        <a:ext uri="{FF2B5EF4-FFF2-40B4-BE49-F238E27FC236}">
                          <a16:creationId xmlns:a16="http://schemas.microsoft.com/office/drawing/2014/main" id="{1D7A4FA8-EE51-01F1-D5E8-16DBA008C0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1" name="직사각형 160">
                      <a:extLst>
                        <a:ext uri="{FF2B5EF4-FFF2-40B4-BE49-F238E27FC236}">
                          <a16:creationId xmlns:a16="http://schemas.microsoft.com/office/drawing/2014/main" id="{9AB05276-CD56-E462-31CA-D1DBB8CA0DB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55" name="직사각형 154">
                  <a:extLst>
                    <a:ext uri="{FF2B5EF4-FFF2-40B4-BE49-F238E27FC236}">
                      <a16:creationId xmlns:a16="http://schemas.microsoft.com/office/drawing/2014/main" id="{DCE9DC48-208E-2C2A-173B-950B4A2F1ED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85375DFF-E941-BC85-2124-2A7E46282BD7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42" name="그룹 141">
                  <a:extLst>
                    <a:ext uri="{FF2B5EF4-FFF2-40B4-BE49-F238E27FC236}">
                      <a16:creationId xmlns:a16="http://schemas.microsoft.com/office/drawing/2014/main" id="{2621CC80-407B-B0A2-6418-ED9388EC185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44" name="그룹 143">
                    <a:extLst>
                      <a:ext uri="{FF2B5EF4-FFF2-40B4-BE49-F238E27FC236}">
                        <a16:creationId xmlns:a16="http://schemas.microsoft.com/office/drawing/2014/main" id="{6CFFF194-2385-9A5E-7327-0200A345B3F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0" name="직사각형 149">
                      <a:extLst>
                        <a:ext uri="{FF2B5EF4-FFF2-40B4-BE49-F238E27FC236}">
                          <a16:creationId xmlns:a16="http://schemas.microsoft.com/office/drawing/2014/main" id="{2AD74571-FFC0-6350-A513-973C7CE089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1" name="직사각형 150">
                      <a:extLst>
                        <a:ext uri="{FF2B5EF4-FFF2-40B4-BE49-F238E27FC236}">
                          <a16:creationId xmlns:a16="http://schemas.microsoft.com/office/drawing/2014/main" id="{BE950CA7-5549-9E6A-26B3-56E59CB373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2" name="직사각형 151">
                      <a:extLst>
                        <a:ext uri="{FF2B5EF4-FFF2-40B4-BE49-F238E27FC236}">
                          <a16:creationId xmlns:a16="http://schemas.microsoft.com/office/drawing/2014/main" id="{F8868142-7FDF-4DF0-8D2D-7C421FE5FE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3" name="직사각형 152">
                      <a:extLst>
                        <a:ext uri="{FF2B5EF4-FFF2-40B4-BE49-F238E27FC236}">
                          <a16:creationId xmlns:a16="http://schemas.microsoft.com/office/drawing/2014/main" id="{EF0DE6E6-2DC8-2922-F039-B34B2CFD761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45" name="그룹 144">
                    <a:extLst>
                      <a:ext uri="{FF2B5EF4-FFF2-40B4-BE49-F238E27FC236}">
                        <a16:creationId xmlns:a16="http://schemas.microsoft.com/office/drawing/2014/main" id="{1014E714-EFA1-596D-68E3-527EB088D8A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6" name="직사각형 145">
                      <a:extLst>
                        <a:ext uri="{FF2B5EF4-FFF2-40B4-BE49-F238E27FC236}">
                          <a16:creationId xmlns:a16="http://schemas.microsoft.com/office/drawing/2014/main" id="{8B7CEDCF-4FDC-DB58-8F40-BDBDC59EE5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47" name="직사각형 146">
                      <a:extLst>
                        <a:ext uri="{FF2B5EF4-FFF2-40B4-BE49-F238E27FC236}">
                          <a16:creationId xmlns:a16="http://schemas.microsoft.com/office/drawing/2014/main" id="{0DEFA5D3-A281-368C-29B6-125C799436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48" name="직사각형 147">
                      <a:extLst>
                        <a:ext uri="{FF2B5EF4-FFF2-40B4-BE49-F238E27FC236}">
                          <a16:creationId xmlns:a16="http://schemas.microsoft.com/office/drawing/2014/main" id="{E679B098-A2BF-3F99-EDEF-B2AEBC5CB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49" name="직사각형 148">
                      <a:extLst>
                        <a:ext uri="{FF2B5EF4-FFF2-40B4-BE49-F238E27FC236}">
                          <a16:creationId xmlns:a16="http://schemas.microsoft.com/office/drawing/2014/main" id="{C0082634-4849-EC10-CA6F-788D5EB74D7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43" name="직사각형 142">
                  <a:extLst>
                    <a:ext uri="{FF2B5EF4-FFF2-40B4-BE49-F238E27FC236}">
                      <a16:creationId xmlns:a16="http://schemas.microsoft.com/office/drawing/2014/main" id="{37D74404-ACA1-BD07-20CF-731D519028D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6281A03E-F32E-2A9F-EA01-F449D4B30C50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30" name="그룹 129">
                  <a:extLst>
                    <a:ext uri="{FF2B5EF4-FFF2-40B4-BE49-F238E27FC236}">
                      <a16:creationId xmlns:a16="http://schemas.microsoft.com/office/drawing/2014/main" id="{8F5CF8F9-A3A3-D330-7717-FA2A610F697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2" name="그룹 131">
                    <a:extLst>
                      <a:ext uri="{FF2B5EF4-FFF2-40B4-BE49-F238E27FC236}">
                        <a16:creationId xmlns:a16="http://schemas.microsoft.com/office/drawing/2014/main" id="{277D09AB-47B9-822B-F035-61A49937C39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8" name="직사각형 137">
                      <a:extLst>
                        <a:ext uri="{FF2B5EF4-FFF2-40B4-BE49-F238E27FC236}">
                          <a16:creationId xmlns:a16="http://schemas.microsoft.com/office/drawing/2014/main" id="{5A341873-E783-6E7D-D037-9AFC651570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9" name="직사각형 138">
                      <a:extLst>
                        <a:ext uri="{FF2B5EF4-FFF2-40B4-BE49-F238E27FC236}">
                          <a16:creationId xmlns:a16="http://schemas.microsoft.com/office/drawing/2014/main" id="{0BF6DCC2-24DD-962A-5F43-C765EA806A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40" name="직사각형 139">
                      <a:extLst>
                        <a:ext uri="{FF2B5EF4-FFF2-40B4-BE49-F238E27FC236}">
                          <a16:creationId xmlns:a16="http://schemas.microsoft.com/office/drawing/2014/main" id="{066E59D9-C628-5023-AB49-594ADC15C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41" name="직사각형 140">
                      <a:extLst>
                        <a:ext uri="{FF2B5EF4-FFF2-40B4-BE49-F238E27FC236}">
                          <a16:creationId xmlns:a16="http://schemas.microsoft.com/office/drawing/2014/main" id="{9DF209BB-D19F-BC15-F23B-48161FA325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33" name="그룹 132">
                    <a:extLst>
                      <a:ext uri="{FF2B5EF4-FFF2-40B4-BE49-F238E27FC236}">
                        <a16:creationId xmlns:a16="http://schemas.microsoft.com/office/drawing/2014/main" id="{3BABD9D0-8E4C-3029-3204-D8A5C886FF7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4" name="직사각형 133">
                      <a:extLst>
                        <a:ext uri="{FF2B5EF4-FFF2-40B4-BE49-F238E27FC236}">
                          <a16:creationId xmlns:a16="http://schemas.microsoft.com/office/drawing/2014/main" id="{58C7AC55-54B4-1579-494B-AF79EEF06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5" name="직사각형 134">
                      <a:extLst>
                        <a:ext uri="{FF2B5EF4-FFF2-40B4-BE49-F238E27FC236}">
                          <a16:creationId xmlns:a16="http://schemas.microsoft.com/office/drawing/2014/main" id="{D487663E-6E80-E987-EAE2-D55B9B20B2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8E38B386-989A-ACE2-2A4E-A0F588035B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7" name="직사각형 136">
                      <a:extLst>
                        <a:ext uri="{FF2B5EF4-FFF2-40B4-BE49-F238E27FC236}">
                          <a16:creationId xmlns:a16="http://schemas.microsoft.com/office/drawing/2014/main" id="{73F6045E-19E0-8DCF-EA59-4BF4463559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58EC5B2D-EE96-DB0A-4EF5-7F90935A4F5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1CD34271-61D6-7980-4E06-BA2ADF5E4E2B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8" name="그룹 117">
                  <a:extLst>
                    <a:ext uri="{FF2B5EF4-FFF2-40B4-BE49-F238E27FC236}">
                      <a16:creationId xmlns:a16="http://schemas.microsoft.com/office/drawing/2014/main" id="{92429E72-ED32-899C-E53D-2D176FD8CB8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20" name="그룹 119">
                    <a:extLst>
                      <a:ext uri="{FF2B5EF4-FFF2-40B4-BE49-F238E27FC236}">
                        <a16:creationId xmlns:a16="http://schemas.microsoft.com/office/drawing/2014/main" id="{2B2DFC67-2640-BEA4-1134-F8CDCED918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81DB2915-792A-0D91-3C48-083225E817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A151B609-1379-A73E-B066-34E11950C2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8" name="직사각형 127">
                      <a:extLst>
                        <a:ext uri="{FF2B5EF4-FFF2-40B4-BE49-F238E27FC236}">
                          <a16:creationId xmlns:a16="http://schemas.microsoft.com/office/drawing/2014/main" id="{F3809BF0-F7FF-40DA-B525-D1BD1C3917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9" name="직사각형 128">
                      <a:extLst>
                        <a:ext uri="{FF2B5EF4-FFF2-40B4-BE49-F238E27FC236}">
                          <a16:creationId xmlns:a16="http://schemas.microsoft.com/office/drawing/2014/main" id="{638D4DB9-5EBB-6F97-703B-D3D75096787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21" name="그룹 120">
                    <a:extLst>
                      <a:ext uri="{FF2B5EF4-FFF2-40B4-BE49-F238E27FC236}">
                        <a16:creationId xmlns:a16="http://schemas.microsoft.com/office/drawing/2014/main" id="{AE3A9998-94E4-470A-E692-B55327CBD89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54473CFE-A0E7-2733-A507-841B93D375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3" name="직사각형 122">
                      <a:extLst>
                        <a:ext uri="{FF2B5EF4-FFF2-40B4-BE49-F238E27FC236}">
                          <a16:creationId xmlns:a16="http://schemas.microsoft.com/office/drawing/2014/main" id="{97E3D514-DD04-AFE4-E40A-A4D9B01587A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4" name="직사각형 123">
                      <a:extLst>
                        <a:ext uri="{FF2B5EF4-FFF2-40B4-BE49-F238E27FC236}">
                          <a16:creationId xmlns:a16="http://schemas.microsoft.com/office/drawing/2014/main" id="{66678773-3C57-334F-1A5E-31414D5D07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C8EABDC5-9515-8043-0B94-4228BECF9BF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19" name="직사각형 118">
                  <a:extLst>
                    <a:ext uri="{FF2B5EF4-FFF2-40B4-BE49-F238E27FC236}">
                      <a16:creationId xmlns:a16="http://schemas.microsoft.com/office/drawing/2014/main" id="{BF435D48-0796-3808-C454-24C246325DF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4C6B6193-5EF9-7D7C-81F6-77FF674FE35D}"/>
              </a:ext>
            </a:extLst>
          </p:cNvPr>
          <p:cNvCxnSpPr>
            <a:cxnSpLocks/>
          </p:cNvCxnSpPr>
          <p:nvPr/>
        </p:nvCxnSpPr>
        <p:spPr>
          <a:xfrm flipH="1">
            <a:off x="10244533" y="3669613"/>
            <a:ext cx="3474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타원 177">
            <a:extLst>
              <a:ext uri="{FF2B5EF4-FFF2-40B4-BE49-F238E27FC236}">
                <a16:creationId xmlns:a16="http://schemas.microsoft.com/office/drawing/2014/main" id="{50BB0566-1594-925D-F346-BBCA5537B46B}"/>
              </a:ext>
            </a:extLst>
          </p:cNvPr>
          <p:cNvSpPr/>
          <p:nvPr/>
        </p:nvSpPr>
        <p:spPr>
          <a:xfrm>
            <a:off x="10353896" y="3745179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F1BE5715-46E1-4AE2-A951-AA83F384BE04}"/>
              </a:ext>
            </a:extLst>
          </p:cNvPr>
          <p:cNvCxnSpPr>
            <a:cxnSpLocks/>
          </p:cNvCxnSpPr>
          <p:nvPr/>
        </p:nvCxnSpPr>
        <p:spPr>
          <a:xfrm flipV="1">
            <a:off x="10088342" y="3545788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3251F597-E158-FF6D-6C4F-35F4A8F4E958}"/>
              </a:ext>
            </a:extLst>
          </p:cNvPr>
          <p:cNvCxnSpPr>
            <a:cxnSpLocks/>
          </p:cNvCxnSpPr>
          <p:nvPr/>
        </p:nvCxnSpPr>
        <p:spPr>
          <a:xfrm flipV="1">
            <a:off x="10748873" y="3556941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DE73EC76-6475-4F7A-D662-8D2404AA8406}"/>
              </a:ext>
            </a:extLst>
          </p:cNvPr>
          <p:cNvGrpSpPr/>
          <p:nvPr/>
        </p:nvGrpSpPr>
        <p:grpSpPr>
          <a:xfrm>
            <a:off x="8896405" y="4318595"/>
            <a:ext cx="2860497" cy="994910"/>
            <a:chOff x="8147507" y="4717048"/>
            <a:chExt cx="2860497" cy="994910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264E6575-626D-D074-76DC-23E9A605F95D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C1D2474F-2D4C-81A3-3A3F-6747C95917DD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84" name="그룹 183">
                <a:extLst>
                  <a:ext uri="{FF2B5EF4-FFF2-40B4-BE49-F238E27FC236}">
                    <a16:creationId xmlns:a16="http://schemas.microsoft.com/office/drawing/2014/main" id="{C85824D8-581D-5880-6DDE-A84795E4C766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24" name="그룹 223">
                  <a:extLst>
                    <a:ext uri="{FF2B5EF4-FFF2-40B4-BE49-F238E27FC236}">
                      <a16:creationId xmlns:a16="http://schemas.microsoft.com/office/drawing/2014/main" id="{BBEB56CA-6460-4941-5312-76F38E25CD1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26" name="그룹 225">
                    <a:extLst>
                      <a:ext uri="{FF2B5EF4-FFF2-40B4-BE49-F238E27FC236}">
                        <a16:creationId xmlns:a16="http://schemas.microsoft.com/office/drawing/2014/main" id="{5C61D8AC-7870-8189-2C21-FECFFB84DF0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32" name="직사각형 231">
                      <a:extLst>
                        <a:ext uri="{FF2B5EF4-FFF2-40B4-BE49-F238E27FC236}">
                          <a16:creationId xmlns:a16="http://schemas.microsoft.com/office/drawing/2014/main" id="{2F1C7406-7A59-26F5-76B1-F80B8A810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3" name="직사각형 232">
                      <a:extLst>
                        <a:ext uri="{FF2B5EF4-FFF2-40B4-BE49-F238E27FC236}">
                          <a16:creationId xmlns:a16="http://schemas.microsoft.com/office/drawing/2014/main" id="{E2007932-9747-EA6E-5FC2-5FEB06904F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4" name="직사각형 233">
                      <a:extLst>
                        <a:ext uri="{FF2B5EF4-FFF2-40B4-BE49-F238E27FC236}">
                          <a16:creationId xmlns:a16="http://schemas.microsoft.com/office/drawing/2014/main" id="{321E14C0-3707-5D79-B00A-79EDE87AA6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5" name="직사각형 234">
                      <a:extLst>
                        <a:ext uri="{FF2B5EF4-FFF2-40B4-BE49-F238E27FC236}">
                          <a16:creationId xmlns:a16="http://schemas.microsoft.com/office/drawing/2014/main" id="{03E58CA4-DAF8-619D-4972-3F292C4327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27" name="그룹 226">
                    <a:extLst>
                      <a:ext uri="{FF2B5EF4-FFF2-40B4-BE49-F238E27FC236}">
                        <a16:creationId xmlns:a16="http://schemas.microsoft.com/office/drawing/2014/main" id="{E66DF4EC-B330-8466-0343-C6F0FEB1391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8" name="직사각형 227">
                      <a:extLst>
                        <a:ext uri="{FF2B5EF4-FFF2-40B4-BE49-F238E27FC236}">
                          <a16:creationId xmlns:a16="http://schemas.microsoft.com/office/drawing/2014/main" id="{0A599DD3-E18A-BEEA-0354-ED2018D2BB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9" name="직사각형 228">
                      <a:extLst>
                        <a:ext uri="{FF2B5EF4-FFF2-40B4-BE49-F238E27FC236}">
                          <a16:creationId xmlns:a16="http://schemas.microsoft.com/office/drawing/2014/main" id="{3210E8B7-789B-80D9-F8A5-C552907596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0" name="직사각형 229">
                      <a:extLst>
                        <a:ext uri="{FF2B5EF4-FFF2-40B4-BE49-F238E27FC236}">
                          <a16:creationId xmlns:a16="http://schemas.microsoft.com/office/drawing/2014/main" id="{437D6B49-E784-0149-9370-9FC5989A0F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1" name="직사각형 230">
                      <a:extLst>
                        <a:ext uri="{FF2B5EF4-FFF2-40B4-BE49-F238E27FC236}">
                          <a16:creationId xmlns:a16="http://schemas.microsoft.com/office/drawing/2014/main" id="{A0163AEC-452B-72E5-D42E-DCB252ED51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25" name="직사각형 224">
                  <a:extLst>
                    <a:ext uri="{FF2B5EF4-FFF2-40B4-BE49-F238E27FC236}">
                      <a16:creationId xmlns:a16="http://schemas.microsoft.com/office/drawing/2014/main" id="{20719F3C-2C7B-172F-6E1D-9906E01FEF8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E3DBBA4B-5997-89B1-2C2D-B59C48A0817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12" name="그룹 211">
                  <a:extLst>
                    <a:ext uri="{FF2B5EF4-FFF2-40B4-BE49-F238E27FC236}">
                      <a16:creationId xmlns:a16="http://schemas.microsoft.com/office/drawing/2014/main" id="{A95C7FBA-8B88-8032-D763-CEA2C9B9711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14" name="그룹 213">
                    <a:extLst>
                      <a:ext uri="{FF2B5EF4-FFF2-40B4-BE49-F238E27FC236}">
                        <a16:creationId xmlns:a16="http://schemas.microsoft.com/office/drawing/2014/main" id="{D4CB2BEB-6A66-2EEC-6DD8-AA96B4561BA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F00AB818-0A3F-ADBF-F994-6F940C99DA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33614215-4CDF-B9D0-3143-CAC4AD59094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B5C66184-18DB-092C-E9D7-704EBE626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3" name="직사각형 222">
                      <a:extLst>
                        <a:ext uri="{FF2B5EF4-FFF2-40B4-BE49-F238E27FC236}">
                          <a16:creationId xmlns:a16="http://schemas.microsoft.com/office/drawing/2014/main" id="{23CF0DB7-7746-16CD-48CB-0A96DCAD356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15" name="그룹 214">
                    <a:extLst>
                      <a:ext uri="{FF2B5EF4-FFF2-40B4-BE49-F238E27FC236}">
                        <a16:creationId xmlns:a16="http://schemas.microsoft.com/office/drawing/2014/main" id="{2D184B00-1237-6735-8416-BF70B6F05C6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6" name="직사각형 215">
                      <a:extLst>
                        <a:ext uri="{FF2B5EF4-FFF2-40B4-BE49-F238E27FC236}">
                          <a16:creationId xmlns:a16="http://schemas.microsoft.com/office/drawing/2014/main" id="{AD062166-3454-D912-F2B2-E79BF92070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7" name="직사각형 216">
                      <a:extLst>
                        <a:ext uri="{FF2B5EF4-FFF2-40B4-BE49-F238E27FC236}">
                          <a16:creationId xmlns:a16="http://schemas.microsoft.com/office/drawing/2014/main" id="{86CB3A56-028F-BF9B-234C-B81E148E1E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46617B30-D1B3-C900-1B28-A4B1ED7CAA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4F66133E-FDFB-34C0-624D-BB715AF331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13" name="직사각형 212">
                  <a:extLst>
                    <a:ext uri="{FF2B5EF4-FFF2-40B4-BE49-F238E27FC236}">
                      <a16:creationId xmlns:a16="http://schemas.microsoft.com/office/drawing/2014/main" id="{EFF9FC46-9217-B516-362D-BED17272D25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75766A1F-C873-DF13-990D-3D356AAC74B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00" name="그룹 199">
                  <a:extLst>
                    <a:ext uri="{FF2B5EF4-FFF2-40B4-BE49-F238E27FC236}">
                      <a16:creationId xmlns:a16="http://schemas.microsoft.com/office/drawing/2014/main" id="{E2222780-64AE-1AEA-7164-0C2F40896B5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02" name="그룹 201">
                    <a:extLst>
                      <a:ext uri="{FF2B5EF4-FFF2-40B4-BE49-F238E27FC236}">
                        <a16:creationId xmlns:a16="http://schemas.microsoft.com/office/drawing/2014/main" id="{FDB4F943-CAC2-7606-9C20-10B48145FC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9E8737D3-1CC1-2090-EDC1-3B2C39A496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9" name="직사각형 208">
                      <a:extLst>
                        <a:ext uri="{FF2B5EF4-FFF2-40B4-BE49-F238E27FC236}">
                          <a16:creationId xmlns:a16="http://schemas.microsoft.com/office/drawing/2014/main" id="{54E1DA2F-C2FC-9A58-4708-197AAEBC32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0" name="직사각형 209">
                      <a:extLst>
                        <a:ext uri="{FF2B5EF4-FFF2-40B4-BE49-F238E27FC236}">
                          <a16:creationId xmlns:a16="http://schemas.microsoft.com/office/drawing/2014/main" id="{DD1F93AA-1CFB-B39F-28DD-A81A416BE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1" name="직사각형 210">
                      <a:extLst>
                        <a:ext uri="{FF2B5EF4-FFF2-40B4-BE49-F238E27FC236}">
                          <a16:creationId xmlns:a16="http://schemas.microsoft.com/office/drawing/2014/main" id="{394398CF-3B8D-63E5-F52D-04BC04A56F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03" name="그룹 202">
                    <a:extLst>
                      <a:ext uri="{FF2B5EF4-FFF2-40B4-BE49-F238E27FC236}">
                        <a16:creationId xmlns:a16="http://schemas.microsoft.com/office/drawing/2014/main" id="{B568CC7A-CA94-73B4-F41E-35ECEF54ADE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04" name="직사각형 203">
                      <a:extLst>
                        <a:ext uri="{FF2B5EF4-FFF2-40B4-BE49-F238E27FC236}">
                          <a16:creationId xmlns:a16="http://schemas.microsoft.com/office/drawing/2014/main" id="{6D584624-3195-36E8-965E-61E78C2E2E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5" name="직사각형 204">
                      <a:extLst>
                        <a:ext uri="{FF2B5EF4-FFF2-40B4-BE49-F238E27FC236}">
                          <a16:creationId xmlns:a16="http://schemas.microsoft.com/office/drawing/2014/main" id="{64BC182F-253E-694A-CE4D-ABA3622ED0B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6" name="직사각형 205">
                      <a:extLst>
                        <a:ext uri="{FF2B5EF4-FFF2-40B4-BE49-F238E27FC236}">
                          <a16:creationId xmlns:a16="http://schemas.microsoft.com/office/drawing/2014/main" id="{A19018B8-9D08-6BDE-A22F-411087CA84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7D9B0D6F-577E-C1E2-F310-2EDA83BBA5B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01" name="직사각형 200">
                  <a:extLst>
                    <a:ext uri="{FF2B5EF4-FFF2-40B4-BE49-F238E27FC236}">
                      <a16:creationId xmlns:a16="http://schemas.microsoft.com/office/drawing/2014/main" id="{73B551A7-D277-56E4-3DC6-4CE7E6DF528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0935ABF0-1C43-A7E7-1C64-B3B87C9CDD53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88" name="그룹 187">
                  <a:extLst>
                    <a:ext uri="{FF2B5EF4-FFF2-40B4-BE49-F238E27FC236}">
                      <a16:creationId xmlns:a16="http://schemas.microsoft.com/office/drawing/2014/main" id="{2A817C0B-8ECD-809E-0E74-5D64F103107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90" name="그룹 189">
                    <a:extLst>
                      <a:ext uri="{FF2B5EF4-FFF2-40B4-BE49-F238E27FC236}">
                        <a16:creationId xmlns:a16="http://schemas.microsoft.com/office/drawing/2014/main" id="{8B898780-B0F9-BF2D-A31A-30062376E34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6" name="직사각형 195">
                      <a:extLst>
                        <a:ext uri="{FF2B5EF4-FFF2-40B4-BE49-F238E27FC236}">
                          <a16:creationId xmlns:a16="http://schemas.microsoft.com/office/drawing/2014/main" id="{5B205DB4-169E-05BB-3A85-1170D5EE9A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7" name="직사각형 196">
                      <a:extLst>
                        <a:ext uri="{FF2B5EF4-FFF2-40B4-BE49-F238E27FC236}">
                          <a16:creationId xmlns:a16="http://schemas.microsoft.com/office/drawing/2014/main" id="{02674238-1D86-E832-D468-AE2E2836179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8" name="직사각형 197">
                      <a:extLst>
                        <a:ext uri="{FF2B5EF4-FFF2-40B4-BE49-F238E27FC236}">
                          <a16:creationId xmlns:a16="http://schemas.microsoft.com/office/drawing/2014/main" id="{04FF416D-F65B-A2A3-FBFC-65575F095B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9" name="직사각형 198">
                      <a:extLst>
                        <a:ext uri="{FF2B5EF4-FFF2-40B4-BE49-F238E27FC236}">
                          <a16:creationId xmlns:a16="http://schemas.microsoft.com/office/drawing/2014/main" id="{37396CCF-5FC6-279A-D8F7-E746AF30A6A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91" name="그룹 190">
                    <a:extLst>
                      <a:ext uri="{FF2B5EF4-FFF2-40B4-BE49-F238E27FC236}">
                        <a16:creationId xmlns:a16="http://schemas.microsoft.com/office/drawing/2014/main" id="{4D928565-7D7C-4C59-46AC-10A94E316F5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2" name="직사각형 191">
                      <a:extLst>
                        <a:ext uri="{FF2B5EF4-FFF2-40B4-BE49-F238E27FC236}">
                          <a16:creationId xmlns:a16="http://schemas.microsoft.com/office/drawing/2014/main" id="{68676EF5-854E-C327-66C8-FFF249A16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3" name="직사각형 192">
                      <a:extLst>
                        <a:ext uri="{FF2B5EF4-FFF2-40B4-BE49-F238E27FC236}">
                          <a16:creationId xmlns:a16="http://schemas.microsoft.com/office/drawing/2014/main" id="{4769EAA8-2BC0-9399-9CAF-0AFDD24FFB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4" name="직사각형 193">
                      <a:extLst>
                        <a:ext uri="{FF2B5EF4-FFF2-40B4-BE49-F238E27FC236}">
                          <a16:creationId xmlns:a16="http://schemas.microsoft.com/office/drawing/2014/main" id="{109CA4FD-0FA4-2EEA-F01E-5EBFA4163D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5" name="직사각형 194">
                      <a:extLst>
                        <a:ext uri="{FF2B5EF4-FFF2-40B4-BE49-F238E27FC236}">
                          <a16:creationId xmlns:a16="http://schemas.microsoft.com/office/drawing/2014/main" id="{5925C35A-103F-5F8E-A580-F4785F4801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89" name="직사각형 188">
                  <a:extLst>
                    <a:ext uri="{FF2B5EF4-FFF2-40B4-BE49-F238E27FC236}">
                      <a16:creationId xmlns:a16="http://schemas.microsoft.com/office/drawing/2014/main" id="{016B1AF2-88F8-95A6-2D12-EB6E86A59A3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238" name="직선 화살표 연결선 237">
            <a:extLst>
              <a:ext uri="{FF2B5EF4-FFF2-40B4-BE49-F238E27FC236}">
                <a16:creationId xmlns:a16="http://schemas.microsoft.com/office/drawing/2014/main" id="{22524F47-C983-80BD-4C50-D5316715F11E}"/>
              </a:ext>
            </a:extLst>
          </p:cNvPr>
          <p:cNvCxnSpPr>
            <a:cxnSpLocks/>
          </p:cNvCxnSpPr>
          <p:nvPr/>
        </p:nvCxnSpPr>
        <p:spPr>
          <a:xfrm flipV="1">
            <a:off x="11395206" y="5413776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25F80494-E1D6-F25D-3629-25917F43599A}"/>
              </a:ext>
            </a:extLst>
          </p:cNvPr>
          <p:cNvCxnSpPr>
            <a:cxnSpLocks/>
          </p:cNvCxnSpPr>
          <p:nvPr/>
        </p:nvCxnSpPr>
        <p:spPr>
          <a:xfrm flipV="1">
            <a:off x="10055941" y="5415404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54411544-557B-8CA5-B38E-E2A702CFF4F6}"/>
              </a:ext>
            </a:extLst>
          </p:cNvPr>
          <p:cNvCxnSpPr>
            <a:cxnSpLocks/>
          </p:cNvCxnSpPr>
          <p:nvPr/>
        </p:nvCxnSpPr>
        <p:spPr>
          <a:xfrm>
            <a:off x="10228018" y="5535490"/>
            <a:ext cx="10103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A1658226-0BB0-D15C-76B5-1C3B96EABA34}"/>
              </a:ext>
            </a:extLst>
          </p:cNvPr>
          <p:cNvSpPr/>
          <p:nvPr/>
        </p:nvSpPr>
        <p:spPr>
          <a:xfrm>
            <a:off x="262146" y="2533602"/>
            <a:ext cx="737976" cy="290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524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1654-F45B-20C5-6FBA-0D1D47F9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0BDDC8F2-1297-CB22-7FFC-00645DCEE973}"/>
              </a:ext>
            </a:extLst>
          </p:cNvPr>
          <p:cNvSpPr txBox="1"/>
          <p:nvPr/>
        </p:nvSpPr>
        <p:spPr>
          <a:xfrm>
            <a:off x="435098" y="334135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P3 – L </a:t>
            </a:r>
            <a:r>
              <a:rPr lang="ko-KR" altLang="en-US"/>
              <a:t>버튼 </a:t>
            </a:r>
            <a:r>
              <a:rPr lang="en-US" altLang="ko-KR"/>
              <a:t>3</a:t>
            </a:r>
            <a:r>
              <a:rPr lang="ko-KR" altLang="en-US"/>
              <a:t>번 </a:t>
            </a:r>
            <a:r>
              <a:rPr lang="en-US" altLang="ko-KR"/>
              <a:t>/ R </a:t>
            </a:r>
            <a:r>
              <a:rPr lang="ko-KR" altLang="en-US"/>
              <a:t>버튼 </a:t>
            </a:r>
            <a:r>
              <a:rPr lang="en-US" altLang="ko-KR"/>
              <a:t>3</a:t>
            </a:r>
            <a:r>
              <a:rPr lang="ko-KR" altLang="en-US"/>
              <a:t>번</a:t>
            </a:r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C8F6F6B5-7785-3B51-761B-182029059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49" y="1308858"/>
            <a:ext cx="8489785" cy="4482507"/>
          </a:xfrm>
          <a:prstGeom prst="rect">
            <a:avLst/>
          </a:prstGeom>
        </p:spPr>
      </p:pic>
      <p:grpSp>
        <p:nvGrpSpPr>
          <p:cNvPr id="66" name="그룹 65">
            <a:extLst>
              <a:ext uri="{FF2B5EF4-FFF2-40B4-BE49-F238E27FC236}">
                <a16:creationId xmlns:a16="http://schemas.microsoft.com/office/drawing/2014/main" id="{FD8A7759-3A2E-7ACE-FB94-D70800317FB0}"/>
              </a:ext>
            </a:extLst>
          </p:cNvPr>
          <p:cNvGrpSpPr/>
          <p:nvPr/>
        </p:nvGrpSpPr>
        <p:grpSpPr>
          <a:xfrm>
            <a:off x="5255054" y="2543966"/>
            <a:ext cx="1193800" cy="1278734"/>
            <a:chOff x="5255054" y="2543966"/>
            <a:chExt cx="1193800" cy="783434"/>
          </a:xfrm>
        </p:grpSpPr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6A904D1F-286B-9FA0-8E68-DCE844E8E4CE}"/>
                </a:ext>
              </a:extLst>
            </p:cNvPr>
            <p:cNvCxnSpPr>
              <a:cxnSpLocks/>
            </p:cNvCxnSpPr>
            <p:nvPr/>
          </p:nvCxnSpPr>
          <p:spPr>
            <a:xfrm>
              <a:off x="5255054" y="2556666"/>
              <a:ext cx="0" cy="770734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D33C7BD0-22DF-13DC-2FEF-ECCE5830DA7D}"/>
                </a:ext>
              </a:extLst>
            </p:cNvPr>
            <p:cNvCxnSpPr>
              <a:cxnSpLocks/>
            </p:cNvCxnSpPr>
            <p:nvPr/>
          </p:nvCxnSpPr>
          <p:spPr>
            <a:xfrm>
              <a:off x="5839254" y="2543966"/>
              <a:ext cx="0" cy="783434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3F61D69F-9049-AA0D-D163-6DD73EFF3C25}"/>
                </a:ext>
              </a:extLst>
            </p:cNvPr>
            <p:cNvCxnSpPr>
              <a:cxnSpLocks/>
            </p:cNvCxnSpPr>
            <p:nvPr/>
          </p:nvCxnSpPr>
          <p:spPr>
            <a:xfrm>
              <a:off x="6448854" y="2556666"/>
              <a:ext cx="0" cy="770734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550DBE4-61AA-B087-780E-5A4223B8144E}"/>
              </a:ext>
            </a:extLst>
          </p:cNvPr>
          <p:cNvSpPr/>
          <p:nvPr/>
        </p:nvSpPr>
        <p:spPr>
          <a:xfrm>
            <a:off x="262146" y="3785786"/>
            <a:ext cx="737976" cy="290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24D3923E-E36E-1D2E-1FF8-21CDB285CCEB}"/>
              </a:ext>
            </a:extLst>
          </p:cNvPr>
          <p:cNvSpPr/>
          <p:nvPr/>
        </p:nvSpPr>
        <p:spPr>
          <a:xfrm>
            <a:off x="4988600" y="2513808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FCC211A8-11A6-CFCA-7551-51EFB2EA213D}"/>
              </a:ext>
            </a:extLst>
          </p:cNvPr>
          <p:cNvSpPr/>
          <p:nvPr/>
        </p:nvSpPr>
        <p:spPr>
          <a:xfrm>
            <a:off x="5623600" y="2517070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AB368CAB-0695-3C9C-B455-3F11B39D6D9A}"/>
              </a:ext>
            </a:extLst>
          </p:cNvPr>
          <p:cNvSpPr/>
          <p:nvPr/>
        </p:nvSpPr>
        <p:spPr>
          <a:xfrm>
            <a:off x="6228923" y="2517070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6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6831A97A-19F0-A90C-5A35-4CDA0D0171D2}"/>
              </a:ext>
            </a:extLst>
          </p:cNvPr>
          <p:cNvSpPr/>
          <p:nvPr/>
        </p:nvSpPr>
        <p:spPr>
          <a:xfrm>
            <a:off x="10649170" y="2197012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16C5C00-3166-2B1B-0D70-0EB27E439BBC}"/>
              </a:ext>
            </a:extLst>
          </p:cNvPr>
          <p:cNvGrpSpPr/>
          <p:nvPr/>
        </p:nvGrpSpPr>
        <p:grpSpPr>
          <a:xfrm>
            <a:off x="8896405" y="949431"/>
            <a:ext cx="2860497" cy="994910"/>
            <a:chOff x="8147507" y="4717048"/>
            <a:chExt cx="2860497" cy="994910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F6AC2F7B-C641-FBD9-5E20-47DF26222B0A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6571D3DF-115D-E8EB-5573-E8A765A8BDD9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88" name="그룹 87">
                <a:extLst>
                  <a:ext uri="{FF2B5EF4-FFF2-40B4-BE49-F238E27FC236}">
                    <a16:creationId xmlns:a16="http://schemas.microsoft.com/office/drawing/2014/main" id="{91CCF1A3-3815-1FFB-8AD9-D3A7752E7FAD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28" name="그룹 127">
                  <a:extLst>
                    <a:ext uri="{FF2B5EF4-FFF2-40B4-BE49-F238E27FC236}">
                      <a16:creationId xmlns:a16="http://schemas.microsoft.com/office/drawing/2014/main" id="{F8A06929-743C-549C-DD64-1BA5E6CBB3E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0" name="그룹 129">
                    <a:extLst>
                      <a:ext uri="{FF2B5EF4-FFF2-40B4-BE49-F238E27FC236}">
                        <a16:creationId xmlns:a16="http://schemas.microsoft.com/office/drawing/2014/main" id="{564C4DC3-765A-2F1F-C06E-B1CC8C8F137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BBC37FAD-278E-EC65-F8B6-788C42CDF7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7" name="직사각형 136">
                      <a:extLst>
                        <a:ext uri="{FF2B5EF4-FFF2-40B4-BE49-F238E27FC236}">
                          <a16:creationId xmlns:a16="http://schemas.microsoft.com/office/drawing/2014/main" id="{1AD3AF86-3BC8-03F5-AF3A-6D69B26639A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8" name="직사각형 137">
                      <a:extLst>
                        <a:ext uri="{FF2B5EF4-FFF2-40B4-BE49-F238E27FC236}">
                          <a16:creationId xmlns:a16="http://schemas.microsoft.com/office/drawing/2014/main" id="{2C6CEA73-6A80-30AC-EBE6-AF076EEC6A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9" name="직사각형 138">
                      <a:extLst>
                        <a:ext uri="{FF2B5EF4-FFF2-40B4-BE49-F238E27FC236}">
                          <a16:creationId xmlns:a16="http://schemas.microsoft.com/office/drawing/2014/main" id="{35CBBCC6-02FD-E949-114B-41164802D8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31" name="그룹 130">
                    <a:extLst>
                      <a:ext uri="{FF2B5EF4-FFF2-40B4-BE49-F238E27FC236}">
                        <a16:creationId xmlns:a16="http://schemas.microsoft.com/office/drawing/2014/main" id="{F9C3242C-0C33-7FE3-16DC-8196D3A47EF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2" name="직사각형 131">
                      <a:extLst>
                        <a:ext uri="{FF2B5EF4-FFF2-40B4-BE49-F238E27FC236}">
                          <a16:creationId xmlns:a16="http://schemas.microsoft.com/office/drawing/2014/main" id="{07E32399-080D-288C-3840-5A9F944F29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3" name="직사각형 132">
                      <a:extLst>
                        <a:ext uri="{FF2B5EF4-FFF2-40B4-BE49-F238E27FC236}">
                          <a16:creationId xmlns:a16="http://schemas.microsoft.com/office/drawing/2014/main" id="{BC25D33C-D979-2246-5F4C-AFB2941914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4" name="직사각형 133">
                      <a:extLst>
                        <a:ext uri="{FF2B5EF4-FFF2-40B4-BE49-F238E27FC236}">
                          <a16:creationId xmlns:a16="http://schemas.microsoft.com/office/drawing/2014/main" id="{931C0EC4-071D-A8CD-5180-96E2D6C103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5" name="직사각형 134">
                      <a:extLst>
                        <a:ext uri="{FF2B5EF4-FFF2-40B4-BE49-F238E27FC236}">
                          <a16:creationId xmlns:a16="http://schemas.microsoft.com/office/drawing/2014/main" id="{4422A5C5-39F8-3ABD-9E2B-7E23E23CC1B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0F189FAF-3C17-230D-2F41-7F999430EA0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B8B2DFAE-783D-BCBD-5F90-02608E6A4AA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6" name="그룹 115">
                  <a:extLst>
                    <a:ext uri="{FF2B5EF4-FFF2-40B4-BE49-F238E27FC236}">
                      <a16:creationId xmlns:a16="http://schemas.microsoft.com/office/drawing/2014/main" id="{076B2868-2785-05AB-9C9A-557ABE9D40F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8" name="그룹 117">
                    <a:extLst>
                      <a:ext uri="{FF2B5EF4-FFF2-40B4-BE49-F238E27FC236}">
                        <a16:creationId xmlns:a16="http://schemas.microsoft.com/office/drawing/2014/main" id="{19F3D8EE-3723-E2AE-8031-29D26A1999C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4" name="직사각형 123">
                      <a:extLst>
                        <a:ext uri="{FF2B5EF4-FFF2-40B4-BE49-F238E27FC236}">
                          <a16:creationId xmlns:a16="http://schemas.microsoft.com/office/drawing/2014/main" id="{5AC273B7-64A9-BD32-04D1-8245E69F6B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415535E3-8470-BE2C-AB38-5F927C8626C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F7AC43D8-C423-F9E4-33DF-ADC27EB078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7E31AAA1-D39C-828E-18B1-28EED5615A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19" name="그룹 118">
                    <a:extLst>
                      <a:ext uri="{FF2B5EF4-FFF2-40B4-BE49-F238E27FC236}">
                        <a16:creationId xmlns:a16="http://schemas.microsoft.com/office/drawing/2014/main" id="{CBF30C2B-1EAD-1CC7-13D9-9DCE4A76B74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0" name="직사각형 119">
                      <a:extLst>
                        <a:ext uri="{FF2B5EF4-FFF2-40B4-BE49-F238E27FC236}">
                          <a16:creationId xmlns:a16="http://schemas.microsoft.com/office/drawing/2014/main" id="{D4261CFF-047A-1006-1034-B024294733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1" name="직사각형 120">
                      <a:extLst>
                        <a:ext uri="{FF2B5EF4-FFF2-40B4-BE49-F238E27FC236}">
                          <a16:creationId xmlns:a16="http://schemas.microsoft.com/office/drawing/2014/main" id="{F4CBA7A9-6B1B-FDE6-F606-26201F566C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CF7FB499-6BA1-F687-EEB4-55E3606F46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3" name="직사각형 122">
                      <a:extLst>
                        <a:ext uri="{FF2B5EF4-FFF2-40B4-BE49-F238E27FC236}">
                          <a16:creationId xmlns:a16="http://schemas.microsoft.com/office/drawing/2014/main" id="{F05DBA6B-8FBD-CC93-4738-BCD23D8E65D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ECA3F4BD-A60F-49E6-1A6B-3895E55A736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7520846F-D96F-F7EA-EEC7-69B854914C2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4" name="그룹 103">
                  <a:extLst>
                    <a:ext uri="{FF2B5EF4-FFF2-40B4-BE49-F238E27FC236}">
                      <a16:creationId xmlns:a16="http://schemas.microsoft.com/office/drawing/2014/main" id="{A07DF747-D8B1-9568-A919-ECDAE5D5DF0E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6" name="그룹 105">
                    <a:extLst>
                      <a:ext uri="{FF2B5EF4-FFF2-40B4-BE49-F238E27FC236}">
                        <a16:creationId xmlns:a16="http://schemas.microsoft.com/office/drawing/2014/main" id="{7E0DB65C-9FC2-98B8-59D3-33A327DD744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2" name="직사각형 111">
                      <a:extLst>
                        <a:ext uri="{FF2B5EF4-FFF2-40B4-BE49-F238E27FC236}">
                          <a16:creationId xmlns:a16="http://schemas.microsoft.com/office/drawing/2014/main" id="{6B608B32-01F7-C946-6B1C-13439BBBA3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3" name="직사각형 112">
                      <a:extLst>
                        <a:ext uri="{FF2B5EF4-FFF2-40B4-BE49-F238E27FC236}">
                          <a16:creationId xmlns:a16="http://schemas.microsoft.com/office/drawing/2014/main" id="{4FBFFF28-E6D2-F86B-30E0-8FFD4FBA81E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4" name="직사각형 113">
                      <a:extLst>
                        <a:ext uri="{FF2B5EF4-FFF2-40B4-BE49-F238E27FC236}">
                          <a16:creationId xmlns:a16="http://schemas.microsoft.com/office/drawing/2014/main" id="{62410198-2E04-EC52-D18B-2C475B62E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5" name="직사각형 114">
                      <a:extLst>
                        <a:ext uri="{FF2B5EF4-FFF2-40B4-BE49-F238E27FC236}">
                          <a16:creationId xmlns:a16="http://schemas.microsoft.com/office/drawing/2014/main" id="{2C333ED9-0CCE-EEB8-BE5E-A9B4C9D67E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07" name="그룹 106">
                    <a:extLst>
                      <a:ext uri="{FF2B5EF4-FFF2-40B4-BE49-F238E27FC236}">
                        <a16:creationId xmlns:a16="http://schemas.microsoft.com/office/drawing/2014/main" id="{0E494B2B-B041-EF58-D050-B5C909B71C3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8" name="직사각형 107">
                      <a:extLst>
                        <a:ext uri="{FF2B5EF4-FFF2-40B4-BE49-F238E27FC236}">
                          <a16:creationId xmlns:a16="http://schemas.microsoft.com/office/drawing/2014/main" id="{08740AA5-F626-4B11-7B25-178CEA8BBD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9" name="직사각형 108">
                      <a:extLst>
                        <a:ext uri="{FF2B5EF4-FFF2-40B4-BE49-F238E27FC236}">
                          <a16:creationId xmlns:a16="http://schemas.microsoft.com/office/drawing/2014/main" id="{CADEF2F5-2F12-6CAB-8B26-09B123B5C98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0" name="직사각형 109">
                      <a:extLst>
                        <a:ext uri="{FF2B5EF4-FFF2-40B4-BE49-F238E27FC236}">
                          <a16:creationId xmlns:a16="http://schemas.microsoft.com/office/drawing/2014/main" id="{F4A41713-75BF-9916-74FB-A51235A05D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1" name="직사각형 110">
                      <a:extLst>
                        <a:ext uri="{FF2B5EF4-FFF2-40B4-BE49-F238E27FC236}">
                          <a16:creationId xmlns:a16="http://schemas.microsoft.com/office/drawing/2014/main" id="{490AA5DC-CC52-7961-B10A-4780CF8D9E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05" name="직사각형 104">
                  <a:extLst>
                    <a:ext uri="{FF2B5EF4-FFF2-40B4-BE49-F238E27FC236}">
                      <a16:creationId xmlns:a16="http://schemas.microsoft.com/office/drawing/2014/main" id="{D96BD730-5B19-2490-1ECD-02D6853C4289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C1B692D9-A6BF-2C8C-4473-DA64FA9D2CCD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2" name="그룹 91">
                  <a:extLst>
                    <a:ext uri="{FF2B5EF4-FFF2-40B4-BE49-F238E27FC236}">
                      <a16:creationId xmlns:a16="http://schemas.microsoft.com/office/drawing/2014/main" id="{B8EDB877-9478-7056-C0B3-330CF90C583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4" name="그룹 93">
                    <a:extLst>
                      <a:ext uri="{FF2B5EF4-FFF2-40B4-BE49-F238E27FC236}">
                        <a16:creationId xmlns:a16="http://schemas.microsoft.com/office/drawing/2014/main" id="{2A5F9F8E-EC66-3C81-B794-EC5D4A38A99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0" name="직사각형 99">
                      <a:extLst>
                        <a:ext uri="{FF2B5EF4-FFF2-40B4-BE49-F238E27FC236}">
                          <a16:creationId xmlns:a16="http://schemas.microsoft.com/office/drawing/2014/main" id="{5184323E-04C7-2459-AE72-9A511297AF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1" name="직사각형 100">
                      <a:extLst>
                        <a:ext uri="{FF2B5EF4-FFF2-40B4-BE49-F238E27FC236}">
                          <a16:creationId xmlns:a16="http://schemas.microsoft.com/office/drawing/2014/main" id="{A7A7C08B-3E42-A6E3-357A-1B9ECFEF98C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2" name="직사각형 101">
                      <a:extLst>
                        <a:ext uri="{FF2B5EF4-FFF2-40B4-BE49-F238E27FC236}">
                          <a16:creationId xmlns:a16="http://schemas.microsoft.com/office/drawing/2014/main" id="{C0AA377A-8397-0A45-F29E-4666428BDA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3" name="직사각형 102">
                      <a:extLst>
                        <a:ext uri="{FF2B5EF4-FFF2-40B4-BE49-F238E27FC236}">
                          <a16:creationId xmlns:a16="http://schemas.microsoft.com/office/drawing/2014/main" id="{88659352-3948-89CE-3DE0-9204D39DA34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95" name="그룹 94">
                    <a:extLst>
                      <a:ext uri="{FF2B5EF4-FFF2-40B4-BE49-F238E27FC236}">
                        <a16:creationId xmlns:a16="http://schemas.microsoft.com/office/drawing/2014/main" id="{9FEAD90A-0D0F-D15E-277F-944D8EFAA4E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6" name="직사각형 95">
                      <a:extLst>
                        <a:ext uri="{FF2B5EF4-FFF2-40B4-BE49-F238E27FC236}">
                          <a16:creationId xmlns:a16="http://schemas.microsoft.com/office/drawing/2014/main" id="{FDF9E58D-3F44-73E3-5D6B-C2028DC105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7" name="직사각형 96">
                      <a:extLst>
                        <a:ext uri="{FF2B5EF4-FFF2-40B4-BE49-F238E27FC236}">
                          <a16:creationId xmlns:a16="http://schemas.microsoft.com/office/drawing/2014/main" id="{7250C91F-4E6B-7271-F36D-544CD0ECF79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8" name="직사각형 97">
                      <a:extLst>
                        <a:ext uri="{FF2B5EF4-FFF2-40B4-BE49-F238E27FC236}">
                          <a16:creationId xmlns:a16="http://schemas.microsoft.com/office/drawing/2014/main" id="{247535FB-6543-039D-B494-EC2946FE1F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9" name="직사각형 98">
                      <a:extLst>
                        <a:ext uri="{FF2B5EF4-FFF2-40B4-BE49-F238E27FC236}">
                          <a16:creationId xmlns:a16="http://schemas.microsoft.com/office/drawing/2014/main" id="{548BEDB2-9873-B734-7527-0D1B5C936B7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8D4EE300-8AFE-62DA-90EA-FECC26F09F3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1239FFCB-E74C-DCB6-4A85-11D823CFC410}"/>
              </a:ext>
            </a:extLst>
          </p:cNvPr>
          <p:cNvCxnSpPr>
            <a:cxnSpLocks/>
          </p:cNvCxnSpPr>
          <p:nvPr/>
        </p:nvCxnSpPr>
        <p:spPr>
          <a:xfrm flipV="1">
            <a:off x="11398966" y="2021613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923FC750-53CA-5D8C-4720-D43DB28441B6}"/>
              </a:ext>
            </a:extLst>
          </p:cNvPr>
          <p:cNvCxnSpPr>
            <a:cxnSpLocks/>
          </p:cNvCxnSpPr>
          <p:nvPr/>
        </p:nvCxnSpPr>
        <p:spPr>
          <a:xfrm flipH="1">
            <a:off x="10176561" y="2118701"/>
            <a:ext cx="1127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1B8CDD2E-5179-50D4-81F4-02CF63EB402A}"/>
              </a:ext>
            </a:extLst>
          </p:cNvPr>
          <p:cNvCxnSpPr>
            <a:cxnSpLocks/>
          </p:cNvCxnSpPr>
          <p:nvPr/>
        </p:nvCxnSpPr>
        <p:spPr>
          <a:xfrm flipV="1">
            <a:off x="10017841" y="2013873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타원 204">
            <a:extLst>
              <a:ext uri="{FF2B5EF4-FFF2-40B4-BE49-F238E27FC236}">
                <a16:creationId xmlns:a16="http://schemas.microsoft.com/office/drawing/2014/main" id="{9ECEAC8D-14CD-A485-10CD-ABA3830FFBD4}"/>
              </a:ext>
            </a:extLst>
          </p:cNvPr>
          <p:cNvSpPr/>
          <p:nvPr/>
        </p:nvSpPr>
        <p:spPr>
          <a:xfrm>
            <a:off x="10287220" y="3980214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588C7520-F9AF-6EEF-2D9A-99DF3B952947}"/>
              </a:ext>
            </a:extLst>
          </p:cNvPr>
          <p:cNvGrpSpPr/>
          <p:nvPr/>
        </p:nvGrpSpPr>
        <p:grpSpPr>
          <a:xfrm>
            <a:off x="8896405" y="2732633"/>
            <a:ext cx="2860497" cy="994910"/>
            <a:chOff x="8147507" y="4717048"/>
            <a:chExt cx="2860497" cy="994910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6A1B01F6-C3E4-52FD-8B5F-D61B556CAA3A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445B83EF-83BA-FAA0-5B50-4227DA24DBC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09" name="그룹 208">
                <a:extLst>
                  <a:ext uri="{FF2B5EF4-FFF2-40B4-BE49-F238E27FC236}">
                    <a16:creationId xmlns:a16="http://schemas.microsoft.com/office/drawing/2014/main" id="{9F2E264C-4041-E693-4B29-C25D9B9B4C19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49" name="그룹 248">
                  <a:extLst>
                    <a:ext uri="{FF2B5EF4-FFF2-40B4-BE49-F238E27FC236}">
                      <a16:creationId xmlns:a16="http://schemas.microsoft.com/office/drawing/2014/main" id="{0F4D33E5-B64C-30D1-1B25-62141D5E12A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51" name="그룹 250">
                    <a:extLst>
                      <a:ext uri="{FF2B5EF4-FFF2-40B4-BE49-F238E27FC236}">
                        <a16:creationId xmlns:a16="http://schemas.microsoft.com/office/drawing/2014/main" id="{807AD86F-8AD4-98FD-4529-33168E40D47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7" name="직사각형 256">
                      <a:extLst>
                        <a:ext uri="{FF2B5EF4-FFF2-40B4-BE49-F238E27FC236}">
                          <a16:creationId xmlns:a16="http://schemas.microsoft.com/office/drawing/2014/main" id="{EDB102B4-73F3-0561-8FBC-90C3A22645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58" name="직사각형 257">
                      <a:extLst>
                        <a:ext uri="{FF2B5EF4-FFF2-40B4-BE49-F238E27FC236}">
                          <a16:creationId xmlns:a16="http://schemas.microsoft.com/office/drawing/2014/main" id="{39123B17-8A2E-B7C6-BFA2-F5BB125BB7A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59" name="직사각형 258">
                      <a:extLst>
                        <a:ext uri="{FF2B5EF4-FFF2-40B4-BE49-F238E27FC236}">
                          <a16:creationId xmlns:a16="http://schemas.microsoft.com/office/drawing/2014/main" id="{D02847B2-46DE-AC3F-AF23-08CFDC1CA1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60" name="직사각형 259">
                      <a:extLst>
                        <a:ext uri="{FF2B5EF4-FFF2-40B4-BE49-F238E27FC236}">
                          <a16:creationId xmlns:a16="http://schemas.microsoft.com/office/drawing/2014/main" id="{63A61491-E40D-A1E9-D09A-14B135EE241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52" name="그룹 251">
                    <a:extLst>
                      <a:ext uri="{FF2B5EF4-FFF2-40B4-BE49-F238E27FC236}">
                        <a16:creationId xmlns:a16="http://schemas.microsoft.com/office/drawing/2014/main" id="{7AA05B08-1348-B92C-6FA3-3AA862F8ACC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3" name="직사각형 252">
                      <a:extLst>
                        <a:ext uri="{FF2B5EF4-FFF2-40B4-BE49-F238E27FC236}">
                          <a16:creationId xmlns:a16="http://schemas.microsoft.com/office/drawing/2014/main" id="{02A8D004-4291-B8A0-EC86-AC037F613F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54" name="직사각형 253">
                      <a:extLst>
                        <a:ext uri="{FF2B5EF4-FFF2-40B4-BE49-F238E27FC236}">
                          <a16:creationId xmlns:a16="http://schemas.microsoft.com/office/drawing/2014/main" id="{87DAD84F-8C85-97C7-CD69-0CE186F81B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55" name="직사각형 254">
                      <a:extLst>
                        <a:ext uri="{FF2B5EF4-FFF2-40B4-BE49-F238E27FC236}">
                          <a16:creationId xmlns:a16="http://schemas.microsoft.com/office/drawing/2014/main" id="{74C34623-F32B-D599-337B-A6440E4F4F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56" name="직사각형 255">
                      <a:extLst>
                        <a:ext uri="{FF2B5EF4-FFF2-40B4-BE49-F238E27FC236}">
                          <a16:creationId xmlns:a16="http://schemas.microsoft.com/office/drawing/2014/main" id="{CC95D3DC-9D72-DA19-0ADD-E1E876C0346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50" name="직사각형 249">
                  <a:extLst>
                    <a:ext uri="{FF2B5EF4-FFF2-40B4-BE49-F238E27FC236}">
                      <a16:creationId xmlns:a16="http://schemas.microsoft.com/office/drawing/2014/main" id="{298FA9E3-9030-1DE4-0C5D-B754E08333B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492F3C6E-1A5C-2E63-5312-370C62BE8BF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37" name="그룹 236">
                  <a:extLst>
                    <a:ext uri="{FF2B5EF4-FFF2-40B4-BE49-F238E27FC236}">
                      <a16:creationId xmlns:a16="http://schemas.microsoft.com/office/drawing/2014/main" id="{760C47AC-5A1C-8093-3154-3E1DDE439E1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39" name="그룹 238">
                    <a:extLst>
                      <a:ext uri="{FF2B5EF4-FFF2-40B4-BE49-F238E27FC236}">
                        <a16:creationId xmlns:a16="http://schemas.microsoft.com/office/drawing/2014/main" id="{EE211E48-6A43-1E7D-E08B-6392589EBC0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5" name="직사각형 244">
                      <a:extLst>
                        <a:ext uri="{FF2B5EF4-FFF2-40B4-BE49-F238E27FC236}">
                          <a16:creationId xmlns:a16="http://schemas.microsoft.com/office/drawing/2014/main" id="{7903371D-2DBE-04F4-62DF-DF90CFFA2F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6" name="직사각형 245">
                      <a:extLst>
                        <a:ext uri="{FF2B5EF4-FFF2-40B4-BE49-F238E27FC236}">
                          <a16:creationId xmlns:a16="http://schemas.microsoft.com/office/drawing/2014/main" id="{6FF22193-7474-D247-CB0B-07CD460A84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7" name="직사각형 246">
                      <a:extLst>
                        <a:ext uri="{FF2B5EF4-FFF2-40B4-BE49-F238E27FC236}">
                          <a16:creationId xmlns:a16="http://schemas.microsoft.com/office/drawing/2014/main" id="{5CBB4DBD-04CF-929F-EDBA-E5745A32F6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8" name="직사각형 247">
                      <a:extLst>
                        <a:ext uri="{FF2B5EF4-FFF2-40B4-BE49-F238E27FC236}">
                          <a16:creationId xmlns:a16="http://schemas.microsoft.com/office/drawing/2014/main" id="{730835BD-8D1B-214C-CB36-421AE79A8C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40" name="그룹 239">
                    <a:extLst>
                      <a:ext uri="{FF2B5EF4-FFF2-40B4-BE49-F238E27FC236}">
                        <a16:creationId xmlns:a16="http://schemas.microsoft.com/office/drawing/2014/main" id="{3DFC5113-9F92-E7B2-362B-735B5CB2D90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1" name="직사각형 240">
                      <a:extLst>
                        <a:ext uri="{FF2B5EF4-FFF2-40B4-BE49-F238E27FC236}">
                          <a16:creationId xmlns:a16="http://schemas.microsoft.com/office/drawing/2014/main" id="{41FCB674-91BA-D580-C832-803789CD08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2" name="직사각형 241">
                      <a:extLst>
                        <a:ext uri="{FF2B5EF4-FFF2-40B4-BE49-F238E27FC236}">
                          <a16:creationId xmlns:a16="http://schemas.microsoft.com/office/drawing/2014/main" id="{532F5D71-8064-7567-6E10-742AB621315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3" name="직사각형 242">
                      <a:extLst>
                        <a:ext uri="{FF2B5EF4-FFF2-40B4-BE49-F238E27FC236}">
                          <a16:creationId xmlns:a16="http://schemas.microsoft.com/office/drawing/2014/main" id="{FDF5F0C3-5878-6748-FF33-51184E5146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4" name="직사각형 243">
                      <a:extLst>
                        <a:ext uri="{FF2B5EF4-FFF2-40B4-BE49-F238E27FC236}">
                          <a16:creationId xmlns:a16="http://schemas.microsoft.com/office/drawing/2014/main" id="{7C1A8B92-D950-6E35-B561-0E56949AEAF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38" name="직사각형 237">
                  <a:extLst>
                    <a:ext uri="{FF2B5EF4-FFF2-40B4-BE49-F238E27FC236}">
                      <a16:creationId xmlns:a16="http://schemas.microsoft.com/office/drawing/2014/main" id="{2B7676C6-0D71-286B-7B8A-57B39337BB1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5A907953-CAD8-32CE-C24F-D0367EC435D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25" name="그룹 224">
                  <a:extLst>
                    <a:ext uri="{FF2B5EF4-FFF2-40B4-BE49-F238E27FC236}">
                      <a16:creationId xmlns:a16="http://schemas.microsoft.com/office/drawing/2014/main" id="{BBA0AB57-4975-DE1F-8896-CA5B6C56377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27" name="그룹 226">
                    <a:extLst>
                      <a:ext uri="{FF2B5EF4-FFF2-40B4-BE49-F238E27FC236}">
                        <a16:creationId xmlns:a16="http://schemas.microsoft.com/office/drawing/2014/main" id="{7F0A0BD0-D320-CCEB-8F8D-3A370127AB2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33" name="직사각형 232">
                      <a:extLst>
                        <a:ext uri="{FF2B5EF4-FFF2-40B4-BE49-F238E27FC236}">
                          <a16:creationId xmlns:a16="http://schemas.microsoft.com/office/drawing/2014/main" id="{0ADBFB32-2590-4834-2E10-AA5DC7F585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4" name="직사각형 233">
                      <a:extLst>
                        <a:ext uri="{FF2B5EF4-FFF2-40B4-BE49-F238E27FC236}">
                          <a16:creationId xmlns:a16="http://schemas.microsoft.com/office/drawing/2014/main" id="{435162E1-B804-69FB-E4A3-A8450A435C5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5" name="직사각형 234">
                      <a:extLst>
                        <a:ext uri="{FF2B5EF4-FFF2-40B4-BE49-F238E27FC236}">
                          <a16:creationId xmlns:a16="http://schemas.microsoft.com/office/drawing/2014/main" id="{7E719024-9DE8-5F65-238A-A0DE5D4AF3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6" name="직사각형 235">
                      <a:extLst>
                        <a:ext uri="{FF2B5EF4-FFF2-40B4-BE49-F238E27FC236}">
                          <a16:creationId xmlns:a16="http://schemas.microsoft.com/office/drawing/2014/main" id="{160AE9BF-D20F-E87D-7512-45ACC253764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28" name="그룹 227">
                    <a:extLst>
                      <a:ext uri="{FF2B5EF4-FFF2-40B4-BE49-F238E27FC236}">
                        <a16:creationId xmlns:a16="http://schemas.microsoft.com/office/drawing/2014/main" id="{04EC225C-9BA3-FD03-3752-E451637CEA1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9" name="직사각형 228">
                      <a:extLst>
                        <a:ext uri="{FF2B5EF4-FFF2-40B4-BE49-F238E27FC236}">
                          <a16:creationId xmlns:a16="http://schemas.microsoft.com/office/drawing/2014/main" id="{D816FE7A-0151-7B1E-6B28-2B7543D0B9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0" name="직사각형 229">
                      <a:extLst>
                        <a:ext uri="{FF2B5EF4-FFF2-40B4-BE49-F238E27FC236}">
                          <a16:creationId xmlns:a16="http://schemas.microsoft.com/office/drawing/2014/main" id="{6EDFC676-5935-9977-1EDB-E4D2BE1A406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1" name="직사각형 230">
                      <a:extLst>
                        <a:ext uri="{FF2B5EF4-FFF2-40B4-BE49-F238E27FC236}">
                          <a16:creationId xmlns:a16="http://schemas.microsoft.com/office/drawing/2014/main" id="{13A316CE-2D0C-EE66-54AB-D670D3EA1D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2" name="직사각형 231">
                      <a:extLst>
                        <a:ext uri="{FF2B5EF4-FFF2-40B4-BE49-F238E27FC236}">
                          <a16:creationId xmlns:a16="http://schemas.microsoft.com/office/drawing/2014/main" id="{C0451346-D014-7EDC-903F-A68E21B11E6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26" name="직사각형 225">
                  <a:extLst>
                    <a:ext uri="{FF2B5EF4-FFF2-40B4-BE49-F238E27FC236}">
                      <a16:creationId xmlns:a16="http://schemas.microsoft.com/office/drawing/2014/main" id="{B6509108-905A-BE08-F65F-F109C40E1C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212" name="그룹 211">
                <a:extLst>
                  <a:ext uri="{FF2B5EF4-FFF2-40B4-BE49-F238E27FC236}">
                    <a16:creationId xmlns:a16="http://schemas.microsoft.com/office/drawing/2014/main" id="{1B8167C3-2799-D6B2-C841-43CC04290DE4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13" name="그룹 212">
                  <a:extLst>
                    <a:ext uri="{FF2B5EF4-FFF2-40B4-BE49-F238E27FC236}">
                      <a16:creationId xmlns:a16="http://schemas.microsoft.com/office/drawing/2014/main" id="{F8F4D237-B0E0-D2F3-6414-524A20E8B0D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15" name="그룹 214">
                    <a:extLst>
                      <a:ext uri="{FF2B5EF4-FFF2-40B4-BE49-F238E27FC236}">
                        <a16:creationId xmlns:a16="http://schemas.microsoft.com/office/drawing/2014/main" id="{F72B3B27-240B-6B18-41B1-B35EAE95F2A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EA2876E7-1B12-B355-AAFD-8533FD4B6C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11759E31-C0A6-20C6-96D2-E6A0F83124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3" name="직사각형 222">
                      <a:extLst>
                        <a:ext uri="{FF2B5EF4-FFF2-40B4-BE49-F238E27FC236}">
                          <a16:creationId xmlns:a16="http://schemas.microsoft.com/office/drawing/2014/main" id="{D6E67811-E638-0F89-6316-26FDF59017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4" name="직사각형 223">
                      <a:extLst>
                        <a:ext uri="{FF2B5EF4-FFF2-40B4-BE49-F238E27FC236}">
                          <a16:creationId xmlns:a16="http://schemas.microsoft.com/office/drawing/2014/main" id="{0EF15BEF-A3C1-2025-681E-C9EFEEB2BF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16" name="그룹 215">
                    <a:extLst>
                      <a:ext uri="{FF2B5EF4-FFF2-40B4-BE49-F238E27FC236}">
                        <a16:creationId xmlns:a16="http://schemas.microsoft.com/office/drawing/2014/main" id="{0F67EFB4-2C75-DBC9-2D8D-3A5ABD02268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7" name="직사각형 216">
                      <a:extLst>
                        <a:ext uri="{FF2B5EF4-FFF2-40B4-BE49-F238E27FC236}">
                          <a16:creationId xmlns:a16="http://schemas.microsoft.com/office/drawing/2014/main" id="{08B884CB-C9AC-6097-7F1C-5849FC64D6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E3F93615-5A4C-1D3C-E8C4-2CF0455B36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93D38993-D0E9-FF68-35B7-AB34FEBA2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9F1074DC-002E-F46C-7960-DE73A23BCBF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14" name="직사각형 213">
                  <a:extLst>
                    <a:ext uri="{FF2B5EF4-FFF2-40B4-BE49-F238E27FC236}">
                      <a16:creationId xmlns:a16="http://schemas.microsoft.com/office/drawing/2014/main" id="{F7ED8E20-51B0-757D-748F-177527495C1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24F786C6-6F54-1A5D-EE69-B253D933B477}"/>
              </a:ext>
            </a:extLst>
          </p:cNvPr>
          <p:cNvCxnSpPr>
            <a:cxnSpLocks/>
          </p:cNvCxnSpPr>
          <p:nvPr/>
        </p:nvCxnSpPr>
        <p:spPr>
          <a:xfrm flipV="1">
            <a:off x="10722691" y="3804815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9B100B45-5017-2903-EAE0-F61D1DB14A47}"/>
              </a:ext>
            </a:extLst>
          </p:cNvPr>
          <p:cNvCxnSpPr>
            <a:cxnSpLocks/>
          </p:cNvCxnSpPr>
          <p:nvPr/>
        </p:nvCxnSpPr>
        <p:spPr>
          <a:xfrm>
            <a:off x="10176561" y="3910192"/>
            <a:ext cx="472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FF454880-6BE4-C26D-2A16-9F15C42948AC}"/>
              </a:ext>
            </a:extLst>
          </p:cNvPr>
          <p:cNvCxnSpPr>
            <a:cxnSpLocks/>
          </p:cNvCxnSpPr>
          <p:nvPr/>
        </p:nvCxnSpPr>
        <p:spPr>
          <a:xfrm flipV="1">
            <a:off x="10017841" y="3797075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타원 265">
            <a:extLst>
              <a:ext uri="{FF2B5EF4-FFF2-40B4-BE49-F238E27FC236}">
                <a16:creationId xmlns:a16="http://schemas.microsoft.com/office/drawing/2014/main" id="{752B80C6-BEEC-B598-E0C7-FE625ED1B98D}"/>
              </a:ext>
            </a:extLst>
          </p:cNvPr>
          <p:cNvSpPr/>
          <p:nvPr/>
        </p:nvSpPr>
        <p:spPr>
          <a:xfrm>
            <a:off x="10982545" y="5720431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6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FF1A4E19-E8FB-3150-C6A2-348C1F540C71}"/>
              </a:ext>
            </a:extLst>
          </p:cNvPr>
          <p:cNvGrpSpPr/>
          <p:nvPr/>
        </p:nvGrpSpPr>
        <p:grpSpPr>
          <a:xfrm>
            <a:off x="8896405" y="4472850"/>
            <a:ext cx="2860497" cy="994910"/>
            <a:chOff x="8147507" y="4717048"/>
            <a:chExt cx="2860497" cy="994910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905342C2-8986-EED4-BE8B-67F1E99414F0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DE56EABA-AEA7-2D52-0C8B-67D4A2796036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E0798C07-9244-2C68-F3BA-5116C940D30C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10" name="그룹 309">
                  <a:extLst>
                    <a:ext uri="{FF2B5EF4-FFF2-40B4-BE49-F238E27FC236}">
                      <a16:creationId xmlns:a16="http://schemas.microsoft.com/office/drawing/2014/main" id="{D13E12A3-79CC-5A80-2AFD-66C304CAF2C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12" name="그룹 311">
                    <a:extLst>
                      <a:ext uri="{FF2B5EF4-FFF2-40B4-BE49-F238E27FC236}">
                        <a16:creationId xmlns:a16="http://schemas.microsoft.com/office/drawing/2014/main" id="{F13117B4-6036-F11D-2B64-80EC2350542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18" name="직사각형 317">
                      <a:extLst>
                        <a:ext uri="{FF2B5EF4-FFF2-40B4-BE49-F238E27FC236}">
                          <a16:creationId xmlns:a16="http://schemas.microsoft.com/office/drawing/2014/main" id="{8BCA16FB-A4EC-3B21-471E-F691F6A112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19" name="직사각형 318">
                      <a:extLst>
                        <a:ext uri="{FF2B5EF4-FFF2-40B4-BE49-F238E27FC236}">
                          <a16:creationId xmlns:a16="http://schemas.microsoft.com/office/drawing/2014/main" id="{9F58BCC4-50FA-FA61-F40F-3E3D5C7B405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20" name="직사각형 319">
                      <a:extLst>
                        <a:ext uri="{FF2B5EF4-FFF2-40B4-BE49-F238E27FC236}">
                          <a16:creationId xmlns:a16="http://schemas.microsoft.com/office/drawing/2014/main" id="{A0644E3B-576D-13D8-AAB4-20B80941A3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21" name="직사각형 320">
                      <a:extLst>
                        <a:ext uri="{FF2B5EF4-FFF2-40B4-BE49-F238E27FC236}">
                          <a16:creationId xmlns:a16="http://schemas.microsoft.com/office/drawing/2014/main" id="{5B624CC5-BB6F-B224-0B7E-6CECBE8D18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313" name="그룹 312">
                    <a:extLst>
                      <a:ext uri="{FF2B5EF4-FFF2-40B4-BE49-F238E27FC236}">
                        <a16:creationId xmlns:a16="http://schemas.microsoft.com/office/drawing/2014/main" id="{FAA2C8F4-A1AC-E26B-11C1-F4757D8AF04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14" name="직사각형 313">
                      <a:extLst>
                        <a:ext uri="{FF2B5EF4-FFF2-40B4-BE49-F238E27FC236}">
                          <a16:creationId xmlns:a16="http://schemas.microsoft.com/office/drawing/2014/main" id="{EF2FB3E7-48F7-ED3C-08EC-D494418ABA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15" name="직사각형 314">
                      <a:extLst>
                        <a:ext uri="{FF2B5EF4-FFF2-40B4-BE49-F238E27FC236}">
                          <a16:creationId xmlns:a16="http://schemas.microsoft.com/office/drawing/2014/main" id="{7E32FC2B-AA1D-71A6-C15F-B7C3C8212B4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16" name="직사각형 315">
                      <a:extLst>
                        <a:ext uri="{FF2B5EF4-FFF2-40B4-BE49-F238E27FC236}">
                          <a16:creationId xmlns:a16="http://schemas.microsoft.com/office/drawing/2014/main" id="{8759E22B-D7BD-B08E-8B9A-D5552864E7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17" name="직사각형 316">
                      <a:extLst>
                        <a:ext uri="{FF2B5EF4-FFF2-40B4-BE49-F238E27FC236}">
                          <a16:creationId xmlns:a16="http://schemas.microsoft.com/office/drawing/2014/main" id="{A3CA8626-FB2F-EE21-4A8A-9CD8D9459B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311" name="직사각형 310">
                  <a:extLst>
                    <a:ext uri="{FF2B5EF4-FFF2-40B4-BE49-F238E27FC236}">
                      <a16:creationId xmlns:a16="http://schemas.microsoft.com/office/drawing/2014/main" id="{3A76FD8B-1E00-E77A-3C56-FA84E35DAA7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02267D18-B9D6-DD5D-F0EF-E5CBEE0AA73E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98" name="그룹 297">
                  <a:extLst>
                    <a:ext uri="{FF2B5EF4-FFF2-40B4-BE49-F238E27FC236}">
                      <a16:creationId xmlns:a16="http://schemas.microsoft.com/office/drawing/2014/main" id="{378155E1-D50C-E8E9-98DE-A926B2A1A0D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00" name="그룹 299">
                    <a:extLst>
                      <a:ext uri="{FF2B5EF4-FFF2-40B4-BE49-F238E27FC236}">
                        <a16:creationId xmlns:a16="http://schemas.microsoft.com/office/drawing/2014/main" id="{017373C4-DF3D-97A8-69F2-E41F6A8ADE2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06" name="직사각형 305">
                      <a:extLst>
                        <a:ext uri="{FF2B5EF4-FFF2-40B4-BE49-F238E27FC236}">
                          <a16:creationId xmlns:a16="http://schemas.microsoft.com/office/drawing/2014/main" id="{10AB5869-B07A-7D6A-D08E-C7AB5AFBBE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7" name="직사각형 306">
                      <a:extLst>
                        <a:ext uri="{FF2B5EF4-FFF2-40B4-BE49-F238E27FC236}">
                          <a16:creationId xmlns:a16="http://schemas.microsoft.com/office/drawing/2014/main" id="{429B8EBB-C729-96E0-2BBA-F034A85D36A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8" name="직사각형 307">
                      <a:extLst>
                        <a:ext uri="{FF2B5EF4-FFF2-40B4-BE49-F238E27FC236}">
                          <a16:creationId xmlns:a16="http://schemas.microsoft.com/office/drawing/2014/main" id="{4526147E-4923-2713-EE21-3BAC8CBB00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9" name="직사각형 308">
                      <a:extLst>
                        <a:ext uri="{FF2B5EF4-FFF2-40B4-BE49-F238E27FC236}">
                          <a16:creationId xmlns:a16="http://schemas.microsoft.com/office/drawing/2014/main" id="{7ECAA362-4944-EDD5-0A6C-CB78E7FC86D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301" name="그룹 300">
                    <a:extLst>
                      <a:ext uri="{FF2B5EF4-FFF2-40B4-BE49-F238E27FC236}">
                        <a16:creationId xmlns:a16="http://schemas.microsoft.com/office/drawing/2014/main" id="{30968431-91EF-34A7-BE78-0E1946E77C4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02" name="직사각형 301">
                      <a:extLst>
                        <a:ext uri="{FF2B5EF4-FFF2-40B4-BE49-F238E27FC236}">
                          <a16:creationId xmlns:a16="http://schemas.microsoft.com/office/drawing/2014/main" id="{FD79FC49-7BED-1F66-CB03-96CB9F95BC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3" name="직사각형 302">
                      <a:extLst>
                        <a:ext uri="{FF2B5EF4-FFF2-40B4-BE49-F238E27FC236}">
                          <a16:creationId xmlns:a16="http://schemas.microsoft.com/office/drawing/2014/main" id="{96213124-8951-AC06-B7DE-CFD5FDF2880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4" name="직사각형 303">
                      <a:extLst>
                        <a:ext uri="{FF2B5EF4-FFF2-40B4-BE49-F238E27FC236}">
                          <a16:creationId xmlns:a16="http://schemas.microsoft.com/office/drawing/2014/main" id="{D4127069-350E-AB2E-2E06-8518E98897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5" name="직사각형 304">
                      <a:extLst>
                        <a:ext uri="{FF2B5EF4-FFF2-40B4-BE49-F238E27FC236}">
                          <a16:creationId xmlns:a16="http://schemas.microsoft.com/office/drawing/2014/main" id="{08C11A65-CEB6-2398-2E0B-5B6391A2B73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99" name="직사각형 298">
                  <a:extLst>
                    <a:ext uri="{FF2B5EF4-FFF2-40B4-BE49-F238E27FC236}">
                      <a16:creationId xmlns:a16="http://schemas.microsoft.com/office/drawing/2014/main" id="{956AFB42-6F0B-7C5A-FAE1-E0D5A99696F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272" name="그룹 271">
                <a:extLst>
                  <a:ext uri="{FF2B5EF4-FFF2-40B4-BE49-F238E27FC236}">
                    <a16:creationId xmlns:a16="http://schemas.microsoft.com/office/drawing/2014/main" id="{CC417F1B-13D9-07E5-A173-E019DD0A854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86" name="그룹 285">
                  <a:extLst>
                    <a:ext uri="{FF2B5EF4-FFF2-40B4-BE49-F238E27FC236}">
                      <a16:creationId xmlns:a16="http://schemas.microsoft.com/office/drawing/2014/main" id="{BE225A6B-65E9-E92D-90FF-5CFA8EEE1E5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88" name="그룹 287">
                    <a:extLst>
                      <a:ext uri="{FF2B5EF4-FFF2-40B4-BE49-F238E27FC236}">
                        <a16:creationId xmlns:a16="http://schemas.microsoft.com/office/drawing/2014/main" id="{7B404F2E-B589-12B8-3BBA-868DD173034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4" name="직사각형 293">
                      <a:extLst>
                        <a:ext uri="{FF2B5EF4-FFF2-40B4-BE49-F238E27FC236}">
                          <a16:creationId xmlns:a16="http://schemas.microsoft.com/office/drawing/2014/main" id="{0D8B8442-9313-770C-29D2-A25FC73958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5" name="직사각형 294">
                      <a:extLst>
                        <a:ext uri="{FF2B5EF4-FFF2-40B4-BE49-F238E27FC236}">
                          <a16:creationId xmlns:a16="http://schemas.microsoft.com/office/drawing/2014/main" id="{4075553B-7865-A2AF-93A5-823D9D2401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6" name="직사각형 295">
                      <a:extLst>
                        <a:ext uri="{FF2B5EF4-FFF2-40B4-BE49-F238E27FC236}">
                          <a16:creationId xmlns:a16="http://schemas.microsoft.com/office/drawing/2014/main" id="{27423BC9-5389-DE64-60A3-351D7AACC5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7" name="직사각형 296">
                      <a:extLst>
                        <a:ext uri="{FF2B5EF4-FFF2-40B4-BE49-F238E27FC236}">
                          <a16:creationId xmlns:a16="http://schemas.microsoft.com/office/drawing/2014/main" id="{6218854E-470D-4724-F33C-3B9628C37F6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89" name="그룹 288">
                    <a:extLst>
                      <a:ext uri="{FF2B5EF4-FFF2-40B4-BE49-F238E27FC236}">
                        <a16:creationId xmlns:a16="http://schemas.microsoft.com/office/drawing/2014/main" id="{3922C4E9-20A3-8E69-B575-92EFD7FA859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0" name="직사각형 289">
                      <a:extLst>
                        <a:ext uri="{FF2B5EF4-FFF2-40B4-BE49-F238E27FC236}">
                          <a16:creationId xmlns:a16="http://schemas.microsoft.com/office/drawing/2014/main" id="{B8F2F924-C5F4-832D-D32D-EFE83C67E3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1" name="직사각형 290">
                      <a:extLst>
                        <a:ext uri="{FF2B5EF4-FFF2-40B4-BE49-F238E27FC236}">
                          <a16:creationId xmlns:a16="http://schemas.microsoft.com/office/drawing/2014/main" id="{2E283533-66DD-024C-BD4D-D25DBCDAC22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2" name="직사각형 291">
                      <a:extLst>
                        <a:ext uri="{FF2B5EF4-FFF2-40B4-BE49-F238E27FC236}">
                          <a16:creationId xmlns:a16="http://schemas.microsoft.com/office/drawing/2014/main" id="{56242B13-1BE7-538A-AD04-5CA84F1904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3" name="직사각형 292">
                      <a:extLst>
                        <a:ext uri="{FF2B5EF4-FFF2-40B4-BE49-F238E27FC236}">
                          <a16:creationId xmlns:a16="http://schemas.microsoft.com/office/drawing/2014/main" id="{36091048-BB32-5B83-E4EF-3110CE76E35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87" name="직사각형 286">
                  <a:extLst>
                    <a:ext uri="{FF2B5EF4-FFF2-40B4-BE49-F238E27FC236}">
                      <a16:creationId xmlns:a16="http://schemas.microsoft.com/office/drawing/2014/main" id="{B4F0258E-96F2-9A3D-A085-D69810C1AA2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273" name="그룹 272">
                <a:extLst>
                  <a:ext uri="{FF2B5EF4-FFF2-40B4-BE49-F238E27FC236}">
                    <a16:creationId xmlns:a16="http://schemas.microsoft.com/office/drawing/2014/main" id="{74688A7B-69FA-718A-E07E-914E88EE496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74" name="그룹 273">
                  <a:extLst>
                    <a:ext uri="{FF2B5EF4-FFF2-40B4-BE49-F238E27FC236}">
                      <a16:creationId xmlns:a16="http://schemas.microsoft.com/office/drawing/2014/main" id="{18E62CB8-3990-5E09-71D7-C480DFCC2D6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6" name="그룹 275">
                    <a:extLst>
                      <a:ext uri="{FF2B5EF4-FFF2-40B4-BE49-F238E27FC236}">
                        <a16:creationId xmlns:a16="http://schemas.microsoft.com/office/drawing/2014/main" id="{9B08F23E-E507-31B0-968D-1499203CF4F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82" name="직사각형 281">
                      <a:extLst>
                        <a:ext uri="{FF2B5EF4-FFF2-40B4-BE49-F238E27FC236}">
                          <a16:creationId xmlns:a16="http://schemas.microsoft.com/office/drawing/2014/main" id="{0A640E03-1BB8-3095-BD51-4EB852757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83" name="직사각형 282">
                      <a:extLst>
                        <a:ext uri="{FF2B5EF4-FFF2-40B4-BE49-F238E27FC236}">
                          <a16:creationId xmlns:a16="http://schemas.microsoft.com/office/drawing/2014/main" id="{A3EF9A09-AC20-7374-23AB-FDA8A1607A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84" name="직사각형 283">
                      <a:extLst>
                        <a:ext uri="{FF2B5EF4-FFF2-40B4-BE49-F238E27FC236}">
                          <a16:creationId xmlns:a16="http://schemas.microsoft.com/office/drawing/2014/main" id="{C73AB764-B1BA-E07E-365E-FA15C48AE8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85" name="직사각형 284">
                      <a:extLst>
                        <a:ext uri="{FF2B5EF4-FFF2-40B4-BE49-F238E27FC236}">
                          <a16:creationId xmlns:a16="http://schemas.microsoft.com/office/drawing/2014/main" id="{90932BAF-D80A-CD19-8093-6EF4B45D69D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77" name="그룹 276">
                    <a:extLst>
                      <a:ext uri="{FF2B5EF4-FFF2-40B4-BE49-F238E27FC236}">
                        <a16:creationId xmlns:a16="http://schemas.microsoft.com/office/drawing/2014/main" id="{1F00FCB8-9F6B-70B0-1EF0-915C2BA0FE3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78" name="직사각형 277">
                      <a:extLst>
                        <a:ext uri="{FF2B5EF4-FFF2-40B4-BE49-F238E27FC236}">
                          <a16:creationId xmlns:a16="http://schemas.microsoft.com/office/drawing/2014/main" id="{6B7F6512-17C1-0FB1-8D4C-2EBCC8407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79" name="직사각형 278">
                      <a:extLst>
                        <a:ext uri="{FF2B5EF4-FFF2-40B4-BE49-F238E27FC236}">
                          <a16:creationId xmlns:a16="http://schemas.microsoft.com/office/drawing/2014/main" id="{3B7E52C4-AD8A-C27E-30C8-AE4FDF221A4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80" name="직사각형 279">
                      <a:extLst>
                        <a:ext uri="{FF2B5EF4-FFF2-40B4-BE49-F238E27FC236}">
                          <a16:creationId xmlns:a16="http://schemas.microsoft.com/office/drawing/2014/main" id="{D1D787B0-2276-3790-A297-1635E75A9F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81" name="직사각형 280">
                      <a:extLst>
                        <a:ext uri="{FF2B5EF4-FFF2-40B4-BE49-F238E27FC236}">
                          <a16:creationId xmlns:a16="http://schemas.microsoft.com/office/drawing/2014/main" id="{D06F0157-338A-17E6-479C-F0B1F724E0E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75" name="직사각형 274">
                  <a:extLst>
                    <a:ext uri="{FF2B5EF4-FFF2-40B4-BE49-F238E27FC236}">
                      <a16:creationId xmlns:a16="http://schemas.microsoft.com/office/drawing/2014/main" id="{E6C452BB-2FBA-7DB8-38C6-71C6FFAE125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322" name="직선 화살표 연결선 321">
            <a:extLst>
              <a:ext uri="{FF2B5EF4-FFF2-40B4-BE49-F238E27FC236}">
                <a16:creationId xmlns:a16="http://schemas.microsoft.com/office/drawing/2014/main" id="{0DD45D41-1388-D571-952F-949CE1466186}"/>
              </a:ext>
            </a:extLst>
          </p:cNvPr>
          <p:cNvCxnSpPr>
            <a:cxnSpLocks/>
          </p:cNvCxnSpPr>
          <p:nvPr/>
        </p:nvCxnSpPr>
        <p:spPr>
          <a:xfrm flipV="1">
            <a:off x="11398966" y="5545032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직선 화살표 연결선 322">
            <a:extLst>
              <a:ext uri="{FF2B5EF4-FFF2-40B4-BE49-F238E27FC236}">
                <a16:creationId xmlns:a16="http://schemas.microsoft.com/office/drawing/2014/main" id="{9ADB40E3-AAC6-F917-0683-39B437AD991A}"/>
              </a:ext>
            </a:extLst>
          </p:cNvPr>
          <p:cNvCxnSpPr>
            <a:cxnSpLocks/>
          </p:cNvCxnSpPr>
          <p:nvPr/>
        </p:nvCxnSpPr>
        <p:spPr>
          <a:xfrm>
            <a:off x="10839668" y="5650409"/>
            <a:ext cx="4645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직선 화살표 연결선 323">
            <a:extLst>
              <a:ext uri="{FF2B5EF4-FFF2-40B4-BE49-F238E27FC236}">
                <a16:creationId xmlns:a16="http://schemas.microsoft.com/office/drawing/2014/main" id="{A6B75BCB-AC90-4662-DC4A-04B31EAA5FD4}"/>
              </a:ext>
            </a:extLst>
          </p:cNvPr>
          <p:cNvCxnSpPr>
            <a:cxnSpLocks/>
          </p:cNvCxnSpPr>
          <p:nvPr/>
        </p:nvCxnSpPr>
        <p:spPr>
          <a:xfrm flipV="1">
            <a:off x="10741741" y="5537292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B8848C-1E46-1AD9-642A-05362FC6CDE9}"/>
              </a:ext>
            </a:extLst>
          </p:cNvPr>
          <p:cNvSpPr/>
          <p:nvPr/>
        </p:nvSpPr>
        <p:spPr>
          <a:xfrm>
            <a:off x="262146" y="2229019"/>
            <a:ext cx="737976" cy="290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533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943D7-AD14-F53F-A144-755F6DFC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67ED2276-F28E-13AE-2A70-AA4F35AB50CF}"/>
              </a:ext>
            </a:extLst>
          </p:cNvPr>
          <p:cNvSpPr txBox="1"/>
          <p:nvPr/>
        </p:nvSpPr>
        <p:spPr>
          <a:xfrm>
            <a:off x="435098" y="334135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P4 – </a:t>
            </a:r>
            <a:r>
              <a:rPr lang="ko-KR" altLang="en-US"/>
              <a:t>커서 위치 </a:t>
            </a:r>
            <a:r>
              <a:rPr lang="en-US" altLang="ko-KR"/>
              <a:t>0</a:t>
            </a:r>
            <a:r>
              <a:rPr lang="ko-KR" altLang="en-US"/>
              <a:t>에서 경계값 확인 </a:t>
            </a:r>
            <a:r>
              <a:rPr lang="en-US" altLang="ko-KR"/>
              <a:t>12:59 </a:t>
            </a:r>
            <a:r>
              <a:rPr lang="ko-KR" altLang="en-US"/>
              <a:t>에서 </a:t>
            </a:r>
            <a:r>
              <a:rPr lang="en-US" altLang="ko-KR"/>
              <a:t>U-&gt;D -&gt;D</a:t>
            </a:r>
          </a:p>
          <a:p>
            <a:r>
              <a:rPr lang="en-US" altLang="ko-KR"/>
              <a:t>      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7DF595-72F0-5816-4DE9-D511AD807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85" y="1495425"/>
            <a:ext cx="7782789" cy="4638675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E7DC7B8-6D09-BEFC-C8B4-0F9305F5AE72}"/>
              </a:ext>
            </a:extLst>
          </p:cNvPr>
          <p:cNvCxnSpPr>
            <a:cxnSpLocks/>
          </p:cNvCxnSpPr>
          <p:nvPr/>
        </p:nvCxnSpPr>
        <p:spPr>
          <a:xfrm>
            <a:off x="3409950" y="4743450"/>
            <a:ext cx="0" cy="266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728271-17F5-35C4-DBE1-9ADBD22CFBD1}"/>
              </a:ext>
            </a:extLst>
          </p:cNvPr>
          <p:cNvSpPr/>
          <p:nvPr/>
        </p:nvSpPr>
        <p:spPr>
          <a:xfrm>
            <a:off x="6639016" y="1495424"/>
            <a:ext cx="1362752" cy="4638675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275D478-C010-A59A-CD48-7EC7D46A20D5}"/>
              </a:ext>
            </a:extLst>
          </p:cNvPr>
          <p:cNvSpPr/>
          <p:nvPr/>
        </p:nvSpPr>
        <p:spPr>
          <a:xfrm>
            <a:off x="4208314" y="4311024"/>
            <a:ext cx="382736" cy="127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D0BC5CEF-51C2-9D0B-3373-477277A4D479}"/>
              </a:ext>
            </a:extLst>
          </p:cNvPr>
          <p:cNvGrpSpPr/>
          <p:nvPr/>
        </p:nvGrpSpPr>
        <p:grpSpPr>
          <a:xfrm>
            <a:off x="8477305" y="1174265"/>
            <a:ext cx="2860497" cy="994910"/>
            <a:chOff x="8147507" y="4717048"/>
            <a:chExt cx="2860497" cy="994910"/>
          </a:xfrm>
        </p:grpSpPr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BFFB5AD0-656C-8F81-6481-2279701867DB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421EAE24-9176-6AAA-A0FD-4BFBDF5FE2E6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913F2567-B99A-67FA-99AC-4440FB2C6822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86" name="그룹 185">
                  <a:extLst>
                    <a:ext uri="{FF2B5EF4-FFF2-40B4-BE49-F238E27FC236}">
                      <a16:creationId xmlns:a16="http://schemas.microsoft.com/office/drawing/2014/main" id="{BF34857B-E92C-2DEC-341B-924FB818A282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88" name="그룹 187">
                    <a:extLst>
                      <a:ext uri="{FF2B5EF4-FFF2-40B4-BE49-F238E27FC236}">
                        <a16:creationId xmlns:a16="http://schemas.microsoft.com/office/drawing/2014/main" id="{CDD774D0-09F0-04AE-65B4-A85358F747A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4" name="직사각형 193">
                      <a:extLst>
                        <a:ext uri="{FF2B5EF4-FFF2-40B4-BE49-F238E27FC236}">
                          <a16:creationId xmlns:a16="http://schemas.microsoft.com/office/drawing/2014/main" id="{F82139ED-C095-6B69-5196-BCAFF9F790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5" name="직사각형 194">
                      <a:extLst>
                        <a:ext uri="{FF2B5EF4-FFF2-40B4-BE49-F238E27FC236}">
                          <a16:creationId xmlns:a16="http://schemas.microsoft.com/office/drawing/2014/main" id="{7E7B21D9-EC14-62DB-BA92-485B6D5CD13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6" name="직사각형 195">
                      <a:extLst>
                        <a:ext uri="{FF2B5EF4-FFF2-40B4-BE49-F238E27FC236}">
                          <a16:creationId xmlns:a16="http://schemas.microsoft.com/office/drawing/2014/main" id="{71C364B5-DBFA-8428-6A6D-A12C588276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7" name="직사각형 196">
                      <a:extLst>
                        <a:ext uri="{FF2B5EF4-FFF2-40B4-BE49-F238E27FC236}">
                          <a16:creationId xmlns:a16="http://schemas.microsoft.com/office/drawing/2014/main" id="{26189FC5-CDF3-DD61-261E-0512636E570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89" name="그룹 188">
                    <a:extLst>
                      <a:ext uri="{FF2B5EF4-FFF2-40B4-BE49-F238E27FC236}">
                        <a16:creationId xmlns:a16="http://schemas.microsoft.com/office/drawing/2014/main" id="{29C14D4F-F601-6300-A90B-1B9502AC6AB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0" name="직사각형 189">
                      <a:extLst>
                        <a:ext uri="{FF2B5EF4-FFF2-40B4-BE49-F238E27FC236}">
                          <a16:creationId xmlns:a16="http://schemas.microsoft.com/office/drawing/2014/main" id="{2446969B-E698-0B0D-B424-68A03E6B97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1" name="직사각형 190">
                      <a:extLst>
                        <a:ext uri="{FF2B5EF4-FFF2-40B4-BE49-F238E27FC236}">
                          <a16:creationId xmlns:a16="http://schemas.microsoft.com/office/drawing/2014/main" id="{4805D5E2-2F93-8B6B-8324-DBC3336105A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2" name="직사각형 191">
                      <a:extLst>
                        <a:ext uri="{FF2B5EF4-FFF2-40B4-BE49-F238E27FC236}">
                          <a16:creationId xmlns:a16="http://schemas.microsoft.com/office/drawing/2014/main" id="{1E2058EE-5D4C-1F78-20B6-620D348013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3" name="직사각형 192">
                      <a:extLst>
                        <a:ext uri="{FF2B5EF4-FFF2-40B4-BE49-F238E27FC236}">
                          <a16:creationId xmlns:a16="http://schemas.microsoft.com/office/drawing/2014/main" id="{C3BA13B3-A609-AA21-38B5-5318FB77E37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87" name="직사각형 186">
                  <a:extLst>
                    <a:ext uri="{FF2B5EF4-FFF2-40B4-BE49-F238E27FC236}">
                      <a16:creationId xmlns:a16="http://schemas.microsoft.com/office/drawing/2014/main" id="{8C90B178-8618-4481-DE15-D620456DF101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47" name="그룹 146">
                <a:extLst>
                  <a:ext uri="{FF2B5EF4-FFF2-40B4-BE49-F238E27FC236}">
                    <a16:creationId xmlns:a16="http://schemas.microsoft.com/office/drawing/2014/main" id="{BF446A28-3381-EAB3-D5E1-53A9A7C97906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74" name="그룹 173">
                  <a:extLst>
                    <a:ext uri="{FF2B5EF4-FFF2-40B4-BE49-F238E27FC236}">
                      <a16:creationId xmlns:a16="http://schemas.microsoft.com/office/drawing/2014/main" id="{B9496ED8-AC19-1586-E287-2203BE1F200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76" name="그룹 175">
                    <a:extLst>
                      <a:ext uri="{FF2B5EF4-FFF2-40B4-BE49-F238E27FC236}">
                        <a16:creationId xmlns:a16="http://schemas.microsoft.com/office/drawing/2014/main" id="{F3E5939B-FCE8-15CE-4F5F-7F016D6A6B9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82" name="직사각형 181">
                      <a:extLst>
                        <a:ext uri="{FF2B5EF4-FFF2-40B4-BE49-F238E27FC236}">
                          <a16:creationId xmlns:a16="http://schemas.microsoft.com/office/drawing/2014/main" id="{7EC84C0C-03AF-B95D-031B-CC90CE28BE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3" name="직사각형 182">
                      <a:extLst>
                        <a:ext uri="{FF2B5EF4-FFF2-40B4-BE49-F238E27FC236}">
                          <a16:creationId xmlns:a16="http://schemas.microsoft.com/office/drawing/2014/main" id="{B52B5094-2F54-16E2-75CD-89F8F6DE845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4" name="직사각형 183">
                      <a:extLst>
                        <a:ext uri="{FF2B5EF4-FFF2-40B4-BE49-F238E27FC236}">
                          <a16:creationId xmlns:a16="http://schemas.microsoft.com/office/drawing/2014/main" id="{A374C6A6-85EE-9668-034B-5737DBB5A2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5" name="직사각형 184">
                      <a:extLst>
                        <a:ext uri="{FF2B5EF4-FFF2-40B4-BE49-F238E27FC236}">
                          <a16:creationId xmlns:a16="http://schemas.microsoft.com/office/drawing/2014/main" id="{A79A182A-DC40-5235-EBA6-C72733D215E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77" name="그룹 176">
                    <a:extLst>
                      <a:ext uri="{FF2B5EF4-FFF2-40B4-BE49-F238E27FC236}">
                        <a16:creationId xmlns:a16="http://schemas.microsoft.com/office/drawing/2014/main" id="{417945D4-655F-3AC2-8549-C8CFF0B78DD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78" name="직사각형 177">
                      <a:extLst>
                        <a:ext uri="{FF2B5EF4-FFF2-40B4-BE49-F238E27FC236}">
                          <a16:creationId xmlns:a16="http://schemas.microsoft.com/office/drawing/2014/main" id="{C66E3A56-4D89-1C79-B948-14C1835217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79" name="직사각형 178">
                      <a:extLst>
                        <a:ext uri="{FF2B5EF4-FFF2-40B4-BE49-F238E27FC236}">
                          <a16:creationId xmlns:a16="http://schemas.microsoft.com/office/drawing/2014/main" id="{18888F66-0F13-1828-7352-2187471BF08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0" name="직사각형 179">
                      <a:extLst>
                        <a:ext uri="{FF2B5EF4-FFF2-40B4-BE49-F238E27FC236}">
                          <a16:creationId xmlns:a16="http://schemas.microsoft.com/office/drawing/2014/main" id="{7D227868-DAB6-E31D-0EB4-C7CF6187DE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1" name="직사각형 180">
                      <a:extLst>
                        <a:ext uri="{FF2B5EF4-FFF2-40B4-BE49-F238E27FC236}">
                          <a16:creationId xmlns:a16="http://schemas.microsoft.com/office/drawing/2014/main" id="{D4EF8F2D-5FC6-9F30-512B-1F43F8C5215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75" name="직사각형 174">
                  <a:extLst>
                    <a:ext uri="{FF2B5EF4-FFF2-40B4-BE49-F238E27FC236}">
                      <a16:creationId xmlns:a16="http://schemas.microsoft.com/office/drawing/2014/main" id="{5059B2CC-9E5F-41DD-29B9-D90A0860E811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48" name="그룹 147">
                <a:extLst>
                  <a:ext uri="{FF2B5EF4-FFF2-40B4-BE49-F238E27FC236}">
                    <a16:creationId xmlns:a16="http://schemas.microsoft.com/office/drawing/2014/main" id="{D4F42813-4C03-EED4-CC61-71AB9E8470AA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62" name="그룹 161">
                  <a:extLst>
                    <a:ext uri="{FF2B5EF4-FFF2-40B4-BE49-F238E27FC236}">
                      <a16:creationId xmlns:a16="http://schemas.microsoft.com/office/drawing/2014/main" id="{2F3A16E7-4E35-A50F-2EDE-93AC7E38BB0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64" name="그룹 163">
                    <a:extLst>
                      <a:ext uri="{FF2B5EF4-FFF2-40B4-BE49-F238E27FC236}">
                        <a16:creationId xmlns:a16="http://schemas.microsoft.com/office/drawing/2014/main" id="{0EC4DE63-8948-7F60-57D2-02AA1B710BB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70" name="직사각형 169">
                      <a:extLst>
                        <a:ext uri="{FF2B5EF4-FFF2-40B4-BE49-F238E27FC236}">
                          <a16:creationId xmlns:a16="http://schemas.microsoft.com/office/drawing/2014/main" id="{FD39F9FE-7538-0A33-0377-799F50D63B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71" name="직사각형 170">
                      <a:extLst>
                        <a:ext uri="{FF2B5EF4-FFF2-40B4-BE49-F238E27FC236}">
                          <a16:creationId xmlns:a16="http://schemas.microsoft.com/office/drawing/2014/main" id="{0ED40925-025B-A5DA-8162-D134A702C97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72" name="직사각형 171">
                      <a:extLst>
                        <a:ext uri="{FF2B5EF4-FFF2-40B4-BE49-F238E27FC236}">
                          <a16:creationId xmlns:a16="http://schemas.microsoft.com/office/drawing/2014/main" id="{2005CED0-CFAB-78A0-E260-F84BF287B4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73" name="직사각형 172">
                      <a:extLst>
                        <a:ext uri="{FF2B5EF4-FFF2-40B4-BE49-F238E27FC236}">
                          <a16:creationId xmlns:a16="http://schemas.microsoft.com/office/drawing/2014/main" id="{00F3E942-1F02-8B4A-0530-DEDF73A5B71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65" name="그룹 164">
                    <a:extLst>
                      <a:ext uri="{FF2B5EF4-FFF2-40B4-BE49-F238E27FC236}">
                        <a16:creationId xmlns:a16="http://schemas.microsoft.com/office/drawing/2014/main" id="{B10F0E5C-5AC8-7891-9B04-1D870853FB8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66" name="직사각형 165">
                      <a:extLst>
                        <a:ext uri="{FF2B5EF4-FFF2-40B4-BE49-F238E27FC236}">
                          <a16:creationId xmlns:a16="http://schemas.microsoft.com/office/drawing/2014/main" id="{F5E38DEC-CB23-4E1C-BAB3-476CB12E69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7" name="직사각형 166">
                      <a:extLst>
                        <a:ext uri="{FF2B5EF4-FFF2-40B4-BE49-F238E27FC236}">
                          <a16:creationId xmlns:a16="http://schemas.microsoft.com/office/drawing/2014/main" id="{CB0D6665-7784-0B77-DC18-09AD767669F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8" name="직사각형 167">
                      <a:extLst>
                        <a:ext uri="{FF2B5EF4-FFF2-40B4-BE49-F238E27FC236}">
                          <a16:creationId xmlns:a16="http://schemas.microsoft.com/office/drawing/2014/main" id="{48A53ECB-241C-4066-C7D9-90D2F370A7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9" name="직사각형 168">
                      <a:extLst>
                        <a:ext uri="{FF2B5EF4-FFF2-40B4-BE49-F238E27FC236}">
                          <a16:creationId xmlns:a16="http://schemas.microsoft.com/office/drawing/2014/main" id="{AA01EEF2-792F-B009-F293-54B8E1D3D47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63" name="직사각형 162">
                  <a:extLst>
                    <a:ext uri="{FF2B5EF4-FFF2-40B4-BE49-F238E27FC236}">
                      <a16:creationId xmlns:a16="http://schemas.microsoft.com/office/drawing/2014/main" id="{BC584F02-A106-975F-7C50-C628AA65B46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DF33A615-905A-1286-E6D8-F2F9D4824689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0" name="그룹 149">
                  <a:extLst>
                    <a:ext uri="{FF2B5EF4-FFF2-40B4-BE49-F238E27FC236}">
                      <a16:creationId xmlns:a16="http://schemas.microsoft.com/office/drawing/2014/main" id="{6E1BE3C0-049E-4858-C1A8-33BD984F78A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2" name="그룹 151">
                    <a:extLst>
                      <a:ext uri="{FF2B5EF4-FFF2-40B4-BE49-F238E27FC236}">
                        <a16:creationId xmlns:a16="http://schemas.microsoft.com/office/drawing/2014/main" id="{39CAC93E-FE89-3528-E95B-D5DFE85D45C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8" name="직사각형 157">
                      <a:extLst>
                        <a:ext uri="{FF2B5EF4-FFF2-40B4-BE49-F238E27FC236}">
                          <a16:creationId xmlns:a16="http://schemas.microsoft.com/office/drawing/2014/main" id="{BB0E72C1-266B-D538-0ACE-1267053552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9" name="직사각형 158">
                      <a:extLst>
                        <a:ext uri="{FF2B5EF4-FFF2-40B4-BE49-F238E27FC236}">
                          <a16:creationId xmlns:a16="http://schemas.microsoft.com/office/drawing/2014/main" id="{C6C9EBE3-7955-7702-8D35-5FEC94C3996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0" name="직사각형 159">
                      <a:extLst>
                        <a:ext uri="{FF2B5EF4-FFF2-40B4-BE49-F238E27FC236}">
                          <a16:creationId xmlns:a16="http://schemas.microsoft.com/office/drawing/2014/main" id="{6DD6F495-B6F5-A796-F0ED-43B5066367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1" name="직사각형 160">
                      <a:extLst>
                        <a:ext uri="{FF2B5EF4-FFF2-40B4-BE49-F238E27FC236}">
                          <a16:creationId xmlns:a16="http://schemas.microsoft.com/office/drawing/2014/main" id="{B93AC896-5A95-666A-D8A5-654D1BC08AE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53" name="그룹 152">
                    <a:extLst>
                      <a:ext uri="{FF2B5EF4-FFF2-40B4-BE49-F238E27FC236}">
                        <a16:creationId xmlns:a16="http://schemas.microsoft.com/office/drawing/2014/main" id="{252BB8B5-74A1-CAC4-30CF-DD7F2DEF471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4" name="직사각형 153">
                      <a:extLst>
                        <a:ext uri="{FF2B5EF4-FFF2-40B4-BE49-F238E27FC236}">
                          <a16:creationId xmlns:a16="http://schemas.microsoft.com/office/drawing/2014/main" id="{7D88C6BC-8896-A1DC-F8CE-82078B80A7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5" name="직사각형 154">
                      <a:extLst>
                        <a:ext uri="{FF2B5EF4-FFF2-40B4-BE49-F238E27FC236}">
                          <a16:creationId xmlns:a16="http://schemas.microsoft.com/office/drawing/2014/main" id="{D9E60F90-267B-388D-2DF7-4100F98340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6" name="직사각형 155">
                      <a:extLst>
                        <a:ext uri="{FF2B5EF4-FFF2-40B4-BE49-F238E27FC236}">
                          <a16:creationId xmlns:a16="http://schemas.microsoft.com/office/drawing/2014/main" id="{3D350D41-84DB-365C-660E-C6A5109B04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7" name="직사각형 156">
                      <a:extLst>
                        <a:ext uri="{FF2B5EF4-FFF2-40B4-BE49-F238E27FC236}">
                          <a16:creationId xmlns:a16="http://schemas.microsoft.com/office/drawing/2014/main" id="{D6CD5665-FCB5-CD1E-51C8-1B0999317D5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51" name="직사각형 150">
                  <a:extLst>
                    <a:ext uri="{FF2B5EF4-FFF2-40B4-BE49-F238E27FC236}">
                      <a16:creationId xmlns:a16="http://schemas.microsoft.com/office/drawing/2014/main" id="{44F08E3D-5244-F9C0-2620-2E3BAE400D9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D8F8A1C6-3CEA-6B15-8DC3-03ADF794B023}"/>
              </a:ext>
            </a:extLst>
          </p:cNvPr>
          <p:cNvCxnSpPr/>
          <p:nvPr/>
        </p:nvCxnSpPr>
        <p:spPr>
          <a:xfrm>
            <a:off x="10928060" y="614825"/>
            <a:ext cx="0" cy="428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161BA76C-3EC4-015A-FE3C-8A9F35AF3DEE}"/>
              </a:ext>
            </a:extLst>
          </p:cNvPr>
          <p:cNvSpPr txBox="1"/>
          <p:nvPr/>
        </p:nvSpPr>
        <p:spPr>
          <a:xfrm>
            <a:off x="10320102" y="236057"/>
            <a:ext cx="165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cursor </a:t>
            </a:r>
            <a:r>
              <a:rPr lang="ko-KR" altLang="en-US"/>
              <a:t>위치</a:t>
            </a:r>
          </a:p>
        </p:txBody>
      </p: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56D3A268-AEA2-DDEC-F1F7-EE95EE711F40}"/>
              </a:ext>
            </a:extLst>
          </p:cNvPr>
          <p:cNvCxnSpPr/>
          <p:nvPr/>
        </p:nvCxnSpPr>
        <p:spPr>
          <a:xfrm>
            <a:off x="3533775" y="3814761"/>
            <a:ext cx="576604" cy="119538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47A2A280-F189-5DBD-30D5-7F8F63A03FEB}"/>
              </a:ext>
            </a:extLst>
          </p:cNvPr>
          <p:cNvCxnSpPr>
            <a:cxnSpLocks/>
          </p:cNvCxnSpPr>
          <p:nvPr/>
        </p:nvCxnSpPr>
        <p:spPr>
          <a:xfrm>
            <a:off x="4633600" y="4085872"/>
            <a:ext cx="545181" cy="88812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직선 화살표 연결선 263">
            <a:extLst>
              <a:ext uri="{FF2B5EF4-FFF2-40B4-BE49-F238E27FC236}">
                <a16:creationId xmlns:a16="http://schemas.microsoft.com/office/drawing/2014/main" id="{41292E70-F6A1-58D0-C4E0-56E1420E2F51}"/>
              </a:ext>
            </a:extLst>
          </p:cNvPr>
          <p:cNvCxnSpPr>
            <a:cxnSpLocks/>
          </p:cNvCxnSpPr>
          <p:nvPr/>
        </p:nvCxnSpPr>
        <p:spPr>
          <a:xfrm>
            <a:off x="5740594" y="4085871"/>
            <a:ext cx="384785" cy="92427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01330A3C-1BE3-051A-285C-2FF0CBF91DE9}"/>
              </a:ext>
            </a:extLst>
          </p:cNvPr>
          <p:cNvSpPr txBox="1"/>
          <p:nvPr/>
        </p:nvSpPr>
        <p:spPr>
          <a:xfrm>
            <a:off x="3599644" y="3748364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Up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AC1427FC-C28E-A892-BDCB-31403CB740C2}"/>
              </a:ext>
            </a:extLst>
          </p:cNvPr>
          <p:cNvSpPr txBox="1"/>
          <p:nvPr/>
        </p:nvSpPr>
        <p:spPr>
          <a:xfrm>
            <a:off x="4735988" y="3977938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Down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2F588A19-DD8B-680F-C78A-9324C4A8C46A}"/>
              </a:ext>
            </a:extLst>
          </p:cNvPr>
          <p:cNvSpPr txBox="1"/>
          <p:nvPr/>
        </p:nvSpPr>
        <p:spPr>
          <a:xfrm>
            <a:off x="5794865" y="3994585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Down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4B9B52DA-D85A-26F1-5B0A-3B680BADC8C9}"/>
              </a:ext>
            </a:extLst>
          </p:cNvPr>
          <p:cNvSpPr/>
          <p:nvPr/>
        </p:nvSpPr>
        <p:spPr>
          <a:xfrm>
            <a:off x="341164" y="2663199"/>
            <a:ext cx="582761" cy="127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73500BB9-C020-F78C-404B-93176C1908F8}"/>
              </a:ext>
            </a:extLst>
          </p:cNvPr>
          <p:cNvSpPr/>
          <p:nvPr/>
        </p:nvSpPr>
        <p:spPr>
          <a:xfrm>
            <a:off x="341163" y="5010150"/>
            <a:ext cx="668480" cy="127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7" name="직사각형 346">
            <a:extLst>
              <a:ext uri="{FF2B5EF4-FFF2-40B4-BE49-F238E27FC236}">
                <a16:creationId xmlns:a16="http://schemas.microsoft.com/office/drawing/2014/main" id="{89377009-3A3B-C8FF-91F7-B968CF467FBD}"/>
              </a:ext>
            </a:extLst>
          </p:cNvPr>
          <p:cNvSpPr/>
          <p:nvPr/>
        </p:nvSpPr>
        <p:spPr>
          <a:xfrm>
            <a:off x="1849203" y="1495424"/>
            <a:ext cx="1493652" cy="4638675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94E996-2795-9F57-4DD6-CA054789FBF7}"/>
              </a:ext>
            </a:extLst>
          </p:cNvPr>
          <p:cNvSpPr txBox="1"/>
          <p:nvPr/>
        </p:nvSpPr>
        <p:spPr>
          <a:xfrm>
            <a:off x="2596029" y="4433449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1. 12:59 </a:t>
            </a:r>
            <a:r>
              <a:rPr lang="ko-KR" altLang="en-US" sz="1000">
                <a:highlight>
                  <a:srgbClr val="FFFF00"/>
                </a:highlight>
              </a:rPr>
              <a:t>주입</a:t>
            </a:r>
          </a:p>
        </p:txBody>
      </p:sp>
    </p:spTree>
    <p:extLst>
      <p:ext uri="{BB962C8B-B14F-4D97-AF65-F5344CB8AC3E}">
        <p14:creationId xmlns:p14="http://schemas.microsoft.com/office/powerpoint/2010/main" val="2252500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A89C5-CF59-5946-72AD-CB9D8888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40D1DF02-1A10-7D64-9623-58AFD363E76C}"/>
              </a:ext>
            </a:extLst>
          </p:cNvPr>
          <p:cNvSpPr txBox="1"/>
          <p:nvPr/>
        </p:nvSpPr>
        <p:spPr>
          <a:xfrm>
            <a:off x="435098" y="334135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P4 – </a:t>
            </a:r>
            <a:r>
              <a:rPr lang="ko-KR" altLang="en-US"/>
              <a:t>커서 위치 </a:t>
            </a:r>
            <a:r>
              <a:rPr lang="en-US" altLang="ko-KR"/>
              <a:t>0</a:t>
            </a:r>
            <a:r>
              <a:rPr lang="ko-KR" altLang="en-US"/>
              <a:t>에서 경계값 확인 </a:t>
            </a:r>
            <a:r>
              <a:rPr lang="en-US" altLang="ko-KR"/>
              <a:t>12:59 </a:t>
            </a:r>
            <a:r>
              <a:rPr lang="ko-KR" altLang="en-US"/>
              <a:t>에서 </a:t>
            </a:r>
            <a:r>
              <a:rPr lang="en-US" altLang="ko-KR"/>
              <a:t>U-&gt;D -&gt;D</a:t>
            </a:r>
          </a:p>
          <a:p>
            <a:r>
              <a:rPr lang="en-US" altLang="ko-KR"/>
              <a:t>      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DDC2AB-8D59-4105-86B4-8D9BE01AF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85" y="1495425"/>
            <a:ext cx="7782789" cy="4638675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3EECF9B-C67B-000A-791A-B9E3C06A99BF}"/>
              </a:ext>
            </a:extLst>
          </p:cNvPr>
          <p:cNvCxnSpPr>
            <a:cxnSpLocks/>
          </p:cNvCxnSpPr>
          <p:nvPr/>
        </p:nvCxnSpPr>
        <p:spPr>
          <a:xfrm>
            <a:off x="3409950" y="4743450"/>
            <a:ext cx="0" cy="266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B2A6F4-8316-B6A4-0C53-BAFD499EBDEA}"/>
              </a:ext>
            </a:extLst>
          </p:cNvPr>
          <p:cNvSpPr/>
          <p:nvPr/>
        </p:nvSpPr>
        <p:spPr>
          <a:xfrm>
            <a:off x="6639016" y="1495424"/>
            <a:ext cx="1362752" cy="4638675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A4CDFAA0-9C3F-B693-B90F-A5AAA33DFC22}"/>
              </a:ext>
            </a:extLst>
          </p:cNvPr>
          <p:cNvGrpSpPr/>
          <p:nvPr/>
        </p:nvGrpSpPr>
        <p:grpSpPr>
          <a:xfrm>
            <a:off x="8477305" y="1174265"/>
            <a:ext cx="2860497" cy="994910"/>
            <a:chOff x="8147507" y="4717048"/>
            <a:chExt cx="2860497" cy="994910"/>
          </a:xfrm>
        </p:grpSpPr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B29055F8-B700-FC10-C6AC-F5B78FCBE4EF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FB64148F-4D2C-FD6A-8152-F7F96226C676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8B1073FB-962A-5A4F-D9A4-3D1CCD48DB2A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86" name="그룹 185">
                  <a:extLst>
                    <a:ext uri="{FF2B5EF4-FFF2-40B4-BE49-F238E27FC236}">
                      <a16:creationId xmlns:a16="http://schemas.microsoft.com/office/drawing/2014/main" id="{341358BA-832F-0220-D65E-3B7698F15EBB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88" name="그룹 187">
                    <a:extLst>
                      <a:ext uri="{FF2B5EF4-FFF2-40B4-BE49-F238E27FC236}">
                        <a16:creationId xmlns:a16="http://schemas.microsoft.com/office/drawing/2014/main" id="{1428F5F7-3CB7-3231-C2F1-3391CF651B8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4" name="직사각형 193">
                      <a:extLst>
                        <a:ext uri="{FF2B5EF4-FFF2-40B4-BE49-F238E27FC236}">
                          <a16:creationId xmlns:a16="http://schemas.microsoft.com/office/drawing/2014/main" id="{18809F11-DC99-0372-FA13-D778D4080A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5" name="직사각형 194">
                      <a:extLst>
                        <a:ext uri="{FF2B5EF4-FFF2-40B4-BE49-F238E27FC236}">
                          <a16:creationId xmlns:a16="http://schemas.microsoft.com/office/drawing/2014/main" id="{45D40A30-C71E-5950-E990-1A79C49A4B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6" name="직사각형 195">
                      <a:extLst>
                        <a:ext uri="{FF2B5EF4-FFF2-40B4-BE49-F238E27FC236}">
                          <a16:creationId xmlns:a16="http://schemas.microsoft.com/office/drawing/2014/main" id="{4879F51F-67FA-1756-2C62-221AF8C129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7" name="직사각형 196">
                      <a:extLst>
                        <a:ext uri="{FF2B5EF4-FFF2-40B4-BE49-F238E27FC236}">
                          <a16:creationId xmlns:a16="http://schemas.microsoft.com/office/drawing/2014/main" id="{AA503D3A-7DFD-088A-8875-A5347E615DE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89" name="그룹 188">
                    <a:extLst>
                      <a:ext uri="{FF2B5EF4-FFF2-40B4-BE49-F238E27FC236}">
                        <a16:creationId xmlns:a16="http://schemas.microsoft.com/office/drawing/2014/main" id="{9AF44030-7FE2-704A-9478-97A76BB461A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0" name="직사각형 189">
                      <a:extLst>
                        <a:ext uri="{FF2B5EF4-FFF2-40B4-BE49-F238E27FC236}">
                          <a16:creationId xmlns:a16="http://schemas.microsoft.com/office/drawing/2014/main" id="{009F3682-AFEF-DA87-74C5-56812912A2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1" name="직사각형 190">
                      <a:extLst>
                        <a:ext uri="{FF2B5EF4-FFF2-40B4-BE49-F238E27FC236}">
                          <a16:creationId xmlns:a16="http://schemas.microsoft.com/office/drawing/2014/main" id="{9F51F076-D227-CDC8-8668-536485A6A85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2" name="직사각형 191">
                      <a:extLst>
                        <a:ext uri="{FF2B5EF4-FFF2-40B4-BE49-F238E27FC236}">
                          <a16:creationId xmlns:a16="http://schemas.microsoft.com/office/drawing/2014/main" id="{6ACFB754-18BB-10AF-D54D-9631591739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3" name="직사각형 192">
                      <a:extLst>
                        <a:ext uri="{FF2B5EF4-FFF2-40B4-BE49-F238E27FC236}">
                          <a16:creationId xmlns:a16="http://schemas.microsoft.com/office/drawing/2014/main" id="{DEB27288-22A5-48C2-CE80-26B6B5EAFB2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87" name="직사각형 186">
                  <a:extLst>
                    <a:ext uri="{FF2B5EF4-FFF2-40B4-BE49-F238E27FC236}">
                      <a16:creationId xmlns:a16="http://schemas.microsoft.com/office/drawing/2014/main" id="{6FF994DE-D38C-2015-0754-3243965FC0FB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47" name="그룹 146">
                <a:extLst>
                  <a:ext uri="{FF2B5EF4-FFF2-40B4-BE49-F238E27FC236}">
                    <a16:creationId xmlns:a16="http://schemas.microsoft.com/office/drawing/2014/main" id="{AF1F3347-F9C5-3D0D-F519-E46350A54524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74" name="그룹 173">
                  <a:extLst>
                    <a:ext uri="{FF2B5EF4-FFF2-40B4-BE49-F238E27FC236}">
                      <a16:creationId xmlns:a16="http://schemas.microsoft.com/office/drawing/2014/main" id="{0393C36F-0889-431E-A57D-1BF41ED6E1E9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76" name="그룹 175">
                    <a:extLst>
                      <a:ext uri="{FF2B5EF4-FFF2-40B4-BE49-F238E27FC236}">
                        <a16:creationId xmlns:a16="http://schemas.microsoft.com/office/drawing/2014/main" id="{4EA92905-9A6B-9E73-E327-844B31FDEB0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82" name="직사각형 181">
                      <a:extLst>
                        <a:ext uri="{FF2B5EF4-FFF2-40B4-BE49-F238E27FC236}">
                          <a16:creationId xmlns:a16="http://schemas.microsoft.com/office/drawing/2014/main" id="{25CC0AB1-57F5-F8DD-8055-0E0FFE1158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3" name="직사각형 182">
                      <a:extLst>
                        <a:ext uri="{FF2B5EF4-FFF2-40B4-BE49-F238E27FC236}">
                          <a16:creationId xmlns:a16="http://schemas.microsoft.com/office/drawing/2014/main" id="{F8891086-AF1F-94E7-09B1-6C462EE6751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4" name="직사각형 183">
                      <a:extLst>
                        <a:ext uri="{FF2B5EF4-FFF2-40B4-BE49-F238E27FC236}">
                          <a16:creationId xmlns:a16="http://schemas.microsoft.com/office/drawing/2014/main" id="{313C6403-D4FF-DECD-3186-A870609FAF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5" name="직사각형 184">
                      <a:extLst>
                        <a:ext uri="{FF2B5EF4-FFF2-40B4-BE49-F238E27FC236}">
                          <a16:creationId xmlns:a16="http://schemas.microsoft.com/office/drawing/2014/main" id="{5F74D2F8-5DF6-7087-E0C0-9C3EB6334E9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77" name="그룹 176">
                    <a:extLst>
                      <a:ext uri="{FF2B5EF4-FFF2-40B4-BE49-F238E27FC236}">
                        <a16:creationId xmlns:a16="http://schemas.microsoft.com/office/drawing/2014/main" id="{23BF2F87-FEFD-4170-C325-A58AA3A64BB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78" name="직사각형 177">
                      <a:extLst>
                        <a:ext uri="{FF2B5EF4-FFF2-40B4-BE49-F238E27FC236}">
                          <a16:creationId xmlns:a16="http://schemas.microsoft.com/office/drawing/2014/main" id="{4E7D2540-792F-6892-8614-5F76EA6DE6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79" name="직사각형 178">
                      <a:extLst>
                        <a:ext uri="{FF2B5EF4-FFF2-40B4-BE49-F238E27FC236}">
                          <a16:creationId xmlns:a16="http://schemas.microsoft.com/office/drawing/2014/main" id="{908A98DC-91B1-1B36-F4D6-8ABA44F7CD2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0" name="직사각형 179">
                      <a:extLst>
                        <a:ext uri="{FF2B5EF4-FFF2-40B4-BE49-F238E27FC236}">
                          <a16:creationId xmlns:a16="http://schemas.microsoft.com/office/drawing/2014/main" id="{DE0E563E-104A-9AF4-3959-026D79A2F1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1" name="직사각형 180">
                      <a:extLst>
                        <a:ext uri="{FF2B5EF4-FFF2-40B4-BE49-F238E27FC236}">
                          <a16:creationId xmlns:a16="http://schemas.microsoft.com/office/drawing/2014/main" id="{E821FAAB-7ED4-58BB-AC30-4F650E12FD7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75" name="직사각형 174">
                  <a:extLst>
                    <a:ext uri="{FF2B5EF4-FFF2-40B4-BE49-F238E27FC236}">
                      <a16:creationId xmlns:a16="http://schemas.microsoft.com/office/drawing/2014/main" id="{90DB51A5-9ECB-17CA-EB0A-1E52C940AEE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48" name="그룹 147">
                <a:extLst>
                  <a:ext uri="{FF2B5EF4-FFF2-40B4-BE49-F238E27FC236}">
                    <a16:creationId xmlns:a16="http://schemas.microsoft.com/office/drawing/2014/main" id="{271ACF17-EA7A-D94C-5EB4-48576F0D3E41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62" name="그룹 161">
                  <a:extLst>
                    <a:ext uri="{FF2B5EF4-FFF2-40B4-BE49-F238E27FC236}">
                      <a16:creationId xmlns:a16="http://schemas.microsoft.com/office/drawing/2014/main" id="{8EE69301-60CF-3CB4-C9B9-15D87A99B809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64" name="그룹 163">
                    <a:extLst>
                      <a:ext uri="{FF2B5EF4-FFF2-40B4-BE49-F238E27FC236}">
                        <a16:creationId xmlns:a16="http://schemas.microsoft.com/office/drawing/2014/main" id="{8A6336A6-2447-9D1D-2B58-49AC68B7939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70" name="직사각형 169">
                      <a:extLst>
                        <a:ext uri="{FF2B5EF4-FFF2-40B4-BE49-F238E27FC236}">
                          <a16:creationId xmlns:a16="http://schemas.microsoft.com/office/drawing/2014/main" id="{F1430018-DC8C-DA0A-C7B8-802108D6F5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71" name="직사각형 170">
                      <a:extLst>
                        <a:ext uri="{FF2B5EF4-FFF2-40B4-BE49-F238E27FC236}">
                          <a16:creationId xmlns:a16="http://schemas.microsoft.com/office/drawing/2014/main" id="{76ADAA11-D399-DFFA-9EC0-C4DDF9F3787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72" name="직사각형 171">
                      <a:extLst>
                        <a:ext uri="{FF2B5EF4-FFF2-40B4-BE49-F238E27FC236}">
                          <a16:creationId xmlns:a16="http://schemas.microsoft.com/office/drawing/2014/main" id="{8BE107EA-C7DB-8581-8A0B-08BB28E404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73" name="직사각형 172">
                      <a:extLst>
                        <a:ext uri="{FF2B5EF4-FFF2-40B4-BE49-F238E27FC236}">
                          <a16:creationId xmlns:a16="http://schemas.microsoft.com/office/drawing/2014/main" id="{FD23098B-5C33-3CAB-9775-C1C32FBD433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65" name="그룹 164">
                    <a:extLst>
                      <a:ext uri="{FF2B5EF4-FFF2-40B4-BE49-F238E27FC236}">
                        <a16:creationId xmlns:a16="http://schemas.microsoft.com/office/drawing/2014/main" id="{5A16182E-B798-BA2E-4CE2-8BD912C104D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66" name="직사각형 165">
                      <a:extLst>
                        <a:ext uri="{FF2B5EF4-FFF2-40B4-BE49-F238E27FC236}">
                          <a16:creationId xmlns:a16="http://schemas.microsoft.com/office/drawing/2014/main" id="{B212E313-10E7-8751-756C-15E0672C6E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7" name="직사각형 166">
                      <a:extLst>
                        <a:ext uri="{FF2B5EF4-FFF2-40B4-BE49-F238E27FC236}">
                          <a16:creationId xmlns:a16="http://schemas.microsoft.com/office/drawing/2014/main" id="{24814B32-788D-AD74-D129-7DDC0850555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8" name="직사각형 167">
                      <a:extLst>
                        <a:ext uri="{FF2B5EF4-FFF2-40B4-BE49-F238E27FC236}">
                          <a16:creationId xmlns:a16="http://schemas.microsoft.com/office/drawing/2014/main" id="{457DDB00-F41B-D608-E9D4-8F9DA8D6B9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9" name="직사각형 168">
                      <a:extLst>
                        <a:ext uri="{FF2B5EF4-FFF2-40B4-BE49-F238E27FC236}">
                          <a16:creationId xmlns:a16="http://schemas.microsoft.com/office/drawing/2014/main" id="{C7563E9B-E6D0-2E96-69A5-6486A75CD2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63" name="직사각형 162">
                  <a:extLst>
                    <a:ext uri="{FF2B5EF4-FFF2-40B4-BE49-F238E27FC236}">
                      <a16:creationId xmlns:a16="http://schemas.microsoft.com/office/drawing/2014/main" id="{96D54268-EE52-DA75-7851-E4B17B426B8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4C7595FB-C09D-C1EC-7130-794D7CF4AC42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0" name="그룹 149">
                  <a:extLst>
                    <a:ext uri="{FF2B5EF4-FFF2-40B4-BE49-F238E27FC236}">
                      <a16:creationId xmlns:a16="http://schemas.microsoft.com/office/drawing/2014/main" id="{96321BE0-25A0-4254-DDB5-ECA0732D893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2" name="그룹 151">
                    <a:extLst>
                      <a:ext uri="{FF2B5EF4-FFF2-40B4-BE49-F238E27FC236}">
                        <a16:creationId xmlns:a16="http://schemas.microsoft.com/office/drawing/2014/main" id="{9A7D5EF6-6B7B-D1DE-73F3-1C920D843D8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8" name="직사각형 157">
                      <a:extLst>
                        <a:ext uri="{FF2B5EF4-FFF2-40B4-BE49-F238E27FC236}">
                          <a16:creationId xmlns:a16="http://schemas.microsoft.com/office/drawing/2014/main" id="{D41868FB-7BF0-8025-2A72-8ABF817D2C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9" name="직사각형 158">
                      <a:extLst>
                        <a:ext uri="{FF2B5EF4-FFF2-40B4-BE49-F238E27FC236}">
                          <a16:creationId xmlns:a16="http://schemas.microsoft.com/office/drawing/2014/main" id="{7CB76902-98C2-646D-D891-6C270BBE72C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0" name="직사각형 159">
                      <a:extLst>
                        <a:ext uri="{FF2B5EF4-FFF2-40B4-BE49-F238E27FC236}">
                          <a16:creationId xmlns:a16="http://schemas.microsoft.com/office/drawing/2014/main" id="{5DE2187A-7E25-8D07-23AF-9D437989A5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1" name="직사각형 160">
                      <a:extLst>
                        <a:ext uri="{FF2B5EF4-FFF2-40B4-BE49-F238E27FC236}">
                          <a16:creationId xmlns:a16="http://schemas.microsoft.com/office/drawing/2014/main" id="{9965F0B1-F387-E7D5-BD90-98875AE1BC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53" name="그룹 152">
                    <a:extLst>
                      <a:ext uri="{FF2B5EF4-FFF2-40B4-BE49-F238E27FC236}">
                        <a16:creationId xmlns:a16="http://schemas.microsoft.com/office/drawing/2014/main" id="{A0A5652F-CFB4-E724-3BCE-EA72FBDC819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4" name="직사각형 153">
                      <a:extLst>
                        <a:ext uri="{FF2B5EF4-FFF2-40B4-BE49-F238E27FC236}">
                          <a16:creationId xmlns:a16="http://schemas.microsoft.com/office/drawing/2014/main" id="{D518C439-FD64-4FB8-4C78-642AA5F61D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5" name="직사각형 154">
                      <a:extLst>
                        <a:ext uri="{FF2B5EF4-FFF2-40B4-BE49-F238E27FC236}">
                          <a16:creationId xmlns:a16="http://schemas.microsoft.com/office/drawing/2014/main" id="{95AB555F-68D6-6F11-6538-F2A7D1F2B28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6" name="직사각형 155">
                      <a:extLst>
                        <a:ext uri="{FF2B5EF4-FFF2-40B4-BE49-F238E27FC236}">
                          <a16:creationId xmlns:a16="http://schemas.microsoft.com/office/drawing/2014/main" id="{1E66F165-9205-1615-DA14-17D9DA358B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7" name="직사각형 156">
                      <a:extLst>
                        <a:ext uri="{FF2B5EF4-FFF2-40B4-BE49-F238E27FC236}">
                          <a16:creationId xmlns:a16="http://schemas.microsoft.com/office/drawing/2014/main" id="{5B5244FB-5B1E-D489-83D2-1366467C238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51" name="직사각형 150">
                  <a:extLst>
                    <a:ext uri="{FF2B5EF4-FFF2-40B4-BE49-F238E27FC236}">
                      <a16:creationId xmlns:a16="http://schemas.microsoft.com/office/drawing/2014/main" id="{34CA0843-3B5E-89CC-BF90-61B484EAB74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6733CF1F-ACD6-AEFD-DF12-AE6C7783F251}"/>
              </a:ext>
            </a:extLst>
          </p:cNvPr>
          <p:cNvCxnSpPr/>
          <p:nvPr/>
        </p:nvCxnSpPr>
        <p:spPr>
          <a:xfrm>
            <a:off x="10928060" y="614825"/>
            <a:ext cx="0" cy="428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D40B3A97-4B62-6EF0-0B84-6B1951F2AC24}"/>
              </a:ext>
            </a:extLst>
          </p:cNvPr>
          <p:cNvSpPr txBox="1"/>
          <p:nvPr/>
        </p:nvSpPr>
        <p:spPr>
          <a:xfrm>
            <a:off x="10320102" y="236057"/>
            <a:ext cx="165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cursor </a:t>
            </a:r>
            <a:r>
              <a:rPr lang="ko-KR" altLang="en-US"/>
              <a:t>위치</a:t>
            </a:r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AC837B1B-EB5F-4A31-A05E-78A6EB8DF126}"/>
              </a:ext>
            </a:extLst>
          </p:cNvPr>
          <p:cNvSpPr/>
          <p:nvPr/>
        </p:nvSpPr>
        <p:spPr>
          <a:xfrm>
            <a:off x="341164" y="2663199"/>
            <a:ext cx="582761" cy="127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946498E7-4B73-82A8-6DD6-8FEFD40A5911}"/>
              </a:ext>
            </a:extLst>
          </p:cNvPr>
          <p:cNvSpPr/>
          <p:nvPr/>
        </p:nvSpPr>
        <p:spPr>
          <a:xfrm>
            <a:off x="6134904" y="4848226"/>
            <a:ext cx="189789" cy="171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2C57B3CC-3F0E-246F-6858-289E453BDB7C}"/>
              </a:ext>
            </a:extLst>
          </p:cNvPr>
          <p:cNvCxnSpPr/>
          <p:nvPr/>
        </p:nvCxnSpPr>
        <p:spPr>
          <a:xfrm>
            <a:off x="3525347" y="3814761"/>
            <a:ext cx="576604" cy="119538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C264426-409F-3866-BEDB-DCF0744CABDD}"/>
              </a:ext>
            </a:extLst>
          </p:cNvPr>
          <p:cNvSpPr txBox="1"/>
          <p:nvPr/>
        </p:nvSpPr>
        <p:spPr>
          <a:xfrm>
            <a:off x="3591216" y="3748364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Up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0676B-C1DE-019C-A5A2-4C841CE566DC}"/>
              </a:ext>
            </a:extLst>
          </p:cNvPr>
          <p:cNvSpPr txBox="1"/>
          <p:nvPr/>
        </p:nvSpPr>
        <p:spPr>
          <a:xfrm>
            <a:off x="8109589" y="2702909"/>
            <a:ext cx="37407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SET_MIN_1 </a:t>
            </a:r>
            <a:r>
              <a:rPr lang="ko-KR" altLang="en-US"/>
              <a:t>상태에서</a:t>
            </a:r>
            <a:endParaRPr lang="en-US" altLang="ko-KR"/>
          </a:p>
          <a:p>
            <a:r>
              <a:rPr lang="en-US" altLang="ko-KR"/>
              <a:t>SW3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</a:t>
            </a:r>
            <a:r>
              <a:rPr lang="ko-KR" altLang="en-US"/>
              <a:t> 이므로</a:t>
            </a:r>
            <a:r>
              <a:rPr lang="en-US" altLang="ko-KR"/>
              <a:t> </a:t>
            </a:r>
            <a:r>
              <a:rPr lang="ko-KR" altLang="en-US"/>
              <a:t>시간의 최대 표현이 </a:t>
            </a:r>
            <a:r>
              <a:rPr lang="en-US" altLang="ko-KR"/>
              <a:t>12: -- </a:t>
            </a:r>
            <a:r>
              <a:rPr lang="ko-KR" altLang="en-US"/>
              <a:t>로 제한 됨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8CE09FF-865F-5F6C-08A9-E1FECE94C502}"/>
              </a:ext>
            </a:extLst>
          </p:cNvPr>
          <p:cNvSpPr/>
          <p:nvPr/>
        </p:nvSpPr>
        <p:spPr>
          <a:xfrm>
            <a:off x="1811566" y="1495424"/>
            <a:ext cx="1522859" cy="4638675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60B751-24CF-A66B-55B1-975803160FC1}"/>
              </a:ext>
            </a:extLst>
          </p:cNvPr>
          <p:cNvSpPr txBox="1"/>
          <p:nvPr/>
        </p:nvSpPr>
        <p:spPr>
          <a:xfrm>
            <a:off x="2248339" y="4529935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1. 12:59 </a:t>
            </a:r>
            <a:r>
              <a:rPr lang="ko-KR" altLang="en-US" sz="1000">
                <a:highlight>
                  <a:srgbClr val="FFFF00"/>
                </a:highlight>
              </a:rPr>
              <a:t>주입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41AD0199-BB1A-E32B-EA5D-78BE5ABCAC91}"/>
              </a:ext>
            </a:extLst>
          </p:cNvPr>
          <p:cNvSpPr txBox="1"/>
          <p:nvPr/>
        </p:nvSpPr>
        <p:spPr>
          <a:xfrm>
            <a:off x="923924" y="2603901"/>
            <a:ext cx="2809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SW3 : 0 – </a:t>
            </a:r>
            <a:r>
              <a:rPr lang="ko-KR" altLang="en-US" sz="1000">
                <a:highlight>
                  <a:srgbClr val="FFFF00"/>
                </a:highlight>
              </a:rPr>
              <a:t>최대 표현 </a:t>
            </a:r>
            <a:r>
              <a:rPr lang="en-US" altLang="ko-KR" sz="1000">
                <a:highlight>
                  <a:srgbClr val="FFFF00"/>
                </a:highlight>
              </a:rPr>
              <a:t>= 12 </a:t>
            </a:r>
            <a:endParaRPr lang="ko-KR" altLang="en-US" sz="10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53135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FBA3C28-A102-9A73-D60B-A48EC3B91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24" y="1133475"/>
            <a:ext cx="8318126" cy="5014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295975-9ED6-1A87-AB4C-990BF687DFBC}"/>
              </a:ext>
            </a:extLst>
          </p:cNvPr>
          <p:cNvSpPr txBox="1"/>
          <p:nvPr/>
        </p:nvSpPr>
        <p:spPr>
          <a:xfrm>
            <a:off x="311524" y="248780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P5 – </a:t>
            </a:r>
            <a:r>
              <a:rPr lang="ko-KR" altLang="en-US"/>
              <a:t>커서 위치 </a:t>
            </a:r>
            <a:r>
              <a:rPr lang="en-US" altLang="ko-KR"/>
              <a:t>1</a:t>
            </a:r>
            <a:r>
              <a:rPr lang="ko-KR" altLang="en-US"/>
              <a:t>에서 경계값 확인 </a:t>
            </a:r>
            <a:r>
              <a:rPr lang="en-US" altLang="ko-KR"/>
              <a:t>12:55 </a:t>
            </a:r>
            <a:r>
              <a:rPr lang="ko-KR" altLang="en-US"/>
              <a:t>에서 </a:t>
            </a:r>
            <a:r>
              <a:rPr lang="en-US" altLang="ko-KR"/>
              <a:t>U-&gt;D -&gt;D</a:t>
            </a:r>
          </a:p>
          <a:p>
            <a:r>
              <a:rPr lang="en-US" altLang="ko-KR"/>
              <a:t>      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D4ED3B-1893-9345-C628-028E3CE2F512}"/>
              </a:ext>
            </a:extLst>
          </p:cNvPr>
          <p:cNvSpPr/>
          <p:nvPr/>
        </p:nvSpPr>
        <p:spPr>
          <a:xfrm>
            <a:off x="5858127" y="1133475"/>
            <a:ext cx="2771517" cy="501408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7A19F8-11AB-4CB9-C789-F7FAACB13BCF}"/>
              </a:ext>
            </a:extLst>
          </p:cNvPr>
          <p:cNvSpPr/>
          <p:nvPr/>
        </p:nvSpPr>
        <p:spPr>
          <a:xfrm>
            <a:off x="2228851" y="1133475"/>
            <a:ext cx="1609724" cy="501408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57F35-7079-DA8D-AB34-DF73B5910195}"/>
              </a:ext>
            </a:extLst>
          </p:cNvPr>
          <p:cNvSpPr txBox="1"/>
          <p:nvPr/>
        </p:nvSpPr>
        <p:spPr>
          <a:xfrm>
            <a:off x="3287338" y="4596610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1. 12:55 </a:t>
            </a:r>
            <a:r>
              <a:rPr lang="ko-KR" altLang="en-US" sz="1000">
                <a:highlight>
                  <a:srgbClr val="FFFF00"/>
                </a:highlight>
              </a:rPr>
              <a:t>주입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994FE77-DAC0-96D0-03A9-34BBE0F7C40A}"/>
              </a:ext>
            </a:extLst>
          </p:cNvPr>
          <p:cNvCxnSpPr>
            <a:cxnSpLocks/>
          </p:cNvCxnSpPr>
          <p:nvPr/>
        </p:nvCxnSpPr>
        <p:spPr>
          <a:xfrm>
            <a:off x="4000500" y="4842831"/>
            <a:ext cx="0" cy="1755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B95999E-6D9C-5DA2-14B9-005E470960FE}"/>
              </a:ext>
            </a:extLst>
          </p:cNvPr>
          <p:cNvCxnSpPr>
            <a:cxnSpLocks/>
          </p:cNvCxnSpPr>
          <p:nvPr/>
        </p:nvCxnSpPr>
        <p:spPr>
          <a:xfrm>
            <a:off x="4096038" y="3683595"/>
            <a:ext cx="302413" cy="133481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E34CA52-B573-01B6-AD39-7F8B9D31F4EB}"/>
              </a:ext>
            </a:extLst>
          </p:cNvPr>
          <p:cNvCxnSpPr>
            <a:cxnSpLocks/>
          </p:cNvCxnSpPr>
          <p:nvPr/>
        </p:nvCxnSpPr>
        <p:spPr>
          <a:xfrm>
            <a:off x="4736284" y="3906940"/>
            <a:ext cx="360577" cy="1111472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56D2203-D2FC-630E-2711-D412471C3D0D}"/>
              </a:ext>
            </a:extLst>
          </p:cNvPr>
          <p:cNvCxnSpPr>
            <a:cxnSpLocks/>
          </p:cNvCxnSpPr>
          <p:nvPr/>
        </p:nvCxnSpPr>
        <p:spPr>
          <a:xfrm>
            <a:off x="5385797" y="4048860"/>
            <a:ext cx="268831" cy="8817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6EE8FD8-8C9F-19C1-9C6F-B2A669EDF8C5}"/>
              </a:ext>
            </a:extLst>
          </p:cNvPr>
          <p:cNvSpPr txBox="1"/>
          <p:nvPr/>
        </p:nvSpPr>
        <p:spPr>
          <a:xfrm>
            <a:off x="4736284" y="3851954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Down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5EDA1B-A7B1-F3A6-8186-8EC06D3FFDD0}"/>
              </a:ext>
            </a:extLst>
          </p:cNvPr>
          <p:cNvSpPr txBox="1"/>
          <p:nvPr/>
        </p:nvSpPr>
        <p:spPr>
          <a:xfrm>
            <a:off x="5391831" y="3975064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Down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0B6860-DFA2-3DCE-C5CD-6A7E4C8D4FA5}"/>
              </a:ext>
            </a:extLst>
          </p:cNvPr>
          <p:cNvSpPr txBox="1"/>
          <p:nvPr/>
        </p:nvSpPr>
        <p:spPr>
          <a:xfrm>
            <a:off x="4096038" y="3670196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UP</a:t>
            </a:r>
            <a:endParaRPr lang="ko-KR" altLang="en-US" sz="1000">
              <a:highlight>
                <a:srgbClr val="FFFF00"/>
              </a:highlight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B17B744-B940-AAAC-B864-350C95EEDE39}"/>
              </a:ext>
            </a:extLst>
          </p:cNvPr>
          <p:cNvGrpSpPr/>
          <p:nvPr/>
        </p:nvGrpSpPr>
        <p:grpSpPr>
          <a:xfrm>
            <a:off x="8763056" y="2002673"/>
            <a:ext cx="2860497" cy="994910"/>
            <a:chOff x="8147507" y="4717048"/>
            <a:chExt cx="2860497" cy="99491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C57A7D1-B687-9F13-F3E7-068146738574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F90AF172-3B9A-1B2E-B125-CBD7560438A4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E420DCD3-012B-98FF-2269-2D1A0CFFFEC1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F9EF5FDD-96CE-D320-7449-FB82115F601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8" name="그룹 77">
                    <a:extLst>
                      <a:ext uri="{FF2B5EF4-FFF2-40B4-BE49-F238E27FC236}">
                        <a16:creationId xmlns:a16="http://schemas.microsoft.com/office/drawing/2014/main" id="{A505D615-51D9-C572-038F-F5A6108C6ED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4" name="직사각형 83">
                      <a:extLst>
                        <a:ext uri="{FF2B5EF4-FFF2-40B4-BE49-F238E27FC236}">
                          <a16:creationId xmlns:a16="http://schemas.microsoft.com/office/drawing/2014/main" id="{EB7A0FBD-0C09-FB15-A8F0-17E5768719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5" name="직사각형 84">
                      <a:extLst>
                        <a:ext uri="{FF2B5EF4-FFF2-40B4-BE49-F238E27FC236}">
                          <a16:creationId xmlns:a16="http://schemas.microsoft.com/office/drawing/2014/main" id="{8842EC23-EB36-7095-8429-1FEF07828A9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6" name="직사각형 85">
                      <a:extLst>
                        <a:ext uri="{FF2B5EF4-FFF2-40B4-BE49-F238E27FC236}">
                          <a16:creationId xmlns:a16="http://schemas.microsoft.com/office/drawing/2014/main" id="{E60149D5-6CB9-CBEF-FB6F-0ECC455CAD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7" name="직사각형 86">
                      <a:extLst>
                        <a:ext uri="{FF2B5EF4-FFF2-40B4-BE49-F238E27FC236}">
                          <a16:creationId xmlns:a16="http://schemas.microsoft.com/office/drawing/2014/main" id="{716BA2CA-663E-CBD5-1CDA-A76B29A6271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79" name="그룹 78">
                    <a:extLst>
                      <a:ext uri="{FF2B5EF4-FFF2-40B4-BE49-F238E27FC236}">
                        <a16:creationId xmlns:a16="http://schemas.microsoft.com/office/drawing/2014/main" id="{93E7EC2B-8E03-5DCB-70E0-455367BB30C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664A6FBA-844C-820A-769D-9E563CC855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1" name="직사각형 80">
                      <a:extLst>
                        <a:ext uri="{FF2B5EF4-FFF2-40B4-BE49-F238E27FC236}">
                          <a16:creationId xmlns:a16="http://schemas.microsoft.com/office/drawing/2014/main" id="{72E5B48A-35F5-ADA2-B407-3747BB3C555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2" name="직사각형 81">
                      <a:extLst>
                        <a:ext uri="{FF2B5EF4-FFF2-40B4-BE49-F238E27FC236}">
                          <a16:creationId xmlns:a16="http://schemas.microsoft.com/office/drawing/2014/main" id="{BCBC4B4F-BD54-D3DE-1805-4299EB57B2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3" name="직사각형 82">
                      <a:extLst>
                        <a:ext uri="{FF2B5EF4-FFF2-40B4-BE49-F238E27FC236}">
                          <a16:creationId xmlns:a16="http://schemas.microsoft.com/office/drawing/2014/main" id="{8CB1C3B0-469B-B1AB-2293-6EB96DEC850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63C12D1A-F9E2-6333-9F66-FC0274B05108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F7E834DC-FA60-7C1D-DC9D-0DEED3663DC9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6E70C1F2-F894-4ED1-CDF4-394305A6143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6" name="그룹 65">
                    <a:extLst>
                      <a:ext uri="{FF2B5EF4-FFF2-40B4-BE49-F238E27FC236}">
                        <a16:creationId xmlns:a16="http://schemas.microsoft.com/office/drawing/2014/main" id="{D2EAE652-E0FD-4297-FBCF-24188F64911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2" name="직사각형 71">
                      <a:extLst>
                        <a:ext uri="{FF2B5EF4-FFF2-40B4-BE49-F238E27FC236}">
                          <a16:creationId xmlns:a16="http://schemas.microsoft.com/office/drawing/2014/main" id="{546F776C-743D-2717-CDEC-80735E50C5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3" name="직사각형 72">
                      <a:extLst>
                        <a:ext uri="{FF2B5EF4-FFF2-40B4-BE49-F238E27FC236}">
                          <a16:creationId xmlns:a16="http://schemas.microsoft.com/office/drawing/2014/main" id="{5E9F7421-5816-918B-317A-9BE936160C8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4" name="직사각형 73">
                      <a:extLst>
                        <a:ext uri="{FF2B5EF4-FFF2-40B4-BE49-F238E27FC236}">
                          <a16:creationId xmlns:a16="http://schemas.microsoft.com/office/drawing/2014/main" id="{F28AB790-7342-6029-3DEB-8EBE7B2C73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5" name="직사각형 74">
                      <a:extLst>
                        <a:ext uri="{FF2B5EF4-FFF2-40B4-BE49-F238E27FC236}">
                          <a16:creationId xmlns:a16="http://schemas.microsoft.com/office/drawing/2014/main" id="{9E13F466-5D36-FD2A-B95F-D9AF4E03D90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67" name="그룹 66">
                    <a:extLst>
                      <a:ext uri="{FF2B5EF4-FFF2-40B4-BE49-F238E27FC236}">
                        <a16:creationId xmlns:a16="http://schemas.microsoft.com/office/drawing/2014/main" id="{16163152-4069-8B9D-A701-9D0DD7CFD21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8" name="직사각형 67">
                      <a:extLst>
                        <a:ext uri="{FF2B5EF4-FFF2-40B4-BE49-F238E27FC236}">
                          <a16:creationId xmlns:a16="http://schemas.microsoft.com/office/drawing/2014/main" id="{67594011-6055-764E-DEF9-D2D2AC0164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509C15A7-F235-6712-4E55-29A323B9905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A848516E-A66D-0183-FCBE-895F5B857F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1" name="직사각형 70">
                      <a:extLst>
                        <a:ext uri="{FF2B5EF4-FFF2-40B4-BE49-F238E27FC236}">
                          <a16:creationId xmlns:a16="http://schemas.microsoft.com/office/drawing/2014/main" id="{F8B6FA0C-15E9-4AFD-CBAE-9D2CAE1962C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65" name="직사각형 64">
                  <a:extLst>
                    <a:ext uri="{FF2B5EF4-FFF2-40B4-BE49-F238E27FC236}">
                      <a16:creationId xmlns:a16="http://schemas.microsoft.com/office/drawing/2014/main" id="{C6EBAEF1-E1F9-09F4-C289-26D6E754CFE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1A9D8671-274D-429F-F7FB-A4AAC9FF5427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FFE225CC-4E1D-06C8-7B90-534B3E4DE66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4" name="그룹 53">
                    <a:extLst>
                      <a:ext uri="{FF2B5EF4-FFF2-40B4-BE49-F238E27FC236}">
                        <a16:creationId xmlns:a16="http://schemas.microsoft.com/office/drawing/2014/main" id="{E0160209-B83B-E166-E6D4-28A2C21D36E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0" name="직사각형 59">
                      <a:extLst>
                        <a:ext uri="{FF2B5EF4-FFF2-40B4-BE49-F238E27FC236}">
                          <a16:creationId xmlns:a16="http://schemas.microsoft.com/office/drawing/2014/main" id="{C33639C8-E8E7-4AEC-140A-197E52FD3D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1" name="직사각형 60">
                      <a:extLst>
                        <a:ext uri="{FF2B5EF4-FFF2-40B4-BE49-F238E27FC236}">
                          <a16:creationId xmlns:a16="http://schemas.microsoft.com/office/drawing/2014/main" id="{6DEF8DBD-A11B-377A-AB45-9F580000BA9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2" name="직사각형 61">
                      <a:extLst>
                        <a:ext uri="{FF2B5EF4-FFF2-40B4-BE49-F238E27FC236}">
                          <a16:creationId xmlns:a16="http://schemas.microsoft.com/office/drawing/2014/main" id="{90FA7085-6F2E-45EA-F60F-6E8C6D47DA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3" name="직사각형 62">
                      <a:extLst>
                        <a:ext uri="{FF2B5EF4-FFF2-40B4-BE49-F238E27FC236}">
                          <a16:creationId xmlns:a16="http://schemas.microsoft.com/office/drawing/2014/main" id="{32077714-0202-0321-68F1-B97428C4F78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55" name="그룹 54">
                    <a:extLst>
                      <a:ext uri="{FF2B5EF4-FFF2-40B4-BE49-F238E27FC236}">
                        <a16:creationId xmlns:a16="http://schemas.microsoft.com/office/drawing/2014/main" id="{90870967-2ACD-EC47-EBB7-F176E8B5450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6" name="직사각형 55">
                      <a:extLst>
                        <a:ext uri="{FF2B5EF4-FFF2-40B4-BE49-F238E27FC236}">
                          <a16:creationId xmlns:a16="http://schemas.microsoft.com/office/drawing/2014/main" id="{EEA1EF94-F2E1-3997-1BB8-5A28333D88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7" name="직사각형 56">
                      <a:extLst>
                        <a:ext uri="{FF2B5EF4-FFF2-40B4-BE49-F238E27FC236}">
                          <a16:creationId xmlns:a16="http://schemas.microsoft.com/office/drawing/2014/main" id="{E1A3A93A-7E18-84A5-0875-E722FB5808E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8" name="직사각형 57">
                      <a:extLst>
                        <a:ext uri="{FF2B5EF4-FFF2-40B4-BE49-F238E27FC236}">
                          <a16:creationId xmlns:a16="http://schemas.microsoft.com/office/drawing/2014/main" id="{77997781-6A77-B2CD-5754-F976834B7A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9" name="직사각형 58">
                      <a:extLst>
                        <a:ext uri="{FF2B5EF4-FFF2-40B4-BE49-F238E27FC236}">
                          <a16:creationId xmlns:a16="http://schemas.microsoft.com/office/drawing/2014/main" id="{0E369D86-66A8-1524-C887-4C94F3AD63C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22D44BC7-5F4D-C5BE-5BC3-DF9F42038FB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570F5C81-F202-62DD-56CF-22DA0D8A143C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0" name="그룹 39">
                  <a:extLst>
                    <a:ext uri="{FF2B5EF4-FFF2-40B4-BE49-F238E27FC236}">
                      <a16:creationId xmlns:a16="http://schemas.microsoft.com/office/drawing/2014/main" id="{781F15D4-DA45-1EE2-FB3B-38E3BE004E72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2" name="그룹 41">
                    <a:extLst>
                      <a:ext uri="{FF2B5EF4-FFF2-40B4-BE49-F238E27FC236}">
                        <a16:creationId xmlns:a16="http://schemas.microsoft.com/office/drawing/2014/main" id="{50267EF0-0D1A-F7BA-A86F-C08F7AB58BE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8" name="직사각형 47">
                      <a:extLst>
                        <a:ext uri="{FF2B5EF4-FFF2-40B4-BE49-F238E27FC236}">
                          <a16:creationId xmlns:a16="http://schemas.microsoft.com/office/drawing/2014/main" id="{33152038-80A3-5FE6-ACB6-D3356D045E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9" name="직사각형 48">
                      <a:extLst>
                        <a:ext uri="{FF2B5EF4-FFF2-40B4-BE49-F238E27FC236}">
                          <a16:creationId xmlns:a16="http://schemas.microsoft.com/office/drawing/2014/main" id="{46E90247-33C3-5A05-4C34-533AFD6FBC1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0" name="직사각형 49">
                      <a:extLst>
                        <a:ext uri="{FF2B5EF4-FFF2-40B4-BE49-F238E27FC236}">
                          <a16:creationId xmlns:a16="http://schemas.microsoft.com/office/drawing/2014/main" id="{FBB2B75C-88CB-F371-A7F1-397F570EF7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1" name="직사각형 50">
                      <a:extLst>
                        <a:ext uri="{FF2B5EF4-FFF2-40B4-BE49-F238E27FC236}">
                          <a16:creationId xmlns:a16="http://schemas.microsoft.com/office/drawing/2014/main" id="{5FB981A7-F6F5-AD9F-277B-66615BF37B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43" name="그룹 42">
                    <a:extLst>
                      <a:ext uri="{FF2B5EF4-FFF2-40B4-BE49-F238E27FC236}">
                        <a16:creationId xmlns:a16="http://schemas.microsoft.com/office/drawing/2014/main" id="{A038330C-D810-5645-DE32-50F8EB9D8FC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4" name="직사각형 43">
                      <a:extLst>
                        <a:ext uri="{FF2B5EF4-FFF2-40B4-BE49-F238E27FC236}">
                          <a16:creationId xmlns:a16="http://schemas.microsoft.com/office/drawing/2014/main" id="{B4CF464E-E687-C666-BCF8-7373276770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5" name="직사각형 44">
                      <a:extLst>
                        <a:ext uri="{FF2B5EF4-FFF2-40B4-BE49-F238E27FC236}">
                          <a16:creationId xmlns:a16="http://schemas.microsoft.com/office/drawing/2014/main" id="{EBEF6105-5E71-B9BD-D60F-1472A02545E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6" name="직사각형 45">
                      <a:extLst>
                        <a:ext uri="{FF2B5EF4-FFF2-40B4-BE49-F238E27FC236}">
                          <a16:creationId xmlns:a16="http://schemas.microsoft.com/office/drawing/2014/main" id="{13A5800A-3C11-F84F-102A-CFD555739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7" name="직사각형 46">
                      <a:extLst>
                        <a:ext uri="{FF2B5EF4-FFF2-40B4-BE49-F238E27FC236}">
                          <a16:creationId xmlns:a16="http://schemas.microsoft.com/office/drawing/2014/main" id="{76D49D7E-FFE5-5D8B-DE09-21197A4F9B7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BFE52442-2C1B-EAD0-25A4-A7D4CFA103E1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808BB2AF-52EF-3609-1BED-EADD0016F517}"/>
              </a:ext>
            </a:extLst>
          </p:cNvPr>
          <p:cNvCxnSpPr/>
          <p:nvPr/>
        </p:nvCxnSpPr>
        <p:spPr>
          <a:xfrm>
            <a:off x="10577953" y="1479151"/>
            <a:ext cx="0" cy="428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D9BBAD4-4964-02D2-C0BA-6DEC04BF46D5}"/>
              </a:ext>
            </a:extLst>
          </p:cNvPr>
          <p:cNvSpPr txBox="1"/>
          <p:nvPr/>
        </p:nvSpPr>
        <p:spPr>
          <a:xfrm>
            <a:off x="9969995" y="1100383"/>
            <a:ext cx="165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cursor </a:t>
            </a:r>
            <a:r>
              <a:rPr lang="ko-KR" altLang="en-US"/>
              <a:t>위치</a:t>
            </a:r>
          </a:p>
        </p:txBody>
      </p:sp>
    </p:spTree>
    <p:extLst>
      <p:ext uri="{BB962C8B-B14F-4D97-AF65-F5344CB8AC3E}">
        <p14:creationId xmlns:p14="http://schemas.microsoft.com/office/powerpoint/2010/main" val="3518919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8C1FC8C-A454-CDAE-21B0-0ADFA0AA8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60" y="971550"/>
            <a:ext cx="6145215" cy="5570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0DA261-426B-6C06-0A37-F7B27C1E052A}"/>
              </a:ext>
            </a:extLst>
          </p:cNvPr>
          <p:cNvSpPr txBox="1"/>
          <p:nvPr/>
        </p:nvSpPr>
        <p:spPr>
          <a:xfrm>
            <a:off x="311524" y="248780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P6 – </a:t>
            </a:r>
            <a:r>
              <a:rPr lang="ko-KR" altLang="en-US"/>
              <a:t>커서 위치</a:t>
            </a:r>
            <a:r>
              <a:rPr lang="en-US" altLang="ko-KR"/>
              <a:t> 2</a:t>
            </a:r>
            <a:r>
              <a:rPr lang="ko-KR" altLang="en-US"/>
              <a:t>에서 </a:t>
            </a:r>
            <a:r>
              <a:rPr lang="en-US" altLang="ko-KR"/>
              <a:t>23:30 </a:t>
            </a:r>
            <a:r>
              <a:rPr lang="ko-KR" altLang="en-US"/>
              <a:t>주입 </a:t>
            </a:r>
            <a:r>
              <a:rPr lang="en-US" altLang="ko-KR"/>
              <a:t>(U -&gt; D)</a:t>
            </a:r>
            <a:r>
              <a:rPr lang="ko-KR" altLang="en-US"/>
              <a:t> </a:t>
            </a:r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6C108C-4DFD-4DE9-26A4-06392025B583}"/>
              </a:ext>
            </a:extLst>
          </p:cNvPr>
          <p:cNvSpPr/>
          <p:nvPr/>
        </p:nvSpPr>
        <p:spPr>
          <a:xfrm>
            <a:off x="2305051" y="2647950"/>
            <a:ext cx="1476374" cy="3715993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D4D895-9FBD-45B4-3D77-FDCC67F72962}"/>
              </a:ext>
            </a:extLst>
          </p:cNvPr>
          <p:cNvSpPr txBox="1"/>
          <p:nvPr/>
        </p:nvSpPr>
        <p:spPr>
          <a:xfrm>
            <a:off x="2906338" y="4625185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1. 23:30 </a:t>
            </a:r>
            <a:r>
              <a:rPr lang="ko-KR" altLang="en-US" sz="1000">
                <a:highlight>
                  <a:srgbClr val="FFFF00"/>
                </a:highlight>
              </a:rPr>
              <a:t>주입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1828198-7FA5-035E-9AA7-DBD2D649199A}"/>
              </a:ext>
            </a:extLst>
          </p:cNvPr>
          <p:cNvGrpSpPr/>
          <p:nvPr/>
        </p:nvGrpSpPr>
        <p:grpSpPr>
          <a:xfrm>
            <a:off x="9178535" y="1118909"/>
            <a:ext cx="2860497" cy="994910"/>
            <a:chOff x="8147507" y="4717048"/>
            <a:chExt cx="2860497" cy="99491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0D99784-677B-BE19-9FFB-9E406BE10345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8E427879-231B-A1EF-839C-907EB7F59BDB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05748455-5633-4A66-819A-2CA64B147840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6" name="그룹 55">
                  <a:extLst>
                    <a:ext uri="{FF2B5EF4-FFF2-40B4-BE49-F238E27FC236}">
                      <a16:creationId xmlns:a16="http://schemas.microsoft.com/office/drawing/2014/main" id="{CAF6D93F-55CA-C1FA-FA02-D433C60C523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8" name="그룹 57">
                    <a:extLst>
                      <a:ext uri="{FF2B5EF4-FFF2-40B4-BE49-F238E27FC236}">
                        <a16:creationId xmlns:a16="http://schemas.microsoft.com/office/drawing/2014/main" id="{F6A0CB25-F5B1-39D1-F9DA-2270D863DA9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4" name="직사각형 63">
                      <a:extLst>
                        <a:ext uri="{FF2B5EF4-FFF2-40B4-BE49-F238E27FC236}">
                          <a16:creationId xmlns:a16="http://schemas.microsoft.com/office/drawing/2014/main" id="{F958E9E2-4F08-AA7A-A69F-EAD1DE1868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5" name="직사각형 64">
                      <a:extLst>
                        <a:ext uri="{FF2B5EF4-FFF2-40B4-BE49-F238E27FC236}">
                          <a16:creationId xmlns:a16="http://schemas.microsoft.com/office/drawing/2014/main" id="{2E269D09-0B81-1EE2-EB14-7879CBCBC28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6" name="직사각형 65">
                      <a:extLst>
                        <a:ext uri="{FF2B5EF4-FFF2-40B4-BE49-F238E27FC236}">
                          <a16:creationId xmlns:a16="http://schemas.microsoft.com/office/drawing/2014/main" id="{3BBE3065-F7EA-A305-F801-307DFE4933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7" name="직사각형 66">
                      <a:extLst>
                        <a:ext uri="{FF2B5EF4-FFF2-40B4-BE49-F238E27FC236}">
                          <a16:creationId xmlns:a16="http://schemas.microsoft.com/office/drawing/2014/main" id="{09795CCF-4AA0-1799-314A-BBC1586CC34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59" name="그룹 58">
                    <a:extLst>
                      <a:ext uri="{FF2B5EF4-FFF2-40B4-BE49-F238E27FC236}">
                        <a16:creationId xmlns:a16="http://schemas.microsoft.com/office/drawing/2014/main" id="{C4C42DDF-23EC-BAE8-1923-620A9E327F4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0" name="직사각형 59">
                      <a:extLst>
                        <a:ext uri="{FF2B5EF4-FFF2-40B4-BE49-F238E27FC236}">
                          <a16:creationId xmlns:a16="http://schemas.microsoft.com/office/drawing/2014/main" id="{F26A5ED9-FCDC-7C76-412F-693A040B84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1" name="직사각형 60">
                      <a:extLst>
                        <a:ext uri="{FF2B5EF4-FFF2-40B4-BE49-F238E27FC236}">
                          <a16:creationId xmlns:a16="http://schemas.microsoft.com/office/drawing/2014/main" id="{0817B0E1-350C-A046-4713-3E7D8DC3584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2" name="직사각형 61">
                      <a:extLst>
                        <a:ext uri="{FF2B5EF4-FFF2-40B4-BE49-F238E27FC236}">
                          <a16:creationId xmlns:a16="http://schemas.microsoft.com/office/drawing/2014/main" id="{BCA1BA38-7F14-D336-5A2C-2473E85C9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3" name="직사각형 62">
                      <a:extLst>
                        <a:ext uri="{FF2B5EF4-FFF2-40B4-BE49-F238E27FC236}">
                          <a16:creationId xmlns:a16="http://schemas.microsoft.com/office/drawing/2014/main" id="{76F5441F-C9EE-B7D4-E557-68D7AABD6C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B695F6FE-7E19-7DEE-CF6F-5C8A5C984B8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CAD1A2C8-DCAE-6BA7-1469-9EACF5E0C2FC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4" name="그룹 43">
                  <a:extLst>
                    <a:ext uri="{FF2B5EF4-FFF2-40B4-BE49-F238E27FC236}">
                      <a16:creationId xmlns:a16="http://schemas.microsoft.com/office/drawing/2014/main" id="{250661FC-FBE5-4A7E-478A-FED782937A9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6" name="그룹 45">
                    <a:extLst>
                      <a:ext uri="{FF2B5EF4-FFF2-40B4-BE49-F238E27FC236}">
                        <a16:creationId xmlns:a16="http://schemas.microsoft.com/office/drawing/2014/main" id="{094AE875-5790-41DE-5ED6-0836321165C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2" name="직사각형 51">
                      <a:extLst>
                        <a:ext uri="{FF2B5EF4-FFF2-40B4-BE49-F238E27FC236}">
                          <a16:creationId xmlns:a16="http://schemas.microsoft.com/office/drawing/2014/main" id="{AFC3D50E-4FB0-FB8E-CD1A-6C6A710BA1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3" name="직사각형 52">
                      <a:extLst>
                        <a:ext uri="{FF2B5EF4-FFF2-40B4-BE49-F238E27FC236}">
                          <a16:creationId xmlns:a16="http://schemas.microsoft.com/office/drawing/2014/main" id="{D9356A68-FB3C-EEB5-64B3-C9532F62030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4" name="직사각형 53">
                      <a:extLst>
                        <a:ext uri="{FF2B5EF4-FFF2-40B4-BE49-F238E27FC236}">
                          <a16:creationId xmlns:a16="http://schemas.microsoft.com/office/drawing/2014/main" id="{A2394750-1257-3CBB-E272-E267D59DEF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5" name="직사각형 54">
                      <a:extLst>
                        <a:ext uri="{FF2B5EF4-FFF2-40B4-BE49-F238E27FC236}">
                          <a16:creationId xmlns:a16="http://schemas.microsoft.com/office/drawing/2014/main" id="{3708A668-EC37-9449-95D2-6BBBD9EDCC9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47" name="그룹 46">
                    <a:extLst>
                      <a:ext uri="{FF2B5EF4-FFF2-40B4-BE49-F238E27FC236}">
                        <a16:creationId xmlns:a16="http://schemas.microsoft.com/office/drawing/2014/main" id="{04BCE741-FF86-6518-8EFF-AB37649701B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8" name="직사각형 47">
                      <a:extLst>
                        <a:ext uri="{FF2B5EF4-FFF2-40B4-BE49-F238E27FC236}">
                          <a16:creationId xmlns:a16="http://schemas.microsoft.com/office/drawing/2014/main" id="{7E1704FB-279B-1ACD-F12A-E8CBDBB7CC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9" name="직사각형 48">
                      <a:extLst>
                        <a:ext uri="{FF2B5EF4-FFF2-40B4-BE49-F238E27FC236}">
                          <a16:creationId xmlns:a16="http://schemas.microsoft.com/office/drawing/2014/main" id="{FD73EA42-4740-2DDF-787A-F4716A8791C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0" name="직사각형 49">
                      <a:extLst>
                        <a:ext uri="{FF2B5EF4-FFF2-40B4-BE49-F238E27FC236}">
                          <a16:creationId xmlns:a16="http://schemas.microsoft.com/office/drawing/2014/main" id="{44C01A7D-5DE7-163F-DE06-64B6B5CDDA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1" name="직사각형 50">
                      <a:extLst>
                        <a:ext uri="{FF2B5EF4-FFF2-40B4-BE49-F238E27FC236}">
                          <a16:creationId xmlns:a16="http://schemas.microsoft.com/office/drawing/2014/main" id="{3647B072-E6DA-9DFA-229D-8E7753FBD8C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190CEE81-0284-28BB-9EFA-CC778890CAF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F57A3AAA-3846-59A7-301F-44B17912E905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2" name="그룹 31">
                  <a:extLst>
                    <a:ext uri="{FF2B5EF4-FFF2-40B4-BE49-F238E27FC236}">
                      <a16:creationId xmlns:a16="http://schemas.microsoft.com/office/drawing/2014/main" id="{CC9100F4-4BE4-C6BE-C7C0-AC0D01BFCD9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4" name="그룹 33">
                    <a:extLst>
                      <a:ext uri="{FF2B5EF4-FFF2-40B4-BE49-F238E27FC236}">
                        <a16:creationId xmlns:a16="http://schemas.microsoft.com/office/drawing/2014/main" id="{6A24775B-2E74-264A-D9B7-FCE90C0F84F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0" name="직사각형 39">
                      <a:extLst>
                        <a:ext uri="{FF2B5EF4-FFF2-40B4-BE49-F238E27FC236}">
                          <a16:creationId xmlns:a16="http://schemas.microsoft.com/office/drawing/2014/main" id="{DC979551-78DC-6DCF-272C-395FEC90DB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1" name="직사각형 40">
                      <a:extLst>
                        <a:ext uri="{FF2B5EF4-FFF2-40B4-BE49-F238E27FC236}">
                          <a16:creationId xmlns:a16="http://schemas.microsoft.com/office/drawing/2014/main" id="{17BE180D-DCA0-2BDB-BDD7-0181AA3002E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2" name="직사각형 41">
                      <a:extLst>
                        <a:ext uri="{FF2B5EF4-FFF2-40B4-BE49-F238E27FC236}">
                          <a16:creationId xmlns:a16="http://schemas.microsoft.com/office/drawing/2014/main" id="{0A773539-34BB-A238-0B91-5F90860A59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3" name="직사각형 42">
                      <a:extLst>
                        <a:ext uri="{FF2B5EF4-FFF2-40B4-BE49-F238E27FC236}">
                          <a16:creationId xmlns:a16="http://schemas.microsoft.com/office/drawing/2014/main" id="{415C7EE0-F711-CE43-DCE3-8CBA544AB55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35" name="그룹 34">
                    <a:extLst>
                      <a:ext uri="{FF2B5EF4-FFF2-40B4-BE49-F238E27FC236}">
                        <a16:creationId xmlns:a16="http://schemas.microsoft.com/office/drawing/2014/main" id="{C98C950D-4255-063B-71C5-AB922FEA892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6" name="직사각형 35">
                      <a:extLst>
                        <a:ext uri="{FF2B5EF4-FFF2-40B4-BE49-F238E27FC236}">
                          <a16:creationId xmlns:a16="http://schemas.microsoft.com/office/drawing/2014/main" id="{B5807B35-52FC-AB8A-06C8-BCD8BBFD69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7" name="직사각형 36">
                      <a:extLst>
                        <a:ext uri="{FF2B5EF4-FFF2-40B4-BE49-F238E27FC236}">
                          <a16:creationId xmlns:a16="http://schemas.microsoft.com/office/drawing/2014/main" id="{04BB3A4F-715E-03C5-1042-EA6BD224EE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8" name="직사각형 37">
                      <a:extLst>
                        <a:ext uri="{FF2B5EF4-FFF2-40B4-BE49-F238E27FC236}">
                          <a16:creationId xmlns:a16="http://schemas.microsoft.com/office/drawing/2014/main" id="{A87100F7-B11F-2E27-8E9B-978D4C037E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9" name="직사각형 38">
                      <a:extLst>
                        <a:ext uri="{FF2B5EF4-FFF2-40B4-BE49-F238E27FC236}">
                          <a16:creationId xmlns:a16="http://schemas.microsoft.com/office/drawing/2014/main" id="{6A65C216-79EE-9734-3963-42312EEDD3E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A2587E49-A97D-F23D-23A4-F5586670BDB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B119D466-06C4-64C7-1836-53D024708A9B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0" name="그룹 19">
                  <a:extLst>
                    <a:ext uri="{FF2B5EF4-FFF2-40B4-BE49-F238E27FC236}">
                      <a16:creationId xmlns:a16="http://schemas.microsoft.com/office/drawing/2014/main" id="{96E086F3-019F-AD01-F0CF-66BBF021322B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2" name="그룹 21">
                    <a:extLst>
                      <a:ext uri="{FF2B5EF4-FFF2-40B4-BE49-F238E27FC236}">
                        <a16:creationId xmlns:a16="http://schemas.microsoft.com/office/drawing/2014/main" id="{69634F14-DA23-9C0D-286B-1E68DB6B7A7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8" name="직사각형 27">
                      <a:extLst>
                        <a:ext uri="{FF2B5EF4-FFF2-40B4-BE49-F238E27FC236}">
                          <a16:creationId xmlns:a16="http://schemas.microsoft.com/office/drawing/2014/main" id="{E81EDDE7-AF21-0534-355C-366110B0EE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" name="직사각형 28">
                      <a:extLst>
                        <a:ext uri="{FF2B5EF4-FFF2-40B4-BE49-F238E27FC236}">
                          <a16:creationId xmlns:a16="http://schemas.microsoft.com/office/drawing/2014/main" id="{34B44DF5-C25C-88C8-B898-FB5EC5F06AA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" name="직사각형 29">
                      <a:extLst>
                        <a:ext uri="{FF2B5EF4-FFF2-40B4-BE49-F238E27FC236}">
                          <a16:creationId xmlns:a16="http://schemas.microsoft.com/office/drawing/2014/main" id="{E6888719-B2D3-9E2E-7E83-469AE00D4F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1" name="직사각형 30">
                      <a:extLst>
                        <a:ext uri="{FF2B5EF4-FFF2-40B4-BE49-F238E27FC236}">
                          <a16:creationId xmlns:a16="http://schemas.microsoft.com/office/drawing/2014/main" id="{9A7731A2-6106-6B8D-074F-ECFFF0264F2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3" name="그룹 22">
                    <a:extLst>
                      <a:ext uri="{FF2B5EF4-FFF2-40B4-BE49-F238E27FC236}">
                        <a16:creationId xmlns:a16="http://schemas.microsoft.com/office/drawing/2014/main" id="{CCD24D52-9DD8-54A0-E52D-B46C252F970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579E5DC3-697E-13A2-018F-C03EC7F569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5" name="직사각형 24">
                      <a:extLst>
                        <a:ext uri="{FF2B5EF4-FFF2-40B4-BE49-F238E27FC236}">
                          <a16:creationId xmlns:a16="http://schemas.microsoft.com/office/drawing/2014/main" id="{0F85C64C-3A77-2324-4B8B-F9F1D39C91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6" name="직사각형 25">
                      <a:extLst>
                        <a:ext uri="{FF2B5EF4-FFF2-40B4-BE49-F238E27FC236}">
                          <a16:creationId xmlns:a16="http://schemas.microsoft.com/office/drawing/2014/main" id="{D60D81A2-3715-1430-0D91-CD01AA8D9E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7" name="직사각형 26">
                      <a:extLst>
                        <a:ext uri="{FF2B5EF4-FFF2-40B4-BE49-F238E27FC236}">
                          <a16:creationId xmlns:a16="http://schemas.microsoft.com/office/drawing/2014/main" id="{60B6FC01-F296-A117-5B78-190022271DF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AD07744C-8769-6E1A-0FCA-206BB32EC58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290F8777-7809-BEEE-0803-0A18815CCF4B}"/>
              </a:ext>
            </a:extLst>
          </p:cNvPr>
          <p:cNvCxnSpPr/>
          <p:nvPr/>
        </p:nvCxnSpPr>
        <p:spPr>
          <a:xfrm>
            <a:off x="10324920" y="627548"/>
            <a:ext cx="0" cy="428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C2FF450-840E-F027-51F7-8E62B97F06FE}"/>
              </a:ext>
            </a:extLst>
          </p:cNvPr>
          <p:cNvSpPr txBox="1"/>
          <p:nvPr/>
        </p:nvSpPr>
        <p:spPr>
          <a:xfrm>
            <a:off x="9716962" y="248780"/>
            <a:ext cx="165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cuser</a:t>
            </a:r>
            <a:r>
              <a:rPr lang="ko-KR" altLang="en-US"/>
              <a:t> 위치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F5BCB10-5E3C-EA03-26E0-1CAD29388B54}"/>
              </a:ext>
            </a:extLst>
          </p:cNvPr>
          <p:cNvCxnSpPr>
            <a:cxnSpLocks/>
          </p:cNvCxnSpPr>
          <p:nvPr/>
        </p:nvCxnSpPr>
        <p:spPr>
          <a:xfrm>
            <a:off x="4057650" y="3752850"/>
            <a:ext cx="114300" cy="111855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F5F5100-90D9-95DE-4CFB-4EB7F3085A40}"/>
              </a:ext>
            </a:extLst>
          </p:cNvPr>
          <p:cNvSpPr/>
          <p:nvPr/>
        </p:nvSpPr>
        <p:spPr>
          <a:xfrm>
            <a:off x="438150" y="5867400"/>
            <a:ext cx="534363" cy="180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03C04B4-D023-40B2-C6A5-17B44C849BF2}"/>
              </a:ext>
            </a:extLst>
          </p:cNvPr>
          <p:cNvSpPr txBox="1"/>
          <p:nvPr/>
        </p:nvSpPr>
        <p:spPr>
          <a:xfrm>
            <a:off x="4133850" y="3942796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2. hour 0</a:t>
            </a:r>
            <a:r>
              <a:rPr lang="ko-KR" altLang="en-US" sz="1000">
                <a:highlight>
                  <a:srgbClr val="FFFF00"/>
                </a:highlight>
              </a:rPr>
              <a:t>으로 바뀌지만 출력 </a:t>
            </a:r>
            <a:r>
              <a:rPr lang="en-US" altLang="ko-KR" sz="1000">
                <a:highlight>
                  <a:srgbClr val="FFFF00"/>
                </a:highlight>
              </a:rPr>
              <a:t>‘12</a:t>
            </a:r>
            <a:r>
              <a:rPr lang="ko-KR" altLang="en-US" sz="1000">
                <a:highlight>
                  <a:srgbClr val="FFFF00"/>
                </a:highlight>
              </a:rPr>
              <a:t>시</a:t>
            </a:r>
            <a:r>
              <a:rPr lang="en-US" altLang="ko-KR" sz="1000">
                <a:highlight>
                  <a:srgbClr val="FFFF00"/>
                </a:highlight>
              </a:rPr>
              <a:t>’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ED5982C-DFB6-0403-6154-954CBAE75C10}"/>
              </a:ext>
            </a:extLst>
          </p:cNvPr>
          <p:cNvSpPr/>
          <p:nvPr/>
        </p:nvSpPr>
        <p:spPr>
          <a:xfrm>
            <a:off x="585299" y="2370529"/>
            <a:ext cx="582761" cy="127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E895E78-45E6-3805-661E-5E397A9E20D7}"/>
              </a:ext>
            </a:extLst>
          </p:cNvPr>
          <p:cNvSpPr txBox="1"/>
          <p:nvPr/>
        </p:nvSpPr>
        <p:spPr>
          <a:xfrm>
            <a:off x="1168059" y="2311231"/>
            <a:ext cx="2809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SW3 : 0 – </a:t>
            </a:r>
            <a:r>
              <a:rPr lang="ko-KR" altLang="en-US" sz="1000">
                <a:highlight>
                  <a:srgbClr val="FFFF00"/>
                </a:highlight>
              </a:rPr>
              <a:t>최대 표현 </a:t>
            </a:r>
            <a:r>
              <a:rPr lang="en-US" altLang="ko-KR" sz="1000">
                <a:highlight>
                  <a:srgbClr val="FFFF00"/>
                </a:highlight>
              </a:rPr>
              <a:t>= 12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95DA369-FB6B-162D-6C85-26245D052CCC}"/>
              </a:ext>
            </a:extLst>
          </p:cNvPr>
          <p:cNvSpPr txBox="1"/>
          <p:nvPr/>
        </p:nvSpPr>
        <p:spPr>
          <a:xfrm>
            <a:off x="6933626" y="2550258"/>
            <a:ext cx="4676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o_wt_hour – </a:t>
            </a:r>
            <a:r>
              <a:rPr lang="ko-KR" altLang="en-US"/>
              <a:t>내부 시간 값</a:t>
            </a:r>
            <a:endParaRPr lang="en-US" altLang="ko-KR"/>
          </a:p>
          <a:p>
            <a:r>
              <a:rPr lang="en-US" altLang="ko-KR"/>
              <a:t>o_wt_hour_disp – </a:t>
            </a:r>
            <a:r>
              <a:rPr lang="ko-KR" altLang="en-US"/>
              <a:t>시간 출력 값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동작 설명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23:30</a:t>
            </a:r>
            <a:r>
              <a:rPr lang="ko-KR" altLang="en-US"/>
              <a:t> </a:t>
            </a:r>
            <a:r>
              <a:rPr lang="en-US" altLang="ko-KR"/>
              <a:t>-&gt; 00:30 (</a:t>
            </a:r>
            <a:r>
              <a:rPr lang="ko-KR" altLang="en-US"/>
              <a:t>오전 </a:t>
            </a:r>
            <a:r>
              <a:rPr lang="en-US" altLang="ko-KR"/>
              <a:t>12</a:t>
            </a:r>
            <a:r>
              <a:rPr lang="ko-KR" altLang="en-US"/>
              <a:t>시 </a:t>
            </a:r>
            <a:r>
              <a:rPr lang="en-US" altLang="ko-KR"/>
              <a:t>30</a:t>
            </a:r>
            <a:r>
              <a:rPr lang="ko-KR" altLang="en-US"/>
              <a:t>분</a:t>
            </a:r>
            <a:r>
              <a:rPr lang="en-US" altLang="ko-KR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SW3</a:t>
            </a:r>
            <a:r>
              <a:rPr lang="ko-KR" altLang="en-US"/>
              <a:t> </a:t>
            </a:r>
            <a:r>
              <a:rPr lang="en-US" altLang="ko-KR"/>
              <a:t>:0 </a:t>
            </a:r>
            <a:r>
              <a:rPr lang="ko-KR" altLang="en-US"/>
              <a:t>이므로 최대 표현 </a:t>
            </a:r>
            <a:r>
              <a:rPr lang="en-US" altLang="ko-KR"/>
              <a:t>:12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o_wt_pm Deassert</a:t>
            </a: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97FF00FD-11E6-4840-099E-595D89736987}"/>
              </a:ext>
            </a:extLst>
          </p:cNvPr>
          <p:cNvGrpSpPr/>
          <p:nvPr/>
        </p:nvGrpSpPr>
        <p:grpSpPr>
          <a:xfrm>
            <a:off x="4221165" y="4850909"/>
            <a:ext cx="260347" cy="373802"/>
            <a:chOff x="4221165" y="4850909"/>
            <a:chExt cx="260347" cy="373802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79A336D9-ACCD-61CE-3DF7-B25833F494AC}"/>
                </a:ext>
              </a:extLst>
            </p:cNvPr>
            <p:cNvSpPr/>
            <p:nvPr/>
          </p:nvSpPr>
          <p:spPr>
            <a:xfrm>
              <a:off x="4221165" y="4850909"/>
              <a:ext cx="250822" cy="168753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1</a:t>
              </a:r>
              <a:endParaRPr lang="ko-KR" altLang="en-US" sz="1050">
                <a:solidFill>
                  <a:schemeClr val="tx1"/>
                </a:solidFill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D6590B9-F37A-FF8E-9268-FBEB18C82BFB}"/>
                </a:ext>
              </a:extLst>
            </p:cNvPr>
            <p:cNvSpPr/>
            <p:nvPr/>
          </p:nvSpPr>
          <p:spPr>
            <a:xfrm>
              <a:off x="4230690" y="5055958"/>
              <a:ext cx="250822" cy="168753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2</a:t>
              </a:r>
              <a:endParaRPr lang="ko-KR" altLang="en-US" sz="1050">
                <a:solidFill>
                  <a:schemeClr val="tx1"/>
                </a:solidFill>
              </a:endParaRPr>
            </a:p>
          </p:txBody>
        </p:sp>
      </p:grp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100F49A8-7D44-1DFD-C40B-2C4FBBC689E0}"/>
              </a:ext>
            </a:extLst>
          </p:cNvPr>
          <p:cNvCxnSpPr/>
          <p:nvPr/>
        </p:nvCxnSpPr>
        <p:spPr>
          <a:xfrm>
            <a:off x="4057650" y="5224711"/>
            <a:ext cx="0" cy="642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D7C5A9F4-1F78-B267-5E96-2D219D73D1CA}"/>
              </a:ext>
            </a:extLst>
          </p:cNvPr>
          <p:cNvCxnSpPr/>
          <p:nvPr/>
        </p:nvCxnSpPr>
        <p:spPr>
          <a:xfrm>
            <a:off x="4381500" y="6335368"/>
            <a:ext cx="7038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355A2D2-A872-E314-614D-C20AAB495A9A}"/>
              </a:ext>
            </a:extLst>
          </p:cNvPr>
          <p:cNvSpPr/>
          <p:nvPr/>
        </p:nvSpPr>
        <p:spPr>
          <a:xfrm>
            <a:off x="512111" y="3333750"/>
            <a:ext cx="534363" cy="180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F6D4467-0ACC-98B2-6C02-44F156A3094F}"/>
              </a:ext>
            </a:extLst>
          </p:cNvPr>
          <p:cNvSpPr txBox="1"/>
          <p:nvPr/>
        </p:nvSpPr>
        <p:spPr>
          <a:xfrm>
            <a:off x="4057650" y="3533924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UP</a:t>
            </a:r>
            <a:endParaRPr lang="ko-KR" altLang="en-US" sz="1000">
              <a:highlight>
                <a:srgbClr val="FFFF00"/>
              </a:highlight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6F40CAE1-2973-7DA0-5820-22FAD5CAE235}"/>
              </a:ext>
            </a:extLst>
          </p:cNvPr>
          <p:cNvGrpSpPr/>
          <p:nvPr/>
        </p:nvGrpSpPr>
        <p:grpSpPr>
          <a:xfrm>
            <a:off x="6730429" y="2713081"/>
            <a:ext cx="260347" cy="373802"/>
            <a:chOff x="4221165" y="4850909"/>
            <a:chExt cx="260347" cy="373802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EFE77BC2-E6AF-355B-495B-7A892F00362D}"/>
                </a:ext>
              </a:extLst>
            </p:cNvPr>
            <p:cNvSpPr/>
            <p:nvPr/>
          </p:nvSpPr>
          <p:spPr>
            <a:xfrm>
              <a:off x="4221165" y="4850909"/>
              <a:ext cx="250822" cy="168753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>
                  <a:solidFill>
                    <a:schemeClr val="tx1"/>
                  </a:solidFill>
                </a:rPr>
                <a:t>1</a:t>
              </a:r>
              <a:endParaRPr lang="ko-KR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08D0C7F1-77A1-5701-2EDE-749FAF83FA48}"/>
                </a:ext>
              </a:extLst>
            </p:cNvPr>
            <p:cNvSpPr/>
            <p:nvPr/>
          </p:nvSpPr>
          <p:spPr>
            <a:xfrm>
              <a:off x="4230690" y="5055958"/>
              <a:ext cx="250822" cy="168753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>
                  <a:solidFill>
                    <a:schemeClr val="tx1"/>
                  </a:solidFill>
                </a:rPr>
                <a:t>2</a:t>
              </a:r>
              <a:endParaRPr lang="ko-KR" altLang="en-US" sz="1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82950383-D01F-89EB-60E6-C53074EE4806}"/>
              </a:ext>
            </a:extLst>
          </p:cNvPr>
          <p:cNvCxnSpPr>
            <a:cxnSpLocks/>
          </p:cNvCxnSpPr>
          <p:nvPr/>
        </p:nvCxnSpPr>
        <p:spPr>
          <a:xfrm flipV="1">
            <a:off x="4419600" y="6344893"/>
            <a:ext cx="0" cy="1968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ACAE913D-4B06-CC12-C21A-8DAC0E404474}"/>
              </a:ext>
            </a:extLst>
          </p:cNvPr>
          <p:cNvSpPr txBox="1"/>
          <p:nvPr/>
        </p:nvSpPr>
        <p:spPr>
          <a:xfrm>
            <a:off x="4418512" y="6367275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3. LED[15] = 0 (‘</a:t>
            </a:r>
            <a:r>
              <a:rPr lang="ko-KR" altLang="en-US" sz="1000">
                <a:highlight>
                  <a:srgbClr val="FFFF00"/>
                </a:highlight>
              </a:rPr>
              <a:t>오전</a:t>
            </a:r>
            <a:r>
              <a:rPr lang="en-US" altLang="ko-KR" sz="1000">
                <a:highlight>
                  <a:srgbClr val="FFFF00"/>
                </a:highlight>
              </a:rPr>
              <a:t>’) </a:t>
            </a:r>
            <a:endParaRPr lang="ko-KR" altLang="en-US" sz="10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87191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0C3A4-4B76-556C-BB0F-62FB8FCD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43540E6-298F-5739-AF16-1B298181C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60" y="971550"/>
            <a:ext cx="6145215" cy="5570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E12C47-2DB7-6B44-49A2-A61929EF17ED}"/>
              </a:ext>
            </a:extLst>
          </p:cNvPr>
          <p:cNvSpPr txBox="1"/>
          <p:nvPr/>
        </p:nvSpPr>
        <p:spPr>
          <a:xfrm>
            <a:off x="311524" y="248780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P6 – </a:t>
            </a:r>
            <a:r>
              <a:rPr lang="ko-KR" altLang="en-US"/>
              <a:t>커서 위치</a:t>
            </a:r>
            <a:r>
              <a:rPr lang="en-US" altLang="ko-KR"/>
              <a:t> 2</a:t>
            </a:r>
            <a:r>
              <a:rPr lang="ko-KR" altLang="en-US"/>
              <a:t>에서 </a:t>
            </a:r>
            <a:r>
              <a:rPr lang="en-US" altLang="ko-KR"/>
              <a:t>23:30 </a:t>
            </a:r>
            <a:r>
              <a:rPr lang="ko-KR" altLang="en-US"/>
              <a:t>주입 </a:t>
            </a:r>
            <a:r>
              <a:rPr lang="en-US" altLang="ko-KR"/>
              <a:t>( U -&gt; D)</a:t>
            </a:r>
            <a:r>
              <a:rPr lang="ko-KR" altLang="en-US"/>
              <a:t> </a:t>
            </a:r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3F9106-0A92-37E0-9F23-45A66DEEBE02}"/>
              </a:ext>
            </a:extLst>
          </p:cNvPr>
          <p:cNvSpPr/>
          <p:nvPr/>
        </p:nvSpPr>
        <p:spPr>
          <a:xfrm>
            <a:off x="2305051" y="2647950"/>
            <a:ext cx="1476374" cy="3715993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2CC9C-AF14-5334-E44D-3759CA63908E}"/>
              </a:ext>
            </a:extLst>
          </p:cNvPr>
          <p:cNvSpPr txBox="1"/>
          <p:nvPr/>
        </p:nvSpPr>
        <p:spPr>
          <a:xfrm>
            <a:off x="2906338" y="4625185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1. 23:30 </a:t>
            </a:r>
            <a:r>
              <a:rPr lang="ko-KR" altLang="en-US" sz="1000">
                <a:highlight>
                  <a:srgbClr val="FFFF00"/>
                </a:highlight>
              </a:rPr>
              <a:t>주입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B9AC634C-09AE-6DF6-9BDC-26890EF3D944}"/>
              </a:ext>
            </a:extLst>
          </p:cNvPr>
          <p:cNvCxnSpPr>
            <a:cxnSpLocks/>
          </p:cNvCxnSpPr>
          <p:nvPr/>
        </p:nvCxnSpPr>
        <p:spPr>
          <a:xfrm>
            <a:off x="5437239" y="4065907"/>
            <a:ext cx="249436" cy="79267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C36E0A7-7437-EA2B-AD96-600D1828C344}"/>
              </a:ext>
            </a:extLst>
          </p:cNvPr>
          <p:cNvSpPr/>
          <p:nvPr/>
        </p:nvSpPr>
        <p:spPr>
          <a:xfrm>
            <a:off x="438150" y="5867400"/>
            <a:ext cx="534363" cy="180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D920809-DB0E-2D68-369B-DB5E2B64440B}"/>
              </a:ext>
            </a:extLst>
          </p:cNvPr>
          <p:cNvSpPr/>
          <p:nvPr/>
        </p:nvSpPr>
        <p:spPr>
          <a:xfrm>
            <a:off x="585299" y="2370529"/>
            <a:ext cx="582761" cy="127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0914A4A-B513-F2C2-90EB-7E6776427F72}"/>
              </a:ext>
            </a:extLst>
          </p:cNvPr>
          <p:cNvSpPr txBox="1"/>
          <p:nvPr/>
        </p:nvSpPr>
        <p:spPr>
          <a:xfrm>
            <a:off x="1168059" y="2311231"/>
            <a:ext cx="2809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SW3 : 0 – </a:t>
            </a:r>
            <a:r>
              <a:rPr lang="ko-KR" altLang="en-US" sz="1000">
                <a:highlight>
                  <a:srgbClr val="FFFF00"/>
                </a:highlight>
              </a:rPr>
              <a:t>최대 표현 </a:t>
            </a:r>
            <a:r>
              <a:rPr lang="en-US" altLang="ko-KR" sz="1000">
                <a:highlight>
                  <a:srgbClr val="FFFF00"/>
                </a:highlight>
              </a:rPr>
              <a:t>= 12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A4A5255-380F-7B2E-E323-A9FA7181F13C}"/>
              </a:ext>
            </a:extLst>
          </p:cNvPr>
          <p:cNvSpPr txBox="1"/>
          <p:nvPr/>
        </p:nvSpPr>
        <p:spPr>
          <a:xfrm>
            <a:off x="6930537" y="1909286"/>
            <a:ext cx="46761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/>
          </a:p>
          <a:p>
            <a:r>
              <a:rPr lang="ko-KR" altLang="en-US"/>
              <a:t>동작 설명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00:30 </a:t>
            </a:r>
            <a:r>
              <a:rPr lang="ko-KR" altLang="en-US"/>
              <a:t>에서 </a:t>
            </a:r>
            <a:r>
              <a:rPr lang="en-US" altLang="ko-KR"/>
              <a:t>Down -&gt; 23:30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출력 </a:t>
            </a:r>
            <a:r>
              <a:rPr lang="en-US" altLang="ko-KR"/>
              <a:t>11:30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o_wt_pm -&gt; assert ( ‘</a:t>
            </a:r>
            <a:r>
              <a:rPr lang="ko-KR" altLang="en-US"/>
              <a:t>오후</a:t>
            </a:r>
            <a:r>
              <a:rPr lang="en-US" altLang="ko-KR"/>
              <a:t>’ </a:t>
            </a:r>
            <a:r>
              <a:rPr lang="ko-KR" altLang="en-US"/>
              <a:t>표시</a:t>
            </a:r>
            <a:r>
              <a:rPr lang="en-US" altLang="ko-KR"/>
              <a:t>)</a:t>
            </a: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13787B69-8E16-08E2-AF18-288E1A545F31}"/>
              </a:ext>
            </a:extLst>
          </p:cNvPr>
          <p:cNvCxnSpPr>
            <a:cxnSpLocks/>
          </p:cNvCxnSpPr>
          <p:nvPr/>
        </p:nvCxnSpPr>
        <p:spPr>
          <a:xfrm flipV="1">
            <a:off x="5389614" y="5753100"/>
            <a:ext cx="0" cy="2571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8AE34F9-9919-BBA1-B589-EDB537FA9E4F}"/>
              </a:ext>
            </a:extLst>
          </p:cNvPr>
          <p:cNvSpPr txBox="1"/>
          <p:nvPr/>
        </p:nvSpPr>
        <p:spPr>
          <a:xfrm>
            <a:off x="5438132" y="3942796"/>
            <a:ext cx="2179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Down</a:t>
            </a:r>
            <a:endParaRPr lang="ko-KR" altLang="en-US" sz="10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76717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CF423366-2F5C-D5CE-0478-4A8CBB5DA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04" y="768460"/>
            <a:ext cx="8166405" cy="597098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F9CD08F-355B-B36B-C634-DE7B5A2F34F1}"/>
              </a:ext>
            </a:extLst>
          </p:cNvPr>
          <p:cNvSpPr/>
          <p:nvPr/>
        </p:nvSpPr>
        <p:spPr>
          <a:xfrm>
            <a:off x="2371977" y="819150"/>
            <a:ext cx="2043487" cy="5901244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4A3A2A4-3A3F-181B-4385-48169DAA4AF4}"/>
              </a:ext>
            </a:extLst>
          </p:cNvPr>
          <p:cNvCxnSpPr/>
          <p:nvPr/>
        </p:nvCxnSpPr>
        <p:spPr>
          <a:xfrm flipV="1">
            <a:off x="4415469" y="1600200"/>
            <a:ext cx="0" cy="228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1B9314-1DC7-2119-883D-4A7DC8E50DA8}"/>
              </a:ext>
            </a:extLst>
          </p:cNvPr>
          <p:cNvSpPr txBox="1"/>
          <p:nvPr/>
        </p:nvSpPr>
        <p:spPr>
          <a:xfrm>
            <a:off x="2720634" y="1573054"/>
            <a:ext cx="2809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SW0 : 1 – Stopwatch</a:t>
            </a:r>
          </a:p>
          <a:p>
            <a:r>
              <a:rPr lang="en-US" altLang="ko-KR" sz="1000">
                <a:highlight>
                  <a:srgbClr val="FFFF00"/>
                </a:highlight>
              </a:rPr>
              <a:t>RUN </a:t>
            </a:r>
            <a:r>
              <a:rPr lang="ko-KR" altLang="en-US" sz="1000">
                <a:highlight>
                  <a:srgbClr val="FFFF00"/>
                </a:highlight>
              </a:rPr>
              <a:t>상태  </a:t>
            </a:r>
            <a:r>
              <a:rPr lang="en-US" altLang="ko-KR" sz="1000">
                <a:highlight>
                  <a:srgbClr val="FFFF00"/>
                </a:highlight>
              </a:rPr>
              <a:t>+ D Lap time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EBEF1FD-307C-1285-88E9-1B97CEAC3EFB}"/>
              </a:ext>
            </a:extLst>
          </p:cNvPr>
          <p:cNvSpPr/>
          <p:nvPr/>
        </p:nvSpPr>
        <p:spPr>
          <a:xfrm>
            <a:off x="4415464" y="6515100"/>
            <a:ext cx="4128461" cy="24622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CBCEA69-4F55-CBED-9181-9CC2BE4D8B24}"/>
              </a:ext>
            </a:extLst>
          </p:cNvPr>
          <p:cNvSpPr/>
          <p:nvPr/>
        </p:nvSpPr>
        <p:spPr>
          <a:xfrm>
            <a:off x="4552950" y="2705100"/>
            <a:ext cx="190500" cy="2462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69E0397-8036-3EC3-3D65-AB5A96AF80A8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4629150" y="2951321"/>
            <a:ext cx="19050" cy="18588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F383E1D-3FB9-F56B-4B61-C90BC9B9E30A}"/>
              </a:ext>
            </a:extLst>
          </p:cNvPr>
          <p:cNvSpPr txBox="1"/>
          <p:nvPr/>
        </p:nvSpPr>
        <p:spPr>
          <a:xfrm>
            <a:off x="2385518" y="6216847"/>
            <a:ext cx="4219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highlight>
                  <a:srgbClr val="FFFF00"/>
                </a:highlight>
              </a:rPr>
              <a:t>back ground </a:t>
            </a:r>
            <a:r>
              <a:rPr lang="ko-KR" altLang="en-US" sz="1400">
                <a:highlight>
                  <a:srgbClr val="FFFF00"/>
                </a:highlight>
              </a:rPr>
              <a:t>에서 시간 </a:t>
            </a:r>
            <a:r>
              <a:rPr lang="en-US" altLang="ko-KR" sz="1400">
                <a:highlight>
                  <a:srgbClr val="FFFF00"/>
                </a:highlight>
              </a:rPr>
              <a:t>update</a:t>
            </a:r>
            <a:endParaRPr lang="ko-KR" altLang="en-US" sz="140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A826DA-5ADE-FB17-DD7A-5265338AF8D1}"/>
              </a:ext>
            </a:extLst>
          </p:cNvPr>
          <p:cNvSpPr txBox="1"/>
          <p:nvPr/>
        </p:nvSpPr>
        <p:spPr>
          <a:xfrm>
            <a:off x="366972" y="38933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P7 – Stopwatch </a:t>
            </a:r>
            <a:r>
              <a:rPr lang="ko-KR" altLang="en-US"/>
              <a:t>켜졌을 때</a:t>
            </a:r>
            <a:r>
              <a:rPr lang="en-US" altLang="ko-KR"/>
              <a:t>, ds</a:t>
            </a:r>
          </a:p>
          <a:p>
            <a:r>
              <a:rPr lang="en-US" altLang="ko-KR"/>
              <a:t>     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491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6A26-F569-81D2-17B7-E4E60351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E6C718-ECA0-AF06-F2C7-7E85C3537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55" y="954314"/>
            <a:ext cx="8405727" cy="4949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42572C-66BE-D196-9B8A-0C2F56232DB7}"/>
              </a:ext>
            </a:extLst>
          </p:cNvPr>
          <p:cNvSpPr txBox="1"/>
          <p:nvPr/>
        </p:nvSpPr>
        <p:spPr>
          <a:xfrm>
            <a:off x="485775" y="50482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점등 확인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C9269D-6519-FB9E-2B93-354F26E3D09C}"/>
              </a:ext>
            </a:extLst>
          </p:cNvPr>
          <p:cNvSpPr/>
          <p:nvPr/>
        </p:nvSpPr>
        <p:spPr>
          <a:xfrm>
            <a:off x="4221480" y="5585460"/>
            <a:ext cx="56388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C20A63-E9C9-3FEF-8E4E-E22BF6AD85D7}"/>
              </a:ext>
            </a:extLst>
          </p:cNvPr>
          <p:cNvSpPr/>
          <p:nvPr/>
        </p:nvSpPr>
        <p:spPr>
          <a:xfrm>
            <a:off x="5326380" y="5585460"/>
            <a:ext cx="56388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A009D4-500E-F462-180B-5114ADBEC34B}"/>
              </a:ext>
            </a:extLst>
          </p:cNvPr>
          <p:cNvSpPr/>
          <p:nvPr/>
        </p:nvSpPr>
        <p:spPr>
          <a:xfrm>
            <a:off x="6408420" y="5585460"/>
            <a:ext cx="56388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B2A2A1-D342-278B-3CE6-C3DA9A523CCE}"/>
              </a:ext>
            </a:extLst>
          </p:cNvPr>
          <p:cNvSpPr/>
          <p:nvPr/>
        </p:nvSpPr>
        <p:spPr>
          <a:xfrm>
            <a:off x="7498080" y="5585460"/>
            <a:ext cx="56388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039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F70D16C-95D5-CA43-EF1A-B6C5A24A3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1436335"/>
            <a:ext cx="5886450" cy="274275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220234D-CF0E-D121-2A75-C05FA90BFE22}"/>
              </a:ext>
            </a:extLst>
          </p:cNvPr>
          <p:cNvSpPr/>
          <p:nvPr/>
        </p:nvSpPr>
        <p:spPr>
          <a:xfrm>
            <a:off x="1847850" y="1276350"/>
            <a:ext cx="1733550" cy="19716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71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540</Words>
  <Application>Microsoft Office PowerPoint</Application>
  <PresentationFormat>와이드스크린</PresentationFormat>
  <Paragraphs>117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4</cp:revision>
  <dcterms:created xsi:type="dcterms:W3CDTF">2026-10-17T08:11:08Z</dcterms:created>
  <dcterms:modified xsi:type="dcterms:W3CDTF">2026-10-17T17:19:29Z</dcterms:modified>
</cp:coreProperties>
</file>