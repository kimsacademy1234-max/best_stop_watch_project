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3828da8000a92c0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3828da8000a92c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h3828da8000a92c0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h3828da8000a92c0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h3828da8000a92c0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h3828da8000a92c0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h3828da8000a92c0f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h3828da8000a92c0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h3828da8000a92c0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h3828da8000a92c0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3828da8000a92c0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3828da8000a92c0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263125"/>
            <a:ext cx="8520600" cy="9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4100"/>
              <a:t>SR04 </a:t>
            </a:r>
            <a:r>
              <a:rPr lang="ko" sz="4100"/>
              <a:t>전달자료</a:t>
            </a:r>
            <a:endParaRPr sz="41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허접하지만 이해해주세요,,,,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7299" y="205000"/>
            <a:ext cx="4779775" cy="4733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3175" y="416188"/>
            <a:ext cx="6797674" cy="4311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 rotWithShape="1">
          <a:blip r:embed="rId3">
            <a:alphaModFix/>
          </a:blip>
          <a:srcRect b="2750" l="0" r="0" t="2741"/>
          <a:stretch/>
        </p:blipFill>
        <p:spPr>
          <a:xfrm>
            <a:off x="170975" y="79575"/>
            <a:ext cx="3972350" cy="209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6"/>
          <p:cNvPicPr preferRelativeResize="0"/>
          <p:nvPr/>
        </p:nvPicPr>
        <p:blipFill rotWithShape="1">
          <a:blip r:embed="rId4">
            <a:alphaModFix/>
          </a:blip>
          <a:srcRect b="0" l="667" r="4004" t="0"/>
          <a:stretch/>
        </p:blipFill>
        <p:spPr>
          <a:xfrm>
            <a:off x="81025" y="2262750"/>
            <a:ext cx="6072426" cy="2702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9664"/>
            <a:ext cx="9144003" cy="4804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850" y="148175"/>
            <a:ext cx="8832299" cy="469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2017"/>
            <a:ext cx="9144000" cy="50794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